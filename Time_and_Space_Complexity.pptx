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2" r:id="rId11"/>
    <p:sldId id="273" r:id="rId12"/>
    <p:sldId id="274" r:id="rId13"/>
    <p:sldId id="275" r:id="rId14"/>
    <p:sldId id="276" r:id="rId15"/>
    <p:sldId id="277" r:id="rId16"/>
    <p:sldId id="285" r:id="rId17"/>
    <p:sldId id="278" r:id="rId18"/>
    <p:sldId id="280" r:id="rId19"/>
    <p:sldId id="281" r:id="rId20"/>
    <p:sldId id="282" r:id="rId21"/>
    <p:sldId id="283" r:id="rId22"/>
    <p:sldId id="284" r:id="rId23"/>
    <p:sldId id="286" r:id="rId24"/>
    <p:sldId id="287" r:id="rId25"/>
    <p:sldId id="290" r:id="rId26"/>
    <p:sldId id="288" r:id="rId27"/>
    <p:sldId id="289" r:id="rId28"/>
    <p:sldId id="279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270" r:id="rId39"/>
    <p:sldId id="271" r:id="rId40"/>
    <p:sldId id="258" r:id="rId41"/>
    <p:sldId id="259" r:id="rId42"/>
    <p:sldId id="260" r:id="rId43"/>
    <p:sldId id="300" r:id="rId44"/>
    <p:sldId id="301" r:id="rId45"/>
    <p:sldId id="302" r:id="rId46"/>
    <p:sldId id="303" r:id="rId47"/>
    <p:sldId id="261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9:53:32.5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25641 11247 77 0,'-14'3'302'16,"8"0"68"-16,0 1 28 0,-2 1-50 0,8-2 27 16,-6 0-48-16,0 1-45 0,6 0-24 15,-7-1-3-15,7 5-12 0,-6-5-9 16,6 4-7-16,0 1-3 0,0-4-18 0,0 3-18 16,0-3-14-16,0 2-9 0,6-1-7 15,-6 3-12-15,7-5-5 0,-1 1-13 16,0-1-11-16,2 1-12 0,-2-4-11 0,7 0-15 15,0 0-13-15,-6-4-16 0,12-3-12 16,-6 4-10-16,-7-5-13 0,8 0-1 0,-1-3 2 16,-7 4 9-16,1-4 11 0,-1 0 11 15,-6 0 10-15,0 1 5 0,0-2-1 0,-6 1-2 16,-1 0-13-16,1 1-12 0,-7 2-9 16,-1 4-7-16,-5-3-8 0,0 3-10 15,6 4 3-15,-7 0 1 0,-6 0-2 0,6 4 0 16,1 0 3-16,-1 3 0 0,1 1-1 0,-7-1 2 15,12 4 0-15,-5-4 6 0,0 7 5 16,6-3 13-16,6 4 12 0,-6-1 9 16,7-2 13-16,6 2 8 0,-7 2 8 0,7-2 1 15,7 1 1-15,-1-5 2 0,0 5 1 16,1-4-3-16,6 0-2 0,6 0-1 0,1 0-5 16,0-4-5-16,-1-4-8 0,7 6-8 15,0-6-10-15,0-3-11 0,1 0-8 16,5 0-7-16,1-3-6 0,-1-2-2 0,-6-2-2 15,1 4 0-15,-2-5-3 0,-5 1-2 16,-8 0-18-16,2 0-31 0,-8-1-52 0,1 4-68 16,0-3-90-16,-7 3-130 0,0-3-162 15,0 0-194-15,-7 3-217 0,0-3-73 0,1 0 15 16,-8 3 93-16,8-7 155 0,0 3 214 16</inkml:trace>
  <inkml:trace contextRef="#ctx0" brushRef="#br0" timeOffset="336.5">25830 11107 393 0,'0'-11'525'0,"-8"0"100"0,8 0 92 0,0-4-10 16,0 4-113-16,0 0-74 0,0 0-58 16,0 1-60-16,0 2-74 0,0 1-66 0,8 3-60 15,-8 1-55-15,0 3-33 0,0 0-15 16,6 3-2-16,0 8 10 0,1 0 19 0,0 4 20 15,-1-1 10-15,0 9 3 0,1-1-7 16,6 0-12-16,-6 3-12 0,-1-3-12 0,0 8-15 16,1-4-21-1,6-1-17-15,-7 0-15 0,1 1-14 0,-1 0-10 16,1 0-9-16,0-4-5 0,-1-1-4 16,0-3-5-16,2-3-20 0,-8 0-33 0,6-5-49 15,0 2-54-15,-6-4-66 0,0-2-82 16,0-6-109-16,0 0-139 0,0-3-150 15,-6-5-180-15,0-3-92 0,-2-3 0 16,2-1 81-16,-7-3 147 0,6 0 189 0</inkml:trace>
  <inkml:trace contextRef="#ctx0" brushRef="#br0" timeOffset="539.57">25822 11243 376 0,'-6'0'562'0,"0"-4"116"0,-1 1 105 15,7-1-32-15,-6 0-87 0,6 4-112 16,6-3-102-16,-6-1-89 0,13 1-87 0,1-5-68 15,-2 4-48-15,8 1-39 0,6-1-27 0,-7 0-21 16,7 1-17-16,1 0-17 0,-1-2-14 16,0 2-10-16,-1-2-7 0,1 2-11 15,-12-1-25-15,5 4-35 0,-5 0-57 0,-2 0-76 16,-5 0-102-16,0 0-115 0,5 4-128 16,-12-4-121-16,7 8-123 0,-1-5-19 15,1 2 51-15,0-2 98 0,-1 0 134 0</inkml:trace>
  <inkml:trace contextRef="#ctx0" brushRef="#br0" timeOffset="869.04">26402 11169 417 0,'6'-7'545'0,"-6"0"124"0,0-1 59 0,0-2 14 16,0 2-96-16,-6-3-93 0,-6 4-82 16,-2-1-91-16,1 1-82 0,1 4-56 0,-8-1-40 15,0 4-31-15,1 4-26 0,-1-1-24 16,8 4-15-16,-8 1-14 0,0 7-11 0,7-1 0 15,1 1 3-15,4 3 14 0,-4 4 9 16,12 1 16-16,0-2 8 0,0 5 1 0,0-4 0 16,12 0-5-16,2-5-2 0,-2 3-8 15,8-2-5-15,-1 0-7 0,1-7-5 0,6 3-92 16,1-6-8-16,5 3 0 0,-6-7 0 16,7-1 0-16,-1-3 0 0,1 0 0 15,-1-3 0-15,1-5 0 0,-7 5 0 0,0-4 0 16,-1-1 0-16,-5 4 0 0,-6-3 0 15,-1 3 0-15,-7 4 0 0,0-3 0 0,-6-1 0 16,-6 4 0-16,0-4 0 0,-1 4-246 16,-6 0-407-16,0 4-287 0,-1-4-217 15,-5 0-63-15,0 4 31 0,0-12 96 0,-1 5 206 16,0-4 305-16</inkml:trace>
  <inkml:trace contextRef="#ctx0" brushRef="#br0" timeOffset="9456.46">14419 17309 128 0,'6'-3'333'0,"-6"3"75"15,0-4 43-15,0 0-41 0,0 1 55 0,0 0-19 16,-6-5-25-16,6 4-32 0,0 1-28 16,-7-1-33-16,7 0-41 0,0 1-40 0,0 3-39 15,-6-4-32-15,6 4-33 0,0-4-31 0,0 4-35 16,6 0-28-16,-6 0-11 0,7 4-3 15,-7 0 3-15,6 3 9 0,8 0 11 0,-8 0 7 16,0 4 4-16,8 0 2 0,-8 4 4 16,7 0-3-16,0 0 4 0,-6 3 4 0,5-3 4 15,-4 3 2-15,4-4-2 0,-6 1-4 0,8 0-4 16,-8-4-12-16,1 0-8 0,-1-3 8 16,8-1 23-16,-14-4 34 0,6 0 36 0,6-6 29 15,-4 0 20-15,4-9-3 0,1 1-19 16,1-10-30-16,4-2-32 0,9-3-108 0,-1-6-14 15,0 0 0-15,7-10 0 0,5 3 0 0,-5-10 0 16,7 6 0-16,-2-1 0 0,1-4 0 16,7 4 0-16,-7 4 0 0,0 0 0 0,0 4 0 15,-7 2 0-15,2 5 0 0,-9 3 0 16,-5 8 0-16,0 2 0 0,-8 3 0 0,2 5 0 16,-8 4-26-16,-6 2-134 0,0 4-45 0,0 2-44 15,-6 4-57-15,-8 3-65 0,2-4-88 16,-8 4-95-16,0 0-92 0,1-1-110 0,-7-2-133 15,6 3-21-15,-6-7 62 0,1 3 111 16,5-3 141-16,-13-4 166 0</inkml:trace>
  <inkml:trace contextRef="#ctx0" brushRef="#br0" timeOffset="10397.54">12302 16262 191 0,'-7'-7'268'0,"1"0"23"0,6-5-40 0,-6 5 12 15,0 0 32-15,6-4-9 0,-8 4 4 16,8-1 14-16,-6 4 14 0,6-3 3 0,0 3-20 16,-6 0-28-16,6 1-43 0,0 0-52 15,0 3-47-15,0-4-45 0,0 4-28 0,0 0-15 16,6 0 1-16,-6 0 11 0,6 4 16 0,8-1 20 16,-8 0 19-16,7 5 8 0,-6 3 4 15,6-3-6-15,-7 2 0 0,8 5-3 0,-8-4-5 16,6 4-7-16,-4-1-14 0,-2 1-4 0,7-1-10 15,-7 0-13-15,1-2-12 0,0 3-6 16,-1-5 4-16,0-3 5 0,0 2 10 16,2-6 25-16,-2-3 31 0,0 0 29 0,8-3 20 15,-1-8 11-15,6-4-4 0,0 0-15 0,1-7-19 16,6-4-19-16,1-2-13 0,-2-6-15 0,7 1-8 16,2 0-4-16,-2-3-7 0,1 3-3 15,-1-4-9-15,7 0-6 0,-6 5-5 16,-1-1-11-16,1 3-8 0,-7 4-9 0,0 1-7 31,-7 10-4-31,-5 1-5 0,-2-1-4 0,-4 8-7 16,-2-1-10-16,0 5-26 0,-6 3-44 15,0 3-69-15,0 1-95 0,-6 3-120 0,0 5-201 16,-8 2-279-16,8-3-214 0,-14 3-66 16,7 5 25-16,-7-4 87 0,-6-1 191 15,7-3 294-15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9:54:06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9006 3754 93 0,'8'5'336'0,"-2"-5"65"15,0 0 50-15,-6 0-65 0,6 0-9 0,-6 0-36 16,8 0-20-16,-8 0-11 0,0-5-8 16,6 5-9-16,-6-3-14 0,6 0-20 15,-6-2-31-15,0 2-20 0,0 0-13 0,7 0-15 16,-7-2-7-16,0 2-11 0,0 3-14 16,-7-5-22-16,7 5-20 0,-6 0-17 0,0 0-22 15,-2 5-20-15,2-2-18 0,-6 2-11 16,-8 1-12-16,7 5-4 0,-7 1 1 0,0-2 2 15,1 5-2-15,-1 4 3 0,8-5 1 16,-8 4 0-16,7 4-4 0,0 1-3 16,6-6 0-16,1 5 2 0,0 0 6 0,-1-3 0 15,7-1 4-15,0 1 4 0,7-2 3 16,-1-1 1-16,0-2 2 0,7 1 3 0,1-5 4 16,5 2 4-16,0-5 1 0,-6 0 1 15,7-3-2-15,0 0 0 0,6-1-6 16,-13-3-5-16,7 0-4 0,-2 0-5 0,2 0-2 15,-7-3-5-15,1-1-2 0,-2 4-10 0,-6-4-21 16,8 4-37-16,-8-4-66 0,-6 4-91 16,7-3-114-16,-7 3-124 0,6 0-132 15,-6-4-123-15,7 4-105 0,-7-3 1 0,7-1 68 16,-1 1 105-16,0-5 140 0</inkml:trace>
  <inkml:trace contextRef="#ctx0" brushRef="#br0" timeOffset="406.33">9312 3916 303 0,'0'-7'481'0,"-6"-1"72"16,6 5 80-16,-6-4-28 0,6 3-95 15,-6-4-104-15,-1 5-71 0,0-2-56 0,1 5-66 16,-1 0-75-16,1 0-49 0,-1 5-32 16,0-2-23-16,1 5-15 0,0-1-7 0,6 4-3 15,-6 4-1-15,-2-4 7 0,8 3 4 16,0-2 9-16,0 2 4 0,8 0 10 15,-8 2 11-15,6-6 6 0,0 5 4 0,7-3 0 16,-6-2 7-16,6 1 5 0,0-4 0 16,0 0 1-16,-1-2-6 0,8-2-5 0,0 1-10 15,-1-8-16-15,1 1-8 0,0-2-2 16,-1-2 5-16,1 0 2 0,-8 0 12 0,2-4 11 16,-1-1 8-16,-7 1 8 0,7-3 3 15,-13-1 0-15,7 0-10 0,-7-2-9 0,-7-2-9 16,1 1-10-16,-1-1-12 0,1 5-7 15,-7-2 0-15,-1 6-2 0,2-1-3 16,-2 3-6-16,-5 1-3 0,6 4-2 0,-6 3-3 16,-1 3-5-16,0 1-11 0,7-1-35 15,-7 5-53-15,8-1-76 0,6 0-107 0,-8 0-136 16,8 6-147-16,6-6-139 0,0 3-132 16,0-2-23-16,6-1 55 0,1 0 110 0,0-2 146 15</inkml:trace>
  <inkml:trace contextRef="#ctx0" brushRef="#br0" timeOffset="921.44">9619 3839 458 0,'7'-4'584'0,"-7"1"90"16,0-1 79-16,6-3-63 0,-6 7-160 0,0-4-131 15,0 4-110-15,0-4-88 0,6 8-75 16,-6-4-55-16,0 4-24 0,0 3-21 15,7 0-4-15,-7 4 1 0,6 0 6 0,1 0 5 16,0 5 7-16,-7 1 5 0,6-2 7 16,0 0 5-16,1-1 8 0,-7 5 7 0,7-5-1 15,-7 0-2-15,6-2-3 0,-6-1-2 16,7 0-5-16,-7-3-2 0,0-1 8 16,6-4 23-16,-6 1 35 0,0 0 22 0,0-4 14 15,0 0 3-15,0 0-24 0,-6-4-24 16,6-3-37-16,0-5-30 0,-7 4-21 0,1-6-14 15,6 3 3-15,-7-3-9 0,7-4-2 16,0 2-3-16,-7-1-2 0,7 2 0 0,0 0-1 16,7 1 0-16,-7-2 1 0,7 6-3 15,-1-1 0-15,1 0-2 0,5 0 2 16,-5 4-2-16,6-1-1 0,7 2 3 0,-14 1-1 16,7 1 1-16,7 4 1 0,-8 0-3 15,2 4 3-15,-8-4-3 0,8 8 3 0,-2-5-1 16,-5 5 1-16,6 3 2 0,-6-4 1 15,-1 4 0-15,0 0 2 0,1-1 0 0,0 3-1 16,-1-3 0-16,0 1 0 0,-6 4 0 16,7-7 2-16,-7 2-3 0,0 0 3 0,6-1-1 15,-6-2-17-15,0 0-32 0,0 0-62 16,0-3-94-16,0-1-147 0,0 1-185 0,0-4-215 16,0 0-177-16,0-4-53 0,0 1 33 15,7-1 116-15,0-3 168 0,-1 3 219 16</inkml:trace>
  <inkml:trace contextRef="#ctx0" brushRef="#br0" timeOffset="1313.54">10095 3821 460 0,'6'-11'595'0,"-6"-4"107"16,-6 8 81-16,6-4-48 0,-7 0-167 16,7 4-138-16,-7-1-108 0,1 0-102 0,-7 5-79 15,7 0-58-15,-8 3-37 0,2 0-18 16,-2 0-13-16,1 3-5 0,0 0-2 15,6 5-1-15,-5 0 1 0,12-1-1 0,-6 4-2 16,-2-4 0-16,8 4-3 0,8-4-5 16,-2 4-1-16,0-3 0 0,0 3 1 0,8-4 0 15,-1 4 1-15,-1-4 3 0,8 0 2 16,-6 5-2-16,-2-4 1 0,8-1 0 16,-7 0 4-16,-1 4 6 0,2-4 8 0,-1 0 7 15,-7 4 8-15,1-3 16 0,0 3 12 0,-1 0 10 16,-6-4 5-16,-6 4 6 0,-1-1 1 15,0 2-3-15,-6-5-7 0,1 3-5 0,-8-2-10 16,0 4-10-16,7-5-9 0,-7-3-11 16,2-1-5-16,-2 1-7 0,0-4-2 0,1 0-4 15,-1-4-3-15,7 4-2 0,0-7-2 16,0 3-4-16,0 1-6 0,6-4-27 16,1 2-46-16,0-3-80 0,-1 5-129 0,7 0-169 15,7-5-199-15,-1 5-185 0,0-5-63 16,1 1 21-16,6 0 97 0,0-1 152 15,7-2 198-15</inkml:trace>
  <inkml:trace contextRef="#ctx0" brushRef="#br0" timeOffset="1594.73">10277 3751 51 0,'0'-11'534'15,"0"8"132"-15,0-5 99 0,0 0 75 16,0 1-80-16,0 4-181 0,0-1-161 0,0 0-124 15,0 4-91-15,0 0-75 0,0 0-53 16,0 4-34-16,0 0-20 0,0 2-8 16,0 6-3-16,0-1 3 0,0 8 15 0,6-1 16 15,-6 0 21-15,0 8 19 0,0-5 20 16,7 5 15-16,-7 4 0 0,0-5-6 0,0 5-15 16,0-5-17-16,0 4-19 0,0-7-21 15,0 4-15-15,0-3-9 0,0-6-8 16,0 2-4-16,0-5-21 0,0-3-39 0,0 1-80 15,-7-9-144-15,7 2-180 0,-6-10-212 16,6 2-206-16,-7-9-78 0,0-2 17 0,7-4 109 16,-6-1 163-16,0-3 205 0</inkml:trace>
  <inkml:trace contextRef="#ctx0" brushRef="#br0" timeOffset="2129.23">10166 3913 38 0,'0'-4'468'15,"-6"0"114"-15,6 4 89 0,0-4 73 16,0 1-91-16,6-1-141 0,0 4-109 0,8-3-98 15,-2 3-75-15,2-4-65 0,5 4-50 16,7 0-37-16,-6-3-26 0,13 3-12 0,-1 0-14 16,1-5-7-16,5-3-8 0,1 5-4 15,-6-1-3-15,0 1-3 0,0-1-4 16,-8 1 18-16,-5-1 27 0,0 4 27 0,-8-4 25 16,-5 4 21-16,0 0 20 0,-7-4-5 15,0 4-20-15,0 0-20 0,-7 0-23 16,-6 0-20-16,7 0-14 0,-8 4-13 0,-5 0-7 15,6 0-5-15,0 3-2 0,-7 0-3 0,7 4 1 16,0-3-1-16,0 6 0 0,7-2 0 16,-1 3-1-16,-6-5 1 0,13 5-2 0,-6-1 1 15,6 1-2-15,0-1 2 0,6-3 3 16,0 0-4-16,1 0 1 0,0-2 4 0,6-3-1 16,0-2-1-16,6 0-2 0,-5-4 2 15,5 0 0-15,0-4-3 0,-6-3 3 16,7 0 2-16,-7-1-1 0,0-3 0 0,0 0 1 15,-7-4-3-15,1 0 3 0,0 1 1 16,-7-4 6-16,6 4 10 0,-6-5 12 0,0 4 13 16,-6 5 8-16,6-6 4 0,-7 5 1 15,7 4-5-15,-7 3-9 0,7-3-11 0,0 3-10 16,0 1-6-16,-6 3-9 0,6 0-4 16,0 0-2-16,0 3-1 0,0 4 0 15,0 1 1-15,0-1 2 0,0 4-4 0,6 5 0 16,-6-6-1-16,7 5 2 0,0-1 1 15,-1 1-1-15,0 0 2 0,8-1-4 0,-8 1 2 16,1-5-2-16,5 5-20 0,-5-4-47 16,0 0-76-16,-1 1-118 0,0-9-161 0,2 5-187 15,-2-5-206-15,0-3-128 0,-6-3-16 16,7-1 70-16,-1-3 136 0,-6-5 172 16</inkml:trace>
  <inkml:trace contextRef="#ctx0" brushRef="#br0" timeOffset="2582.23">10798 3868 350 0,'0'-7'558'0,"0"0"116"0,-7-1 99 16,7 4-24-16,0-3-116 0,0 4-127 0,-6-1-118 16,6 4-111-16,0 0-89 0,6 0-76 15,-6 4-43-15,7-1-26 0,-7 4-14 0,6 5-2 16,1-2 1-16,-1 5 11 0,0 0 0 16,2 0 7-16,-2 4 12 0,0-2 12 15,-6 2 7-15,7-1 4 0,-7 1 6 16,7-2 3-16,-7-1-6 0,0-6-7 0,6 1-5 15,-6 0-4-15,0-4 3 0,0 1 22 16,0-4 27-16,0-1 17 0,0-3 4 0,-6-3 0 16,6-1-11-16,0-4-31 0,-7 1-36 15,7-4-22-15,0-3-13 0,-7-1-10 0,7 0-7 16,0-4-6-16,0 5-1 0,7-4-2 16,-7 0-9-16,7 4 1 0,-1-5 2 15,7 4 1-15,-7 0-3 0,8 0 0 0,-2 5 5 16,2-2 0-16,-2 2-1 0,1-1-1 15,1 7 3-15,-8-3 2 0,8 4 1 0,-2 3-4 16,-6 0-1-16,8 0 2 0,-8 6 0 0,1 2-4 16,5-1 1-16,-4 4 3 0,-2 4 2 15,0-5-1-15,0 5 0 0,1 0 2 16,0 0 0-16,-1-1-1 0,-6 1 1 0,7 0 1 16,-7-1-1-16,0-3 1 0,6 0 0 15,-6 1-2-15,0-6-5 0,0 2-28 0,-6-2-51 16,6 2-83-16,0-8-127 0,-7 5-170 15,7-10-200-15,-6 5-222 0,6-11-128 16,-7 4-17-16,7-8 75 0,0 1 145 0,0-4 187 16</inkml:trace>
  <inkml:trace contextRef="#ctx0" brushRef="#br0" timeOffset="2835.81">11130 3717 265 0,'0'-6'652'0,"7"-5"139"0,-7 3 109 0,0 1 59 16,0 4-155-16,0-2-198 0,0 2-178 0,0 3-129 15,0 0-96-15,6 0-62 0,-6 3-32 16,6 2-17-16,1 5 0 0,-1 1 3 16,1 0 6-16,0 9-2 0,5-3-16 0,-12 2-8 15,14 2-9-15,-14 1-11 0,6-3-12 16,0-1-12-16,-6 3-8 0,7-1-5 16,-7-2-5-16,0 1-5 0,0-5-12 0,7 1-39 15,-7-8-66-15,-7 3-108 0,7-6-167 16,0 0-196-16,-7-8-227 0,7 0-166 0,-6-6-42 15,0 3 48-15,0-8 135 0,-2 1 181 0,2 2 226 16</inkml:trace>
  <inkml:trace contextRef="#ctx0" brushRef="#br0" timeOffset="3023.19">11111 3846 476 0,'-7'-4'627'0,"7"4"108"0,0 0 79 16,0-3-61-16,7 3-144 0,5-4-137 0,-5 1-127 15,6 3-92-15,6-4-68 0,-5 4-53 16,12-4-38-16,-7 1-28 0,7 3-19 0,-6-4-10 15,-1 0-9-15,7 1-7 0,-12 0-8 16,4 3-4-16,-4-5-2 0,-8 1-10 0,7 4-22 16,-6-3-53-16,-7 3-104 0,0-4-143 15,0 4-187-15,-7-3-237 0,-6 3-106 0,7 0-18 16,-8-4 69-16,2 4 124 0,-1 0 176 16</inkml:trace>
  <inkml:trace contextRef="#ctx0" brushRef="#br0" timeOffset="4669.66">12289 3784 210 0,'6'-7'357'0,"-6"3"62"0,7-6 14 15,-7 1-18-15,7 3-2 0,-7-5-25 16,0 3-19-16,0-4-5 0,-7 6-15 0,7-2-32 16,-7 5-43-16,7-5-44 0,-12 5-43 15,6-1-50-15,-2 4-36 0,-4 0-34 0,-1 0-22 16,-7 4-18-16,8 3-7 0,-8 0-5 15,0 1-5-15,7 7 3 0,0-4 0 0,-6 6-2 16,12-1-1-16,-6 2 1 0,6 1 1 0,1-2 0 16,-1 1 2-16,7 1 7 0,0-4 0 15,7 3 5-15,-7-3 2 0,6-1 4 0,7-3 3 16,1 0 1-16,-8 1 3 0,14-5 4 16,-8-4 5-16,8 1 0 0,-1-1 4 15,1-6 8-15,0 3 9 0,-7-7 13 0,7 3 17 16,-8-3 19-16,1-4 14 0,-6 0 4 15,6 0 1-15,-13-4-7 0,6 1-17 0,-12-1-20 16,6 0-25-16,-7 0-12 0,1 1-20 0,-8-1-9 16,8 5-10-16,-6-6-6 0,-8 9-3 15,7-4-9-15,-1 4-23 0,-4 0-43 16,4 7-55-16,1-5-69 0,0 5-92 0,6 0-124 16,-5 0-136-16,5 5-139 0,7-1-145 15,-7-1-74-15,7 1 19 0,0-1 89 0,0-3 135 16,7 0 168-16</inkml:trace>
  <inkml:trace contextRef="#ctx0" brushRef="#br0" timeOffset="5029.22">12335 3743 199 0,'13'0'469'16,"-7"-3"91"-16,0 3 81 0,2-3 5 16,-2 3-110-16,0-3-111 0,1 3-86 0,6 0-69 15,0 0-67-15,-1 0-49 0,2 3-37 0,6 0-25 16,-7 0-17-16,6 5-15 0,0 0-9 15,-5 3-9-15,5-1-6 0,1 1-2 0,-8 5-6 16,2-6-3-16,-1 1-4 0,-7 3-4 16,1-2 0-16,-7 2 1 0,7-3 2 0,-7 1 9 15,0-5 4-15,-7 4 7 0,0-4 8 16,7 0 10-16,-6 1 21 0,-1-5 20 0,-5 1 26 16,4-4 20-16,2 0 15 0,0-4 9 15,-1-2-10-15,-6-2-19 0,7-3-20 16,-1 0-23-16,1-3-19 0,-1-2-17 0,7-2-12 15,0 0-8-15,0 3-14 0,0-4-8 16,7 5-6-16,-1 0-4 0,7-2-4 0,-7 5-3 16,8 2-2-16,-2 1-13 0,2 3-36 15,-1-2-46-15,0 7-54 0,0 0-72 16,-1 0-100-16,2 3-122 0,-1 1-120 0,0 1-134 16,0 3-148-16,0-2-34 0,-6 2 43 15,12-2 105-15,-6 3 139 0,0 1 168 0</inkml:trace>
  <inkml:trace contextRef="#ctx0" brushRef="#br0" timeOffset="5763.57">12979 3813 27 0,'7'-3'518'15,"0"-5"134"-15,-1 1 100 0,-6-4 77 16,0 0-67-16,0 1-152 0,-6-2-143 0,6-2-106 16,-7 3-81-16,0 2-63 0,-6-1-57 15,7 3-43-15,-7 3-41 0,0 0-28 16,0 1-19-16,-7 3-11 0,7 3-5 0,-6 1-6 15,5 3-3-15,-5 1 0 0,6 2 0 16,0 6-2-16,1-2 0 0,4 1 1 0,-4-1 1 16,12 4-1-16,-7-3-2 0,7 4 0 15,0-5-4-15,0 1-2 0,7-5-1 16,-1 6 2-16,0-9 1 0,2 4-1 0,4-7 2 16,1 3 4-16,0-3-4 0,6-4 2 15,-5 0-1-15,5-4 5 0,-6 1 0 0,0-5-2 16,7 1 4-16,-7-4 5 0,-6 0 4 15,5-4 6-15,-5 0 6 0,-1 1 0 0,1-5 1 16,-7-3-6-16,0 1-4 0,0-1-10 16,0-5-4-16,0 2 0 0,-7 3-4 0,7 0-2 15,-6 0-1-15,6 5 2 0,-7 0 0 16,1 3 3-16,6 3 0 0,0 0 2 0,-6 4-2 16,6 0 2-16,0 3-4 0,0 1 2 15,0-1-2-15,0 8-1 0,0-1 0 16,0 5-1-16,0-1 0 0,0 3-4 0,0 5 3 15,0 4 0-15,0 3 3 0,6-4 2 16,-6 8 0-16,0-1 0 0,6 0 3 0,1 1 2 16,-1 1-1-16,-6-2 1 0,14-3-1 15,-8 0 0-15,0 0-2 0,8-4 0 0,-2-3-2 16,2-4 0-16,5 0 3 0,-5-4 0 16,5 1 1-16,0-8 3 0,1 0-1 15,6-3-1-15,-7-5-2 0,1-3 1 0,-1 0-3 16,1-3-3-16,-7-2 2 0,0-2 5 15,0 0 0-15,-7-1 4 0,-6 4 7 16,0 1 7-16,0 0 1 0,-6-2 1 0,6 5-1 16,-13 2-4-16,7 1-4 0,-8 3-6 15,2-2-4-15,-2 7-5 0,8 0 0 0,-14 0-1 16,14 3-2-16,-7 1 1 0,0 4 1 16,0 3 0-16,7-3 0 0,-1 3 0 0,0 3 3 15,1-3-3-15,6 3 0 0,0 1 1 16,0 0 3-16,0-1-3 0,6-2 1 0,1 2-2 15,0 2 2-15,-1-6-1 0,7 1-1 16,0-3 2-16,0-1 1 0,0 1-10 0,6-2-28 16,-5-6-44-16,-2 4-62 0,8-8-95 15,-7 4-104-15,7-6-115 0,-8-2-102 16,2-3-99-16,5 0-81 0,-13-3-41 0,8-2 34 16,-8-2 86-16,0 0 108 0,2-4 132 15</inkml:trace>
  <inkml:trace contextRef="#ctx0" brushRef="#br0" timeOffset="6075.99">13409 3729 158 0,'0'-12'402'0,"0"2"88"15,7 3 91-15,-7-4 19 0,7 4-63 16,-7 2-85-16,6-2-77 0,0 4-64 0,-6 3-75 16,14-4-68-16,-8 8-43 0,0-1-22 15,8 1-9-15,-1-1-5 0,-1 5-6 0,-5 3-8 16,6 0-12-16,0-1-12 0,-6 7 62 16,-1-3-32-16,1 1-14 0,-7-1-4 0,6 0-2 15,-12 2 4-15,6-2-66 0,0-3 38 16,-7-1 28-16,1 2 28 0,6-5 38 15,-7 0 41-15,7-4 49 0,-7-3 33 0,1 0 20 16,6 0 9-16,-6-3-10 0,6-1-25 16,0-6-41-16,0-2-36 0,0-2-30 0,6-4-31 15,-6-4-41-15,6 0-69 0,1-4 0 16,0 0 0-16,6 4 0 0,-7 0 0 0,8 4 0 16,-8 0 0-16,0 3 0 0,8 0 0 15,-8 7 0-15,0-1 0 0,1 4 0 0,-1-1 0 16,-6 6-151-16,7 0-142 0,-7 3-123 15,0 5-172-15,-7-2-211 0,1 2-231 16,-7 4-76-16,-7-2 14 0,-6 1 77 0,-7 0 169 16,1 4 241-16</inkml:trace>
  <inkml:trace contextRef="#ctx0" brushRef="#br0" timeOffset="7034.94">10121 5036 13 0,'-8'-7'328'0,"2"1"59"0,0-2 49 15,6-3-18-15,-6 4-14 0,-8-1-57 0,8 1-41 16,-1 3-17-16,-5 1-16 0,4-1-27 15,-4 4-31-15,-2 0-35 0,2 0-30 0,-1 7-30 16,-7-3-24-16,8 3-19 0,-2 5-14 16,1-2-7-16,0 5-9 0,0 0 5 15,7 3 7-15,-8-4 10 0,8 5 11 0,6 3 6 16,0-4 6-16,0 1-4 0,0-1-9 16,13-3-5-16,-6-1-5 0,5 1-4 0,8-5-2 15,-7 2-1-15,7-9-4 0,6 5-3 16,-7-8-4-16,7 0 0 0,0-4-2 0,-6-3 3 0,5 0 6 15,-11-4 5-15,5 0 5 0,-5 0 6 16,-2-4 1-16,-4 0-5 0,-8 1-10 0,0-5-10 16,-8-3-15-16,2 4-11 0,-7-4-12 15,0 4-7-15,-6 0-5 0,5 2-5 0,-5 5 3 16,6 1-3-16,-6 2 0 0,5 1 2 16,2 3 1-16,4 1 2 0,2-1-2 0,0 4-3 15,-1 0-1-15,7 0-3 0,0 0-2 16,0 4 2-16,7-1-3 0,-1 1 3 15,8 0 2-15,-2-1 0 0,8 5 1 0,-1-4 2 16,1-4 2-16,0 3 2 0,5-3-1 16,-5 0 2-16,0 0-1 0,-1 0 0 0,1-3 1 15,0-1-2-15,-8-1 2 0,1-1 1 16,0 2 2-16,0-7 2 0,-6 4 7 0,-7-4-2 16,7-4 2-16,-7 5 4 0,0-2-2 15,0-2 1-15,-7-2-7 0,7 2 4 16,-7-1-2-16,1 5-2 0,-1-2 2 0,1 1 1 15,6 0 0-15,-7 4 2 0,7 4 0 16,-7-2 0-16,7 2-4 0,-6 3-3 0,6 0-3 16,-6 3-3-16,6 5 1 0,-6 7 0 15,-2-1 1-15,8 8 3 0,-6 5 0 0,0 2 7 16,6 3 8-16,0 5 9 0,-7-1 19 16,7 5 28-16,0-4 27 0,7 3 14 15,-7 0 15-15,6-3 18 0,-6-4 4 0,6 0-8 16,-6-8-10-16,0 1-11 0,8-3-17 0,-8-6-22 15,6-2-21-15,0 0-6 0,-6-8-6 16,6 0-2-16,-6-4-4 0,7-3-40 16,-7-3-8-16,0 0 0 0,0-1 0 0,0-3-120 15,0-1-135-15,0 1-127 0,7 0-179 16,-7-1-201-16,6 1-183 0,1 0-127 0,6-1-5 16,0 1 66-16,7-4 150 0,-1 4 204 15,7 0 224-15</inkml:trace>
  <inkml:trace contextRef="#ctx0" brushRef="#br0" timeOffset="7550.43">10817 5231 38 0,'14'-11'516'15,"-2"0"126"-15,-5-3 92 0,0-1 73 0,-1-4-68 16,-6 1-165-16,6-3-131 0,-6-2-90 16,0 2-61-16,0 2-43 0,-6 1-45 0,6 3-34 15,-6 0-34-15,-8 1-31 0,2 6-30 16,-2 1-24-16,-5 3-21 0,6 1-13 0,-6 6-5 15,-1 1-4-15,6 0-1 0,-5 2-3 16,6 6 2-16,0 2-1 0,0 2-3 0,0-2 0 16,7 4-1-16,-1 1-3 0,7-1-1 15,0-4 2-15,7 5 1 0,-1-4-1 0,7-5-1 16,0 5 0-16,0-7 0 0,0-1-3 16,6-3-1-16,-5-4 2 0,6 0 3 15,-1 0 1-15,-6-9 2 0,6 3 2 0,-5-1 1 16,-8-5 0-16,7 5-2 0,-6-4 7 15,-7 0 11-15,6 1 14 0,-6 2 13 16,6-3 13-16,-6 4 8 0,0-1 0 0,7 5-10 16,-7-1-10-16,0 4-15 0,0-3-12 15,0 3-8-15,0 3-8 0,0 4 1 16,0 1-5-16,6 3 0 0,-6 4-2 0,0 2 0 16,7 3 6-16,-7 1 3 0,0 5 11 15,7-4 15-15,-7 3 16 0,0 1 25 0,-7-1 23 16,7 1 17-16,-7-3 9 0,7-2 2 15,-6 1 5-15,-7-4-7 0,7-3-10 0,-1-1-9 16,-6-3-6-16,7-4-7 0,-8 1-16 16,1-4-18-16,0 0-59 0,0-4 0 0,1-4 0 15,-2 0 0-15,-6-4 0 0,8-2-3 16,-1-1-166-16,-7 0-112 0,14-4-149 0,-8 1-178 16,8-1-199-16,6-3-234 0,0-1-70 15,6-2 28-15,1-2 105 0,6 1 159 16,0 0 214-16</inkml:trace>
  <inkml:trace contextRef="#ctx0" brushRef="#br0" timeOffset="8097.18">10908 5044 5 0,'7'-3'512'0,"6"-4"144"0,-7-1 103 16,1 5 74-16,-1-5-61 0,8 0-164 16,-8 5-161-16,0 0-129 0,8 3-84 0,-2-4-61 15,2 8-44-15,-1-4-29 0,7 3-21 16,-8 0-9-16,8 8-12 0,-7-3-13 0,7 2-5 15,-8 2-9-15,2-1 2 0,-8 3 1 16,0-2 1-16,1 2 2 0,-1-3 0 0,-6 1 1 16,-6-2-2-16,-1 1-1 0,1 0-1 15,0-4-2-15,-1 1 1 0,-6-4 1 16,0-1 4-16,6-3 7 0,-6 0 4 0,7 0 4 16,-8-7-1-16,8-1-5 0,0 1-7 15,-8-4-11-15,14 0-11 0,-6-4-7 16,6-3-6-16,0 4-1 0,6-5-4 0,2 1 0 15,-2 4 1-15,0-2-1 0,7-1 0 16,0 2-2-16,7 4-1 0,-7 0-4 0,0 0 2 16,6 7 2-16,-6-3 1 0,-6 7 0 15,6 0 0-15,1 3 2 0,-8 5-3 16,0-1-3-16,0 4 4 0,1 4 3 0,0 0 1 16,-1-1 3-16,-6 5 2 0,7-5 0 15,-1 4-4-15,-6-3-5 0,6 0 1 0,2-1 1 16,-2-2 0-16,0-2 0 0,0 1 3 15,8-3 2-15,-1 0 1 0,0-6-1 0,0 2 2 16,-1-4 0-16,8-4 1 0,-7 2 0 16,7-6 11-16,-8-4 10 0,2 1 11 0,-1 0 13 15,0 1 11-15,-6-5 10 0,-7 1-2 16,0-1-4-16,0-4-10 0,-7 1-6 16,1 3-7-16,-8 1-8 0,-6-1-9 0,2 4-5 15,-2 0-6-15,1 4-7 0,-7 3-5 16,6 4-8-16,0 0-23 0,1 4-47 0,-1 3-72 15,7 0-92-15,0 1-146 0,6 3-187 16,-5-5-207-16,6 6-191 0,6-5-53 0,-8 0 25 16,16 1 111-16,-8 0 174 0,6-6 219 15</inkml:trace>
  <inkml:trace contextRef="#ctx0" brushRef="#br0" timeOffset="8628.29">11618 4964 4 0,'6'-4'548'0,"-6"-3"147"0,8 3 103 16,-8-3 69-16,-8 3-59 0,8 0-190 16,0 1-196-16,0 3-138 0,-6 0-96 15,6 0-67-15,-6 3-49 0,-1 5-32 0,7 3-17 16,0-4-10-16,-6 8-5 0,6-4-1 16,6 4 0-16,-6-1 0 0,0 0-1 0,7-2 1 15,-1-1 1-15,0 0-1 0,2-4 0 16,4-4 0-16,-5 5-1 0,6-8 0 15,0 0-4-15,-7 0 3 0,8-3 1 0,-2-2-4 16,-5-2-3-16,6 0 1 0,-6-4 2 16,-1-1-2-16,0-1 5 0,-6-3 5 0,0 6 12 15,0-5 11-15,0 0 10 0,0 4 5 16,0 0 5-16,-6 0 2 0,6 8-9 0,0-5-11 16,-6 5-9-16,6 3-7 0,0 0-7 15,0 0-9-15,-7 8-1 0,7-2 0 16,0 2-1-16,0 3 0 0,0 3 1 0,7-3 2 15,-7 3-1-15,6 1-1 0,0 1 1 16,1-5 1-16,0-1-3 0,5-2 3 16,-4 3-2-16,4-4 5 0,1-4 1 0,7 5 5 15,-8-8 8-15,8 0 9 0,0-3 10 0,-1-2 14 16,-5-2 11-16,5 0 18 0,-6 0 12 16,0-4 14-16,-7-1 9 0,1-2 0 0,0 0-6 15,-7-1-14-15,0-4-19 0,0 1-17 16,-7-3-19-16,-6 2-19 0,6 1-13 15,-5-1-3-15,-2 4-4 0,2 5-7 0,-8-2 0 16,7 5-17-16,0 3-34 0,-6 1-60 16,5 3-82-16,1 3-112 0,0-3-163 15,7 4-184-15,-1 3-204 0,1-3-112 0,0-1-10 16,6 2 66-16,-8-2 137 0,8-3 187 16</inkml:trace>
  <inkml:trace contextRef="#ctx0" brushRef="#br0" timeOffset="8925.1">12074 4770 365 0,'6'-4'690'15,"-6"-1"129"-15,7-1 92 0,-7 2 37 16,0 1-172-16,0-1-198 0,0 0-165 0,0 4-117 16,0 0-86-16,0 0-63 0,0 4-47 15,0 0-23-15,7 7-5 0,-7 0 1 0,0 3 8 16,6 5 10-16,1 2 13 0,-7 5 7 15,0 3-1-15,6 1-4 0,-6-5 1 0,7 5-8 16,-7-5-19-16,7 1-19 0,-7-5-14 16,6 2-11-16,-6-4-13 0,0-5-10 0,6-3-6 15,-6 0-8-15,0-3-28 0,0-2-63 16,0-2-102-16,0-4-163 0,0 0-187 0,0-7-204 16,-12-1-192-16,5 1-107 0,-6-7 11 15,0-1 115-15,-1 0 161 0,-4-7 194 16</inkml:trace>
  <inkml:trace contextRef="#ctx0" brushRef="#br0" timeOffset="9456.23">11912 4884 211 0,'0'-5'438'0,"6"5"74"15,0-3 65-15,1 3-10 0,6-4-91 16,-7 0-89-16,14 4-74 0,-1-3-64 16,1-1-62-16,6 0-62 0,1 1-54 0,5-1-34 15,1 1-15-15,-7-2-11 0,6-2-3 16,-5 4 1-16,-2-5 13 0,-5 1 17 0,0 3 21 15,-2-3 27-15,-11-1 20 0,6 5 12 16,-6-4 7-16,-7 0 1 0,6 3-9 0,-6-3-13 16,0 3-12-16,0-1-7 0,0 3-20 15,0-2-13-15,0 4-15 0,0 0-12 16,0 4-9-16,0-2-8 0,7 7 4 0,-7-2 6 16,0 4 9-16,0 4 14 0,7-1 19 15,-7 4 18-15,6 1 13 0,-6 3 11 0,6 0 6 16,0 0 2-16,-6 0-4 0,8 0-3 15,-8 0-3-15,0-4-2 0,0-4 1 16,6 2 4-16,-6-2 3 0,0-3 10 0,0-4 14 16,0-3 8-16,0-1-1 0,0-3-9 15,0 0-16-15,0-3-22 0,-6-4-28 16,6-4-24-16,0 0-15 0,0-7-10 0,6-1-5 16,-6 1-3-16,6-4-3 0,1 0-1 0,-1 3-2 15,1 5 0-15,6-1-1 0,-7 5 0 16,8-2 1-16,-2 5 0 0,2 3 3 15,-1 0 11-15,-1 8 22 0,2 0 29 0,-2 7 30 16,2-1-10-16,-1 6-85 0,-7 2 0 0,7 0 0 16,-6 0 0-16,-1 4 0 0,0-3 0 15,2-1 0-15,-8 1 0 0,6-5 0 16,-6 1 0-16,6-5 0 0,-6 2 0 0,0-5 0 16,7 0 0-16,-7-3 0 0,0-4 0 15,0 0 0-15,-7-4 0 0,1 1-37 0,0-5-821 16,-8-2-336-16,1-2-127 0,-6-2-3 15,-1-4 88-15,-13-1 181 0,1 1 303 16,-7-4 353-16</inkml:trace>
  <inkml:trace contextRef="#ctx0" brushRef="#br0" timeOffset="10842.07">5451 4092 91 0,'0'0'102'0,"0"3"-14"0,0 1 0 16,-7-4 15-16,7 4 24 0,0-4 32 16,0 0 39-16,0 0 29 0,0 4 11 0,-6-4 5 15,6 0-3-15,0 0-2 0,-7 0-11 16,7 0-8-16,-6 0-4 0,6 0-1 0,0 0-4 16,0 0-6-16,0 3-7 0,0-3-20 15,0 0-30-15,0 0-28 0,0 0-22 16,0 0-18-16,0 4-7 0,6-4 9 0,1 0 12 15,-1 3 7-15,7 1 7 0,1-4 2 16,-2 4-4-16,8-4-19 0,-1 0-17 0,1 0-14 16,6 0-11-16,-7 0-17 0,1 0-7 15,6 0-2-15,-6 0-1 0,-1-4 0 16,7 4-2-16,-13-4 0 0,7 1-2 0,0-1 3 16,-8 1-8-16,2-1 2 0,-2 0 1 15,-5-3 9-15,-1 3 9 0,1 1-2 0,-7-1 6 16,0 1-5-16,-7-2-11 0,1 2-38 15,-1 3-61-15,-5-4-83 0,4 4-116 0,-4 0-130 16,-2 4-160-16,8-4-169 0,-7 0-51 16,7 0 26-16,-1 0 81 0,0 0 118 0,7-4 159 15</inkml:trace>
  <inkml:trace contextRef="#ctx0" brushRef="#br0" timeOffset="11560.66">5802 3948 62 0,'0'0'192'0,"0"-3"-14"0,-6 3-21 0,6 0-37 15,0 0-33-15,0 0-29 0,0 0-12 16,0 0-8-16,0 0 0 0,0 0 12 0,0 0 17 15,0 0 26-15,0 0 32 0,0 0 39 16,0 0 33-16,0 0 28 0,0 0 19 16,0 0 9-16,0 0 1 0,0 3-6 0,0-3-18 15,0 0-25-15,6 0-27 0,-6 0-20 16,0 5-23-16,7-5-24 0,0 4-17 0,-7-4-9 16,6 3-8-16,7 4-10 0,-6-3-3 15,5-1-14-15,2 5-11 0,-1-1-4 16,7-4-3-16,-2 6-8 0,-4-3-10 0,5 2 7 15,1-5 3-15,0 5 1 0,-1 0-5 16,-6-4 4-16,0 2 2 0,-1-2 2 16,2 0-1-16,-8-1 9 0,1 1 18 0,0 0 11 15,-7-1 13-15,6 1 5 0,-12-1 8 16,6 2-2-16,-7-2-10 0,0 4-8 0,-5-3-2 16,-2 7-9-16,2-4-9 0,-8 0-3 0,7 4 2 15,-7 0 7-15,8-4-4 0,-8 6 11 16,7-7 4-16,-1 2 3 0,2-2-5 0,-2 1-10 15,8 2-9-15,0-6-8 0,-1 1-8 16,1-1-8-16,-1 1-6 0,0 0-5 16,7-4 0-16,0 3-1 0,-6-3 0 0,6 0-4 15,0 0 2-15,0 0-3 0,0 0-16 16,0 0-30-16,0 0-45 0,0 0-81 16,0-3-122-16,6-1-142 0,-6 0-162 0,0 1-161 15,0-4-106-15,0 3-4 0,0-3 80 16,7 2 121-16,-7-1 163 0</inkml:trace>
  <inkml:trace contextRef="#ctx0" brushRef="#br0" timeOffset="12517.98">6636 3898 262 0,'7'-4'334'16,"-7"4"41"-16,0-3-22 0,0-1-45 15,0 1-52-15,0 3-43 0,0-5-20 16,0 2-18-16,0 3-13 0,0-5-9 0,0 2 4 16,0 3 2-16,0 0-1 0,0-4 5 15,0 4 2-15,0 0 3 0,0-3-7 0,-7 3-5 16,7 0-4-16,0-4-7 0,0 4-12 15,-7 0-8-15,7-3-6 0,-6 3-9 16,6 0-13-16,-6-4-10 0,6 4-7 0,-7-4-11 16,0 4-15-16,7 0-13 0,-6-4-8 15,-1 4-8-15,1 0-6 0,0 0-10 0,6 0-3 16,-14 0 0-16,8 0-3 0,0 4 0 16,-1-4-3-16,0 4 5 0,-6 0-2 0,0 3-3 15,7 0-1-15,-7 1 0 0,-1 3 3 16,8 0-4-16,-7 0 2 0,7 0 0 0,-1 3 2 15,1 0 3-15,-1 2-2 0,1-2 5 16,6 0 7-16,0-2 12 0,0 2 10 0,6 2 7 16,1-2 14-16,-1-3 6 0,1 0 7 15,6 0 3-15,-7 0 5 0,8-4 0 16,-2-3-2-16,8 3-3 0,-7-3-4 0,0-4-4 16,6 0-4-16,-5 3-6 0,5-6-4 15,-6 3-4-15,-6 0-3 0,5-4-8 0,2 1-8 16,-8 3-4-16,0-4 1 0,1 4-5 15,0-4-6-15,-1 0-3 0,-6 4 0 16,0-3-4-16,0 3-21 0,0 0-28 0,0-4-50 16,0 4-67-16,-6 0-105 0,6 0-139 15,-7 0-154-15,0 0-173 0,1 0-147 0,6 0-37 16,-6 0 46-16,6 0 115 0,0 0 151 16,0 0 194-16</inkml:trace>
  <inkml:trace contextRef="#ctx0" brushRef="#br0" timeOffset="13143.85">6870 3978 42 0,'0'-4'301'0,"0"4"65"0,0-3 49 16,0-1-5-16,0 4-4 0,7-3-1 15,-7 3 2-15,0-4 5 0,0 4-14 0,0-3-14 16,0 3-27-16,0-4-47 0,0 4-58 15,0 0-56-15,-7 0-42 0,7 0-47 0,0 0-36 16,0 0-29-16,0 4-17 0,7-1-11 16,-7 1-3-16,0 6 3 0,0-2 14 15,7 6 13-15,-7 1 18 0,6 0 17 0,-6 3 22 16,7 1 17-16,-1-1 9 0,-6 4 6 16,6-4-3-16,-6 0-3 0,8 2-11 0,-8-3-11 15,6-2-11-15,-6-4-7 0,6 3-7 16,-6-7-12-16,6 2-9 0,-6-3-9 15,0-2-12-15,0 0-8 0,0-1-6 0,7-3-6 16,-7 0-1-16,0 0-11 0,0-3-29 16,0-1-50-16,0 0-67 0,-7 1-83 0,7-4-122 15,0-1-151-15,-6-3-151 0,6 4-159 16,-6-9-115-16,6 6-13 0,0-1 70 16,0-3 132-16,0 2 163 0</inkml:trace>
  <inkml:trace contextRef="#ctx0" brushRef="#br0" timeOffset="13942.94">6982 3740 107 0,'-14'-11'348'0,"8"-1"51"0,-1 2 54 0,-6-1-15 16,6 0-72-16,1 0-50 0,-6 0-25 0,-2 4-17 15,8-4-24-15,-7 4-28 0,6-4-31 16,-6 0-28-16,0 4-25 0,0-1-22 0,7-3-19 16,-8 8-11-16,1-5-5 0,1 0-4 15,-8 4-2-15,6 1 7 0,2-1 2 0,-8 1-1 16,1-1-5-16,5 4 0 0,-5 0-7 16,-1 0-9-16,1 0-5 0,0 4-7 15,-1-1-2-15,1 1-1 0,-7-1-5 0,6 1-5 16,7 4-7-16,-7 0-4 0,8-5-6 15,-8 8-6-15,7-3-7 0,0 2 4 0,-6-2 6 16,5 6 2-16,1-3 7 0,0 4 11 16,-6 0 10-16,5 3 3 0,2-4 2 15,-2 6 7-15,2-3 0 0,-2 5-4 0,1-4 0 16,1 4-1-16,-2 0-6 0,1 0-3 16,0 0-2-16,7-3-1 0,-7 3-1 0,7 3-4 15,-2-3-3-15,-4 0 0 0,12 4 1 16,-7 0 0-16,7-1 1 0,0 1 2 15,0-4 3-15,0 3 1 0,0 1-5 0,7-5 3 16,-1 6 0-16,0-5 3 0,8 0 7 16,-8-1 9-16,7 2 7 0,0-1 3 0,6-4 5 15,1 0 5-15,-7 1-1 0,7-1-2 16,6 0-3-16,-6-3-6 0,5 3-2 16,1-4-9-16,1 2-6 0,-1-5-7 0,0-1-5 15,0 1-7-15,0-3-9 0,7-1-4 16,-8-3-5-16,8 0-4 0,-7-4-1 0,6-4 0 15,1 0 0-15,-1 0-1 0,-5-3-2 16,5-3-1-16,-6-2-2 0,7 1-1 0,-7-3 1 16,0-5 11-16,0 4 12 0,1-3 11 15,-1-4 11-15,-7 0 13 0,1 0 11 16,-2-3 2-16,-4-2 6 0,5 2-29 0,-5-4-50 16,-8 0 0-16,0 0 0 0,1 4 0 0,0-6 0 15,-14 6 0-15,7 0 0 0,-7-1 0 16,-5 0 0-16,-2 1 0 0,1-2 0 15,-7 6 0-15,2-4 0 0,-2 2 0 0,1 2 0 16,-1 1 0-16,-6 2 0 0,6 4 0 16,1-1 0-16,-1 0 0 0,1 4 0 0,-1 0 0 15,7 1 0-15,-6 3 0 0,5-2 0 16,1 6 0-16,1 0 0 0,5-2 0 0,-6 2 0 16,7 0 0-16,-2 3 0 0,-4 0 0 15,5 0-165-15,-6 0-533 0,6 3-232 0,-11 0-221 16,4 2-57-16,-12-5 37 0,0 3 94 15,0-3 187-15,-6 3 262 0</inkml:trace>
  <inkml:trace contextRef="#ctx0" brushRef="#br0" timeOffset="17267.68">7528 2428 162 0,'0'0'276'0,"0"-3"46"0,0 3-42 0,0 0-28 15,7 0-9 1,-7-4-28-16,0 4-33 0,0-4-25 0,0 4-15 15,0-3-9-15,0 3-4 0,6 0-4 0,-6-4-1 16,0 4-1-16,0 0 3 0,0-3 7 16,0 3 12-16,0 0 11 0,0 0 15 0,0 0 20 15,0 0 5-15,0 0 0 0,0-5-5 16,0 5-8-16,0 0-17 0,0 0-27 0,0 0-14 16,0 0-20-16,0 0-13 0,0 0-14 0,0 0-9 15,0 0-7-15,0 0-5 0,0 0-1 16,0 0 1-16,0 0-2 0,0-3 1 15,0 3 0-15,0 0-2 0,-6 0-3 0,6 0-4 16,0 0-8-16,0 0-4 0,0 0-9 0,0 0-2 16,0 0-2-16,0 0-3 0,0 0 3 15,0 0-1-15,0 0 5 0,0 0-2 0,0 0 2 16,0 0 7-16,0 0 4 0,0 0 3 0,0 0-1 16,0 0 2-16,0 0-2 0,0 0-2 15,0 0-2-15,0 0 1 0,0 0 4 16,0 0 6-16,0 0 4 0,0 0 5 0,0 0 7 15,0 0 5-15,0 0 2 0,0 0 1 0,0 0-1 16,0-3-7-16,0 3-10 0,0 0-5 16,0 0-8-16,0-4-4 0,0 4-2 0,0 0-5 15,0 0-1-15,0 0-6 0,0-4-5 16,0 4-4-16,0 0-5 0,0 0 0 0,0 0-3 16,0 0 0-16,0 0 0 0,0 0-2 0,0 0-2 15,0 0 0-15,0 0 2 0,0 0-1 16,0 0 3-16,0 0-1 0,0 4-1 15,0-4-1-15,6 4-1 0,-6-1 0 0,0 0-5 16,0 5 3-16,0-1 0 0,0 4 3 0,7 0-2 16,-7 4 2-16,6 0 1 0,-6-1-1 0,6 5 3 15,2-1 1-15,-8 0 5 0,6 4 1 0,0 0 3 16,1 0 6-16,-7-3 6 0,7 3 3 16,-1-4 2-16,0 1 0 0,1-5 3 0,-1 0-5 15,-6-3-5-15,7 0-3 0,-7 1 0 0,0-5 1 16,7 0 8-16,-7-2 14 0,0-2 18 15,0 0 18-15,0-3 12 0,0 4 6 16,0-4-80-16,0 0-18 0,0 0 0 0,0-4 0 16,0 1 0-16,0 3 0 0,0-8 0 0,-7 4 0 15,7 1-126-15,0-4-218 0,-7 0-165 16,7-1-197-16,-6-2-207 0,-1-2-169 0,1 1-34 0,6 0 49 16,-6 0 125-16,-1 0 199 0,0 0 237 15</inkml:trace>
  <inkml:trace contextRef="#ctx0" brushRef="#br0" timeOffset="17916.25">7392 2352 32 0,'0'0'201'0,"0"0"13"0,0 0 13 0,-7 0 21 16,7-4-4-16,0 4-23 0,0 0-23 16,0 0-13-16,-6-4-1 0,6 4 4 0,0-3 9 15,0 3 5-15,0 0 6 0,0-3 3 16,-7 3 0-16,7 0 0 0,0-5-12 0,-7 5-13 16,7 0-12-16,-6 0-16 0,6 0-20 15,-6 0-17-15,6 0-16 0,-7 0-11 0,0 5-12 16,7-2-11-16,-6 0-11 0,0 1-10 0,-1 3-5 15,0 1-2-15,1 3-2 0,-1 3 8 16,1 0 5-16,6 5 7 0,-6-1 8 16,-2 5 2-16,8 3 4 0,0 3-1 0,0 0 1 15,8 4 0 1,-8 0-6-16,6 0-2 0,0-4-5 0,1 4-7 16,6 0-1-16,-6-4-4 0,5-3-2 15,2 0 0-15,-2-1-1 0,8-2-4 0,-7-2-3 16,7-3 1-16,-8-3 9 0,2-4 4 15,5 0 9-15,-6-4 14 0,0 1 6 0,1-5 2 16,-2-3-2-16,8 0-5 0,-14 0-9 0,7-3-11 16,-7 0-11-16,2-2-8 0,-8 1-10 15,6 1-9-15,-6-1-9 0,0 1-18 16,0-1-34-16,0 1-52 0,-6-1-75 0,-2 0-94 16,2-3-134-16,0 4-145 0,-7-6-157 0,6 3-170 15,1-2-62-15,-1-3 26 0,1-4 99 16,0 4 136-16,-2-7 179 0</inkml:trace>
  <inkml:trace contextRef="#ctx0" brushRef="#br0" timeOffset="18338.03">7633 2271 167 0,'0'-11'420'0,"6"0"76"0,-6-4 73 0,0 4 12 16,0 1-49-16,6-1-66 0,-6 0-52 16,0 3-48-16,7 1-58 0,0-4-70 0,-1 3-64 15,0 5-42-15,1-5-33 0,6 6-13 16,0-3-6-16,1 5 0 0,-2 0-2 0,8 5-2 16,-1-3-1-16,1 6-10 0,0 3-2 15,5 0-8-15,-5 4-3 0,0-1-1 0,-1 8 2 16,1 0 6-16,-8 4 5 0,8 0 11 15,-7 2 11-15,0 6 11 0,-6 2 12 0,-1 1 12 16,0 3 7-16,-6 1-1 0,0-1-5 0,0-1-5 16,-6-2-4-16,6 0-6 0,-6-4-8 15,-1-4-9-15,7-3-9 0,-6 0-9 16,6-8-4-16,-7-3 4 0,7-5 14 0,0 2 23 16,0-5 24-16,-7 0 17 0,7-3-20 0,0-4-130 15,0 4 0-15,0-4 0 0,0-4 0 16,-6 4 0-16,6-4 0 0,-6 4 0 0,0-3 0 15,-2-1-181-15,2 0-351 0,-7 1-254 0,0-4-309 16,0 2-118-16,0 2 6 0,-6-4 76 16,5 0 172-16,-5-1 244 0</inkml:trace>
  <inkml:trace contextRef="#ctx0" brushRef="#br0" timeOffset="21680.69">7580 3905 36 0,'0'-4'264'15,"0"1"56"-15,0-1 23 0,0 1-36 0,0-1 5 16,7 1 9-16,-7-2-11 0,0 2 11 16,0-2 23-16,0 2 9 0,0-1-2 15,0 4-17-15,0 0-30 0,0-3-47 0,0 3-57 16,0 0-49-16,0 0-45 0,0 3-33 16,0 1-16-16,0-1-8 0,0 5 4 0,0 0 13 15,0 6 14-15,0 1 16 0,0 3 14 16,0 5 7-16,0-2 0 0,7 5-1 0,-7 4-8 15,6-5-10-15,-6 4-17 0,6-3-10 16,-6 2-13-16,7-5-13 0,-1 3-7 0,-6-8-8 16,7 1-7-16,0-1-5 0,-1-4-5 15,0-3-5-15,1 0-1 0,0-4 0 16,-7 0 0-16,6-2 1 0,0-5 0 0,8 3-4 16,-8-6-19-16,1-2-36 0,5 2-48 15,-4-4-63-15,-2-1-80 0,0-3-106 0,0 1-115 16,1-1-121-16,0 0-115 0,-7-4-107 15,0 4-8-15,-7-3 61 0,7-2 105 0,-13 5 142 16</inkml:trace>
  <inkml:trace contextRef="#ctx0" brushRef="#br0" timeOffset="21906.96">7515 4099 225 0,'-6'4'459'16,"6"-4"79"-16,-6 0 63 0,6 0-16 0,-8 0-102 15,8 0-105-15,8 0-77 0,-8 0-67 16,6 0-52-16,0 0-47 0,1-4-38 0,6 0-27 0,0 1-19 0,-1-1-12 16,2-3-10-16,6 4-12 0,-8-2-17 15,1-2-36-15,7 4-70 0,-7-1-89 16,0 0-123-16,-7 1-138 0,8 3-161 0,-8-4-54 16,1 4 20-16,-1 0 63 0,-6 0 109 15</inkml:trace>
  <inkml:trace contextRef="#ctx0" brushRef="#br0" timeOffset="22235.12">7906 3985 252 0,'0'0'518'0,"7"0"101"0,-7 0 75 0,0 0-18 15,0 0-134-15,0 0-135 0,0 4-107 16,0-1-76-16,0 1-46 0,0 4-17 15,6 3 1-15,-6 0 6 0,6 4 4 0,-6 3-12 16,0 1-11-16,8 2-16 0,-8 1-15 16,6-1-4-16,0 2 1 0,-6-2 7 0,0 2 0 15,6-4-2-15,-6-1-3 0,7-4-12 16,-7 1-14-16,7-4-8 0,-7-4-1 16,0 1 4-16,0 0 7 0,0-6 2 0,0 2-3 15,0-4-7-15,0 0-15 0,0 0-17 16,0-4-28-16,0 2-50 0,-7-3-82 0,7 2-108 15,-7-5-154-15,1 1-212 0,0 3-248 16,-8-3-179-16,8 3-43 0,-7-3 42 16,0 3 120-16,0 1 193 0,0-1 245 0</inkml:trace>
  <inkml:trace contextRef="#ctx0" brushRef="#br0" timeOffset="24170.06">7020 5634 6 0,'0'8'267'0,"0"-5"58"0,-6 5 37 0,6-5-38 16,0 1-18-16,0-4-24 0,0 3-39 0,0 1-28 16,0-4-17-16,6 0 5 0,-6 4 8 15,7-4 7-15,-1 0 3 0,1 3-4 16,6-3-7-16,-1 0-29 0,2 0-24 0,5-3-27 15,1-1-23-15,0 4-20 0,-1-4-17 16,1 1-11-16,-1-4-17 0,-6 2-7 0,7 2-10 16,-7 0-8-16,0-1-5 0,-6 4-7 15,-1-4-11-15,0 4-26 0,-6 0-44 0,0 0-68 16,0 0-94-16,0 0-125 0,-6 4-137 16,0 0-143-16,-8-1-44 0,8-3 23 15,-1 0 66-15,1 0 115 0</inkml:trace>
  <inkml:trace contextRef="#ctx0" brushRef="#br0" timeOffset="24435.64">7223 5557 224 0,'0'-4'432'0,"6"1"58"0,-6 0 43 0,6-2-55 16,-6 2-92-16,13-1-91 0,-6 4-56 15,0-3-31-15,5 3-20 0,2 0-21 16,-2 3-20-16,1-3-16 0,1 7-18 0,-2 1-2 15,-5-1-2-15,0 4 3 0,-1 5 2 16,0-2 2-16,1-1 1 0,-14 7-11 16,7-3-11-16,-6 2-9 0,-7-1-13 0,6 1-13 15,-5-1-11-15,-2 1-12 0,-5-5-10 16,5-3-8-16,8 1-6 0,-6-2-5 0,-2-3-4 16,8-3-6-16,-7 3-23 0,7-7-48 15,-2 0-72-15,2 0-92 0,6 0-109 16,0-7-140-16,0 3-126 0,0-3-102 0,0 0-6 15,0-1 50-15,6 1 86 0,2-4 131 16</inkml:trace>
  <inkml:trace contextRef="#ctx0" brushRef="#br0" timeOffset="25712.94">7730 5417 156 0,'0'0'250'0,"0"-3"14"0,0 3-25 31,0 0-7-31,0 0-7 0,0 0-20 0,0 0-25 16,0-3-22-16,0 3-17 0,6 0-16 16,-6-4-15-16,0 4-10 0,0 0-2 0,0-4 1 15,0 4 1-15,0 0 4 0,0-3 6 16,7 3 11-16,-7 0 11 0,0-4 16 15,0 4 12-15,0 0 5 0,0-4 4 0,0 4-6 16,0 0-14-16,0-3-17 0,0 3-11 16,0 0-10-16,0-4-14 0,0 4-6 0,0 0-5 15,0-4-11-15,0 4-8 0,0 0-8 16,0 0-6-16,0 0-11 0,0-3-6 16,0 3-5-16,0 0-4 0,0 0-6 0,0 0 2 15,0 0-1-15,0 0 1 0,0 0 0 0,0 0 0 16,0 0 3-16,0 3 0 0,0-3 2 15,0 0-13-15,0 0 3 0,0 0-2 16,0 0-1-16,0 0-7 0,0 4-2 0,0-4 9 16,-7 4-5-16,7-1 1 0,0 5 6 15,0-5 6-15,0 8 4 0,0-3 6 0,0 2 4 16,-6 6 4-16,6-5 5 0,0 3 6 16,0 1 3-16,0-5 3 0,-6 5 4 15,6 4 4-15,0-4-5 0,0-1-8 0,-6 0-7 16,6 5-7-16,0-2-10 0,0-1-10 15,0 2-5-15,0 0-3 0,0-3-4 0,0 4-2 16,0-9 2-16,6 5 0 0,-6-3 2 16,6-2-1-16,0 1 1 0,-6-3 2 15,7-1-2-15,0 1 2 0,-1-5-3 0,1 0 1 16,5 1-2-16,-4-4-1 0,-2 0-2 16,7 0 0-16,0-4 1 0,-7 1-3 15,7 0 4-15,-6-2-5 0,6-2 1 0,-7 4-13 16,8-5-27-16,-8 0-42 0,-6 2-59 15,6-1-80-15,1-1-111 0,-7 0-117 0,0 1-128 16,-7 0-122-16,7-5-111 0,-6 5-8 16,0 0 63-16,-1-4 104 0,0 4 140 0</inkml:trace>
  <inkml:trace contextRef="#ctx0" brushRef="#br0" timeOffset="25978.87">7704 5572 329 0,'-6'0'420'15,"6"0"58"-15,0 3 19 0,0-3-62 0,0 0-74 16,0 0-63-16,6 0-44 0,-6-3-37 16,6 3-36-16,2-4-31 0,-2 0-25 15,0 1-28-15,7-1-29 0,-6 0-21 0,6 1-7 16,-7 0-9-16,8-2-13 0,-8-2-7 15,0 4-4-15,1-1-2 0,0 4-22 0,-1-4-46 16,0 1-62-16,-6-1-87 0,7 4-122 16,-7-4-142-16,6 4-110 0,-6-3-28 0,0 3 29 15,7-4 67-15,-7 4 114 0</inkml:trace>
  <inkml:trace contextRef="#ctx0" brushRef="#br0" timeOffset="26949.85">8016 5553 217 0,'0'0'292'15,"-6"4"-7"-15,6-4 0 0,0 4-21 16,0-4-44-16,-6 0-39 0,6 0-29 0,0 3-19 15,0-3-12-15,0 0-5 0,0 0 2 16,-6 0 4-16,6 0 12 0,0 0 15 16,0 0 23-16,0 0 29 0,0 0 22 15,0 0 15-15,0 0-1 0,0 0-7 0,0 0-21 16,-8 0-30-16,8-3-35 0,0 3-32 16,0 0-16-16,0-4-13 0,0 4-9 0,0-4-7 15,-6 4 0-15,6-3-3 0,0 3-7 16,6 0-9-16,-6-3-8 0,0 3-8 0,0-5-8 15,0 5-2-15,0-3-3 0,8-1-1 16,-8 4-6-16,6-3 3 0,0-1-4 0,-6 0-1 16,6 4-1-16,2-3-3 0,-2-1-1 15,0 0-2-15,1 1-1 0,-1 3-3 16,1-4-2-16,0 4 5 0,-1 0-1 0,0-3-1 16,0 3-2-16,2 0 2 0,-2 0 0 15,-6 0-4-15,6 3 2 0,1-3 2 16,-7 0 1-16,6 4 1 0,-6-4 2 0,7 3 0 15,-7 1-2-15,0 0-2 0,7-1 2 16,-7 1 1-16,6 0 0 0,-6-1 3 0,0 4 2 16,0-2 5-16,0-2 1 0,6 4 2 15,-6 0 7-15,0 1 4 0,-6-1 6 16,6 0 7-16,0 5 3 0,-6-5 0 0,6 4-3 16,-7 0-1-16,7 4-5 0,-7-1-7 15,1-3-9-15,-1 4-5 0,1 0-2 0,0-5-4 16,-2 5-2-16,2-3 1 0,0-2 7 15,0 1 7-15,-1 0 6 0,0-4 8 0,1 1 7 16,-1 3 8-16,1-8 3 0,0 5 2 16,6-5 1-16,-8 5 4 0,2-5 2 15,6-3-2-15,-6 4 4 0,0 0 5 0,6-4 3 16,-8 3 4-16,8-3 2 0,0 0 1 16,0 0-1-16,-6 4-4 0,6-4-6 0,0 0-7 15,0 0-6-15,0 0-7 0,0 0-6 16,0 0-7-16,0 0-2 0,0 0-2 0,0 0-1 15,0 0-1-15,0 0-2 0,0 0-3 16,0 0-7-16,0 0-3 0,0 0-3 0,0 0-5 16,6 0 0-16,-6 0-3 0,0 0 5 15,8 0-1-15,-2 0-3 0,0 0 3 0,8 0 2 16,-2-4 5-16,1 4 6 0,1-3 4 16,4-1 8-16,2-3 7 0,-7 3 12 15,7 0 8-15,0-3 7 0,-8 3 7 0,8 1 11 16,-7-5 3-16,0 5-86 0,0 0 0 15,-7-2 0-15,8 2 0 0,-8-1 0 16,-6 1 0-16,7 3 0 0,-1-4 0 0,1 4 0 0,-7 0 0 16,0-4 0-16,0 4 0 0,7 0 0 15,-7 0 0-15,0 0 0 0,0 0 0 16,0 0 0-16,0 0 0 0,0 0 0 0,0 0 0 16,-7 0 0-16,7 0 0 0,0 0 0 15,0 0 0-15,-7 0 0 0,7 0 0 16,-6 0 0-16,-1 0-205 0,1 0-498 0,0 4-231 15,-8-4-217-15,1-4-62 0,6 4 38 16,-5 0 104-16,5-3 195 0,1-2 266 0</inkml:trace>
  <inkml:trace contextRef="#ctx0" brushRef="#br0" timeOffset="27973.64">10133 7092 223 0,'7'-7'273'15,"-1"0"9"-15,-6-1-38 0,7 1-4 16,-7 0 31-16,7 0-10 0,-1-1-2 16,-6 3 11-16,0-1 12 0,6 2 21 0,-6 0 6 15,0 1-5-15,8 0-8 0,-8-2-14 16,0 3-25-16,0 2-46 0,0-5-43 0,0 5-37 16,0 0-35-16,0 5-23 0,0-3-7 15,-8 3 2-15,2 5 11 0,6 0 17 0,-6 7 15 16,-1-3 4-16,0 7 4 0,1 1 2 15,-1 4-9-15,1-1-15 0,0 2-12 0,-2-2-8 16,2 0-8-16,6 1-9 0,0 0-7 16,0-5-5-16,0-2-4 0,6 4-5 0,2-9-7 15,-2 4-6-15,0-3-4 0,7-4 0 16,-6 0-5-16,6-4-2 0,1 0-5 16,-2 1-3-16,8-5 0 0,-7 1-5 0,-1-4 1 15,8 0-10-15,-7 0-27 0,0-4-49 16,0 4-72-16,-6-3-100 0,6-5-146 0,-7 1-161 15,-6 0-170-15,0-4-147 0,0-3-31 16,-6 2 46-16,-7-2 114 0,6-4 154 16,-12 3 190-16</inkml:trace>
  <inkml:trace contextRef="#ctx0" brushRef="#br0" timeOffset="28145.55">10036 7250 82 0,'-6'3'492'0,"6"1"140"0,-8-4 94 0,8 0 20 15,0 0-65-15,0 0-154 0,0-4-150 0,8 4-127 16,-2-3-90-16,0 0-60 0,8-2-39 16,5 1-23-16,-6 1-15 0,6-1-12 15,7 1-33-15,-6-1-74 0,7 4-118 0,-9-4-161 16,2 4-179-16,-1 0-157 0,1 0-57 16,-7 4 26-16,7-4 93 0,-7 4 147 0</inkml:trace>
  <inkml:trace contextRef="#ctx0" brushRef="#br0" timeOffset="28426.65">10524 7345 302 0,'0'0'580'0,"0"4"132"0,7-4 101 0,-7 0-23 16,0 0-80-16,0 0-136 0,0 4-148 15,0-4-123-15,0 0-91 0,0 0-72 16,0 3-41-16,0 1-20 0,0-1-8 0,0 5 4 15,6 3 6-15,-6-1 8 0,6 2-4 16,-6 2-11-16,0 0-10 0,8 1-8 0,-8-1-11 16,0 6-8-16,6-6-7 0,-6 1-9 15,0-4-6-15,0 3-5 0,6-2-2 0,-6-2-7 16,0-2-21-16,0-1-29 0,0-3-49 16,7-1-81-16,-7 0-138 0,0-6-167 0,0 3-191 15,0-7-186-15,0 0-67 0,0-4 20 16,0-1 103-16,6-2 152 0,1-4 202 0</inkml:trace>
  <inkml:trace contextRef="#ctx0" brushRef="#br0" timeOffset="28725.84">10896 7117 24 0,'6'-7'527'0,"0"-3"143"0,-6 2 109 0,7 1 84 16,-7-4-59-16,7 7-151 0,-7-3-159 0,0 3-120 15,0 1-95-15,0 0-80 0,6 3-65 16,-6 3-43-16,0 0-24 0,0 1-12 16,0 7-6-16,6 0 1 0,-6 7 3 0,7 1-5 15,-7-1-8-15,6 3-6 0,-6 2-4 16,7 3-6-16,-7-5-2 0,0 1-6 16,0 0-1-16,7-4-2 0,-7 0-5 0,6-2-2 15,-6-2-4-15,0-2 1 0,0-2-3 16,6-2-1-16,-6-5 2 0,0 5-27 0,0-8-57 15,0 0-90-15,0 0-132 0,0-4-163 16,-6 0-203-16,0-3-193 0,-1-4-62 16,0 0 26-16,-6 0 99 0,7-4 145 0,-7 4 192 15</inkml:trace>
  <inkml:trace contextRef="#ctx0" brushRef="#br0" timeOffset="28944.59">10798 7231 328 0,'0'0'538'0,"-7"4"103"15,7-4 75-15,0 0-47 0,7 0-98 16,-7 0-124-16,6-4-112 0,7 4-89 0,1-3-65 16,-2-1-51-16,8 0-40 0,-7 1-30 15,7-1-16-15,-1 4-10 0,0-3-6 0,1-4-6 16,-1 3-7-16,1-1-3 0,-7 2-3 16,0 0-3-16,0 3-5 0,1-4-5 0,-8 0-15 15,0 4-47-15,0 0-83 0,-6-3-111 16,7 3-132-16,-7 0-157 0,0 0-159 15,0-3-46-15,0 3 34 0,0-5 82 0,7 2 120 16</inkml:trace>
  <inkml:trace contextRef="#ctx0" brushRef="#br0" timeOffset="29329.06">11403 7000 399 0,'6'-7'566'0,"2"-4"114"16,-2 4 94-16,-6-1-38 0,6 1-124 15,-6 0-105-15,7 3-91 0,-7-3-93 0,7 3-80 16,-7 4-67-16,0-3-48 0,0 3-42 16,0 0-34-16,0 0-24 0,0 3-10 0,6 5-5 15,-6-1-4-15,7 3 0 0,-7 2 4 16,0 2 7-16,0 1 5 0,0 3 5 15,0 4 4-15,0 1 5 0,-7-2 2 0,7 1 3 16,-6 4 4-16,6-3 10 0,0-2 4 16,0 2 4-16,0-2 1 0,0-3 0 0,6 1-7 15,-6-5-11-15,7-3-5 0,-1 0-8 16,-6 0-9-16,6-3-5 0,8-5-3 0,-8 2-4 16,0-2-6-16,8-3-2 0,-1 0-5 15,-1-3-10-15,2 3-32 0,-8-8-43 0,0 3-54 16,8 2-82-16,-8-4-117 0,-6-4-141 15,7 4-147-15,-7-4-135 0,0 0-107 16,-7 0-4-16,1-1 72 0,-8-2 127 0,8 3 162 0</inkml:trace>
  <inkml:trace contextRef="#ctx0" brushRef="#br0" timeOffset="29516.53">11364 7129 196 0,'-6'0'504'15,"0"0"133"-15,-2-4 109 0,8 4-6 16,-6 0-57-16,6-3-121 0,0-2-128 0,6 2-121 15,-6-1-102-15,8 1-73 0,-2-1-54 16,7 1-39-16,0-1-18 0,6 0-23 0,1 0-36 16,0 1-66-16,-7-1-102 0,6 4-127 15,0-3-166-15,1 3-179 0,-7 0-102 0,7 0-8 16,-8 0 61-16,2 0 109 0,5 0 153 16</inkml:trace>
  <inkml:trace contextRef="#ctx0" brushRef="#br0" timeOffset="30010.35">11748 7154 69 0,'0'5'507'0,"0"-3"143"15,-6-2 99-15,6 0 27 0,0 0-45 16,0-2-144-16,0-3-152 0,0 2-120 16,6-5-86-16,-6 5-61 0,7-1-42 0,0-3-32 15,-1 3-27-15,8 1-20 0,-8-5-14 16,7 4-7-16,-7 1-10 0,7-1-5 15,0 4-5-15,1-3-3 0,-2 3-1 0,2 0-2 16,-2 0 0-16,1 0 0 0,1 3 0 0,-2 1 0 16,-5-1 3-16,6 4 4 0,-7 1 10 15,-6 3 9-15,7 0 10 0,-7 3 17 16,0-1 13-16,0 1 13 0,-7 1 7 0,1 2-1 16,-7-2 4-16,0 0-11 0,0-1-12 15,0 5-10-15,0-5-12 0,-7 0-11 0,8-1-11 16,-2 1-5-16,1-3 3 0,0-4 2 15,7 0 12-15,-7 1 15 0,7-1 16 16,-2-3 21-16,8-1 17 0,-6 0 15 0,6 1 7 16,0-4 3-16,0 5 1 0,0-5-6 15,6 0-8-15,2 0-14 0,4 0-12 0,1 0-17 16,7-5-12-16,0 1-12 0,-1 1-11 16,0 3-10-16,8-3-8 15,-1-1-6-15,-1 0-7 0,1-3 0 16,0 3-3-16,1 1 0 0,-1-1 0 0,0 1 6 15,-7-1 7-15,1 4 2 0,-7-4 2 16,0 4-6-16,-7-4-14 0,1 4 0 0,-1-3 0 16,-6 3 0-16,0 0-69 0,0-4-95 0,-6 4-112 15,-7 0-147-15,0-4-208 0,0 1-271 16,0 0-189-16,-7-2-44 0,0-3 39 16,2 5 113-16,-9-4 198 0,1-1 282 0</inkml:trace>
  <inkml:trace contextRef="#ctx0" brushRef="#br0" timeOffset="35167.58">6942 7799 148 0,'-7'0'309'0,"7"4"72"0,0 0 4 16,-6-4-19-16,6 0 14 0,0 0-11 15,-6-4-26-15,6 4-21 0,0-4-22 0,-6 4-19 16,6-3-18-16,0-1-25 0,0 0-29 16,0 1-28-16,0-1-23 0,0 1-26 0,0-1-20 15,0-4-19-15,0 5-10 0,6-5-12 16,0 5-6-16,0-5-2 0,1 0-1 15,6 1 0-15,0 0-4 0,1 0-6 0,-2 3-6 16,8-3-4-16,-7 3-8 0,7 1-8 16,-8 3-7-16,8 0-2 0,-1 3-3 0,-5 1-3 15,5-1 1-15,-6 5 1 0,0 3 3 16,0 4 3-16,0-4 1 0,-7 3 0 0,1 5 0 16,0-1 0-16,-7 1 2 0,0 2-1 15,-7 1-1-15,-6 4 1 0,0-4-1 16,0 3 0-16,0 1-12 0,-7 0 3 0,1-5-4 15,6 6 0-15,-6-9-4 0,-1 4 4 16,7-7 16-16,0-1 7 0,0 1 15 16,-1-5 16-16,2-2 23 0,6-1 20 0,-2-3 14 15,2-1 9-15,6 1 5 0,-6-1-5 16,6-3-10-16,0 5-17 0,0-5-19 0,6-5-20 16,-6 2-19-16,14 3-14 0,-8-7-12 15,6 3-6-15,8-3-6 0,-7-1-6 16,7 1 1-16,6 4 0 0,-7-5 1 0,7 1 0 15,0 0 0-15,-6 3 4 0,6-4-1 16,1 5-3-16,-8-4 0 0,1 3-1 0,-8 0 0 16,8 4 1-16,-14-3-1 0,7-1 0 15,-6 4-11-15,-7 0-27 0,7-4-46 0,-7 4-67 16,0 0-84-16,0 0-109 0,-7 0-134 16,0-3-153-16,1 3-163 0,-1-5-125 0,1-2-20 15,0 4 57-15,-2-5 116 0,8-3 163 16,0 0 202-16</inkml:trace>
  <inkml:trace contextRef="#ctx0" brushRef="#br0" timeOffset="35620.6">7437 7597 128 0,'0'-6'360'0,"0"-6"57"0,7 5 56 16,-7-4-38-16,0 4-17 0,0-5-24 16,0 5-13-16,6 0-6 0,-6 0-8 15,0-1-18-15,0 1-32 0,0 4-40 0,0-1-40 16,0 0-37-16,0 1-38 0,0 3-40 16,0-4-34-16,0 4-33 0,0 0-23 0,0 4-15 15,0-4-9-15,0 3-1 0,0 5-1 16,0 2 0-16,0 1 5 0,0 4 3 0,7 0 11 15,-7 3 9-15,6 1 8 0,-6 3 11 16,7 0 9-16,-7 3 10 0,6-3 8 0,1 3-1 16,-7 1-4-16,6 0-1 0,0 0-5 15,2-4-11-15,-2-1-9 0,0 1-9 16,1 0 0-16,-1-3-11 0,1-1-7 0,-1 1-4 16,1-4-6-16,-1-5-1 0,0 5-4 15,8-8 0-15,-14 0-3 0,6 1 0 16,1-1 2-16,0-7-4 0,-1 4 2 0,0-4-2 15,1 0 2-15,-1-4-1 0,1 4-1 16,6-7-1-16,-13 3-9 0,6-3-23 0,1 0-42 16,0-5-60-16,-7 5-80 0,6-3-127 15,-6-2-151-15,-6 1-165 0,6 0-183 0,-7-4-67 16,-6 4 15-16,0-3 92 0,0 2 139 0,0-2 179 16</inkml:trace>
  <inkml:trace contextRef="#ctx0" brushRef="#br0" timeOffset="35854.96">7424 7749 226 0,'0'3'453'0,"0"0"68"15,0-3 58-15,0 0-43 0,6 0-56 0,8 0-96 16,-1-3-81-16,0 0-49 0,6-2-46 16,1 2-50-16,6-5-42 0,-7 1-33 15,14-1-19-15,-7 1-19 0,0 0-11 0,0 3-6 16,0-3-13-16,-7 0-6 0,1 3-4 15,-7-3 0-15,0 4-2 0,-6-1-4 16,5 4-18-16,-12-5-59 0,0 5-94 0,0-3-126 16,-6 3-147-16,0-4-177 0,-7 4-76 15,-7 0 11-15,8-3 66 0,-8 3 110 0</inkml:trace>
  <inkml:trace contextRef="#ctx0" brushRef="#br0" timeOffset="36280.23">6734 7517 279 0,'-7'0'492'0,"0"0"63"0,1 0 59 16,0 0-17-16,-8 0-121 0,8 0-101 0,-7 4-72 15,0-1-36-15,6 5-43 0,-5 2-38 0,-2 2-34 16,8 2-25-16,-7 9-14 0,6-1-12 16,1 7-2-16,-1 4-11 0,7-1 2 0,0 10 2 15,0 1 6-15,0 1 6 0,7 3 2 16,-1-2 4-16,8 2-9 0,-8-3-8 0,14-4-9 15,-8 1-11-15,8-5-14 0,-1 2-9 16,1-6-6-16,6-3-10 0,-7-3-11 16,8 0-9-16,-1-5-2 0,-6-3-5 0,6-2-7 15,-7-2-23-15,7-2-50 0,-6-6-100 16,6 2-158-16,-7-8-224 0,1 0-262 0,-8-4-116 16,8-3-24-16,0-4 61 0,-7-4 136 15,7 1 216-15</inkml:trace>
  <inkml:trace contextRef="#ctx0" brushRef="#br0" timeOffset="36795.76">7678 7184 329 0,'7'-7'514'15,"-7"4"96"-15,6-10 84 0,1 6-58 16,-1 0-57-16,0 0-111 0,2-1-94 0,-2 1-82 15,6 4-74-15,2-2-60 0,-1 5-55 16,7 0-31-16,-8 8-18 0,14 3-8 0,-6 0 2 16,6 8 3-16,0 3 1 0,0 7 18 15,0 1 10-15,7 2 16 0,-7 5 5 16,0 3 6-16,0 1 13 0,-7 6-13 0,1-3-4 16,-7 3-11-16,0 0 0 0,0 2 1 15,-13-2-1-15,6 1 17 0,-12 0 10 0,6-4 13 16,-6-5 1-16,-1-2 11 0,0-3-1 15,1-5-6-15,-1-4-8 0,1-3-7 0,6-7-2 16,-6-1-5-16,6-3 0 0,-8-4 5 16,8 1-18-16,0-4-102 0,-6 0 0 15,6-1 0-15,0-3 0 0,0 0 0 0,0-3 0 16,0-1 0-16,-6 0 0 0,6 1-212 16,-6-4-284-16,-1-1-230 0,0 5-293 0,-6-9-147 15,1 5-22-15,-2-5 56 0,2 2 140 16,-8-1 228-16,0 0 326 0</inkml:trace>
  <inkml:trace contextRef="#ctx0" brushRef="#br0" timeOffset="38696.4">7079 8007 67 0,'0'4'353'0,"0"-4"81"0,0 5 61 16,0-5-52-16,0 3 6 0,0-3-51 16,0 0-59-16,0 3-48 0,0-3-40 0,0 0-40 15,0 0-46-15,0 0-45 0,0 0-40 16,0 0-27-16,0 4-22 0,0-4-9 16,0 0-11-16,0 0-8 0,0 0-3 0,0 0-2 15,-6 0-9-15,6-4-41 0,0 4-69 16,0-3-101-16,0 0-129 0,-8-6-143 0,8 3-123 15,0-5-28-15,0-4 33 0,0 0 83 16,0-7 117-16</inkml:trace>
  <inkml:trace contextRef="#ctx0" brushRef="#br0" timeOffset="39118.18">7307 7492 56 0,'6'-4'370'0,"-6"4"67"0,0-4 50 0,7 4-19 15,-7-3-81-15,0 3-90 0,0 0-83 16,0 0-59-16,0 0-43 0,-7 3-34 0,7 1-24 16,0 0-14-16,-6 3 2 0,-1 4 2 15,1 0 4-15,-8 3 11 0,8 1 10 16,-6 3 4-16,-2 5-7 0,-5 2 4 0,5 1 1 15,-5 0-2-15,6 3 1 0,-6 3-2 16,-1 2 4-16,0-1-2 0,8 3-5 0,-8 4 1 16,1 1-4-16,-1-5 1 0,0 5-3 15,7-5 1-15,-7 1 1 0,8-4-8 16,-2 0 0-16,2-1-6 0,-1-2-2 0,-1-4-7 16,8 0-8-16,0-5-6 0,0-3-9 15,-2 1-2-15,8-4-3 0,-6-5-4 16,6-2-1-16,0 0-2 0,0-1 5 0,0-3 7 15,0-1-3-15,-6-3 2 0,6 0 2 16,0 0-5-16,0-3-30 0,0-1-61 0,6-3-80 16,-6-1-98-16,0-2-116 0,0-2-118 15,0-3-108-15,0-3-73 0,0 0 14 0,0 0 59 16,0-4 94-16,0 0 116 0</inkml:trace>
  <inkml:trace contextRef="#ctx0" brushRef="#br0" timeOffset="39561.04">6773 7700 299 0,'0'-7'422'0,"-6"0"51"0,-2 3 52 0,2-3-64 15,6 4-90-15,-6-1-52 0,6-1-37 16,0 5-38-16,0-3-43 0,0 3-50 0,0 0-49 15,0 0-42-15,0 3-21 0,12 2 1 16,-4-1 2-16,4 6 8 0,8 1 6 0,-1 0 18 16,1 7 13-16,0 1 4 0,-1-1 5 15,7 4 7-15,-6 4 5 0,6-1-7 0,-1 4-12 16,1 1-12-16,1-1-14 0,-7 0-17 16,6 4-14-16,-1-8 1 0,1 6-7 0,0-2 1 15,1-3 6-15,-8-5 4 0,8-3 11 16,-8 4 5-16,1-7 13 0,-2 0 9 15,2 0 9-15,-7-8 7 0,1 4 3 0,-2-4 8 16,-5-3 9-16,0 0 8 0,-7-1 11 16,6 0 13-16,-6 2 4 0,0-5-13 0,6 0-20 15,-6 0-22-15,0 0-25 0,-6 0-28 16,6 0-42-16,0-5-54 0,-6 2-82 0,-1 0-107 16,0-1-158-16,-5 0-203 0,5 1-244 15,-6-1-129-15,0-3-14 0,-1 3 56 16,2-3 131-16,-8-1 193 0</inkml:trace>
  <inkml:trace contextRef="#ctx0" brushRef="#br0" timeOffset="41421.22">7678 8851 197 0,'0'0'325'0,"0"0"69"0,7 0-15 16,-7 0-10-16,0 0 33 0,0 0-4 0,6 0-10 15,-6 0-7-15,0-4-12 0,0 4-21 16,0 0-30-16,0 0-46 0,0 0-49 16,0 0-49-16,0 0-42 0,0 0-31 0,-6 0-31 15,6 4-21-15,0-4-16 0,0 3-7 16,0 5-3-16,0-1 4 0,0 4 10 0,0 0 7 15,0 4 12-15,0-1 9 0,-7 4 16 16,7 5 10-16,-7-5 10 0,7 4 6 0,-6 3 1 16,6 0-1-16,-6 6-2 0,-1-6-5 15,7 5-11-15,-7-5-10 0,7 1-11 16,0-1-10-16,0 0-15 0,0 2-10 0,0-5-6 16,0-1-7-16,7-3-4 0,0 1-5 15,-7-4-2-15,6 0 0 0,0-4 3 16,1-1 2-16,0-2 3 0,-1 0 3 0,1-5 0 15,5 0 0-15,-4 1-4 0,-2-4-3 16,6-4-3-16,-5 4-2 0,0-3-3 0,6-5-1 16,-7 5-9-16,0-8-16 0,2 4-36 15,4-1-49-15,-5 1-58 0,-7-4-77 16,7 0-102-16,-1 0-118 0,-6 4-108 0,0-5-113 16,0 1-116-16,0-3-56 0,-6 2 38 15,-1 2 98-15,0-5 122 0,7 8 153 0</inkml:trace>
  <inkml:trace contextRef="#ctx0" brushRef="#br0" timeOffset="41764.92">7580 9137 64 0,'-6'-5'398'0,"-8"5"81"0,8 0 79 15,0-3 55-15,-7 3-36 0,13 0-50 0,-7-4-47 16,1 4-38-16,6 0-46 0,-7 0-73 15,7-3-75-15,0 3-66 0,0 0-49 16,0 0-39-16,7 3-27 0,-1-3-13 0,7 0-10 16,0 0 2-16,7 0-3 0,0 4 2 15,-1-4 3-15,1 0 5 0,6 0 3 0,0 0 1 16,-7 0 3-16,7 0-1 0,-6-4 2 16,-1 4-1-16,1 0 0 0,-7 0-2 15,0-3 0-15,0 3 2 0,-7-4-1 0,1 4-6 16,0 0-2-16,-1 0-8 0,-6-4-9 15,6 4-10-15,-6 0-31 0,-6 0-60 0,6 0-90 16,-6 0-146-16,-1-3-196 0,-6 3-249 16,0 0-191-16,0 0-62 0,0 0 23 0,-1 0 113 15,-5 0 177-15,6-4 242 0</inkml:trace>
  <inkml:trace contextRef="#ctx0" brushRef="#br0" timeOffset="49217.39">9495 9213 147 0,'-6'0'288'0,"6"0"8"16,0-3 19-16,-7 3 30 0,7-4-28 0,-6 4-14 16,6-5 0-16,-7 5 24 0,7 0 22 15,0 0 0-15,0-2-11 0,-7 2-18 0,7 0-25 16,0 0-38-16,-6 0-48 0,6 0-28 16,0 2-20-16,0-2-14 0,0 0-12 0,0 0-13 15,0 0-2-15,0 0-13 0,0 0-8 16,0 0-7-16,6 0-3 0,-6 0-1 15,7 0-8-15,6 0 6 0,0-2 1 0,0 2-3 16,6-4-7-16,1 1-10 0,0-5-8 16,5 5-13-16,-5-2-13 0,6 3-8 15,1-3-6-15,-8 5-6 0,7-3-6 0,-6-1 0 16,-8 4-3-16,8-4-4 0,-7 4-1 16,-6 0-4-16,6 0-16 0,-13-3-32 0,6 3-37 15,-6 0-50-15,0 0-78 0,-6 3-117 16,-1-3-121-16,1 4-109 0,-7-4-110 15,0 4-108-15,-7-1-51 0,7 2 47 0,0-3 103 16,0 3 117-16,0-2 137 0</inkml:trace>
  <inkml:trace contextRef="#ctx0" brushRef="#br0" timeOffset="49529.82">9515 9308 210 0,'-7'5'335'0,"7"-2"51"16,0-3-11-16,0 3 8 0,0-3-33 15,0 0-25-15,0 0-14 0,0 0-2 0,0 0-8 16,0 0-2-16,7 0-10 0,-1-3-18 16,0 3-28-16,8-3-35 0,-1 3-25 0,-7-5-30 15,14 5-24-15,-8-3-17 0,2 3-16 16,-1 0-11-16,6 0-11 0,-6 0-8 0,1 0-12 15,5 0-8-15,-6 0-11 0,0 0-8 16,-7 0-9-16,8 0-9 0,-8 0-1 16,0 0-6-16,2 0 1 0,-2 0-9 0,-6 0-17 15,0 0-40-15,0-4-86 0,0 4-113 16,0-4-116-16,0 1-134 0,-6-1-146 0,-2 1-118 16,2-5-1-16,0 1 69 0,6 3 91 15,-7-7 127-15</inkml:trace>
  <inkml:trace contextRef="#ctx0" brushRef="#br0" timeOffset="50029.75">9815 9024 358 0,'0'0'454'15,"-8"2"64"-15,8-2-1 0,0 0-17 0,0 0-70 16,0 0-81-16,0 0-53 0,0 4-39 16,8-4-26-16,-2 4-29 0,0 0-31 0,1-1-21 15,6 1-20-15,-7 2-17 0,7-1-23 16,1 2-17-16,5-3-8 0,-6 3-7 0,0 1-2 16,7-2-4-16,-8 6 4 0,8-5 5 15,-7 4 1-15,7-4-3 0,-8 5-7 16,2-2-7-16,6 1-5 0,-8 5-8 0,-5-6 0 15,6 1-9-15,-6 4 2 0,-7-1 5 16,0 0-1-16,0 2-1 0,-7 2-1 0,0-3 2 16,-6 3 0-16,1 1-3 0,-8-5 5 15,6 4 7-15,-5-3 11 0,-1 0 13 16,2-1 13-16,4-2 13 0,-6-2 12 0,7-3 7 16,1 1 4-16,-8-1 3 0,14 0 5 15,-8-3 4-15,1 0 2 0,7-4 0 16,0 4-2-16,-1-4-10 0,0 3-14 0,7-3-15 15,-6 0-17-15,6 0-16 0,0 0-16 0,0-3-10 16,0 3-10-16,0 0-16 0,0-4-28 16,0 4-43-16,0-4-54 0,0 0-71 15,6 2-79-15,-6-7-98 0,0 6-117 0,7-5-110 16,-7 1-113-16,7 3-117 0,-7-7-72 16,6 4 29-16,-6 0 98 0,0-4 128 0,0 4 155 15</inkml:trace>
  <inkml:trace contextRef="#ctx0" brushRef="#br0" timeOffset="50545.21">7665 9562 319 0,'-6'3'381'0,"6"1"30"15,0-1-6-15,0-3-51 0,0 4-81 0,0-4-74 16,0 0-56-16,0 0-43 0,0 0-42 16,0 0-48-16,6 0-55 0,-6 0-62 0,6 0-77 15,1 0-121-15,0 0-97 0,6-4-33 16,-7 4 5-16,0-3 36 0,2-1 64 15</inkml:trace>
  <inkml:trace contextRef="#ctx0" brushRef="#br0" timeOffset="51560.59">12029 8774 145 0,'0'0'307'0,"6"-4"48"16,-6 4-11-16,0-3-12 0,0-1-10 16,0-3-31-16,0 2-22 0,0 3-4 15,0-3 3-15,0-2-2 0,0 3-7 0,-6 1-12 16,6-5-14-16,0 5-18 0,-7-1-26 16,7 1-26-16,0-2-22 0,-7 5-21 15,1-3-15-15,0-1-20 0,-8 4-17 0,8 0-10 16,-7 0-6-16,0 0-3 0,0 4-8 15,0-1-3-15,-6 2 0 0,5-2 0 0,-5 4-7 16,6 1-8-16,-6-1-2 0,5 5-1 16,1-5-7-16,-6 7-6 0,6-3 0 0,-1 4 1 15,8-4 3-15,-7 3 1 0,6 1 4 16,-5 0 3-16,5 0 6 0,1 2 7 0,6-1 6 16,-7-2 11-16,7 4 5 0,0-3 11 15,-7 3 7-15,14 0 3 0,-7 1 2 16,0-4 0-16,0 3 6 0,7-1-3 0,-1 3 0 15,1-3-2-15,-7 2 0 0,12-1 0 16,-5-3-2-16,0 3 3 0,5-2 5 0,2-2 4 16,-1-1-2-16,0-1 1 0,6-1-4 15,-5 0-6-15,5 0-5 0,0-3 0 0,1-5 0 16,-1 1 0-16,1 0 2 0,-1-1-1 16,1-3 4-16,0 0 0 0,-1 0 2 0,1-3 6 15,0 3 3-15,-2-4 4 0,-4 0-26 16,5 1-66-16,-5-1 0 0,-2 0 0 15,2 1 0-15,-2 3 0 0,-5-5 0 0,-1 2 0 16,1 3 0-16,0-3 0 0,-7 3 0 16,6 0 0-16,-6 0 0 0,0-4 0 15,0 4 0-15,0 0 0 0,0 0 0 0,0 0 0 16,0-4 0-16,0 4 0 0,0 0 0 0,0 0 0 16,0 0 0-16,-6-3 0 0,6 3 0 15,-14 0-237-15,8 0-370 0,-1 0-182 16,-5 0-217-16,-2-3-134 0,-5 3-10 0,6 0 65 15,-7 0 147-15,7-5 217 0,-7 2 273 16</inkml:trace>
  <inkml:trace contextRef="#ctx0" brushRef="#br0" timeOffset="55244.66">12380 9210 108 0,'0'0'175'0,"0"3"14"0,0-3 14 15,0 0-17-15,7 5-21 0,-7-5-16 16,0 0-8-16,0 0 6 0,0-5 7 0,0 5 8 16,0 0 5-16,0 0 8 0,0-3 8 15,0-1 4-15,0 4 3 0,0-5 15 0,0 5 28 16,0-2 16-16,6-2 14 0,-6 4 4 16,0-3-4-16,0-1-18 0,0 4-37 15,0-4-35-15,0 4-35 0,0 0-33 0,0 0-25 16,0 0-27-16,0 4-18 0,-6-4-11 15,6 7-12-15,0-3-3 0,0 7 5 0,0 0 9 16,0 0 10-16,0 0 7 0,6 3 11 16,-6 1 6-16,0 3 0 0,0-3 1 15,0-1-1-15,0 5 0 0,0-1-6 0,0-3 0 16,0 0 0-16,0-1-2 0,0 1 2 16,0-4 1-16,0 0 7 0,0 1 6 0,0-6 7 15,0 2 9-15,-6-2 13 0,6-1 19 16,0-3 17-16,0-2 9 0,0 0-2 0,0 0-9 15,0-7-19-15,0 4-24 0,0-8-26 16,0 0-20-16,0-1-13 0,0-2-7 0,0-4-7 16,0 0-4-16,0-1-3 0,0 1-2 15,0-3-1-15,0 5-1 0,0-2 1 16,0 4 0-16,0-1 0 0,0 4 4 0,0-1-1 16,0 6 1-16,0-2-1 0,0 5 0 15,0-5 0-15,0 5-4 0,0 3-1 16,0-4 0-16,0 8 0 0,0-4 0 0,0 8 0 15,0-5 1-15,0 8 1 0,0 0 0 16,0 3-1-16,6 1-6 0,-6 0 3 0,0 3 2 16,0 1-1-16,0 2-1 0,0-3 0 15,0 5 6-15,0-5-3 0,0 4-1 0,0-4 0 16,0 1 1-16,0-6 0 0,0 3 1 16,0-2 1-16,0-2-2 0,0-2 1 0,0-2 0 15,0-5 1-15,0 5 6 0,0-5 13 16,0 1 7-16,0-4 5 0,0 0 2 0,-6 0 0 15,6-4-9-15,0-3-29 0,0 3-55 16,-7 1-78-16,1-5-98 0,6-2-136 16,-6 2-196-16,-2 1-249 0,8-4-196 0,-6 0-55 15,0-1 27-15,0-2 100 0,-1 3 177 16,7-1 256-16</inkml:trace>
  <inkml:trace contextRef="#ctx0" brushRef="#br0" timeOffset="56436.93">12153 8308 252 0,'0'0'322'0,"-7"-3"31"0,7 3 11 16,-7-4-43-16,1-3-30 0,0 3-6 16,-1 1 2-16,0-5 8 0,-6 1-4 15,7-1-14-15,-8 1-27 0,2 0-24 0,-2 0-32 16,-5-1-37-16,6 1-27 0,-6 3-22 15,-1-3-14-15,7 3-15 0,-13 1-6 0,6 3-10 16,1 0-5-16,-7 0-6 0,0 3-6 16,0 1 0-16,0 0 0 0,7 3 1 0,-15 0 1 15,9 5 1-15,-1-2 11 0,0 1 3 16,-1 3 2-16,1 1 5 0,0 4 9 16,7 3 7-16,-7 0-3 0,0 0-1 0,6 3 5 15,-6 0 0-15,7 6-3 0,-8-2-7 16,7 4-4-16,2 4-3 0,-2-5-1 15,7 9 4-15,-7-5 1 0,8 5 2 0,-2 3-2 16,1-4-2-16,0 0-5 0,6 0-8 16,1 1-2-16,0-1 0 0,0 0 2 0,6 1 2 15,0 3 8-15,0-4 3 0,6 0 4 0,0-1-1 16,-6 3-2-16,13-3 0 0,-6 5-3 16,6 1-3-16,0-4-3 0,0 2 1 0,-1-2 3 15,8-1-3-15,0 0 0 0,-1-4 1 16,7 1-3-16,1-4-3 0,-1 4-3 15,6-5-4-15,-6 2-31 0,7-1-22 0,-1-4 0 16,7 0 0-16,-6-4 0 0,6 2 0 0,0-5 0 0,-6 0 0 16,6 0 0-16,0-8 0 0,0 4 0 15,0-3 0-15,0 0 0 0,7-3 0 0,-7-6 0 16,0 2 0-16,0-2 0 0,7-1 0 16,-1-5 0-16,-5 0 0 0,-2 0 0 0,-5-5 0 15,6-1 0-15,-7 2 0 0,1-6 0 16,-1 1 0-16,1-1 0 0,-1-5 0 0,2 0 0 15,-2 0 0-15,-7-2 0 0,9-2 0 16,-9-3 0-16,8 0 0 0,-7-3 0 0,0 0 0 16,0-2 0-16,-6-2 0 0,5 4 0 15,-5-5 0-15,0 0 0 0,-7-3 0 0,7 4 0 16,-8-4 0-16,2-4 0 0,-2 5 0 16,-5-5 0-16,-1 1 0 15,1-5 0-15,0 4 0 0,-7 1 0 16,0-4 0-16,0-1 0 0,-7 5 0 0,0-5 0 15,1 5 0-15,-7-1 0 0,7-3 0 16,-8 3 0-16,-5 1 0 0,6-5 0 0,-7 5 0 16,1-5 0-16,-1 4 0 0,-6-3 0 15,1 4 0-15,-2-4 0 0,1 6 0 0,0-2 0 16,-6-1 0-16,5 3 0 0,-5 7 0 16,-1-7 0-16,1 5 0 0,-7 3 0 15,6 0 0-15,-6 0 0 0,6 5 0 0,-6-1 0 16,1 4 0-16,5-1 0 0,1 4 0 15,-1 5 0-15,1-1 0 0,-2 0 0 0,9 4 0 16,5 2 0-16,-6 2 0 0,13 3 0 0,-7-4 0 16,8 8 0-16,-2-4 0 0,1 3 0 15,0 2 0-15,0 2 0 0,1 0 0 0,-2 0 0 16,8 1 0-16,-1 2 0 0,0 1 0 16,1-3-211-16,-1 7-454 0,7-5-212 0,0 1-248 15,-6 0-79-15,6-3 31 0,0-1 92 16,-6 0 179-16,-1-7 250 0</inkml:trace>
  <inkml:trace contextRef="#ctx0" brushRef="#br0" timeOffset="61608.44">4721 11144 136 0,'-6'0'238'0,"-1"0"25"16,1 3-46-16,-1-3-28 0,0 0-4 15,1 0-5-15,6 0-12 0,-6 4 0 16,6-4 10-16,0 0 13 0,0 0 10 0,0 0-3 15,0 0-12-15,0 0-18 0,0 0-14 16,6 0 2-16,-6 4 15 0,6-4 33 0,1 3 6 16,0-3 12-16,6 4 19 0,-7 0-16 15,14-4-25-15,-8 3-34 0,8-3-7 16,0 4-8-16,-1-4-14 0,7 3 1 0,1-3-3 16,5 5-8-16,-6-5-13 0,13 0-6 15,-6 0-14-15,5 3-10 0,2-3-8 0,5 0-5 16,1-3-5-16,0 3-10 0,6 0-8 15,0-5-5-15,6 2-10 0,-5 3-6 0,5-4-4 16,-5 1-1-16,-2-1 1 0,1 0 0 16,1 1 5-16,-2-1 7 0,-5 4 7 15,0-4 10-15,0 1 8 0,-8 3 0 0,9 0 0 16,-9-4-5-16,1 4-5 0,1-3-7 16,5-2-7-16,-6 5-3 0,1-3-2 15,5 0-2-15,-6-1-2 0,7-3-3 0,-7 3 1 0,-1 0-1 16,2 0-1-16,-7 1 1 0,5-1-1 15,-5 1-1-15,6-1-3 0,-13 0-4 0,6 4-1 16,-5-3 2-16,5-1 1 0,-6 4 1 16,1-4 4-16,-1 1 5 0,-1 3 2 0,1-3 2 15,0 3-1-15,-6-4 1 0,7-1-4 16,5 5-2-16,-7-3 0 0,9 3 2 16,-9-3 5-16,7-2 3 0,1 5 7 0,-7 0 8 15,7-3 5-15,-7 0 5 0,0 3 0 16,0-5 3-16,-6 5-21 0,5-3-42 0,-5 3 0 15,-7 0 0-15,7 0 0 0,-7-3 0 16,0 3 0 0,0 0 0-16,0-5 0 0,-6 5 0 0,5-2 0 15,-5 2 0-15,0 0 0 0,5 0 0 16,-5 0 0-16,-7 0 0 0,7-5 0 0,-1 5 0 16,-6 0 0-16,7 0 0 0,-7 0 0 15,0 0 0-15,0 0 0 0,6 0 0 0,-6 0 0 16,0 0 0-16,0 0 0 0,0 0 0 15,0 0 0-15,0 0 0 0,0 0 0 16,0 0 0-16,0 0 0 0,0 0 0 0,0 0 0 16,0 0 0-16,0 0 0 0,0 0 0 15,0 0 0-15,0 0 0 0,0 0 0 0,0 0 0 16,0 0 0-16,0 0 0 0,0 0 0 0,0 0 0 16,0 0 0-16,0-3 0 0,0 3 0 15,0 0 0-15,0 0 0 0,0 0 0 0,0 0 0 16,-6-4 0-16,6 4 0 0,-7-4 0 15,1 1 0-15,-8-1 0 0,2 4-505 0,-2-4-281 16,-5 8-244-16,-7-4-153 0,0 4-11 16,-7-1 70-16,1 1 143 0,6 3 202 15,-7 0 289-15</inkml:trace>
  <inkml:trace contextRef="#ctx0" brushRef="#br0" timeOffset="63839.45">10283 13533 327 0,'0'0'407'0,"0"0"53"15,0 0 20-15,0-5-36 0,0 2-37 16,0 0-27-16,7-1-9 0,-7 0-8 16,0-2-13-16,0 1-27 0,0-2-41 0,0 2-36 15,0-1-31-15,-7-2-27 0,7 5-23 16,0-5-23-16,-6 6-22 0,6-3-21 0,0 1-17 16,-7 1-17-16,0-1-15 0,1 0-16 15,0 4-10-15,-8 0-7 0,2 0-7 0,-1 0-1 16,-1 4-1-16,2 0 1 0,-2-1-1 15,2 6 1-15,-2-2-2 0,-5-1-1 0,5 2-2 16,2 3 0-16,-1 1 1 0,0-2 0 16,0 0 2-16,-1 2 3 0,8-1 3 0,0 3 5 15,0 1 4-15,-2 0 6 0,2-4 2 16,6 7 3-16,-6-3 6 0,6 4 3 16,0-2 2-16,0-2 0 0,6 3-2 0,-6 1 4 15,6-1-6-15,2-4-1 0,-2 5 4 16,0-4 4-16,8 0 3 0,-2-5 1 0,1 1 8 15,1 0-1-15,4 1-2 0,-4-6-5 0,5-2-3 16,1 0-4-16,-6-1-5 0,4-3-2 0,2 0 1 16,-1 0 1-16,-5-3 4 0,-2-1 2 15,2 4 1-15,-1-4 0 0,-7 1-1 0,1 0-6 16,0-2-8-16,-1 5-5 0,0-3-6 16,-6 3-8-16,0 0-24 0,0-4-32 0,0 4-59 15,0 0-74-15,0 0-81 0,-6 0-105 16,6 0-133-1,0 0-142-15,0-3-146 0,0 3-145 16,0 0-32-16,0 0 46 0,6-4 119 0,-6 4 155 16,6 0 193-16</inkml:trace>
  <inkml:trace contextRef="#ctx0" brushRef="#br0" timeOffset="64702.18">10576 13778 130 0,'0'-4'324'15,"0"4"50"-15,0 0 41 0,0 0-29 0,-6-3-38 16,6 3-20-16,0 0-1 0,0-5 8 16,0 5-2-16,0 0-7 0,0 0-24 0,0 0-19 15,0 0-28-15,0 0-31 0,0 0-27 16,0 0-24-16,0 0-6 0,0 0-12 0,0 0-10 15,0 0-5-15,0 0-5 0,0 0-1 16,0 0-5-16,0-2-10 0,0 2-9 0,-7 0-11 16,7-5-7-16,0 5-12 0,0-3-5 15,0-1-2-15,0 4-3 0,0-4-8 16,0 1-11-16,0-1-10 0,7 2-9 0,-7-3-8 16,6 1-10-16,-6 1-5 0,7-2-2 15,-1 2 0-15,7 0-3 0,1-5-4 0,-8 5 0 16,7 3 0-16,0-3-1 0,-6-2 0 15,5 5-1-15,2 0 1 0,-8 5 0 16,7-2 2-16,-6 0 0 0,-1 1 0 0,1 3 3 16,-1 1-2-16,0 4 3 0,1-6 1 15,-7 5-2-15,0-1 1 0,0 6 4 0,0-5 4 16,0 4-1-16,0-5-1 0,-7 5 0 16,1-4 3-16,0 3-4 0,-7-3-7 15,-1 0-1-15,8 0 2 0,-7 0-2 0,0 1-2 16,0-5 1-16,-7 0 6 0,8 1-2 15,-2-5 2-15,1 1 2 0,7 0 4 0,-7-1 7 16,0 0 12-16,7-3 10 0,-2 0 10 16,2 5 5-16,0-5 6 0,-1 0-1 0,7 0-6 15,-6 0-9-15,6 0-8 0,0 0-6 16,0 0-11-16,0 0-5 0,6 0-7 0,-6 0-3 16,13 0-4-16,-7 3-2 0,8-3-1 15,-1 0-1-15,0 0 0 0,0 0 0 0,7 0 1 16,-8 0 0-16,8-3 1 0,-7 3 0 15,7 0-1-15,-1 0-1 0,-6 0 0 16,0 0 1-16,0 0 0 0,6 0 0 0,-11 0 0 16,4 3 0-16,-5-3 0 0,-1 0 0 15,-6 0 0-15,7 0 1 0,-7 0 1 0,6 0 3 16,-6 0 1-16,0 0 1 0,0 0-1 0,0 0-3 16,-6 0-13-16,6 0-32 0,-7 0-51 15,7 0-63-15,-6 0-71 0,-1 0-82 0,1 0-105 16,6-3-115-16,-6 3-95 0,6-5-110 15,-8 5-106-15,8-3-59 0,0-4 41 16,0 3 106-16,0-2 124 0,0-3 159 0</inkml:trace>
  <inkml:trace contextRef="#ctx0" brushRef="#br0" timeOffset="65547.53">10954 13565 22 0,'0'-3'322'0,"0"-1"67"0,0-3 68 15,0 3 8-15,0 4-22 0,0-3-22 16,0 3-21-16,0-4-28 0,0 4-40 0,-7 0-52 15,7 0-64-15,0 0-62 0,0 0-41 16,0 4-27-16,7-1-14 0,-7 4-1 0,0-3 5 16,0 3 18-16,7 5 4 0,-1-5 3 15,-6 7 1-15,6-3 2 0,-6 1 3 0,0 2-10 16,8 0-1-16,-8 2-4 0,0-2 3 16,0 1-6-16,6-1-4 0,-6-3-2 0,0 4-1 15,0-4 5-15,0 0 2 0,0-1 5 16,0 2-3-16,0-5 1 0,0-3-2 15,0 3-3-15,0-3 2 0,0-1 5 0,0-3 15 16,0 5 12-16,0-5 6 0,0 0-2 16,0 0-10-16,0 0-14 0,0-5-14 0,0 2-20 15,0-4-15-15,0 3-10 0,0-3-8 16,0-1-6-16,-6 0-9 0,6-2-4 0,0 2-4 16,0-1-2-16,-8 0-3 0,8-2-1 15,-6 0 0-15,6 0-3 0,0-3-1 0,0 3 0 16,-6 0 1-16,6-4-2 0,0 4 0 15,0 0 0-15,0 1-1 0,0-2 1 0,6 5-1 16,-6-4 0-16,6 4 1 0,2-5-1 16,-2 5 0-16,0 0 0 0,7 0 0 0,-6-1 0 15,6 0-1-15,-1 2 2 0,2 2 0 16,-2-3 0-16,2 4 0 0,-1-5 1 0,0 4 0 16,0-1 3-16,0 3-4 0,0 2-1 15,0-4 0-15,0 4-1 0,-6 0 0 0,5 4-2 16,-4-4 1-16,-2 2 1 0,0 3-1 15,0 2 1-15,1-2 1 0,0 1-1 16,-1 2 2-16,1 3 0 0,-1 0-3 0,-6-4 3 16,6 7 2-16,-6-2 7 0,0 2 5 15,8 1 5-15,-8 0 6 0,0-1 3 16,0 0 4-16,0 5 1 0,0-4 6 0,0-1 4 16,6 1 3-16,-6 0-28 0,0-1-18 15,0 1 0-15,0-5 0 0,0 2 0 0,0-1 0 16,0-4 0-16,0 0 0 0,0-2 0 15,6 2 0-15,-6-4 0 0,0 1 0 0,0-4 0 16,0 4 0-16,0-4 0 0,0 0 0 16,0 0 0-16,0 0 0 0,0-4 0 0,0 4 0 15,-6-4 0-15,6 1 0 0,-6-1 0 16,-2-4 0-16,8 5-82 0,-12-4-418 0,5-1-165 16,1 1-201-16,-8 0-217 0,8 0-62 15,0-5 28-15,-8 8 97 0,8-3 170 0,0 0 240 16</inkml:trace>
  <inkml:trace contextRef="#ctx0" brushRef="#br0" timeOffset="70192.45">12237 13375 27 0,'0'3'258'0,"0"-3"41"0,0 0 26 16,0 0 26-16,0 0 6 0,0 0-19 15,0 0-11-15,7 0-11 0,-7 0 5 0,0-3 6 16,0 3-3-16,0 0 1 0,0 0-16 0,0-4-15 15,0 4-25-15,0-3-28 0,0 3-24 16,0-4-25-16,0 4-26 0,0 0-29 0,0 0-28 16,0 0-29-16,0 0-25 0,0 4-17 15,0-1-12-15,0 4 1 0,0 1 8 16,0 7 14-16,0-1 14 0,0 1 17 0,0 7 12 16,0 0 10-16,0 0 8 0,-7 4-2 15,7 3-3-15,0-3-9 0,0 3-5 0,0 0-8 16,0 1-13-16,0-1-13 0,0-4-8 15,7 1-9-15,-7-5-7 0,0 2-8 16,6-1-9-16,-6-4-4 0,7-3-5 0,-7-4 0 16,0 0-2-16,6-4-3 0,-6 0 1 15,0 2 2-15,0-7 0 0,0-2-3 0,0 5-10 16,0-5-34-16,0-5-54 0,-6 3-69 16,6-3-88-16,-7 1-124 0,1 1-146 0,-1-5-138 15,0 1-142-15,1 0-123 0,0-1-15 16,0 1 71-16,-2 0 128 0,2 0 156 0,0-1 187 0</inkml:trace>
  <inkml:trace contextRef="#ctx0" brushRef="#br0" timeOffset="70587.14">12015 13697 196 0,'-6'0'382'0,"6"0"71"0,-6-3 56 0,6 3-31 31,-6 0-43-31,6 0-18 0,0 0-19 0,0 0-28 16,0 0-36-16,0 0-43 0,0 0-39 0,0 0-42 0,0 0-33 15,0 0-18-15,6 0-5 0,6 3-1 16,-5-3-6-16,6 5-9 0,0-5-9 0,7 3-11 15,-1-3-12-15,1 0-13 0,0 3-8 16,6-3-5-16,-1 0 1 0,9 4 0 0,-9-4 2 16,7 0 1-16,1 0 0 0,0 0-6 15,0 0-7-15,-8-4-4 0,7 4-6 16,-5-3-1-16,-7 0-3 16,6-2 0-16,-14 2-3 0,8 3-5 0,-7-4-4 15,-7 0-6-15,8 1-9 0,-14 3-7 16,6-4-10-16,-6 4-20 0,6-4-45 15,-12 4-64-15,6 0-87 0,-6 0-132 0,-1 0-175 16,-6-3-213-16,0 3-224 0,7 0-82 16,-8 0 12-16,2-4 90 0,-2 4 156 0,2-3 217 15</inkml:trace>
  <inkml:trace contextRef="#ctx0" brushRef="#br0" timeOffset="71228.96">13376 13302 45 0,'0'-5'355'0,"0"5"62"0,0-3 47 16,0 0-13-16,0-1-34 0,0 4-53 15,-6-4-35-15,6 1-15 0,-6 0-11 0,0-2-20 16,-2 2-29-16,2 3-36 0,-7-4-32 16,7 4-27-16,-8 0-20 0,2 0-13 0,-2 4-12 15,-5-1-8-15,6 2-6 0,0 1-7 16,-7 2-3-16,1 3-8 0,6 1-8 16,-6-3-8-16,-1 9-8 0,7-2-3 0,-7 2-3 15,7 0 1-15,7 1 6 0,-7 3 6 16,7 3 7-16,-2-3 6 0,2 5 6 0,6-7 7 15,6 6 2-15,-6 0 9 0,8 0 4 16,4 0 1-16,1-5 6 0,0 1 0 16,7 0 0-16,-1-3-5 0,1-1-4 0,6 0-5 15,-7-4-2-15,7-2 0 0,1-1-5 16,-7-4 0-16,5-3 2 0,1-1 0 0,-6-3-3 16,0 0-5-16,-1 0-6 0,-6-3-10 15,6-1-46-15,-13 1-24 0,8-1 0 0,-8-3 0 16,-6 3 0-16,7 0 0 0,-7-4 0 0,-7 6-32 15,7-6-185-15,-6 0-98 0,0 5-115 16,-2-1-145-16,2-3-133 0,6 3-159 16,-6 1-133-16,6-2-21 0,6 2 55 0,-6 0 132 15,6-1 156-15,8 0 216 0</inkml:trace>
  <inkml:trace contextRef="#ctx0" brushRef="#br0" timeOffset="71956.21">13611 13712 113 0,'-6'-4'442'0,"6"1"85"0,-6 0 87 0,6-2 52 15,0 2-71-15,-8-5-95 0,8 5-72 16,0-5-53-16,-6 5-59 0,6-1-64 0,0-3-52 0,0 4-34 16,-6-6-26-16,6 6-22 0,0 0-20 15,6-5-22-15,-6 5-17 0,0-1-11 0,6 0-12 16,2 1-6-16,-2-2-5 0,7-2 2 15,-7 4 1-15,8-1 3 0,-2-3 9 16,2 3 7-16,-2 0 12 0,2 1 7 0,-1-1 4 16,-1 4 0-16,2-3-4 0,-2 3-6 15,2 0-9-15,-1 0-8 0,-7 3-6 0,7 1-4 16,-6-1-3-16,-1 5-3 0,0-1 0 16,2 0-2-16,-2 5-2 0,-6-1 3 0,6 0 0 15,-6-1-6-15,0 5 6 0,0-4 0 0,-6 4 2 16,0-4-4-16,-2 3-6 0,-4 1 5 15,-2-1-8-15,8 2-3 0,-7-6-6 16,-7 5 0-16,8-4-2 0,-2-3-2 0,8-1 2 16,-7 0-1-16,7-3 12 0,-1 3 10 15,0-3 15-15,7-4 11 0,-6 0 10 0,6 0 7 16,0 0-2-16,0-4-9 0,0 0-8 16,0 4-10-16,6-3-11 0,1-1-9 0,6 0-7 15,-6 4-4-15,5-3-3 0,2 3-3 16,-2 0-1-16,2 0-1 0,-1 0-1 15,-1 3 1-15,2 1 5 0,-2 3 11 0,-4 1 20 16,4-1 17-16,1 4 11 0,-6 0 8 16,-1 0 3-16,7 3-2 0,-13-3-8 15,6 3-6-15,-6 3 3 0,-6-7 8 0,0 5-27 16,-7 3-43-16,0-4 0 0,0 1 0 16,-1 0 0-16,-12-1 0 0,7 1 0 0,-1-4 0 15,1-3 0-15,0-2 0 0,-8 3 0 16,7-6 0-16,2 0 0 0,-2-3 0 0,7-3 0 15,-7 3 0-15,8-3 0 0,-2 3 0 16,1-5 0-16,7 1 0 0,-8 1 0 0,8 0 0 16,0 3 0-16,6-4 0 0,-7 4 0 15,7-4 0-15,0 4 0 0,-7 0 0 0,14-3 0 16,-7 3 0-16,0 0 0 0,7-5 0 16,-7 5 0-16,6-3 0 0,-6 3 0 15,6-3 0-15,-6-2 0 0,0 5 0 0,0-7-127 16,0 4-645-16,0-1-290 0,0-3-171 15,-6-1-25-15,0-2 68 0,-1 2 132 16,-6-7 228-16,0 5 316 0</inkml:trace>
  <inkml:trace contextRef="#ctx0" brushRef="#br0" timeOffset="76622.63">5639 12287 160 0,'-6'4'252'0,"0"-1"30"0,0 0-27 0,6 2-10 15,-8-1 10-15,2-1 8 0,0-3-5 16,6 3-4-16,-7 1 8 0,7 0 26 0,0-4 26 15,0 3 12-15,0 2-3 0,0-2-9 16,0 0-18-16,0 2-39 0,0-3-44 0,7 3-32 16,-1-2-27-16,8 1-17 0,-8 0-14 31,6-1-10-31,8 1-10 0,-1-4-9 0,7 0-10 16,-6 0-8-16,7 0-11 0,5-4-7 0,-6 4-13 15,0 0-12-15,0-3-6 0,-6 3-8 16,6-4-6-16,-14 4-6 0,2 0-9 0,-1 0 1 15,-7 0 1-15,0-4 0 0,2 4-2 16,-8 4-7-16,0-4-11 0,0 4-47 0,-8-4-68 16,8 3-108-16,-6 1-131 0,6 0-145 15,-6-1-156-15,-1-3-143 0,7 4-32 0,0-1 55 16,0-3 105-16,0 5 136 0,7-5 164 0</inkml:trace>
  <inkml:trace contextRef="#ctx0" brushRef="#br0" timeOffset="77254.28">6519 12258 211 0,'0'-4'352'0,"0"0"48"0,0 1 24 15,0-5-30-15,0 5-60 0,0-5-32 0,-7 5 7 16,7-6 10-16,0 7-11 0,-6-2-27 15,6-3-21-15,-7 3-24 0,1 1-41 0,0-2-34 16,-2 5-21-16,-4 0-12 0,5 0-12 16,-6 0-17-16,7 5-16 0,-7-2-17 15,-1 1-14-15,2 3-14 0,5-1-6 0,-6 3-6 16,0 2 0-16,7 0-2 0,-1-4 2 16,-6 8 8-16,7-4 1 0,-1 3 7 15,0 1 7-15,1-1 11 0,0 2 2 0,6 2-2 16,-7-4 6-16,7 8 0 0,0-4-1 0,0 1-3 15,7-2 6-15,-7 2 4 0,6 4-8 16,0-9 5-16,1 5-3 0,6-5-2 16,0 4-5-16,0-7-4 0,0 1 3 0,7-2-5 15,-8 1-4-15,8-3-1 0,0-5-2 16,-1 2 0-16,1 2-2 0,-1-7 2 0,-6 3 2 16,0-3 0-16,7 0 0 0,-7 0-2 15,-6 0-2-15,5 0-2 0,-5-3-6 0,-1 3-2 16,1 0-5-16,0-5 1 0,-7 5-2 15,6 0-4-15,-6 0-2 0,0 0-4 0,0 0-11 16,-6 0-26-16,6 0-47 0,-7 0-64 16,7 5-78-16,-7-5-99 0,7 0-138 0,-6 0-146 15,6-5-160-15,0 5-165 0,0-2-44 16,0 2 36-16,0-5 112 0,6 2 149 16,-6-1 195-16</inkml:trace>
  <inkml:trace contextRef="#ctx0" brushRef="#br0" timeOffset="78433.58">5418 14159 158 0,'-6'-4'295'16,"0"-4"46"-16,-2 5-8 0,2 0-4 16,-7 3-20-16,13-4-11 0,-7 4-8 0,1-4-2 15,0 4-10-15,6 0-16 0,0 0-16 16,0 0-15-16,0 0-6 0,6 4-6 0,0-4-5 15,8 0-8-15,6 0-12 0,-1 4-16 16,0-4-25-16,8 0-24 0,-2 0-23 0,8-4-24 16,-7 4-12-16,6 0-12 0,-6 0-10 15,0 0-11-15,1 0-7 0,-1-4-4 0,0 4-8 16,-7 0-4-16,1-3-6 0,0 3-5 16,-8 0-7-16,1 0-5 0,-6 0-15 0,0 0-40 15,-1 0-67-15,0-4-99 0,-6 4-121 16,0 0-157-16,7 0-162 0,-7 0-116 15,0 0-12-15,0-4 59 0,0 4 101 0,7-7 152 16</inkml:trace>
  <inkml:trace contextRef="#ctx0" brushRef="#br0" timeOffset="78885.28">6323 13844 376 0,'0'-7'492'0,"7"-1"71"0,-7-3 86 0,0 4-47 15,0-1-122-15,-7-2-92 0,7 2-53 16,-6 1-41-16,6 0-64 0,-6 0-53 0,-1-1-34 16,0 4-24-16,1 0-23 0,-1 4-19 15,-5 0-14-15,4 0-8 0,-4 4-7 16,5 0-1-16,-6 4-1 0,0-1 1 0,7 0-2 15,-8 4 1-15,8 3 3 0,-7-2 7 16,6 2 7-16,1 4 6 0,0-3 9 0,6 7 8 16,-7-4 13-16,7 4 11 0,0-3 5 15,0 3 9-15,7 0 2 0,-1 0 5 0,0 0-4 16,1-4 0-16,0 4 2 0,5-7-8 0,2 3 1 16,-1-7-10-16,6 0-10 0,0 0-13 15,1-4-17-15,0-4-15 0,6 2-14 16,-7-2-12-16,8-6-10 0,-8 3-9 0,0-5-5 15,1 2-3-15,0 0-2 0,-7-5-2 16,-1 5-3-16,-4-1-7 0,-2 0-23 16,0 1-53-16,-6-1-70 0,7 0-83 15,-14 1-90-15,7-1-125 0,0 0-142 0,0 1-146 16,-6-5-143-16,6 2-64 0,0-3 15 16,0-1 88-16,0 3 144 0,6-4 185 0</inkml:trace>
  <inkml:trace contextRef="#ctx0" brushRef="#br0" timeOffset="80043.72">5913 15562 306 0,'0'4'469'0,"0"-1"68"16,0 1 34-16,0 0-47 0,0-4-74 16,0 3-75-16,0 1-63 0,6-4-34 15,1 3-26-15,0-3-27 0,-1 4-32 0,7-4-29 16,7 0-20-16,-8 0-22 0,15-4-16 15,-7 4-14-15,6-3-14 0,0 3-13 16,-7-4-11-16,7 1-8 0,-6 3-6 0,-1-4-11 16,1 4-5-16,-8-4-9 0,2 4-9 15,-8 0-9-15,1-3-10 0,-7 3-15 0,0 0-47 16,0 0-88-16,0-4-118 0,-7 4-136 16,7 0-150-16,-6-4-155 0,0 1-64 15,6 3 28-15,0-3 88 0,0-1 126 0,6-1 149 16</inkml:trace>
  <inkml:trace contextRef="#ctx0" brushRef="#br0" timeOffset="80449.86">6623 15408 300 0,'0'-3'430'0,"0"-4"61"0,0 2 60 15,0-2-61-15,0 0-91 0,-6 3-59 16,6-3-34-16,-7 0-26 0,0 4-35 0,1-1-40 16,-1-4-31-16,-5 8-26 0,5-3-30 15,-6 3-26-15,7 3-18 0,-8-3-11 0,8 8-8 16,-1-4-11-16,-6 2-5 0,7 5-4 16,-7-3 0-16,7 7-3 0,-2-5-1 15,2 5 0-15,0 3 1 0,-1 0 5 0,1 2 0 16,6-3 4-16,0 5 4 0,-7 0 13 15,7 0 17-15,7-4 13 0,-7 4 19 0,6 0 12 16,-6-3 9-16,7-1 1 0,5-3-3 16,-4-1-5-16,4 1-11 0,1-4-9 15,0 0-10-15,0-4-14 0,1 0-14 0,5-2-13 16,-6-2-10-16,6-3-11 0,-5 0-11 16,5 0-6-16,0-3-5 0,-5 3-8 0,-1-9-11 15,-1 6-25-15,2-1-40 0,-8-3-55 16,7 0-76-16,-6 3-111 0,-1-6-136 0,1 1-116 15,-1-1-120-15,0 3-110 0,-6-4-47 16,8 0 50-16,-2 0 107 0,0-1 120 0,1 2 151 16</inkml:trace>
  <inkml:trace contextRef="#ctx0" brushRef="#br0" timeOffset="81498.13">5646 16562 271 0,'-7'0'525'16,"1"4"103"-16,0-1 76 0,0-3-34 15,6 0-123-15,0 4-119 0,6-4-105 0,0-4-79 16,0 4-54-16,8-3-23 0,5-1-22 0,1 4-13 16,6-3-10-16,-1-1-4 0,1-3-11 15,7 2-9-15,-7 2-10 0,7-4-13 0,-1 3-18 16,1-2-14-16,-7 1-13 0,0 2-9 0,0-1-12 15,-6-1-4-15,-7 3-11 0,-1-2-11 16,-4 4-18-16,-2 0-32 0,0 0-60 0,-6 0-109 16,0 0-137-16,-6 4-161 0,6-4-175 15,-6 2-104-15,-2-2-8 0,8 0 70 0,0 5 123 16,0-5 159-16</inkml:trace>
  <inkml:trace contextRef="#ctx0" brushRef="#br0" timeOffset="81935.53">6740 16354 81 0,'0'-5'436'0,"-6"-1"62"0,6-2 54 0,0 2 51 16,-7-2-79-16,0-1-96 0,1-1-49 0,0 6-22 15,0-2-21-15,-8-2-32 0,8 0-48 16,-7 5-33-16,-1-1-35 0,2 4-22 0,-2-4-18 16,2 4-22-16,-2 4-26 0,1 0-23 15,1-1-14-15,-2 5-7 0,2 0-7 0,-2 2-4 16,8 5 6-16,-7-1 7 0,0 4 6 16,6 5 5-16,1-2 16 0,0 5 9 0,-2 0 10 15,8 0 8-15,0-1 8 0,0 5 6 0,0-1 3 16,8-4 3-16,-2 1-4 0,0-1-3 15,7 2-4-15,0-9-1 0,0 4-9 0,1-3-7 16,5-5-7-16,0-3-13 0,1 1-14 16,6-6-16-16,-7 2-16 0,8-5-38 0,-1-3 0 15,6-3 0-15,-5 3 0 0,-1-5 0 0,-7-2 0 16,1 5 0-16,-8-6 0 0,8 4 0 16,-7-4 0-16,-6 1-65 0,-1 3-83 0,1-2-81 15,-7-2-103-15,6 4-127 0,-6-3-158 16,0-1-160-16,0 5-151 0,0-4-89 0,0 3 11 15,0-4 87-15,0 5 153 0,6-1 187 0</inkml:trace>
  <inkml:trace contextRef="#ctx0" brushRef="#br0" timeOffset="102715.96">1393 15361 100 0,'0'-3'215'0,"0"-1"9"15,-6-4-47-15,6 5-20 0,-7-2-10 16,7 2-33-16,-6-5-28 0,6 5-22 0,-7-5-8 16,0 1 2-16,7 4 7 0,-6-5 11 0,6 1 14 15,-6 0 24-15,6 0 24 0,0-1 19 0,-6 4 12 16,6-3 4-16,0 0 4 0,0 4-12 0,0-2-17 16,0 2-17-16,0-1-13 0,6 4-8 15,-6-3-18-15,0 3-12 0,0 0-15 0,0-4-5 16,0 4-4-16,6 0 2 0,-6 0 7 0,6-4 13 15,1 4 13-15,0 0 8 0,-1-3 5 16,1 3 1-16,-1-4 4 0,8 4-3 0,-8-4 1 16,6 4-4-16,2-3-6 0,-1-1-13 0,0-4-13 15,0 5-13-15,0 3-13 0,0 0-13 16,0 3-2-16,7 2 0 0,-8-2 4 0,8 1 2 16,-7-1 7-16,7 1 4 0,6 0-4 0,-7-1 4 15,7 1-1-15,0 0 4 0,-6-1-5 0,13-3-2 16,-7 4 3-16,0-4-2 0,6 0 1 15,1 0-1-15,-1 0 2 0,7 0-2 16,-6-4-4-16,6 1-4 0,0-1-8 0,0 0-6 16,-6 1-6-16,6 3-1 0,-1-4-5 0,2 0-2 15,-7 1 1-15,-1-1 0 0,7 4-2 0,0-3 0 16,-7-2 0-16,8 2 0 0,-1 3 0 16,0-5-3-16,1 2 3 0,-2 0 1 15,1-1 1-15,7 0 1 0,-7 1 1 0,6 3 1 16,1-4-2-16,-1 0 0 0,2 0-2 0,-2 1-2 15,1 3-2-15,-1 0 2 0,-6 0-3 16,7 0 1-16,-1 0 2 0,1 0 2 0,-1 0 0 16,1 0-1-16,-1 3 3 0,1-3 2 15,0 4 0-15,0-4 2 0,5 4 2 0,1-4 5 16,1 4 3-16,6-4 6 0,-8 0 6 16,8 0 5-16,-1 0 1 0,-5 0 1 0,6 0 0 15,-1 0-4-15,1-4-7 0,0 4-6 16,-2-4-4-16,2 4-3 0,6-4-5 15,-6 4-4-15,0 0-4 0,-1-3-1 0,1 3-4 16,0 0 0-16,-1 0 1 0,-5 0 1 16,4 3 2-16,-10-3 0 0,5 0 5 0,-1 4 2 15,-4-4 0-15,-2 4 2 0,1 0 2 16,-1-4 2-16,1 3 2 0,-7 1 0 0,6 0 0 16,-5-1 2-16,-1 0-2 0,-1-3-1 15,2 5 4-15,-1-2 7 0,0 2 5 16,0-2 11-16,0 1 6 0,0-4 5 0,0 3-2 15,0 1-4-15,1 0-3 0,-2-1-5 0,1 1-3 16,1 0-4-16,-1-1 2 0,0 1 0 16,-1 4-3-16,2-5 0 0,5 0 0 15,-6 1-1-15,7 0 3 0,7-4 3 0,-8 3 3 16,7 1 3-16,0 0 1 0,0-4 6 16,7 4-3-16,-7-1-1 0,0-3 1 0,6 4 3 15,-5-4 0-15,5 3 2 0,-5 1-34 16,5 0-21-16,0-1 0 0,1 1 0 15,0 0 0-15,-1-1 0 0,1 4 0 0,0-2 0 16,-7-2 0-16,0 0 0 0,0 2 0 0,0-2 0 16,-6-3 0-16,0 3 0 0,-8-3 0 15,1 0 0-15,0 5 0 0,-6-5 0 0,0 0 0 16,-8 0 0-16,1-5 0 0,-6 5 0 16,-1 0 0-16,-5 0 0 0,-1-3 0 15,0 3 0-15,-7 0 0 0,-6 0 0 0,7 0 0 16,-7 0 0-16,0-3 0 0,-7-2 0 15,1-1-84-15,-7 1-471 0,-6-2-161 16,5 0-163-16,-5 0-189 0,5-4-57 0,-4-4 35 16,10 0 105-16,2-3 171 0,0 0 212 15</inkml:trace>
  <inkml:trace contextRef="#ctx0" brushRef="#br0" timeOffset="103451.66">8473 14529 283 0,'0'0'437'0,"0"-4"75"0,0 1 29 16,0-1 10-16,0 0-45 0,0 1-59 16,-7 0-43-16,7-6-36 0,-6 6-33 0,-1-4-50 15,7 3-48-15,-7-4-32 0,1 5-30 16,0 0-23-16,-1-4-24 0,7 7-17 16,-7-5-17-16,-5 2-13 0,5 3-8 0,-6 0-6 15,6 0-8-15,-5 3-6 0,-2 2-5 16,-5-3-7-16,6 6-9 0,0 0-4 15,-1-1-1-15,-4 3 6 0,4 2 1 0,1 2 4 16,1-3 8-16,4 4 4 0,-4 0 7 16,-2 3 4-16,8-4 11 0,-7 9 6 0,7-5 8 15,-1 1 2-15,0 2 1 0,7 2-3 16,-6-2-5-16,6 1 2 0,0-1 5 16,6 2 6-16,-6-1 2 0,7 0 11 0,0-3 14 15,-1-1 10-15,7 0 7 0,0 1 7 16,0-5-136-16,1-2-9 0,5-2 0 0,1 1 0 15,-2-4 0-15,9 0 0 0,-7-3 0 16,-1 0 0-16,7 0 0 0,-6-4 0 0,-1 0 0 16,0-4 0-16,-5 4 0 0,-1-4 0 0,0 4 0 15,0-4 0-15,-1 1 0 0,-4 3 0 16,-2-4 0-16,0 1 0 0,1 3 0 16,-7-4 0-16,6 4 0 0,-6-4 0 0,0 4 0 15,7-3 0-15,-7 3 0 0,0-4 0 16,0 4-451-16,0-4-162 0,6 4-143 15,-6-3-150-15,7 0-149 0,-1-1-29 0,0-4 54 16,2 5 130-16,4-5 181 0,-5 5 208 16</inkml:trace>
  <inkml:trace contextRef="#ctx0" brushRef="#br0" timeOffset="104314.67">8687 14870 131 0,'0'0'363'0,"0"0"76"0,-6-4 39 16,6 0 18-16,0 1 7 0,-6-1-33 0,6 1-33 16,0-2-24-16,0 2-27 0,0-1-37 15,0 1-51-15,0-1-41 0,-7 0-31 16,7 4-33-16,0 0-32 0,0-3-32 0,0 3-30 16,0 0-28-16,0 0-21 0,0 0-17 15,0 0-9-15,0 3 1 0,0 1 3 16,7 0 6-16,-7 3 12 0,0 1 18 0,6-1 16 15,-6 4 6-15,6 3 3 0,-6-2 5 16,0 2 0-16,7 0-5 0,-7-2 2 0,7 6 2 16,-7-4 4-16,6 1 1 0,-6-1-3 0,7 1-3 15,-7 0-8-15,6-4-6 0,-6 5-9 16,6-6-5-16,-6 1-7 0,8-3-4 0,-8-1-6 16,0 0 0-16,0-3 4 0,6 3 5 15,-6-3 12-15,0-4 18 0,0 3 16 16,0-3-74-16,0 3-28 0,0-3 0 0,0 0 0 15,0 0 0-15,0-3 0 0,0 0 0 16,-6 3 0-16,6-8 0 0,0 5 0 0,0-5 0 16,-8 1 0-16,8 0 0 0,0-1 0 15,-6 1 0-15,6-3 0 0,0 2 0 16,0 0 0-16,-6-3 0 0,6 4 0 0,0-4 0 16,0-1 0-16,0 2 0 0,0 3 0 15,0-8 0-15,0 4 0 0,6 4 0 0,-6-4 0 16,6-1 0-16,-6 1 0 0,8 0 0 15,-8 0 0-15,6 4 0 0,0-4 0 0,1 0 0 16,-1 1 0-16,1-2 0 0,-1 1 0 16,1 0 0-16,-1 1 0 0,8 2 0 0,-8-3 0 15,7 4 0-15,-6-4 0 0,5 4 0 16,-5-1 0-16,6 1 0 0,-6 3 0 0,-1 0 0 16,0 2 0-16,1-3 0 0,0 1 0 15,-1 4 0-15,0-3 0 0,-6 6 0 16,7-3 0-16,-1 4 0 0,1 1 0 0,0 1 0 15,-1-2 0-15,8 3 0 0,-8 1 0 16,0 2 0-16,0 2 0 0,1-1 0 16,0 0 0-16,-1-1 0 0,1 5 0 0,-1-4 0 15,0 4 0-15,2-1 0 0,-8-3 0 16,6 4 0-16,0-4 0 0,-6 3 0 0,0-2 0 16,6 2 0-16,-6-3 0 0,0 0 0 0,8 4 0 15,-8-5 0-15,0-2 0 0,6 3 0 16,-6-4 0-16,0 4 0 0,0-4 0 0,0 1 0 15,0 0 0-15,0-5 0 0,0 5 0 16,0-5 0-16,0 1 0 0,0 0 0 16,0-4 0-16,0 4 0 0,0-4 0 0,0 0 0 15,0 0 0-15,0 0 0 0,0-4 0 16,0 4 0-16,0-4 0 0,-6-3 0 16,6-1 0-16,-8 2 0 0,2-7 0 0,0 3-356 15,6-1-397-15,-6-4-247 0,6 1-176 16,0-5-34-16,0 1 56 0,6-3 123 0,6-2 211 15,-4-3 291-15</inkml:trace>
  <inkml:trace contextRef="#ctx0" brushRef="#br0" timeOffset="105251.91">9097 14408 126 0,'-12'-15'386'0,"6"0"70"16,-8 1 65-16,-5-1-7 0,5 1-2 16,-4-5-60-16,-2 5-42 0,0-1-30 0,1-3-32 15,-7 3-56-15,-1-3-52 0,1 3-40 16,0-3-26-16,1 4-20 0,-1-2-16 0,-1-2-10 16,8 4-13-16,-8 3-6 15,2 0-6-15,-1 0-5 0,0 3-6 0,-1 5-10 16,-5-1-4-16,6 4-6 0,-7 0-4 0,1 4-2 15,-1-1 0-15,-6 5-1 0,7-5-2 16,-1 8-5-16,0-3-9 0,0 3-9 16,1 0-10-16,-1 1-7 0,1-3-7 0,6 7-5 15,0-6 1-15,0 5 0 0,0-4 3 16,0 7 5-16,0-3 5 0,7-1 9 16,-7 5 6-16,6-1 6 0,0 4 8 0,-5-4 5 15,5 5 4-15,0-2 2 0,1 5 0 0,-1 0-2 16,7 3 1-16,-7-4 0 0,1 5 4 15,6-1 4-15,-1 0 8 0,2 5 3 16,-1-5 3-16,6 4 3 0,0 0 4 0,1 0 3 16,0 4-8-16,6-5-88 0,0 2 0 15,0-2 0-15,6 2 0 0,0-5 0 0,1 4 0 16,0-4 0-16,6 0 0 0,-1 1 0 16,2-1 0-16,6-4 0 0,-8 5 0 0,8-1 0 15,-1 1 0-15,1-5 0 0,0 4 0 16,-1-3 0-16,7-1 0 0,-6 2 0 0,5-2 0 15,1 0 0-15,-6-2 0 0,13-2 0 16,-7 4 0-16,0-2 0 0,7 0 0 16,-1-5 0-16,1 4 0 0,-1-4 0 0,1 0 0 15,-1-3 0-15,7-1 0 0,-6 2 0 0,6-6 0 16,0-2 0-16,-6 1 0 0,6-4 0 16,-7-1 0-16,1-1 0 0,-1 2 0 0,1-5 0 15,0-5 0-15,0 2 0 0,-1-1 0 16,1-3 0-16,-7-4 0 0,6 4 0 15,1-5 0-15,-8-2 0 0,9-1 0 0,-9 0 0 16,1 1 0-16,6-4 0 0,-5-1 0 16,-1-2 0-16,0 2 0 0,0-4 0 0,0 2 0 15,-7-5 0-15,8 0 0 0,-1-3 0 16,0 0 0-16,0 0 0 0,-7-4 0 0,7 3 0 16,-6-2 0-16,-1 2 0 0,-5-3 0 15,5 0 0-15,-6 4 0 0,0-3 0 0,-7-6 0 16,1 2 0-16,-7-1 0 0,7-7 0 15,-7 4 0-15,-7-1 0 0,7-3 0 0,-13 0 0 16,7 4 0-16,-1 0 0 0,-6-1 0 16,-6 4 0-16,5 5 0 0,-5 3 0 15,-1 3 0-15,-6 0 0 0,0 1 0 0,0 3 0 16,1 3 0-16,-8 1 0 0,7 4 0 16,0-1 0-16,-1 4 0 0,1 0 0 0,0 3 0 15,7 1 0-15,-7 0 0 0,12 3 0 16,-5 0 0-16,-1 1 0 0,8-1 0 0,-2 4 0 15,8 0 0-15,-7-4 0 0,6 4 0 16,1 0 0-16,-1 0 0 0,1 4 0 0,0-4 0 16,-1 4-237-16,0-4-506 0,1 3-266 15,-7 1-183-15,0 0-38 0,0-4 54 0,0 0 125 16,-6 0 211-16,-1 0 301 0</inkml:trace>
  <inkml:trace contextRef="#ctx0" brushRef="#br0" timeOffset="113197.27">5861 14485 109 0,'0'-3'218'16,"0"-2"4"-16,7-1-29 0,-7-1-18 15,0 2 10-15,0-2-2 0,0-4-6 16,6 4 2-16,-6 0 10 0,7-1 11 0,-7-3 8 16,6 4 4-16,-6-4 12 0,6 4 16 15,-6-1 10-15,8 1-5 0,-8 0-8 0,6 3-24 16,-6 0-32-16,0 0-37 0,0 1-37 15,6 3-21-15,-6 0-14 0,0 3-4 0,6 1 1 16,-6 0-2-16,0 3 5 0,7 1-1 16,-7 3-8-16,0-4-5 0,0 4-5 0,0 0 4 15,0-1-12-15,0 2-6 0,0-1-2 16,-7 0-5-16,7-1-1 0,0 1-9 0,-6-3 10 16,6 0 7-16,0-2 10 0,0-2 9 15,0 1 8-15,-6-2 21 0,6-3 9 0,0 3 8 16,0-3-1-16,0 0-4 0,0 0-7 15,0-3-15-15,0 3-17 0,0-3-16 16,0-2-11-16,6 1-9 0,0-2-8 0,-6 2-6 16,14-3-5-16,-8 2-2 0,7 2-2 0,-7 0-1 15,8-2 0-15,-2 3-1 0,2-3 1 16,-1 5 1-16,7 0-1 0,-14 0 0 16,6 5 0-16,2-3 0 0,-1 6-2 0,-6-5 1 15,-1 5 2-15,1 0 2 0,-1 2-1 16,-6 1 0-16,6-3 4 0,-6 3 1 0,0-1-3 15,-6 2-1-15,0-1 1 0,6 0 0 16,-7-1-2-16,-6-2 0 0,6-1 0 0,1 0-1 16,0 0 1-16,-2-2 1 0,-4-2 1 15,6 2-1-15,-1-2 1 0,-6-3-1 16,6 3-2-16,1-3-15 0,0 0-38 0,-2 0-50 16,-4-3-71-16,6 0-100 0,-2-2-133 15,8-3-143-15,-6 1-130 0,6 0-141 16,-6-4-30-16,6 0 46 0,0 0 106 0,0 0 141 15,6 0 158-15</inkml:trace>
  <inkml:trace contextRef="#ctx0" brushRef="#br0" timeOffset="113431.59">5913 14434 325 0,'-6'-4'425'0,"6"4"63"0,0-3 55 15,0-2-64-15,0 2-65 0,0 3-42 16,0-4-37-16,6-3-39 0,0 3-37 0,8 1-51 15,-8-5-43-15,13 1-37 0,-5-1-27 16,6 2-4-16,-1-2-17 0,1-3-8 16,-2 4-8-16,9-4-1 0,-7 0-3 0,6 3-9 15,-7-3 2-15,1 4-7 0,-1 0-2 16,-6-1-11-16,-7 5-4 0,2 0-5 0,-2-2-9 16,0 2-2-16,-6 3-10 0,0 0-10 15,0 3-43-15,-6-3-85 0,0 5-121 0,-2-2-150 16,2-3-180-16,0 7-159 0,-8-3-52 15,8-1 32-15,0-3 93 0,-7 4 138 16</inkml:trace>
  <inkml:trace contextRef="#ctx0" brushRef="#br0" timeOffset="115527.51">1334 14287 67 0,'8'-4'280'0,"-8"-2"48"0,0 1 15 15,6 2-50-15,-6-1-4 0,0 1-39 16,0 3-36-16,0-4-31 0,0 4-27 0,0 0-25 15,0 0-30-15,0 4-20 0,0-1-14 0,0 1-7 16,0-1 9-16,0 5 15 0,0 6 17 0,0-3 14 16,0 4 19-16,6 4 18 0,-6-1 6 15,0 3 9-15,0 5 12 0,0 4 10 0,6 0 7 16,-12 5-1-16,6 6-2 0,0-1-6 0,-6 4-13 16,6 4-11-16,-6-1-19 0,-2 0-8 0,2 2-10 15,-7-2-16-15,6-2-17 0,1-5-14 16,-1 0-18-16,-5-4-17 0,5 1-16 0,7-7-6 15,-7-2-4-15,1 2-6 0,0-8-3 0,6-1-2 16,0-1 1-16,-7-6-2 0,7 1-3 0,0-4-1 16,0 0 0-16,0-8 0 0,0 5 0 15,0-4 0-15,0-1-3 0,0-3-12 0,0 0-30 16,0-3-43-16,0-1-71 0,0-4-102 0,0 1-126 16,7-3-132-16,-7-5-143 0,6 0-148 15,-6-4-30-15,6-3 49 0,1 4 99 0,0-8 130 16,-7 5 164-16</inkml:trace>
  <inkml:trace contextRef="#ctx0" brushRef="#br0" timeOffset="117011.55">1360 14511 171 0,'7'-12'417'0,"-7"2"47"16,0-2 35-16,7-1-21 0,-7 5-116 15,0-3-72-15,0 3-32 0,6-2-8 0,-6 2-7 16,7 1-21-16,-7 3-21 0,0-3-41 0,6 3-40 16,0 0-30-16,2 1-10 0,-2-1-7 15,0 4-9-15,8 0 1 0,-2 0 3 0,8 0 1 16,-7 0-2-16,7 4-4 0,5-4 3 0,-5 3-6 16,6 1-5-16,0 0-2 0,7-1-4 15,-7-3-4-15,13 4-1 0,-7 0-3 0,7-4 0 16,7 3-6-16,-1-3-3 0,1 0 0 15,6 0-5-15,0 0-1 0,7-3-6 0,-7 3-1 16,7-8-3-16,-7 5-3 0,6-1 0 0,1-3 2 16,-7 0-1-16,1 2-2 0,-2-1-2 0,2-2 1 15,-1 1-4-15,-7 3-2 0,8-3-3 16,-8 2-2-16,7-1-1 0,-7-2 1 0,8 5-1 16,-7-5-3-16,-1 6 1 0,-6-3 3 15,7-2 2-15,-7 3 0 0,7 0 1 0,-8 1 2 16,1-1 2-16,-6 0-2 0,6 1-2 15,-7 3-1-15,2-3-2 0,-2-2 1 0,1 5 1 16,-1-3-1-16,1 3 1 0,5-4 0 16,-5 1 2-16,-1 3-1 0,1-4 5 15,-1 0-3-15,1 1-4 0,-1-1 1 0,8 0-2 16,-7 1-2-16,-1-1-6 0,1-4 2 16,-1 1 3-16,1 4 0 0,-1-5 4 0,1 1 0 15,-1 0 3-15,1 2 0 0,-7-5 1 16,7 6 0-16,-7-3-1 0,0 3-1 0,0-3-2 15,-1 3-1-15,2 1-1 0,-1-2 0 16,-6 2-1-16,6 0 1 0,-7 3-2 16,1-4 3-16,6 0 1 0,-7 4 1 0,7-3-2 15,0 3-2-15,0-4 2 0,1 0-1 16,5 1 1-16,-6-1-2 0,7 0 1 0,-1 1 2 16,1-5-1-16,-1 5-1 0,-5-1-2 15,5 0 2-15,1 1 1 0,-7 3 0 0,6-3 1 16,-5 3 2-16,-2-5 1 0,7 5-2 15,-6 0-1-15,1 0 2 0,5 5 0 0,-6-5 0 16,1 0-2-16,5 0 2 0,1 0-1 16,-1 0-2-16,1 0 0 0,5 0-3 0,2 0 0 15,-1 0-1-15,0 0 2 0,7 3 5 16,-1-3 1-16,1 0 5 0,-7 3 6 0,6 1 4 16,1-4 1-16,-1 4-2 0,-5-1-1 15,5 5 1-15,1-5-2 0,-1 1-3 16,2 3-2-16,-9-7 0 0,7 4-3 0,2 0-4 15,-2-1-1-15,-6 1-3 0,13 0 1 16,-6-1 1-16,-1 0 0 0,8 2 0 16,-8-2 1-16,1 1 0 0,-7 1 0 0,7-3 1 15,-8 2 1-15,1-1 0 0,0 5 3 16,1-5 2-16,-8 2 0 0,7 2 2 0,-6-4 2 16,6 1 0-16,-7 3 0 0,1-3 1 15,0 3 0-15,0-3 0 0,-1 4-2 16,1-5-1-16,-1 1 0 0,1-1-1 0,-1 5 0 15,1-5 2-15,-1 1 5 0,-6 0 8 16,7 3 0-16,-1-7 0 0,-5 3 3 0,5 2-4 16,-6-2-4-16,0 0-6 0,7 1-3 15,-8 0 8-15,1-1-6 0,1-3-4 0,-8 4-1 16,8 0 0-16,-2-1 3 0,-5-3-3 16,6 0 6-16,-6 4 8 0,5-4 4 0,-5 5 4 15,0-5-9-15,-1 2-1 0,1-2 0 16,-8 4-5-16,8-4-2 0,-7 4-3 0,7-4 6 15,-8 0-4-15,2 0-4 0,-8 0 3 16,1 0 4-16,0 0 5 0,-1 0 6 0,0 0 8 16,-6 0 5-16,0 0 2 0,7 0-4 15,-7 0-5-15,0 3-7 0,0-3-7 16,-7 0-7-16,7 0-3 0,-6 4-4 0,0-4-1 16,-1 4-3-16,0 2-1 0,-5 2 2 15,4 0-2-15,2 3 0 0,-7-1 1 0,7 5 1 16,-1 0 0-16,0 4 0 0,1-1 0 15,0 1 0-15,0 2-3 0,-2 2 0 16,8-6 1-16,-6 5-1 0,0 0 0 0,6 0 1 16,-7 1 1-16,1-2-1 0,6 2 1 15,0-2 0-15,-7 2 2 0,7 2 0 0,0-3 4 16,0 0 2-16,0 0 4 0,-7 0 4 16,7 0 4-16,0 0 8 0,0 3 3 0,-6-2 2 15,6-1 1-15,0-1 4 0,0-3-3 16,-6 5-2-16,6-2-4 0,-7-2-4 15,7-1 0-15,0 1-2 0,-7-1-1 0,7 0 0 16,-6 0-2-16,6-3-1 0,0 3-1 0,0-3-3 16,0 3-6-16,0-2-2 0,0-2 1 15,0-3 1-15,0 3-2 0,0-3 0 16,0 4 4-16,0-4 1 0,6 0 0 0,-6-4-1 16,0 4 1-16,0-4 0 0,0-2 0 15,0 1-5-15,7 2 2 0,-7-5-1 16,0 2-1-16,0-5-1 0,0 3-1 0,0-3 1 15,0 0 1-15,0 0 0 0,0 0-1 16,0 0 0-16,7 0-2 0,-7-3-14 0,0-2-29 16,0 2-54-16,0 0-72 0,0-5-97 15,-7 5-146-15,7-9-192 0,0 5-238 0,-7-4-170 16,7 0-47-16,0-4 36 0,-6-2 114 16,6-2 185-16,0-3 258 0</inkml:trace>
  <inkml:trace contextRef="#ctx0" brushRef="#br0" timeOffset="121985.81">8323 15273 89 0,'-7'7'314'16,"1"-3"64"-16,6-1 12 0,-6 1-28 16,6 0-16-16,-8-1-48 0,8-3-53 0,0 4-27 15,0-4 26-15,0 4 27 0,8-4 24 16,-2 3 17-16,0 0 16 0,7 1 0 15,7-4-37-15,0 5-40 0,6-5-31 0,6 0-28 16,1 0-25-16,6 0-22 0,0 0-15 16,7 0-12-16,5 0-11 0,1 0-3 0,7 0-17 15,0 0-11-15,0 0-15 0,-8-5-11 16,8 5-11-16,-7-4-9 0,1 1 6 0,-8 3 4 16,-6-3 3-16,-6-1-1 0,-8 4 6 15,1-4 7-15,-12 4 9 0,-1-3 0 16,0-1 0-16,-13 4-4 0,-7-4-6 0,1 4-17 15,-14-3-17-15,-5 3-8 0,-2-4-5 16,-12 4-4-16,0 0-5 0,-13 0 1 16,0 0 1-16,-1 4-1 0,-5-4-2 0,-1 3 1 15,0 1 2-15,8 0-2 0,-8-1 2 16,7 1 0-16,7 0 0 0,-1-1 1 0,0 4 0 16,14-2 1-16,-1-2 0 0,7-3 8 0,6 3 7 15,1-3 5-15,6 5 2 0,0-5 4 16,6 0-2-16,7 3-6 0,0-3-3 15,7 0 4-15,6-3 6 0,13 3 10 0,0-5 11 16,13 5 9-16,7-3 9 0,6 0 1 16,0-6-1-16,7 6-8 0,-1-4-9 0,7 3-5 15,-6-3-6-15,-7 3-4 0,6-3-1 16,-5 4 1-16,-7-5 1 0,-7 1 4 0,-1 3 0 16,-11-3-1-16,-1 4 0 0,-7-2-9 15,1 2-29-15,-8 3 0 0,-4-4 0 16,-2 1 0-16,-6-1 0 0,-6 4 0 0,-8-4 0 15,1 1 0-15,-7 3-79 0,1-4-166 16,0 4-85-16,-1 0-96 0,-7 0-136 0,9 4-167 16,4-1-212-16,-5 1-100 0,-1 0-2 15,-6 3 65-15,7-4 141 0,-1 5 204 16</inkml:trace>
  <inkml:trace contextRef="#ctx0" brushRef="#br0" timeOffset="128609.94">23875 5228 276 0,'0'0'397'0,"-6"3"71"16,6-3-2-16,0 0-25 0,-6 0-26 15,6 4-43-15,0-4-44 0,0 0-39 16,0 0-26-16,0 0-30 0,0 0-31 0,0 0-34 15,6 0-27-15,0 0-20 0,1-4-17 16,6 4-19-16,0 0-15 0,7 0-15 0,0-3-13 16,-2 3-3-16,2 0-2 0,7-5 2 15,-1 5 0-15,-1-3 3 0,1 3 6 16,0 0 3-16,1-3 2 0,-8 3 8 0,0-4 5 16,1 4 1-16,-7 0 0 0,1-4-5 15,-2 4-5-15,-6 0-11 0,2-3-8 0,-2 3-4 0,-6 0-7 16,6 0-9-16,-6-4-7 0,0 4-24 0,7 0-48 15,-7 0-82-15,-7-4-116 0,7 4-131 16,-6-3-160-16,6 3-160 0,-6-4-104 0,-2-1 1 16,2 3 70-16,6-6 109 0,-6 5 151 15</inkml:trace>
  <inkml:trace contextRef="#ctx0" brushRef="#br0" timeOffset="128984.87">24234 5085 163 0,'-6'-4'477'0,"6"4"97"16,0 0 77-16,0-3 11 0,0 3-110 15,6-5-129-15,-6 2-105 0,6 3-88 0,0 0-73 16,2 0-51-16,-2 0-34 0,7 0-22 16,-7 3-12-16,8 2-2 0,-2-2 3 15,2 4-2-15,-2 1 0 0,1-1 0 0,1 4 0 16,-8-3-2-16,7 2-2 0,-6 1 0 15,-1 0 0-15,0 0-1 0,-6 0 7 0,0-1 10 16,0 2 18-16,-6-1 17 0,0 0 16 16,-1 0 18-16,0-4 13 0,1 1 7 15,-7-1 0-15,6 0-4 0,-6-3 0 0,7-1-6 16,0 2-2-16,-2-2-4 0,2 1-3 16,0-4-10-16,0 0-15 0,6 0-13 0,-7 0-18 15,7 0-18-15,-7 0-17 0,7 0-13 16,0 0-26-16,0 0-53 0,0 0-78 0,-6 0-121 15,6 0-168-15,0-4-220 0,0 4-251 16,-7-3-96-16,7-2-3 0,-6 5 81 0,6-3 147 16,-6 3 208-16</inkml:trace>
  <inkml:trace contextRef="#ctx0" brushRef="#br0" timeOffset="134050.92">26260 4989 133 0,'0'3'228'0,"0"2"24"15,0-5-29-15,6 4-24 0,-6-4 5 16,0 3 8-16,6-3-5 0,-6 0-8 16,6 0-2-16,-6 0 0 0,0 0-9 0,8 0-10 15,-8 0-12-15,0 0-5 0,0 0-2 16,6 0 1-16,-6 3 6 0,0-3-2 0,6 0-4 16,-6 0-5-16,0 0-3 0,0 0-6 15,0 0-2-15,7 0 0 0,-7 0 0 0,0 0-6 16,0 0-5-16,0 0-6 0,0 0-5 15,0 0-7-15,0 0-4 0,0 0-3 16,0 0-12-16,0 0-7 0,0 0-10 0,0 0-9 16,0 0-9-16,0 0-9 0,0-3-2 15,0 3-3-15,0 0 4 0,0 0 1 16,0 0 3-16,0 0 1 0,0 0 1 0,0 0-1 16,0 0 0-16,0 0 2 0,0 0 1 15,0 0 1-15,0 0 1 0,0 0-4 0,0 0-2 16,0-3-5-16,0 3-6 0,0 0-6 15,0 0-5-15,0 0-2 0,0 0-3 16,0-4-6-16,0 4 0 0,0 0 0 0,0 0 0 16,0 0 3-16,0 0 2 0,0-5 0 0,0 5 1 0,0 0-1 15,0-3 3-15,0 3-2 0,0 0-2 0,-7-3 1 16,7 3-1-16,0 0 0 0,0 0-4 16,0 0-1-16,0-4-1 0,0 4-4 0,0 0 1 15,0 0-3-15,0 0-1 0,0 0 0 16,0-4-2-16,0 4 1 0,0 0-2 15,0 0 2-15,0 0-4 0,0 0 0 0,0 0-1 16,0 0 0-16,0 0-1 0,0-3-3 16,0 3 1-16,0 0-2 0,0 0 2 0,0 0-3 15,0 0 0-15,0 0 1 0,0 0-1 16,0 0-2-16,0 0 0 0,0 0 1 16,0 0-1-16,0 0 1 0,0 0 0 0,0 0 1 15,0 0-1-15,0 0 1 0,0 0 2 16,0-4-3-16,0 4 1 0,0 0 1 0,0 4 0 15,0-4-3-15,0 0 1 0,0 0 1 16,0 0-1-16,0 0-2 0,0 0 0 0,0 0 2 16,0 0-3-16,0 0-1 0,0 0-2 15,0 0 3-15,0 0 3 0,0 0 0 0,0 0 1 16,7 0 1-16,-7 0 4 0,0 0-4 16,0 0 0-16,0 0-1 0,0 0-1 0,0 0 0 15,0 0 0-15,0 0 0 0,0 0 0 16,0 0-2-16,0 0 2 0,0 0 0 15,0 0-1-15,0 0 0 0,0 0 1 0,0 0 2 16,0 0 0-16,0 0 0 0,0-4-2 16,0 4-9-16,0 0-20 0,0-4-36 0,0 1-56 15,0-1-69-15,-7 0-76 0,7 1-95 16,0-1-127-16,0 0-148 0,-6 1-160 0,0-1-131 16,-2 0-28-16,-4 1 48 0,-2 0 116 15,-5 3 166-15,-1-5 210 0</inkml:trace>
  <inkml:trace contextRef="#ctx0" brushRef="#br0" timeOffset="137141.6">26408 5044 181 0,'8'0'309'0,"-2"-3"65"0,0 3-22 0,1-5 1 16,-7 3 35-16,7-6 0 0,-1 5-7 15,-6-2-6-15,0-2-13 0,0 3-18 0,7-2-35 16,-14-3-41-16,7 3-41 0,0-2-36 16,-6 1-27-16,6 0-24 0,-7-1-17 0,0 1-15 15,1 0-18-15,0-1-17 0,-2 2-11 16,-4 1-10-16,-1 2-11 0,0-1-12 0,-6 1-5 16,5 3-1-16,-5 0 0 0,-1 3-3 15,-6 1 1-15,6 4 0 0,1-2-3 0,-1 2-2 16,-6 6-5-16,7-3 1 0,-1 8 1 15,8-4-3-15,-8 7 2 0,7-4-2 0,0 4 1 16,0 0-2-16,7 0 3 0,-2 3 2 16,8 2 7-16,0-2 17 0,0 4 19 0,8-4 15 15,-2 4 6-15,7 1 15 0,0-4 5 16,0-1-7-16,0-3-13 0,0 4-4 16,6-8-2-16,1 4-5 0,0-7-3 15,-8 0 4-15,8-1 5 0,-1-3 8 0,1-4 5 16,0 5 2-16,-7-9 0 0,7 1-3 15,-8 0-10-15,2-1-13 0,-2-3-16 0,-5 0-13 16,6 0-8-16,-6-3-9 0,-1-1-9 16,0 4-18-16,0-4-38 0,2 1-59 15,-2-1-78-15,0 1-97 0,1-2-113 0,0 5-134 16,-1-7-131-16,7 4-120 0,0-1-117 16,0-3-33-16,0-1 50 0,7 5 111 0,-1-4 146 15,-6-1 170-15</inkml:trace>
  <inkml:trace contextRef="#ctx0" brushRef="#br0" timeOffset="137563.34">26773 5363 208 0,'8'-7'476'0,"-2"-1"106"15,-6 1 105-15,6-4 23 0,1 8-66 0,-7-5-81 16,0 0-72-16,6 6-70 0,-6-3-83 16,0 2-82-16,0 3-73 0,0-4-54 0,0 4-46 15,0 0-37-15,0 0-20 0,0 7-14 16,-6-2-1-16,6 5-4 0,-7 5 0 15,1-1 7-15,-8 1 4 0,8 3 13 16,-7 1 5-16,0-2 11 0,7 2 10 0,-7 4 12 16,-1-9 8-16,2 4 1 0,-2-3 6 0,8 0 0 15,0-1 0-15,-1-2-2 0,1-2 4 16,-1-3 5-16,7 1 8 0,-7-5 8 0,7 1 10 16,0 1 8-16,0-5 1 0,0 2-1 15,7-2-5-15,0 0-7 0,6 0-11 16,6 0-17-16,0 0-17 0,1 0-15 0,6 0-13 15,1-2-17-15,-8 2-8 0,13-5-6 16,-6 1-5-16,0 1-3 0,1 3-1 16,-1-4 0-16,-7 4 0 0,1-4 1 0,0 4-2 15,-2 0-11-15,-11 0-21 0,6 4-30 16,-6-4-42-16,-1-4-50 0,0 4-60 0,-6-3-66 16,0 3-74-16,0 0-93 0,-6 0-113 15,0-4-109-15,6 4-109 0,-13-4-106 16,6 1-25-16,0 0 62 0,-5-2 120 0,6 2 142 15,-2-4 161-15</inkml:trace>
  <inkml:trace contextRef="#ctx0" brushRef="#br0" timeOffset="137857.12">26956 5461 218 0,'-7'-7'463'0,"7"1"99"0,0-2 107 0,-6 0 24 16,6 1-64-16,0-1-71 0,-6 5-60 16,6-4-60-16,0 0-77 0,0 3-77 15,0 0-65-15,0 4-53 0,0-3-44 0,0 3-38 16,0 0-29-16,0 0-25 0,0 3-14 15,0 5-8-15,6 3 2 0,-6 0 11 0,6 3 19 16,-6 9 25-16,7-2 26 0,-7 5 29 16,0 0 23-16,6 6 10 0,-6 2-2 0,0-1-11 15,7-1-16-15,-7-3-19 0,0 1-19 16,7 0-16-16,-7-4-9 0,0-5-8 0,6 1-7 16,-6-4-6-16,6-3-9 0,-6-1-7 15,8-3-6-15,-8-4-5 0,0 1 1 16,0 0 1-16,0-8-1 0,0 3 0 15,6-3-4-15,-6 0-21 0,0-3-49 16,0-5-75-16,0 0-94 0,-6 1-131 0,6-7-184 16,0 3-210-16,0-7-234 0,0-1-76 15,0-6 15-15,0-1 89 0,6 1 164 0,-6-9 218 16</inkml:trace>
  <inkml:trace contextRef="#ctx0" brushRef="#br0" timeOffset="138596.9">27197 5139 133 0,'6'-11'459'0,"2"0"106"0,-2 1 100 0,-6-1 34 16,0 0-36-16,6-1-101 0,-6 5-76 16,0 4-75-16,0-5-77 0,0 5-81 15,0-1-73-15,0 4-55 0,0-4-46 0,0 4-32 16,0 0-22-16,6 4-11 0,-6 0-4 15,7-1 0-15,-7 5 9 0,7 2 7 16,-1 2 8-16,1-1 16 0,-1 3 17 0,0 1 16 16,2 3 3-16,-2 0 6 0,0 1 5 15,0 3 4-15,1-4-1 0,0 4-5 0,-1 0-1 16,-6-4-3-16,7 4 0 0,-7-7-7 16,6 4-11-16,-6-4-7 0,0-1-4 0,0-3-4 15,7 0-9-15,-7 0-4 0,0-4-3 16,0 0 2-16,0 1 1 0,0-5 13 15,0 1 16-15,0-1 25 0,0 1 40 0,0-4 39 16,0 0 36-16,0 0-199 0,0 0-15 0,-7-4 0 16,7 1 0-16,0-1 0 0,-6-4 0 15,-1-2 0-15,1 3 0 0,6-4 0 16,-7-4 0-16,0 4 0 0,1-4 0 0,0 1 0 16,6-1 0-16,-6 0 0 0,6 1 0 15,0-1 0-15,0 4 0 0,0-4 0 0,0 4 0 16,0 1 0-16,6-5 0 0,0 0 0 15,7 3 0-15,-6 2 0 0,6-5 0 0,0 5 0 16,0-2 0-16,7 1 0 0,-8 5 0 16,1-6 0-16,7 5 0 0,-8 0 0 0,8 3 0 0,-6 0 0 15,5 1 0-15,-6-1 0 0,0 4 0 16,0 0 0-16,0 0 0 0,0 4 0 16,0-1 0-16,0 1 0 0,1 3 0 0,-8 1 0 15,7 2 0-15,-7 5 0 0,1-4 0 16,0 0 0-16,-1 4 0 0,0 2 0 0,0-1 0 15,-6-1 0-15,8 3 0 0,-8-4 0 0,6 4 0 16,-6 1 0-16,6-1 0 0,-6-3 0 16,0 4 0-16,7-4 0 0,-7-1 0 15,0 0 0-15,0-3 0 0,0 0 0 0,7 0 0 16,-7-3 0-16,0-1 0 0,0-4 0 16,0 1 0-16,0 0 0 0,0-1 0 0,0-3 0 15,0 0 0-15,0 0 0 0,0-3 0 16,-7-1 0-16,7-3-120 0,-7-5-376 15,1 6-205-15,0-9-216 0,-8 0-192 0,8 1-46 16,0-5 39-16,-1 1 113 0,0-1 189 16,1 1 253-16</inkml:trace>
  <inkml:trace contextRef="#ctx0" brushRef="#br0" timeOffset="139228.09">27594 4630 22 0,'0'-3'481'0,"0"-5"122"16,-6 5 101-16,6-4 68 0,0 2-48 16,0 2-140-16,-6-5-130 0,6 5-101 0,0-1-85 15,0 0-74-15,0 1-58 0,0 0-44 16,0-1-31-16,6-4-15 0,0 5-10 0,1-1-6 15,-1 0-2-15,1-3 12 0,6 3 16 0,-1 1 9 16,2-1 7-16,-1 1 5 0,0-1 2 16,0 0-14-16,0 0-16 0,0 4-15 15,0-3-12-15,0 3-9 0,0 3-4 0,-7-3-4 16,1 4 2-16,6 0 0 0,-7 0 0 16,2 3 0-16,-8 0-1 0,6 0 0 0,-6 4 0 15,0 1-2-15,-6-2 2 0,6 2 0 16,-8 1-2-16,2-1 0 0,0 3 2 15,-8-5-1-15,2 5-2 0,5-4-2 0,-6 0 4 16,0 1-4-16,7-2 1 0,-8-3 1 0,8 1 2 16,0-1 8-16,-1-2 9 0,1 1 11 15,-1-6 18-15,7 4 16 0,-7 0 14 16,7-4 6-16,0 3 4 0,-6-3 0 0,6 0-9 16,0 0-10-16,0 0-4 0,6 4-6 15,-6-4-3-15,7 0-1 0,0 0 5 0,6 0 6 16,6 0 0-16,-6-4 1 0,7 4 3 15,-1 0 0-15,7 0-4 0,-6 0-5 0,-1 0 0 16,1-3 1-16,0 3 1 0,-1 0 1 16,0 0 7-1,-6-4 4-15,7 4-63 0,-14 0-15 16,8-4 0-16,-2 4 0 0,-5 0 0 0,-1 0 0 16,1-4 0-16,-7 4 0 0,7-2 0 15,-7 2 0-15,6 0 0 0,-6 0 0 16,0 0 0-16,0 0 0 0,0-5 0 0,0 5 0 15,-6 0 0-15,6 0 0 0,-7 0-22 16,0 0-457-16,-6 5-128 0,7-5-147 0,0 6-158 16,-8-2-149-16,8 0-21 0,-7-1 51 15,6 5 127-15,7-1 184 0,-6 0 225 16</inkml:trace>
  <inkml:trace contextRef="#ctx0" brushRef="#br0" timeOffset="139806.07">28513 5099 336 0,'0'-7'501'0,"0"-4"112"0,0 3 114 0,0 1-28 16,0 0-71-16,0-4-72 0,0 4-62 15,0 0-75-15,-7-1-82 0,7 5-61 0,0-2-51 16,0 2-43-16,0-1-39 0,0 0-35 16,0 4-27-16,0 0-30 0,0 0-23 0,0 0-15 15,0 4-7-15,0 3 7 0,7-2 13 16,-7 6 19-16,6-1 18 0,-6 5 20 0,6-1 20 16,-6 1 9-16,7 4 5 0,0-1 1 15,-1 0 2-15,-6 4-3 0,7-1-3 16,-1-1-5-16,1 2-7 0,-7-4-11 0,7 3-12 15,-1-6-12-15,-6 4-11 0,6-4-10 16,0-1-12-16,-6-3-8 0,8 1-8 0,-8-2-4 16,6-6-4-16,-6 3-3 0,0-3-3 15,6-1 1-15,-6 1 1 0,0 0-1 16,0-4-3-16,0 0-14 0,0 0-33 0,0 0-53 16,0-4-71-16,-6 4-92 0,0-7-112 15,-2 3-151-15,8-3-160 0,-12-1-171 0,6-3-151 16,-8 1-29-16,1 2 50 0,7-3 132 15,-8 1 175-15,8 2 212 0</inkml:trace>
  <inkml:trace contextRef="#ctx0" brushRef="#br0" timeOffset="140124.26">28363 5202 495 0,'-6'4'658'0,"-1"-4"113"0,0 0 82 0,1 0-53 16,6 0-143-16,0 0-149 0,-7 0-131 15,14 3-82-15,-7-3-48 0,13 0-36 0,0 0-22 16,7 4-12-16,5-4-6 0,1 0-7 16,7 0-12-16,-1 0-4 0,1 0 3 0,7-4 9 15,-2 4 13-15,-5-3 9 0,6-1 11 0,-7 0 16 16,1 1 8-16,-7-6-184 0,0 7-33 16,0-6 0-16,-6 5 0 0,-1-1 0 0,-5 0 0 15,-2 0 0-15,2 2 0 0,-8-3 0 16,0 2 0-16,1 3 0 0,-7 0 0 15,6-4 0-15,-6 4 0 0,7 0 0 0,-7-4 0 16,0 4 0-16,-7 4 0 0,1-4 0 16,-1 4-378-16,1-1-267 0,-7-3-191 15,6 0-241-15,-13 5-84 0,8-5 21 0,-1-5 84 16,-7 5 162-16,8-7 226 0</inkml:trace>
  <inkml:trace contextRef="#ctx0" brushRef="#br0" timeOffset="144765.72">29685 5052 46 0,'6'-4'319'0,"1"0"71"15,0 1 53-15,-1-4-46 0,-6-1 34 16,7-3-23-16,-1 3-24 0,0-2-12 0,-6-1-3 16,7 0-9-16,-7 3-19 0,0 1-31 15,0 0-39-15,0 3-41 0,0-3-38 0,0 3-44 16,-7 0-43-16,1 1-34 0,6 3-28 16,-13 0-13-16,7 0-17 0,-8 3-3 15,2 1 0-15,-2 3-4 0,-5 4 1 0,-1 4-4 16,8 0 4-16,-8 0-1 0,6 2 1 15,-5 1 8-15,6 5 9 0,0 3 10 0,7-4 14 16,0 3 9-16,-2 2 14 0,2-2 16 16,6 0 12-16,6 1 10 0,2-4 8 0,-2 3 10 15,6-3 6-15,2-3-2 0,5-1-1 16,1-3-3-16,0-1-9 0,5-3-12 16,1-3-13-16,0-1-11 0,1-3-13 0,5-1-14 15,-6-3-12-15,7-3-12 0,-7 3-5 16,0-8-8-16,-1 5-8 0,-5-5-3 0,0 5-3 15,-7-5-5-15,0 5-33 0,0-5-47 16,-7 2-67-16,1 1-84 0,0-2-103 16,-7 4-133-16,0-5-130 0,0 1-138 0,0 0-132 15,-7 2-76-15,0-2 18 0,7 4 95 16,0-5 134-16,0 5 170 0</inkml:trace>
  <inkml:trace contextRef="#ctx0" brushRef="#br0" timeOffset="145277.79">30050 5209 222 0,'6'-7'509'0,"-6"3"118"0,0 1 110 16,0-6 24-16,0 7-89 0,0-2-109 0,0 0-107 16,0 1-104-16,0-1-104 0,0 4-83 15,0 0-68-15,0 4-42 0,7-1-27 0,-7 7-11 16,6-1-3-16,-6 5 3 0,7 0 9 16,-7 5 9-16,6-1 15 0,1 1 15 0,-7-1 8 15,6 4 2-15,-6-3-1 0,6-1-5 16,-6-4-8-16,8 1-10 0,-8-4-4 15,6 0 5-15,-6-4 21 0,0 1 28 0,0-5 34 16,0 1 33-16,0-1 30 0,0-3 16 16,0 0-4-16,0 0-20 0,0-3-27 0,0-1-34 15,0 1-33-15,0-5-32 0,0 1-21 16,0 0-15-16,6 3-11 0,1-7-7 0,-7 4-5 16,6-1-2-16,7 1-1 0,-6 0-4 15,6 4 1-15,0-5 0 0,0 4-2 16,0 1 0-16,6-1 2 0,-5 4 1 0,6 0-1 15,-8 0-1 1,1 4-1-16,0-1 2 0,0 4-2 0,7-2 2 16,-14 1 0-16,7 5 0 0,0-3 1 15,-6 3-1-15,6 0 0 0,-6 3-2 0,-7-3 1 16,6 4-1-16,-6-4 3 0,0 4-1 16,0-1 0-16,-6 1 1 0,-1 0 2 0,0-4 1 15,1 0-1-15,-1-1 1 0,-6-2 1 16,6-1 2-16,1 0 0 0,0-3 1 15,0 0 5-15,-2-1 3 0,2 1 0 0,0-4 2 16,-1 5-2-16,1-5-4 0,-1 0 0 16,0-5-4-16,1 5-3 0,0 0-13 0,0-4-31 15,-2 4-52-15,2-3-75 0,0 3-87 16,-1-4-104-16,0 0-138 0,7 1-160 16,-6-1-171-16,6-6-168 0,-7 2-41 0,1-3 35 15,6-4 113-15,0 0 172 0,-6 5 213 16</inkml:trace>
  <inkml:trace contextRef="#ctx0" brushRef="#br0" timeOffset="145543.42">30076 5249 101 0,'-7'-3'529'0,"1"-1"134"0,-1 0 99 16,1 1 73-16,0-1-113 0,6 1-159 0,0-2-150 15,0 2-122-15,6 0-94 0,7-1-75 16,0 0-56-16,6 4-27 0,1-3-21 15,6-1-6-15,0 4-4 0,7-4-2 0,-1 4 0 16,-5-3 1-16,5 3 6 0,-7-4 0 16,1 4 1-16,1 0 4 0,-7-5 2 0,-8 5-2 15,2 0-2-15,-2 0-7 0,-5 0-1 16,-1-2-2-16,-6 2-4 0,7 0-20 0,-7 0-47 16,0 0-86-16,-7 0-122 0,7 0-144 15,-6 0-168-15,-1 0-171 0,-5-4-54 16,4 4 33-16,2 0 93 0,6-4 127 0,-6 1 163 15</inkml:trace>
  <inkml:trace contextRef="#ctx0" brushRef="#br0" timeOffset="146324.19">30622 4945 28 0,'0'-7'491'0,"0"3"128"0,0 1 95 0,0 0 59 16,0 3-100-16,-6-5-163 0,6 5-152 16,0 0-119-16,0 0-94 0,0 0-54 0,0 5-37 15,0 1-18-15,6 2-6 0,-6-1 4 16,8 4 6-16,-2 4 6 0,-6-1 11 0,6 1 3 16,1 4 10-16,-7-1 11 0,6-4 6 15,1 4 4-15,-7 1 0 0,7-4-3 0,-7 3-6 16,6-4-9-16,-6 1-6 0,6 0-3 0,-6-4 2 15,0 0 5-15,6 0 9 0,-6-4 8 16,0 1 5-16,0-5 13 0,0 5 12 0,0-5 13 16,8-3 10-16,-8 4 16 0,0-4 18 0,0 0 13 15,0 0 7-15,0 0-5 0,0 0-15 16,-8-4-23-16,8 1-29 0,0-2-33 16,-6-1-31-16,6-2-58 0,-6 1-1 0,6 0 0 15,-6-4 0-15,-1 0 0 0,0-3 0 0,7 2 0 16,-6 1 0-16,6-3 0 0,-7 2 0 0,7 1 0 15,-6 0 0-15,6 1 0 0,0-2 0 16,0 1 0-16,0 0 0 0,6 1 0 16,-6-1 0-16,7-1 0 0,6 2 0 0,-6-2 0 15,5 1 0-15,2 0 0 0,-2 4 0 0,2-4 0 16,-1 4 0-16,-1-1 0 0,2 2 0 16,-2 1 0-16,2 2 0 0,-1-1 0 0,-1 1 0 15,2 3-1-15,-2 0-4 0,-4 0 1 16,4 3 2-16,1 1 4 0,0 4-4 0,0-2 1 15,-7 2 0-15,8-1 0 0,-1 4-1 16,0 0-1-16,-7 0 4 0,7-1-1 0,-6 2 2 16,6-1 0-16,-7 3 0 0,1-2 2 0,0-1-3 15,-1 3 0-15,1-2-1 0,-1 2 0 16,0-3 1-16,-6 0 1 0,7 0 1 0,0 0-3 16,-7 0 1-16,6 1-1 0,-6-2 0 0,6 1 0 15,-6 0 0-15,0-4 0 0,8 4 0 16,-8-3 0-16,0-2 0 0,0 2 0 0,0-1 0 15,0 1 0-15,0-5 0 0,0 1 0 16,-8 0 0-16,8-1 0 0,0 1 0 0,0-1 0 16,0-3 0-16,0 5 0 0,0-5 0 0,0 0 0 15,0 0 0-15,0 3 0 0,0-3 0 16,0 0 0-16,0 0 0 0,0 0 0 0,0 0 0 16,0-3 0-16,0 3 0 0,0-5 0 15,0 5 0-15,8-3 0 0,-8-1 0 0,0 1 0 16,0-1-4-16,0-3-530 0,6 3-171 15,0-3-181-15,1 3-208 0,-1-4-62 0,1 2 38 16,6-5 102-16,-7 3 185 0,8-4 229 16</inkml:trace>
  <inkml:trace contextRef="#ctx0" brushRef="#br0" timeOffset="146917.89">31567 4884 322 0,'0'0'416'0,"-6"-5"66"16,6 5 14-16,0-3 0 0,0 3-35 0,0-4-43 16,0 0-30-16,0 4-24 0,0 0-41 15,0-3-37-15,0 3-43 0,0 0-42 0,0 0-32 16,0 0-26-16,0 0-23 0,0 0-22 0,0 0-17 15,0 0-17-15,0 0-17 0,0 0-9 16,0 3-3-16,0 1 4 0,0 0 6 0,6 4 12 16,-6 2 13-16,6-2 7 0,-6 3 10 15,0 4 2-15,7-1 7 0,-7 4 2 0,7-3-2 16,-7 2 3-16,0 6 8 0,6-4 4 0,-6 2-2 16,0-3-7-16,7 5-4 0,-7-5-12 15,6 4-16-15,-6-4-9 0,0 1-6 16,0-1-8-16,6-3-4 0,-6-1-3 0,0 1-9 15,0-4-9-15,0-4-6 0,8 4-3 0,-8-3-3 16,0-5-2-16,0 4 0 0,0-3 1 16,0-4 2-16,0 4 1 0,0-4 5 0,0 3 3 15,0-3 0-15,0 0-1 0,0 0-9 16,0-3-28-16,0 3-52 0,0-4-74 0,-8 0-92 16,8-3-127-16,0 4-146 0,-6-5-165 0,6 1-160 15,-6-1-139-15,-1 1-25 0,1-4 67 16,6 3 122-16,-7-2 171 0,7 3 198 0</inkml:trace>
  <inkml:trace contextRef="#ctx0" brushRef="#br0" timeOffset="147245.95">31482 5099 3 0,'-6'0'454'0,"0"0"139"0,-1 0 114 15,7 0 81-15,-7 0-46 0,7 0-112 0,0 0-117 16,-6 0-110-16,6 0-91 0,0 0-78 15,0 0-54-15,0 0-45 0,6 0-28 16,1 0-21-16,0 4-10 0,5-4-12 0,2 0-5 16,-2 0 1-16,8 0 3 0,-1 0 8 0,7 0 8 15,-6-4 12-15,7 4 9 0,-1-3 4 16,6 3 2-16,-7-4 0 0,-5 0 5 0,7 4 1 16,-1-3 3-16,-7-1 2 0,1 1 2 0,-1 3 3 15,-6-5-6-15,1 2-8 0,-8 3-9 16,7 0-12-16,-7-4-18 0,1 4-16 0,-7 0-12 15,6-3-14-15,-6 3-9 0,0 0-15 16,0 0-17-16,0 0-39 0,0 0-56 0,-6 0-77 16,-1 0-94-16,-6 0-117 0,7 3-161 15,-8-6-204-15,2 3-239 0,-2 0-77 0,8-4 11 16,-7 4 79-16,7-4 154 0,6-3 228 0</inkml:trace>
  <inkml:trace contextRef="#ctx0" brushRef="#br0" timeOffset="148010.51">32713 4865 128 0,'0'0'318'0,"0"0"60"0,0 0-1 0,0 0-12 16,0 0-18-16,0 0-39 0,0 0-40 15,0 0-24-15,0-4-9 0,0 4-7 0,0 0 2 16,0 0 8-16,0 0-2 0,0 0-6 0,0 0-13 16,0 0-18-16,0 0-20 0,0 0-21 15,0-4-14-15,0 4-10 0,0-3-9 0,-6 3-8 16,6-4-7-16,0 1-6 0,0-2-8 0,-6 2-9 16,6 3-7-16,0-4-4 0,-7-3-4 15,7 3-6-15,-7 1-7 0,1-1-5 16,6 0-8-16,-7 4-12 0,1-3-8 0,0-1-8 15,-2 4-5-15,-4-3-6 0,6 3-3 0,-8 0 0 16,1 3 1-16,0-3-3 0,0 4-1 16,-7-1 0-16,8 5 0 0,-1-5 0 0,-7 5-1 15,7-1 0-15,0 4 2 0,0 0 2 16,0 0 1-16,6 3-1 0,-5 2 5 0,-2-2 9 16,8 1 4-16,0 3 8 0,-2 0 9 0,2-3 13 15,0 4 10-15,6-2 5 0,-7 1 7 16,7 1 7-16,0-1 5 0,7 1 1 15,-7-4-4-15,6 3 1 0,0 0 4 0,2 0 5 0,-2 1 2 16,7-4 3-16,0-1 11 0,0 0 8 16,7 1 3-16,-1-4 0 0,0 0 3 15,8 1-74-15,-7-5-49 0,5 0 0 0,1-3 0 16,0-1 0-16,0 1 0 0,1-4 0 16,-1 0 0-16,-1 0 0 0,-5-4 0 0,6 1 0 15,-6 3 0-15,-1-8 0 0,-6 5 0 0,0-1 0 16,1-4 0-16,-2 5 0 0,1-1 0 15,-6-3 0-15,0 3 0 0,-1 1 0 0,-6-1 0 16,0 4 0-16,6 0 0 0,-6 0 0 0,0 0 0 16,0 0 0-16,0 0 0 0,0 0-281 15,-6 0-378-15,6-4-190 0,-6 4-218 0,6 0-96 16,-7 0 19-16,7 0 84 0,0 0 170 16,0 0 215-16,7 0 281 0</inkml:trace>
  <inkml:trace contextRef="#ctx0" brushRef="#br0" timeOffset="148854.07">33163 5085 286 0,'0'-4'356'0,"0"4"45"15,-6-3-37-15,6-2-14 0,0 2-44 0,0-1-31 16,0 4-12-16,0-3 4 0,0-1 2 0,0 4-7 16,0-4-6-16,0 1-16 0,0 3-28 0,-8-4-27 15,8 4-25-15,0 0-14 0,0-4-17 0,0 4-12 16,0 0-5-16,0 0-3 0,-6-3-4 15,6 3-13-15,0 0-13 0,0 0-13 0,0 0-12 16,-6 0-14-16,6 0-11 0,0 3-3 0,-7-3-2 16,7 0 4-16,-6 4 5 0,-1 0 3 15,1-1 5-15,-1 1 2 0,7 0 1 0,-6 3 3 16,-1-4 1-16,0 5 2 0,1-4 2 16,0 3 1-16,-1 0 4 0,0 1-6 0,7 2-5 15,-6-2 2-15,0 3 4 0,6-4 10 0,-7 4 0 16,1 4 8-16,6-4 2 0,-7 0 3 0,7 0-2 15,0 4-2-15,-7-1 2 0,7 1 2 16,0-4 3-16,0 4-3 0,0-1-2 0,7 1-3 16,-7-5-2-16,0 6-2 0,7-2-2 0,-1-2 3 15,-6-2 0-15,7 1 0 0,5 0 3 16,-5 0 0-16,0 0 0 0,5-4 4 0,2 1-5 16,-8-1-4-16,7-4-11 0,7 1-10 0,-8 0-11 15,2-1-28-15,5 2-5 0,-6-5 0 16,0 0 0-16,7 0 0 0,-7-5 0 0,0 2 0 15,0-1 0-15,0 0 0 0,0 1 0 0,-7-1 0 16,1-4 0-16,0 5 0 0,-1-4 0 0,0 3 0 16,1-3 0-16,-7 0 0 0,0-1 0 0,7 1 0 15,-7 0 0-15,-7 3 0 0,7-3 0 16,0-1 0-16,-7 1 0 0,7 4 0 0,-6-5 0 16,0 5 0-16,-1-1 0 0,0 0 0 0,1 1 0 15,-7-2 0-15,0 3 0 0,6 2 0 0,-5 0 0 16,5 0 0-16,-6 0 0 0,7 2 0 0,-8-2 0 15,8 5 0-15,-7 2 0 0,6-3 0 16,-6 3 0-16,7 0 0 0,0 0 0 0,-2 1 0 16,-4-1 0-16,12 0 0 0,-7 4 0 0,1-3 0 15,-1-1 0-15,7 0 0 0,0 1 0 0,-6-2 0 16,6-1 0-16,0-2 0 0,-7 1 0 16,7-1 0-16,0 1 0 0,0-4 0 0,0 4 0 15,0-4 0-15,0 0 0 0,0 3 0 0,0-3 0 0,0-3 0 16,0 3 0-16,0 0 0 0,7-4 0 15,-7 4 0-15,0-7 0 0,0 3 0 0,-7 1-426 16,7-5-535-16,-6 1-263 0,-1-4-78 0,-6 0 30 16,-7 0 114-16,8-4 208 0,-8 1 325 15</inkml:trace>
  <inkml:trace contextRef="#ctx0" brushRef="#br0" timeOffset="152760.01">15167 11881 3 0,'0'-9'266'15,"0"6"68"-15,0-4 60 0,0 3-31 16,0-3-1-16,-6 3 34 0,6 1-8 0,0-1-25 16,0 4-30-16,0-3-24 0,0 6-30 15,0 1-43-15,6-1-27 0,-6 8-7 0,8 0 4 16,-8 4-2-16,6 7-8 0,0 0 1 16,1 3-4-16,0 1-5 0,-1 7-13 0,0-4-20 15,1 8-17-15,-1-3-25 0,1 1-32 16,0-1-29-16,-7-1-17 0,0 3-14 0,0-6-8 15,0-1-4-15,0 1-1 0,0-5 6 16,-7-3 8-16,7-4 16 0,-7-3 26 0,7-4 18 16,0-4 9-16,-6-3 1 0,6-4 0 15,0 0-9-15,0-8-24 0,-7 2-12 16,7-6-5-16,7 1-8 0,-7 0-1 0,6 1-3 16,1-2-7-16,0 1-4 0,5 0-4 15,2 1-1-15,-8 2-7 0,7 0-1 16,7 1-4-16,-8 3 2 0,2 1-2 0,-2 3-2 15,8 0-4-15,-7 0-3 0,1 0-16 16,-8 3-33-16,6 1-43 0,-4 0-54 0,4 4-65 16,-5-5-87-16,-1 0-107 0,1 4-114 15,0-2-118-15,-1-5-108 0,0 0-94 0,0 0-16 16,2 0 66-16,-2-5 115 0,7-2 148 16,-6 1 152-16</inkml:trace>
  <inkml:trace contextRef="#ctx0" brushRef="#br0" timeOffset="152994.37">15552 12184 377 0,'0'-11'463'0,"-6"-3"86"16,6 2 87-16,0 2-9 0,-6-1-70 16,6 3-49-16,-8 2-30 0,8-3-42 0,0 6-89 15,-6 0-84-15,6-1-57 0,0 0-40 16,0 8-34-16,0 0-25 0,6 2-7 0,-6 3 3 16,8 1 2-16,-2 5-4 0,-6 0-5 15,6 3-9-15,0 1-14 0,1-1-13 16,0 0-15-16,6 0-17 0,-7 1-12 0,-6-1-7 15,6-4-6-15,2 1-7 0,-8-4-20 16,0 0-32-16,0-1-54 0,0-5-81 0,0-2-123 16,0-3-159-16,-8 0-170 0,2-8-160 15,6 1-103-15,-13-4 2 0,7-3 82 0,-1-4 142 16,0-1 174-16</inkml:trace>
  <inkml:trace contextRef="#ctx0" brushRef="#br0" timeOffset="153134.93">15513 12001 187 0,'-6'-11'393'0,"-1"4"41"0,7 0 31 0,0 3-58 16,-7-3-134-16,7 7-103 0,0-4-63 16,0 1-44-16,7 3-47 0,-7 3-67 0,7 1-83 15,-1-4-97-15,1 3-126 0,-1 1-66 16,0 3-20-16,2-3 31 0,-2 0 67 16</inkml:trace>
  <inkml:trace contextRef="#ctx0" brushRef="#br0" timeOffset="154131.7">15623 12034 262 0,'8'5'445'15,"-8"-5"77"-15,0 2 58 0,6 2-46 16,-6-4-68-16,6 4-46 0,-6-4-41 0,0 4-34 16,7-1-26-16,-1 5-31 0,1-1-37 15,0 0-49-15,-1 4-30 0,6 0-30 0,-4 1-17 16,-2 2-11-16,7 4-15 0,-7 0 1 16,1 1-8-16,6-1-5 0,-7-3-7 0,1 4-14 15,0-5-7-15,-7 1-16 0,6-1-5 16,-6-3 0-16,6-1 10 0,-6-1 23 15,0-6 24-15,7 0 17 0,-14 1 6 0,7-4-3 16,0-4-8-16,-6 1-25 0,6-4-30 16,-6-4-19-16,-1 0-15 0,0-4-6 0,7-3-6 15,-6-1-3-15,6-2-3 0,0-5 0 16,0 4-3-16,6 0-3 0,1 0-3 16,0 4 0-16,-1-4 2 0,7 7 1 0,0 0 4 15,0 1 1-15,0 6-1 0,0-3 0 16,-7 7 0-16,8 1 2 0,-1-1-5 0,-7 8 3 15,1-1 2-15,6 5 0 0,-7-1-1 16,0 4 1-16,2 0 1 0,-2 4-1 16,0 0 0-16,1-1 1 0,-1 0 0 0,-6 1-1 15,7 4 2-15,-1-4-2 0,7-5 1 16,-6 5 1-16,0-3 0 0,-1-2 0 16,7-2 0-16,-6-1-1 0,6-5 1 0,-1 3-1 0,-5-5 1 15,6-5 0-15,0 3 0 0,0-5 2 0,0-4-1 16,0-1 1-16,0-2-2 0,1-1 2 15,-8-3-3-15,7-1-1 0,-7 1 0 0,1-4 1 16,-7 4-2-16,0-1 1 0,0 4 1 16,0-3 2-16,-7 7 1 0,1-3-2 0,-1 7 2 15,-5-4 0-15,4 4-4 0,-4 2 0 0,-1 5 1 0,0 0-2 16,0 0 1-16,-1 5-2 0,8-2 2 16,-7 4 1-16,6 4-2 0,1 0 4 0,0 0-3 15,-1 0-1-15,1 3 1 0,6 1 1 16,0 4 1-16,0-4-1 0,0-1 1 0,6 5 4 15,-6-5 2-15,7 1 6 0,5 3 5 16,-5-3 2-16,0-4 3 0,5-1 4 16,2 2 0-16,-1-1-5 0,0-4-3 0,6-3-3 15,-5-1-4-15,5-3-7 0,7-3-2 16,-6-1-1-16,6-3-4 0,-1-4-8 0,1-1 2 16,0-2-1-16,1-4-5 0,-1-1-2 0,0 1-2 15,-7-1 5-15,1-2-1 0,-8 3 4 16,2-5 2-16,-1 5 3 0,-13 0 4 15,6 0 0-15,-12-1 3 0,6 4 0 0,-7 5 1 16,-5-5-2-16,4 8 0 0,-4 0-2 16,-2-1 1-16,2 5 0 0,5-2 2 0,-6 10 0 15,0-5 1-15,7 6 1 0,0 1-1 16,-8 1 1-16,8 3-3 0,6 4 3 16,-7 0 0-16,7-1 0 0,0 1-3 0,0-1-1 15,0 1 0-15,7 1-1 0,-1-2 3 16,-6-3 1-16,14 0 0 0,-8 0 3 15,0-4 0-15,0-3 3 0,1-1 1 0,0 0-2 16,6-3 0-16,-7 0 0 0,0-3 0 16,2-4-3-16,4 0-2 0,-6-4 3 0,2 2 0 15,-8-1 2-15,6-1 3 0,0 0 8 16,-6 0 8-16,7 4 9 0,-7-1 9 0,6 1 0 16,-6 3-1-16,0 1-9 0,7-1-6 15,-7 4-12-15,7 0-9 0,-7 4-3 0,6-1-3 16,0 1 0-16,1 3-2 0,0 1 0 15,-1-1-2-15,0 1-6 0,1 0-18 16,-1-2-42-16,1 2-67 0,0-1-88 0,-7-3-113 16,6-2-158-16,0 3-164 0,-6-1-163 15,0-4-162-15,0 0-31 0,0-4 51 0,0-3 131 16,8-1 163-16,-8 1 197 0</inkml:trace>
  <inkml:trace contextRef="#ctx0" brushRef="#br0" timeOffset="154444.12">16556 11932 30 0,'6'-16'495'16,"-6"3"156"-16,0-3 121 0,0 1 98 0,6 1-67 15,-6 0-139-15,6 3-133 0,1 3-128 16,0 1-101-16,-1 0-76 0,7 4-51 16,1 3-39-16,-2 0-30 0,8 3-20 0,-1 4-20 15,1 0-18-15,-8 1-14 0,8 6-5 16,0-3-2-16,-7 3-3 0,0 1 5 0,0 1 8 16,-7 2 7-16,-6-4 3 0,0 1 7 15,0-4 12-15,0 4 15 0,-6-8 26 0,6 4 31 16,-6-4 20-16,-1-3 11 0,7-4 9 15,-7-4-5-15,7 0-17 0,-6-3-31 16,6-7-22-16,-6-4-55 0,6-1-48 0,0-11 0 16,0 2 0-16,6-9 0 0,0-4 0 15,1 2 0-15,0 1 0 0,5 2 0 16,-5 3 0-16,6 7 0 0,-6 1 0 0,-1 6 0 16,0 1 0-16,1 7 0 0,-7 4-120 15,0 3-111-15,0 8-107 0,-7 3-148 0,7 4-188 16,-12 3-244-16,-1 4-159 0,-7 9-28 15,-6 2 47-15,-7 1 127 0,-5 9 202 16,-9 2 278-16</inkml:trace>
  <inkml:trace contextRef="#ctx0" brushRef="#br0" timeOffset="154991.24">15617 13444 83 0,'-6'-17'333'15,"0"2"42"-15,-8-4 40 0,1 1-63 0,7-4-15 16,-8 8-41-16,2-5 8 0,-2 1 32 16,2 3 18-16,-1 5 6 0,-1-2-7 0,2 5-34 15,4-1-55-15,-4 5-53 0,-1-1-36 16,0 8-26-16,0-1-21 0,-1 5-13 0,2 3-7 16,6 0-3-16,-2 6 2 0,2 2 3 15,0 4-7-15,6-1-1 0,0 3-4 0,0 1-10 16,6-1-14-16,0 2-12 0,8-6-8 15,-2 2-9-15,2-3-9 0,-1-1-3 16,7-4-2-16,6 0 8 0,-7-5 7 0,1-2 13 16,6-8 11-16,-7 0 17 0,7 0 15 15,-6-8 12-15,0-2 7 0,-8-2 7 16,1-6 3-16,1 4 5 0,-8-8-6 0,-6 2-15 16,-6-5-16-16,-1 0-16 0,-6-1-18 15,0 1-25-15,-7-1-16 0,-6 3-10 0,7 5-6 16,-1 0-4-16,0 7-5 0,1 0-3 15,-1 8-6-15,8 0-12 0,-2 6-46 0,2 0-70 16,5 5-88-16,0 3-96 0,7 1-126 16,0-3-160-16,7 2-157 0,6 1-150 0,-1-5-79 15,-4 4 10-15,11-4 83 0,-6-3 149 16,6-1 188-16</inkml:trace>
  <inkml:trace contextRef="#ctx0" brushRef="#br0" timeOffset="155350.15">15688 13331 42 0,'8'-8'457'0,"-2"1"122"15,0-4 129-15,-6 0 94 0,7 0-88 16,-1 0-118-16,-6 0-95 0,7 0-98 0,0 1-109 16,-1 3-78-16,7-1-54 0,0 1-37 15,0 3-30-15,7 0-17 0,-1 4-14 16,0 4-9-16,1 0-11 0,0 3-9 0,5 4-6 16,-5 0-3-16,0 3-3 0,-7 2-5 15,0-2-3-15,0 4-3 0,-7 0 0 0,1 1 5 16,-7-1 4-16,0-4 5 0,0 5 14 15,0-8 18-15,-7 0 22 0,7 0 22 16,-6-7 16-16,0-1 15 0,-1 1 8 0,0-8-1 16,1 1-9-16,-1-4-14 0,-6-5-15 15,7-2-15-15,-1-4-18 0,1-4-18 16,6 0-18-16,-6-3-13 0,6-2-9 0,0 1-5 16,0 1-4-16,6 3-3 0,-6 4-5 0,6-1-6 15,1 8-19-15,-1-3-46 0,1 6-72 16,6 1-91-16,0 3-106 0,0 4-145 15,0 0-166-15,7 0-160 0,-8 4-136 0,8-1-19 16,0 4 51-16,6-2 118 0,-7 2 167 16,1 0 198-16</inkml:trace>
  <inkml:trace contextRef="#ctx0" brushRef="#br0" timeOffset="156349.92">16333 13170 204 0,'0'-8'499'0,"0"-2"101"0,-6-2 120 16,0-2 53-16,-7 3-113 0,-1-4-118 0,2 1-78 15,-2-1-72-15,-5 4-97 0,6 0-70 16,-6 3-48-16,-1 6-29 0,0-3-22 0,1 1-22 16,-1 8-19-16,8 1-18 0,-2 2-19 15,1 0-13-15,0 4-14 0,0 3-8 0,7 1-4 16,6 3-2-16,-7 1-1 0,14 3-7 16,-7-1 2-16,6 2 2 0,1-1 4 15,-1 0-3-15,7-1 1 0,0-2 6 0,1-2-4 16,-2 0-1-16,8-4-1 0,-7-1 0 15,7-5 1-15,-1-3-6 0,0-4 1 16,1 0 1-16,-1-9 0 0,1 7 7 0,-7-10 6 16,0-1 12-16,0-4 12 0,1 3 13 15,-8-4 12-15,-6-4 10 0,0 0 1 0,0 0-2 16,0-4-11-16,-6 0-8 0,-2-2-12 0,-4-2-15 16,5 1-4-16,1-1 4 0,-8 2 6 15,8 5 6-15,0-3 5 0,-1 9 7 16,0-3-1-16,1 7-8 0,0-1-7 0,6 6-9 15,-7-1-6-15,0 3-10 0,7 2-4 16,0 0-3-16,0 4-3 0,0 4-1 0,0 3-1 16,0 1 2-16,0 4-1 0,7 2 0 15,-7-1 4-15,7 7 1 0,-1 2 10 16,0-1 7-16,8 2 7 0,-8-2 3 0,7 5 1 16,-6-4 3-16,6 0-11 0,-1 0-6 15,2 0-4-15,5-4-5 0,-6-3-2 0,0-1-2 16,7-2 0-16,0-5-1 0,-8 0-1 15,8-3 2-15,-1-8 0 0,1 1-1 0,-1-5-2 16,1-2 1-16,0-6 0 0,-8 2-2 16,8-1 0-16,-13-3 5 0,-1 0 8 15,0 3 14-15,-6-3 12 0,0-1 8 0,-6 4 4 16,-7 1-2-16,7 3-6 0,-8 4-12 16,2 0-13-16,-2 2-6 0,-5 5-5 0,6 5-3 15,0-2-2-15,0 4-2 0,0 4 2 16,7 0-1-16,-8 4 0 0,14 0-2 0,-6-1 5 15,6 5 4-15,6-1-2 0,-6-3 1 16,7 2 2-16,0 2-1 0,-1-4-2 0,7 0-3 16,0-1 2-16,6 1-1 0,-5-7 1 15,6 2-1-15,-2-6-2 0,-4-1-2 0,5-3-1 16,1 0-2-16,0-7-4 0,-1 0-1 16,-6-1-1-16,6-6-3 0,-5-1-2 15,-2 0 0-15,1-3-1 0,-6-1 0 0,-7-2 0 16,7-2 1-16,-7-2 1 0,0 0 3 15,6-1 4-15,-6 4 3 0,0 0 1 0,0 0 1 16,0 7 2-16,6-3-1 0,-6 6 2 16,0 2-3-16,7-1 4 0,0 7-2 15,-1-3 0-15,0 7-1 0,8-3-2 0,-1 6 0 16,-1 2-1-16,2-3 1 0,-2 6 1 0,2 2 0 16,-1 2 0-16,-7-1 2 0,7 3 0 15,-6 1 1-15,-1 0-1 0,0-1 0 16,-6 1 2-16,0-1 2 0,0-3 1 0,-6 0 7 15,6 1 14-15,-6-5 23 0,-1-1 24 16,7-1 17-16,-6-5-92 0,-1 0 0 0,1-5 0 16,-1-1 0-16,7-1 0 0,-6-7 0 15,6-2 0-15,-6-5 0 0,6-2 0 0,0-3 0 16,6-2 0-16,0-6 0 0,1 5 0 16,6-4 0-16,-7 4 0 0,7 7 0 0,-7 0 0 15,2 3 0-15,-2 9 0 0,-6-2 0 16,6 5 0-16,-6 4 0 0,0 3 0 0,0 7-20 15,0 0-436-15,-6 5-185 0,0 2-239 16,-2 0-231-16,-4 5-66 0,-8-1 36 16,1 8 93-16,-14-1 181 0,1 5 263 0</inkml:trace>
  <inkml:trace contextRef="#ctx0" brushRef="#br0" timeOffset="157177.85">15806 14434 137 0,'0'-12'358'0,"0"2"55"16,-6-1 51-16,6 0-37 0,-7-1-3 15,1 2-22-15,-1 3-10 0,-6-1-12 0,7 1-25 16,-8 2-31-16,2 5-49 0,-2 0-53 16,-5 5-42-16,5-2-22 0,-4 9-17 0,4-1-13 15,1 7-7-15,1 0-9 0,-2 1 6 16,8 2 4-16,6 5 6 0,0-4 2 0,0 4 0 15,6-1-4-15,0 0-10 0,2-2-16 16,4-2-12-16,8-2-7 0,-7 0-11 0,7-5-2 16,-1 1-6-16,7-8 4 0,-6 0 3 15,-1-7-3-15,7 0 1 0,-6-4-8 0,0-6-6 16,-1-1-9-16,0 0-8 0,-6-7-4 16,-7-1-4-16,2 1-3 0,-2-4 0 15,-12 0 0-15,-2-4-1 0,2 4-8 0,-13-3-5 16,-1 0-5-16,0-2-4 0,-6 5-5 15,1 0-1-15,5 4-3 0,-6 4 3 0,13-1 1 16,-7 4-1-16,8 3-1 0,4 1-5 16,2 1-2-16,0 6-3 0,6-5-2 0,6 5-1 15,0 5 1-15,8-5 2 0,5 2-1 16,-5-2 0-16,5 4-5 0,7-4-6 0,0 0-13 16,0-4-4-16,0 2-1 0,0-7-1 15,1 2 7-15,-8 0 4 0,0-4 15 16,1 3 12-16,-7-2 6 0,-7-1 7 0,1-4 3 15,-7 4 5-15,-7-4-1 0,1 1 2 16,0-1-2-16,-8 0-3 0,1 1 0 0,0-1 3 16,0 0 3-16,7 4 0 0,-8 0 2 15,8 4 2-15,0 0 1 0,-1-1-3 0,1 4-4 16,6 4-3-16,0 0-1 0,0 4 3 16,0 7 15-16,6 0 16 0,7 4 22 15,-7 7 24-15,2 0 19 0,4 3 11 0,1 5 4 16,0 3-2-16,0 0-14 0,-6 3-18 15,6 1-14-15,0 0-14 0,0-5-51 16,-6 5-10-16,5-3 0 0,2-2 0 0,-8-2 0 16,0-1 0-16,8-4 0 0,-14-2 0 0,6-5 0 15,1-3 0-15,-7-4-69 0,6-4-158 16,-6-3-142-16,7-4-195 0,-1-4-232 0,7-7-241 16,1-3-108-16,-2-5 17 0,8-4 93 15,5 2 177-15,2-5 231 0</inkml:trace>
  <inkml:trace contextRef="#ctx0" brushRef="#br0" timeOffset="157646.5">16633 14155 154 0,'-6'-18'614'0,"6"-4"136"16,-6 4 118-16,-8-1 90 0,1 1-110 16,0 4-189-16,0 2-165 0,-13 1-113 0,6 8-99 15,1-1-69-15,-7 4-54 0,6 7-32 16,1 4-22-16,-1 1-17 0,0 6-14 0,8 1-17 15,5-2-13-15,1 5-17 0,6-3-9 16,6 4-8-16,1-6-8 0,5 5-6 16,2-7-2-16,6 0-2 0,-1-1-4 0,1-7-5 15,-1 1-1-15,7-1 1 0,-6-7 1 16,0-4 1-16,-2 1 3 0,-4-5 8 0,-1 1 4 16,-1-4 6-16,-4-4 3 0,-8 1 3 15,6-2 4-15,-6-2-1 0,0 4 1 16,0-4 1-16,-6-1 12 0,6 5 14 0,0-1 12 15,-8 5 11-15,8 1 5 0,0 3 0 16,0 2-16-16,0 0-16 0,0 4-14 0,0 4-12 16,8 3-4-16,-2 5 2 0,0 2 13 15,8 4 9-15,-8 0 12 0,7 4 12 0,0 4 12 16,0 0 10-16,-7 3 9 0,8 0 10 16,-2 0 1-16,-5 4 5 0,6-3 4 0,-6 3-102 15,-1-4-6-15,-6 0 0 0,6-3 0 16,-6-1 0-16,0-2 0 0,-6-5 0 0,6-3 0 15,-6-1 0-15,-1-3 0 0,-6-4 0 16,6 1 0-16,-5-5 0 0,-8-3 0 16,0 0 0-16,1-7 0 0,-1 0 0 0,0-5 0 15,1-2-440-15,-1-4-249 0,14-8-235 0,-6 1-212 16,4-5-52-16,8-2 49 0,0-2 119 16,8 5 179-16,-2-4 255 0</inkml:trace>
  <inkml:trace contextRef="#ctx0" brushRef="#br0" timeOffset="157979.57">16679 14049 126 0,'7'-15'529'0,"-1"4"130"0,6 0 117 16,-4 1 92-16,4-2-117 0,1 9-136 0,1-5-116 15,-2 8-98-15,2 0-86 0,5 0-68 16,-6 8-56-16,6-5-38 0,-5 9-28 16,-2-2-21-16,2 5-25 0,-1-1-19 0,-7 5-4 15,7-5 2-15,-13 5 1 0,7-1 4 16,-7 1 6-16,0-5 5 0,-7 1 0 0,7-1 0 15,-6-3 8 1,6 1 14-16,-7-5 16 0,7-3 13 16,-6-1 11-16,-1-3 9 0,1-3-4 0,0-1-9 15,6-3-23-15,-8-5-21 0,2-2-88 16,6-4 0-16,0-4 0 0,0 0 0 16,0-3 0-16,0-1 0 0,6 0 0 0,2 0 0 15,-2 0 0-15,7 8 0 0,-7 0 0 16,7 3 0-16,0 1-58 0,1 2-129 0,-2 6-86 15,1-1-96-15,-6 2-117 0,6 5-144 16,-1-4-150-16,-4 4-148 0,4 0-71 0,2 4 16 16,-1-4 81-16,-1 0 150 0,8 0 193 15</inkml:trace>
  <inkml:trace contextRef="#ctx0" brushRef="#br0" timeOffset="158354.49">17193 13858 456 0,'0'-3'657'0,"0"0"121"0,-6-5 103 16,-1 4-23-16,1 1-148 0,-7-1-151 15,6 0-138-15,-5 1-95 0,-2 6-85 16,-5-3-60-16,6 8-47 0,0-1-29 0,-7 4-27 16,7 0-20-16,6 7-19 0,-5 0-15 15,5 1-6-15,1 3-9 0,-1 0-4 0,7 0 0 16,0 3-3-16,7-3-1 0,-7-4-3 16,6 1-3-16,7-4 0 0,-7-1-2 0,1-3 1 15,6-3 1-15,-7-5 2 0,8-3 3 16,-1-3-1-16,0-5 0 0,-7-3 3 0,7 0 1 15,-7-4 0-15,2 1 4 0,-2-5 4 16,0 1 7-16,-6-3 10 0,0-2 22 16,7 2 25-16,-7 2 28 0,-7-4 30 0,7 9 27 15,0 1 16-15,0 1-6 0,0 4-18 16,0 1-26-16,0 0-30 0,0 7-31 0,0 0-28 16,0 3-18-16,0 1-7 0,7 7-4 15,-1 0-4-15,-6 4-2 0,13 0 0 16,-6 4 0-16,-1-2-7 0,8 2-11 0,-2-1-35 15,-5 0-61-15,12 0-88 0,-6-2-105 16,1-3-142-16,5-1-190 0,0-5-210 0,1-4-175 16,-1-3-37-16,1 0 39 0,0-6 111 15,5-5 181-15,-5 0 234 0</inkml:trace>
  <inkml:trace contextRef="#ctx0" brushRef="#br0" timeOffset="161801.72">17219 13969 73 0,'0'0'231'15,"0"0"28"-15,0-4-26 0,0 4-33 0,-6-4 0 16,6 1-13-16,-6-2 1 0,6 2 12 15,-8 0 8-15,2-5-10 0,0 5-15 0,6 0-16 16,-7 3-20-16,1-5-26 0,-1 1-24 16,1 4-8-16,-1 0-4 0,1 0-7 15,-8 4 5-15,8 1 16 0,0 1 15 0,-1 2 12 16,-6 3 8-16,7 0 100 0,-1 3-53 16,1 0-47-16,-1 5-31 0,0-1-21 0,7 5-20 15,-6-6-102-15,6 6 33 0,0-5 26 16,6 4 17-16,-6-4 6 0,7 4 4 15,0-3 0-15,6-5 2 0,-7 4 1 0,7-6-5 16,0-1-5-16,7 0 0 0,-7-4 4 16,6-4 4-16,-6 2 1 0,7-5 6 0,0-5 7 15,-1 2 1-15,1-8 2 0,-8 0 0 16,8 0 0-16,-7-4 0 0,0-3-1 16,0-1 3-16,-7-1-8 0,2-3 1 0,-8 1-3 15,0-4-8-15,-8 4-9 0,2-3-2 16,-7 2-5-16,-7 2-11 0,8-2-4 0,-8 5-4 15,0 4-1-15,1 3-4 0,-1-1-2 16,-6 4 0-16,13 6-1 0,-6 2-3 0,0 0-2 16,5 2 1-16,1 6-1 0,0 4-7 15,0-1-27-15,7 3-41 0,-1 4-57 0,7-3-87 16,0 3-118-16,0 1-135 0,7-1-141 16,-1-3-155-16,1-1-47 0,6 1 28 15,-7-4 88-15,7-4 127 0,1 4 158 0</inkml:trace>
  <inkml:trace contextRef="#ctx0" brushRef="#br0" timeOffset="162401.09">17454 13884 168 0,'0'-11'421'0,"-6"0"63"0,-1 1 56 0,7 2 17 16,-7 1-134-16,7-1-95 0,-6 5-67 0,6-1-52 15,0 4-53-15,0 0-55 0,0 4-41 16,0 3-21-16,6 0-6 0,-6 5-4 16,7 2 3-16,0-3-4 0,-1 3-2 0,0 1-3 15,7 3-7-15,-6-3-4 0,0-1-5 16,5 2 0-16,-5-2-2 0,6-3-2 0,0 0 0 16,-7-4 5-16,8-3 3 0,-2 0-2 15,-4-4 8-15,4-4 8 0,1 0 8 16,-6-3 7-16,6-1 9 0,-7-2 17 0,0-1 3 15,-6-4 1-15,8 4-4 0,-8-6-5 16,0 0-8-16,-8 0-12 0,8 2-4 0,-6-3 0 16,0 4 5-16,-1-1 8 0,1 0 11 15,-1 4 9-15,0 0 9 0,7 4-1 16,-6-1-5-16,0 5-12 0,6-5-14 0,0 8-16 16,-6-3-14-16,6 3-5 0,0 3-7 15,0-3-1-15,6 8-1 0,0-5 0 0,-6 5-1 16,6 2 1-16,8-2-1 0,-8-1-3 15,7 1-1 1,-7 3 1-16,8-8 1 0,-2 4-1 0,2-2 1 16,-1-2 7-16,0-3 9 0,0 0 15 15,-1 0 14-15,8-3 19 0,-13-5 18 0,6 4 23 16,-6-3 10-16,-1 0-2 0,0-1 0 16,-6-2-8-16,0-2-10 0,0 1-18 0,0 0-14 15,0 1-9-15,-6-6-12 0,0 2-7 16,-1 2-8-16,-6-2-7 0,6 0-9 0,-5-1-3 15,-2 4-5-15,8 1-4 0,-7 1 1 16,6 3-1-16,-6-2 0 0,7 5-3 0,0 3 1 16,-2 0-17-16,2 0-35 0,0 3-46 15,0 1-63-15,6 0-84 0,-8 2-121 16,8 3-142-16,0-2-145 0,0-4-162 0,0 1-50 16,8-1 26-16,-8-3 91 0,6 0 140 15,0-3 171-15</inkml:trace>
  <inkml:trace contextRef="#ctx0" brushRef="#br0" timeOffset="162669.82">17832 13477 294 0,'0'-13'473'0,"0"-3"111"0,-7 5 114 0,1-4-10 16,6 1-113-16,-7 3-75 0,0 0-70 16,7 3-92-16,-6 1-109 0,6 4-74 0,0-1-56 15,0 4-42-15,0 4-24 0,6 3-13 16,-6 1 10-16,7 2 15 0,0 5 7 0,6-1 9 15,-7 8 3-15,0-2-1 0,8 1-14 16,-2-3-19-16,-5 4-7 0,6 0-8 16,0 0 0-16,-6 0-4 0,6 1-3 0,-1-5-2 15,-4-1-15-15,-2 2-35 0,7-4-71 16,-13-1-95-16,6-6-113 0,1 3-135 0,-7-8-139 16,0-3-123-16,-7 0-52 0,1-3 36 0,-1-1 82 15,1-3 117-15,-8-4 144 0</inkml:trace>
  <inkml:trace contextRef="#ctx0" brushRef="#br0" timeOffset="163143.29">17779 13551 273 0,'-6'-11'364'0,"0"4"32"0,6 2-2 0,0-1-115 15,0-2-95-15,0 2-72 0,6-2-46 16,0-1-32-16,8 3-15 0,-2-5-6 16,2 1-5-16,-1-6-2 0,6 5-5 0,-6-4 1 15,7 1 9-15,-1-4 16 0,-5 3 25 16,-2-3 28-16,2 2 40 0,-8 6 50 0,7-5 45 15,-13 4 36-15,0 0 15 0,0 0 17 16,0 5 0-16,0-6-20 0,0 8-37 16,-7-3-43-16,7 3-32 0,0 4-42 0,0 0-37 15,0 4-30-15,7 0-17 0,-7 7-8 16,6 0 2-16,8 6 7 0,-8 2 9 16,0-1 8-16,8 9 3 0,-8-5 3 0,7 3-7 15,-6 1-3-15,6-5-9 0,-7 5-9 0,7-4-3 16,-6-3-3-16,-1-1-3 0,0-4-9 15,1-3 4-15,-7 1 21 0,0-5 16 0,7-4 12 16,-7-3 10-16,0-3 8 0,0-4-1 16,6-1-20-16,-6-7-17 0,7-3-7 0,-1 0 4 15,1-4 6-15,-1 3 10 0,7 1 11 16,-7 0 9-16,8-1 0 0,-1 9-9 16,0-1-10-16,0 7-11 0,-1 0-7 0,2 8-7 15,6 0-1-15,-8 7-4 0,1 4-1 16,1-1-3-16,-2 4-6 0,2 0-3 15,-8 1 0-15,0-1-4 0,1 1-17 0,-1-1-36 16,1-4-55-16,-7 1-77 0,0 0-117 16,0-4-155-16,0-3-181 0,-13-1-198 0,6-4-73 15,-12-3 10-15,0 0 80 0,-1 0 136 16,-6-3 187-16</inkml:trace>
  <inkml:trace contextRef="#ctx0" brushRef="#br0" timeOffset="164052.25">9775 12686 208 0,'0'-11'297'0,"0"4"31"16,-6 0 4-16,-1-1-74 0,7 1-45 0,-6 0-23 15,0 7-16-15,-2-4-6 0,2 4-1 16,-7 4 1-16,6-2 15 0,1 7 23 15,-7 5 27-15,7 0 17 0,-8 9 3 0,2-2-6 16,5 9-18-16,-6 7-24 0,6 3-16 16,-5 8-14-16,5 7-9 0,0 3-10 0,1 12-11 15,-8 7-7-15,2 4-20 0,-1 6-14 16,0 5-6-16,0 2-7 0,-7 6-5 0,7 3-8 16,0 3-6-16,0-4-9 0,0-7-14 15,0 1-4-15,7-5-9 0,6-3-1 16,-7-7 4-16,0-4-8 0,7-4-9 0,0-4-6 15,0-6-7-15,7-8-5 0,-7-4-7 16,7-6 0-16,-7-9 3 0,6-6-2 0,-6-5 2 16,0-6-1-16,6-5-16 0,-6-11-26 15,0-3-49-15,0-6-63 0,0-10-85 16,7-5-122-16,-7-9-143 0,7-6-164 0,-7-8-142 16,6 0-37-16,1-11 33 0,-1-4 93 0,1-3 142 15,-1-7 185-15</inkml:trace>
  <inkml:trace contextRef="#ctx0" brushRef="#br0" timeOffset="165162.68">9665 13009 64 0,'6'-26'409'0,"0"4"45"0,-6 4 30 16,0-4 17-16,-6 7-152 0,6 0-132 15,0 1-59-15,6 3-25 0,-6 0-6 0,14 3 9 16,-8-3 15-16,13 8 6 0,1-4 3 16,0 3 1-16,12-3 0 0,1 3-9 0,6 1-13 15,7-5-11-15,-1 4-2 0,14-7-5 16,6 4-7-16,13-5-9 0,6-2-10 16,7-1-18-16,8 0-18 0,11 1-8 0,1-4-8 15,7 3-13-15,5-7-8 0,7 4-2 16,0-1-6-16,0 1-4 0,0 0-3 0,1 0 2 15,6 3-1-15,0-4-3 0,-1 9-3 16,1-5-3-16,0 3 1 0,-7 5 0 0,7 1 3 16,-6 2 1-16,-8 0 3 0,1 0 0 15,-7 2-7-15,-6 2 0 0,-14 0-3 0,2 0 3 16,-8-5 3-16,-7 5 1 0,-6-3 0 16,0-1-2-16,-12-1 0 0,-1 2 0 15,-6-4-3-15,-8 3-4 0,-5-2 4 0,-7-2-8 16,-7 0 5-16,1 1 13 0,0 0 21 15,-14 0 23-15,8 0 23 0,-8-1 26 16,-6 1 11-16,0-1-6 0,0 1-9 0,0 0-7 16,-7 0-12-16,1 2-12 0,0-1-11 15,-1 1-5-15,-6 2-11 0,6 3-12 0,-6-4-11 16,0 0-6-16,7 4-7 0,-7 0 0 16,0 0-1-16,6 0-1 0,-6 4 0 0,0 0-3 15,7-1 2-15,-7 5 0 0,7-5 1 16,-1 4-3-16,0-2 2 0,1 2 1 15,0 0-2-15,-1 4-1 0,0-4 0 0,8 5 3 16,-8-1-2-16,1 3 2 0,-1 4 0 16,0 1 8-16,8 7 13 0,-8-1 10 0,0 5 8 15,1 2 18-15,0 5 20 0,-1 2 8 16,1 3 1-16,-7 6 1 0,6-1 6 0,0 4-1 16,2 4-9-16,-8 0-8 0,6 3-9 15,0 1-7-15,0 7-14 0,8-4-14 0,-8 4-10 16,1 0-4-16,6-4-2 0,0 4 1 15,-1-2 3-15,8-3 10 0,0 2 10 16,-7-1 6-16,13 0 7 0,-6 0-1 0,-1 0-1 16,7 1-9-16,-6-1-11 0,6-3-7 15,-7-1-6-15,1-3-5 0,-1-4-5 0,1 1 1 16,0-1 0-16,-1-4-1 0,-6-3-1 16,-6 0-1-16,-1-2 0 0,0-7-6 0,1-1-1 15,-7-5 2-15,0-3 0 0,0 0-2 16,0-8 2-16,-7-4 4 0,7 1 0 15,-6-4-5-15,0-4 1 0,-7-3 2 0,-1-1-4 16,2-3 2-16,-8 0-1 0,0 0 0 16,-5-3-1-16,-8-1-1 0,1 0-1 0,-8-3 1 15,-5 3 2-15,-8-2 1 0,-5 1-1 16,-7-2 0-16,-13 4 0 0,-13-1-3 0,-8 0-8 16,2 1 7-16,-7-1 1 0,-7 4 2 15,1 0 1-15,-14-4 0 0,0 4 5 0,1 0-9 16,-8 0 0-16,0 0 1 0,-12 0-1 15,7 0 0-15,-8-3 1 0,-5 3 6 0,5 0 0 16,1-4-2-16,-7 4-1 0,7-3-1 16,-7-1 1-16,7 0-1 0,6 4-1 0,0-4 2 15,7 1-1-15,0-1 2 0,6 0 0 16,7 1-2-16,6-5-2 0,7 0 1 0,13 1 2 16,6 0 1-16,7 0 1 0,13-4 8 15,6-1 14-15,13 6 7 0,1-5 5 0,13-1 5 16,-1 5 10-16,7-4 1 0,6 4-7 15,7 3-42-15,0 1-4 0,6-5 0 16,1 8 0-16,0-4 0 0,0 4 0 0,6 0 0 16,6 0 0-16,-6 0-11 0,0 0-107 0,6 4-63 15,0 4-77-15,1-5-89 0,0 5-125 16,-1-5-158-16,1 5-190 0,-1-5-180 16,-6 1-49-16,0-4 33 0,0 0 107 0,0 0 174 15,-6-7 228-15</inkml:trace>
  <inkml:trace contextRef="#ctx0" brushRef="#br0" timeOffset="167867.02">27034 7982 126 0,'0'-3'285'0,"0"3"41"0,0-4-33 15,0 1-38-15,0 3-7 0,0-4-46 16,-6 0-53-16,6 4-28 0,0-4-16 0,0 4-13 16,0-3 0-16,0-1 12 0,0 0 21 15,0 4 43-15,0-3 46 0,0-5 31 16,0 5 21-16,0-1 12 0,0-3 4 0,0 3-20 15,0-3-22-15,0 0-21 0,-7 0-22 16,7-6-20-16,0 7-19 0,-7-2-26 0,1 1-26 16,-6-1-21-16,4 1-18 0,-11 4-19 15,6-1-20-15,-6 4-11 0,-7 0-7 16,6 7-6-16,-6-3-2 0,-7 7 0 0,7 4 0 16,1 4-1-16,5-1 3 0,0 3 0 15,1 5 1-15,5 0-2 0,2 0 8 0,5-1-1 16,0 1-3-16,7 0 0 0,7-5-1 15,0 1 1-15,5 0-7 0,2-6 2 0,5 1 3 16,1-7 1-16,0 2 1 0,-1-8 1 16,7 0 1-16,0-4 3 0,-6-4 11 0,-1-3 19 15,7-2 20-15,-6-1 19 0,-8-1 23 16,1-3 23-16,1-5 8 0,-2-3-2 0,-4 0-11 16,-2 0-14-16,0-3-13 0,-6-1-12 15,6 0-5-15,-6 4 1 0,0 0 2 0,7 5 2 16,-7 2-6-16,0 4-13 0,0 0-14 15,0 4-19-15,0 2-13 0,0 2-11 16,0 3-5-16,0 3-3 0,0 6-2 0,0 5 1 16,0 4 1-16,7 7 0 0,-7 1 2 15,0 4 0-15,6 5 0 0,-6-1 3 16,0 6-2-16,7 1 2 0,-7-1-1 0,0 1 2 16,6-1-2-16,0-3 0 0,-6-1 0 15,8-7 0-15,-8 0-2 0,6 0-1 0,0-7-3 16,-6-3-16-16,6-4-26 0,-6-5-33 15,8 2-54-15,-8-9-71 0,6 1-91 0,-6-8-92 16,6 1-124-16,1-9-141 0,-1-2-147 16,1-4-117-16,0-5-6 0,-1-3 54 0,0-2 119 15,1-2 164-15,6 1 190 0</inkml:trace>
  <inkml:trace contextRef="#ctx0" brushRef="#br0" timeOffset="168273.18">27223 8166 206 0,'0'-15'429'0,"0"-4"87"0,0 5 101 0,0-4 3 16,0 6-42-16,0-2-54 0,-6 3-46 15,6-1-61-15,0 5-85 0,0 4-86 16,0 0-79-16,0-2-62 0,0 5-48 0,0 5-26 16,0 1-12-16,0 1-10 0,6 5-2 15,-6 3-1-15,6 0-1 0,-6-1 0 16,7 1 1-16,0 3 1 0,-1-4 1 0,1 1 0 16,5 0 0-16,-4-4 3 0,4-5 0 15,-6 3 7-15,8-2 4 0,-1-3 11 0,-7-1 12 16,8-3 14-16,-2-3 18 0,2-1 14 15,-2-7 13-15,-5 0 8 0,6 0 6 0,-6-7 7 16,-1-1-6-16,0-3-6 0,0-3-7 16,-6 3-3-16,8-5-1 0,-8 2-1 15,0 3 7-15,0 4 4 0,0 0 4 0,0 3-7 16,0 5-14-16,0-2-18 0,0 5-22 0,0 3-20 16,0 1-16-16,0 3-10 0,0 3-6 15,0 5-5-15,0 2 1 0,6 5 2 0,-6 0 0 16,6 3-1-16,1 3 2 0,0 2 2 15,-1-2 0-15,1 2-3 0,-1-4-2 16,7 2-21-16,-6-3-39 0,5 1-52 0,-5-1-63 16,6-3-76-16,0 0-102 0,7-4-117 15,0-4-126-15,-1-3-134 0,1-1-134 0,-2-6-66 16,9-5 29-16,-7 1 97 0,6-8 143 16,-7 0 174-16</inkml:trace>
  <inkml:trace contextRef="#ctx0" brushRef="#br0" timeOffset="168637.82">27809 8059 36 0,'7'-21'436'0,"-7"2"116"0,0 1 119 15,0 3 104-15,-7 1-78 0,1-1-115 0,0 4-94 16,-2 0-88-16,2 4-102 0,-7-1-91 16,0 5-64-16,7 3-45 0,-7 0-33 15,-1 7-22-15,2 0-17 0,-2 5-6 0,2 2-6 16,5 1-4-16,-6 3-2 0,6-1-2 16,1 6-1-16,6-4-2 0,0-1 0 0,0 0-2 15,0-3 1-15,6-1-1 0,1-3 5 16,0 0 1-16,-1-4 0 0,7-3 2 15,0 0-1-15,0-8 2 0,0 0 3 0,0 1 15 16,0-5 18-16,0-2 21 0,-6-5 22 16,-1 1 18-16,0-1 14 0,2-4 0 15,-2 1-1-15,-6-1-1 0,0 4 2 0,6 1 3 16,-6 3-5 0,0 1-7-16,0 2-14 0,0 1-24 0,0 3-23 15,0 4-25-15,0 0-14 0,0 4-8 16,7 3-4-16,-7 4 0 0,0 4 1 15,6-1-1-15,1 1 0 0,-7 4 1 0,6-1-10 16,1-4-23-16,5 4-33 0,-4 1-37 16,-2-4-52-16,7-5-57 0,0 5-71 0,0-4-89 15,0-3-104-15,6-5-107 0,1 2-119 16,-1-10-125-16,1 2-31 0,6-5 53 16,-6-3 103-16,5-4 131 0,-5 1 161 0</inkml:trace>
  <inkml:trace contextRef="#ctx0" brushRef="#br0" timeOffset="169081.44">28168 7986 155 0,'0'-18'449'0,"0"-1"121"15,0 1 120-15,-7 0 44 0,0 4-80 16,1-2-97-16,-7 5-80 0,0 0-91 0,0 0-99 16,0 4-77-16,0 3-59 0,-1 1-42 15,2 3-33-15,-1 0-24 0,-1 7-21 16,2 0-10-16,6 4-6 0,-8 4-2 0,1 3-1 16,6 5-4-16,7-2 2 0,-6 1-3 15,6 0 1-15,0 3-2 0,0-2-1 0,0-2-1 16,6-2 1-16,1-1 1 0,6 1 0 15,-7-4 4-15,8-5 5 0,-2-2 8 0,2-1 0 16,-1-3 25-16,-1-4 27 0,2-4 23 16,-1-3 27-16,0-1 17 0,0-2 24 0,-7-1-13 15,8-4-15-15,-8-7-15 0,-6-1-25 16,6-2-22-16,-6-4-22 0,0 0-16 0,-6-4-12 16,0 1-11-16,-1-2-7 0,0 4 1 15,1 4 4-15,-1 1 15 0,1 3 18 16,0 5 14-16,-1 1 9 0,0 1 7 0,7 4-4 15,-6 4-13-15,6 0-19 0,0 0-15 16,-6 3-11-16,6 4-12 0,0 4-2 16,0 7 0-16,0-1 1 0,0 5 0 0,0 4 2 15,6 3-3-15,0 3 3 0,1 0-2 16,0 1 0-16,-1 7 0 0,0-2-1 0,7 1 0 16,-6-3-16-16,0 0-36 0,5 0-53 15,-5-2-64-15,0-2-82 0,-1-3-100 16,0-4-130-16,1-3-118 0,-1-4-132 0,-6 0-141 15,7-8-65-15,0-3 23 0,-1-3 103 0,0-5 132 0,2-3 172 16</inkml:trace>
  <inkml:trace contextRef="#ctx0" brushRef="#br0" timeOffset="169393.8">28239 7997 244 0,'-6'-18'491'0,"6"-1"125"0,0 2 126 16,0-2 24-16,0 4-99 0,-6 0-109 0,6 1-90 16,0 3-110-16,6 3-112 0,-6-3-88 15,6 8-59-15,0-1-38 0,1 0-30 16,6 4-13-16,0 4-9 0,7 3-3 0,-8 0-1 15,8 5-4-15,0 2 3 0,-7 2 0 16,-1 2-1-16,8 0 0 0,-13 4 3 0,6-4 1 16,-6 4-5-16,-7-3 4 0,6-2 7 15,-6-1 13-15,0-6 28 0,0 1 35 16,0 0 54-16,-6-4 55 0,6-2 43 0,0-2 27 16,-7-3 2-16,0-3-7 0,1-2-34 15,-1-2-45-15,1-4-43 0,0-3-35 0,-2-1-28 16,8-7-26-16,-6 0-20 0,6 0-11 15,6-4-7-15,-6 1-7 0,8 4-6 16,-2-6-1-16,0 8-2 0,7 1-16 0,-6 1-25 16,0 2-35-16,5 4-58 0,-6 3-67 15,8 1-71-15,-1 7-79 0,0-3-107 0,0 6-130 16,0 1-138-16,-6-1-133 0,5 5-86 16,2 3 7-16,-1-5 85 0,0 6 145 0,0-1 178 15</inkml:trace>
  <inkml:trace contextRef="#ctx0" brushRef="#br0" timeOffset="169831.94">28702 7869 441 0,'0'-4'609'0,"6"-7"105"0,-12 4 93 0,6-4-32 15,0-3-127-15,-7 2-110 0,7 1-104 16,-6 0-80-16,-1 4-75 0,0 0-68 0,1-1-55 16,-8 5-51-16,8-1-39 0,-6 4-26 15,-2 4-15-15,-5 3-13 0,5 1-10 0,2 6 1 16,-1 4 0-16,0 0-2 0,6 4-1 15,-6 0 1-15,6 5 2 0,7-2-2 16,-6 0 0-16,6 1 0 0,0-4 0 0,6 0 2 16,1-3 0-16,0-1-2 0,-1-4 3 15,7-6 1-15,1-1 0 0,-2 1 1 0,2-8 1 16,-2-5 8-16,1-2 10 0,1 0 19 16,-2-8 19-16,2 0 25 0,-8-3 27 0,0-4 13 15,1 0 3-15,0 0-11 0,-7 0-2 16,0-3-6-16,0 6-7 0,0 1 1 0,0-1 1 15,0 5-5-15,0 3-13 0,0 4-21 16,0 0-21-16,0 2-20 0,0 2-17 16,0 0-8-16,0 6-5 0,0 0-1 15,0 6 0-15,0 1 2 0,0 5 1 0,6-1 1 16,-6 5 2-16,7 0 0 0,-7-1-2 16,6 3 0-16,7 1-10 0,-6-3-28 0,-1-1-48 15,0-4-63-15,1 1-82 0,0 0-106 16,-1-5-149-16,1-2-149 0,5-4-186 0,-5 0-160 15,0-8-36-15,-1 0 41 0,8-6 125 16,-8-1 158-16,0-5 223 0</inkml:trace>
  <inkml:trace contextRef="#ctx0" brushRef="#br0" timeOffset="170066.36">28884 7715 56 0,'0'-22'603'0,"-6"1"159"0,6 2 117 15,-8-3 104-15,8 7-52 0,-6 1-174 0,6-2-205 16,-6 6-143-16,6 2-107 0,0 5-96 15,0-1-79-15,0 0-54 0,0 8-35 0,0 3-17 16,6 7-2-16,0 1 4 0,2 4 11 16,-2 7 9-16,0-5 10 0,1 9 7 0,6-5-3 15,-7 9-7-15,1-5-13 0,-1 3-10 16,1-2-10-16,0 3-7 0,-7-3-6 0,6-1-22 16,-6-4-39-16,6 1-64 0,-6-8-85 15,0 0-115-15,0-7-157 0,0 0-187 0,0-6-210 16,0-3-91-16,-6-4 1 0,0-6 72 15,-1-3 135-15,-6 0 193 0</inkml:trace>
  <inkml:trace contextRef="#ctx0" brushRef="#br0" timeOffset="170378.69">28845 7861 79 0,'-7'-7'509'0,"1"0"121"16,-1-1 90-16,7 1 51 0,0 0-125 16,0 4-173-16,0-6-154 0,7 6-118 0,-1-4-83 15,1 0-57-15,6 3-31 0,-1-3-15 16,8 3-6-16,0 1-5 0,-7-5-4 15,7 1 7-15,-8 3 24 0,8-3 38 0,-7-1 47 16,0 0 49-16,-6 5 49 0,5-4 37 16,-4 3 18-16,-2 0-1 0,-6 1-20 15,6-1-26-15,-6 0-37 0,7 4-35 0,-7-3-39 16,0 3-34-16,6 0-25 0,-6 3-20 16,7 1-12-16,-1 3-4 0,1 1 6 0,-1 7 15 15,0-1 10-15,2 1 10 0,4 7 5 16,-5-1 0-16,-1 2-8 0,1-2-15 15,-1 5-9-15,1 0-12 0,-1 0-9 0,1-4-4 16,-7 0-11-16,7-4-27 0,-7-4-51 16,0-3-54-16,0 0-73 0,0-3-116 0,0-5-173 15,0-3-185-15,-7-6-171 0,0-6-128 16,1-7-23-16,-1 2 65 0,1-5 155 16,-1-3 195-16</inkml:trace>
  <inkml:trace contextRef="#ctx0" brushRef="#br0" timeOffset="170505.8">29073 7653 84 0,'-7'-22'512'15,"7"7"113"-15,-6 1 70 0,-1 3 34 16,7-1-138-16,-6 5-185 0,6 3-152 0,0 4-136 16,0 0-140-16,0 4-148 0,0 3-181 0,6 5-202 15,-6-6-103-15,7 5-27 0,-1 0 41 16,7 1 99-16,-7 2 154 0</inkml:trace>
  <inkml:trace contextRef="#ctx0" brushRef="#br0" timeOffset="170818.25">29490 7700 526 0,'0'-3'711'16,"0"-5"102"-16,-7 1 74 0,0 0-29 15,1 0-187-15,-8 2-213 0,8 2-134 0,-6-1-86 16,-2 4-61-16,8 4-47 0,-13-1-35 16,11 6-20-16,-4 1-10 0,-1 1-2 15,6 7 5-15,1 0 9 0,6 5 14 0,-7 3 19 16,14-5 19-16,-7 5 18 0,13-4 12 15,-6 3 8-15,11-6 1 0,2 3-5 0,0-4-9 16,5-3-13-16,2-1-13 0,5-6-11 16,1-4-12-16,7-1-16 0,-2-6-15 15,1-1-61-15,-6 0-13 0,-1-3 0 0,-6-1 0 16,1 2 0-16,-8-2 0 0,-6 4 0 16,1-3-95-16,-8 7-178 0,-6-4-159 0,-6 4-220 15,-8 4-269-15,-12 0-199 0,0-1-44 16,-7 4 52-16,-6 4 122 0,-6-3 204 0,-7 7 279 15</inkml:trace>
  <inkml:trace contextRef="#ctx0" brushRef="#br0" timeOffset="171364.98">27529 9422 251 0,'7'-15'536'0,"-14"-3"116"0,1 4 93 16,-1-1-9-16,-6 0-72 0,0 1-137 16,0 2-115-16,-6 1-98 0,5 4-79 15,-6 0-60-15,-5 3-49 0,5 4-34 0,-6 4-27 16,0 3-11-16,0 0-14 0,7 4-10 16,-1 8-9-16,-6-1-7 0,13 4-1 15,-7 4 0-15,8-1 5 0,5 5 1 0,0 3 3 16,7-4 1-16,0 0 4 0,7-3 0 15,6-3 2-15,-7-2 4 0,8-3 10 0,5 1 15 16,1-5 21-16,0-3 25 0,-2-7 24 16,9 0 24-16,-7-4 16 0,-2 0 12 0,2-8 4 15,0 1 0-15,-7-5-6 0,-1 2-5 16,2-5-10-16,-8 1-19 0,1-9-22 0,-7 5-24 16,0-8-25-16,0 5-26 0,-13-5-47 15,7 4 0-15,-8 0 0 0,2 0 0 0,-8 4 0 16,7 4 0-16,-7 2-71 0,1 1-63 15,6 8-75-15,-7-1-82 0,1 4-90 16,5 4-104-16,2-1-129 0,5 4-128 0,-6 1-121 16,13-5-90-16,0 5 4 0,0-5 80 15,0 1 140-15,7 0 174 0</inkml:trace>
  <inkml:trace contextRef="#ctx0" brushRef="#br0" timeOffset="171695.14">27359 9400 164 0,'8'-4'464'0,"4"-3"100"0,1 0 99 16,-6 0 44-16,0 0-98 0,5-5-107 0,2 5-81 15,-2-4-78-15,2 4-76 0,5 0-67 16,1-1-48-16,6 5-32 0,-7-2-23 0,13 5-15 16,-5 0-17-16,5 5-16 0,-6 1-9 15,7 6-10-15,-7-1-5 0,0 0-5 16,0 7-3-16,-7-3-4 0,1 3 0 0,-7 0-3 16,0 4 2-16,-6-3 0 0,-7 3 1 15,0-4 2-15,0-3 3 0,-7 3 11 0,1-7 17 16,-7-1 22-16,6 2 35 0,1-9 33 15,-8 1 18-15,8-4 3 0,-7-4-8 0,0-3-21 16,0-4-31-16,0 0-29 0,0-7-21 16,0-1-13-16,6-6-10 0,1 3-5 15,0-8-6-15,6 5-6 0,0-1-5 0,6 1 2 16,0 3-3-16,1-1-1 0,6 5-6 16,0 4-14-16,0-1-38 0,0 4-60 15,0-1-85-15,6 9-120 0,1-4-163 0,0 3-182 16,-1 4-196-16,1 0-89 0,6 0 7 15,-7 4 80-15,1-4 142 0,6 4 188 0</inkml:trace>
  <inkml:trace contextRef="#ctx0" brushRef="#br0" timeOffset="172398.09">28148 9228 296 0,'0'-7'649'0,"-6"-1"112"0,-1-6 88 0,-6 3 67 15,0-1-173-15,0 2-198 0,0-1-142 0,-7 0-96 16,1 4-78-16,-1-1-72 0,0 4-52 15,8 4-40-15,-8 4-24 0,1-1-10 16,-1 5-10-16,7 7-8 0,0-1-5 0,0 5-1 16,7 3-4-16,-1 0-2 0,0 3-1 15,7 5 0-15,7-4-1 0,-7 3 1 0,13-3-2 16,-7-1 2-16,7 0 3 0,1-6 0 16,-2-1 1-16,8-4 0 0,-7-2 4 15,7-1-2-15,0-7 0 0,-2-1 2 0,2-6-1 16,-1-5 9-16,1 1 8 0,0-5 12 15,-7-2 15-15,0-1 10 0,0-3 11 0,-7-4 1 16,1 0-4-16,0-3-10 0,-7-4-12 16,0-1-11-16,-7-7-10 0,0 4-9 0,-5 1-5 15,5-5-7-15,-6 4-1 0,0-1-4 16,7 9 0-16,-8-4 0 0,8 7 0 0,-8 3 3 16,8 1-1-16,0 4 0 0,6 3 0 15,-7 4-1-15,1-1 1 0,6 4-4 0,0 4-1 16,0 4 1-16,0 4-3 0,6 2 3 15,1 8 0-15,-1 1 0 0,0 3 1 16,2 4 3-16,-2 3 1 0,0 0 2 0,8 4-4 16,-2-4 2-16,1 5 1 0,1-5-2 15,-2 4 2-15,8-8-4 0,-1 4 6 16,1-6-3-16,6-5-1 0,-6 1 2 0,5-5-3 16,-5-7 1-16,6-3-1 0,-6-1 3 15,5-6 1-15,-5-1-5 0,0-7 4 0,-1 1 6 16,-5-5 8-16,-2 0 10 0,2-4 8 15,-8 1 13-15,-6-1 4 0,0 2-2 0,0-2-4 16,-6 5-5-16,-1 0-9 0,0 2-8 16,1 1-4-16,-8 4-4 0,2 3-6 0,-1 4-7 15,0 0-2-15,0 4-1 0,-1 7-1 16,8-4-2-16,-6 8 1 0,5-1 1 0,0 1 0 16,1 3-1-16,6 1 1 0,-7 2 1 15,14-3 0-15,-7 1 1 0,6 4-1 0,1-5 2 16,6 0-1-16,-1 0 0 0,2-3-1 15,-1-3-4-15,0-2-19 0,0 0-33 16,-1-3-52-16,2-2-68 0,-1-5-82 0,7 0-112 16,-8-5-138-16,2-5-154 0,-2-1-140 15,-5 0-114-15,0-7-11 0,-1-1 64 0,7-2 131 16,-6-2 172-16</inkml:trace>
  <inkml:trace contextRef="#ctx0" brushRef="#br0" timeOffset="172694.91">28590 9221 394 0,'8'-15'495'0,"-8"1"95"16,6-2 97-16,-6 6-48 0,6-1-92 15,-6 0-90-15,7 4-74 0,-1-1-80 0,1 4-80 16,6 1-71-16,-1 3-49 0,2 3-28 16,-1 1-14-16,0 4-14 0,6 2-16 0,-5 1-11 15,-2 0-5-15,8 4 0 0,-13 2 1 16,5 3 3-16,-5-6 6 0,0 5 17 0,-1-5 16 16,-6 5 14-16,0-5 17 0,0-2 16 15,-6-1 27-15,6-1 25 0,-7-2 36 0,7-1 34 16,0-3 30-16,-7-4 23 0,1 0 8 15,0 0-8-15,-1-8-28 0,7 1-29 0,-6-5-36 16,-1 2-135-16,0-5-52 0,1-4 0 16,6-2 0-16,0-5 0 0,0 4 0 15,0-7 0-15,0 7 0 0,6-3 0 0,-6 6 0 16,7 1 0-16,0 3 0 0,-7 4 0 16,6 0 0-16,1 4-167 0,-7 2-147 0,12 3-71 15,-5 2-81-15,12 0-125 0,-5 0-169 16,5 0-199-16,7 0-64 0,0 0 10 0,0 0 71 15,13-4 152-15,0 4 219 0</inkml:trace>
  <inkml:trace contextRef="#ctx0" brushRef="#br0" timeOffset="173398.46">29594 8961 245 0,'0'-8'701'0,"-6"1"123"0,-2-4 82 15,-4 4 67-15,-1-4-128 0,-1 0-257 16,-4 4-176-16,-2-4-103 0,0 6-70 0,1-2-56 15,-1 7-53-15,0 0-46 0,1 0-30 16,-1 4-18-16,1 7-14 0,-1-1-9 16,7 6-6-16,0-2-4 0,1 8-1 0,4-4 2 15,2 4 1-15,0 4-2 0,12-4 1 16,-6 0-2-16,14 0 4 0,-8 0 1 0,13 0-1 16,-6-4 1-16,7-3 2 0,-1-1 0 15,1-6 4-15,-1 3 2 0,1-7 4 16,0-2 8-16,-1-2 4 0,1-2 11 15,0-5 8-15,-2-1 6 0,-4 0 4 0,-8-6-3 16,1-1-3-16,-1 0-12 0,-6-3-11 16,-6-3-11-16,6-1-8 0,-13 0-8 0,-1-3-4 15,2 2 0-15,-8 1-2 0,7 4-1 16,0 0 1-16,0 3 0 0,-1 4-1 0,2 0-2 16,6 4-2-16,-1-1-9 0,7 5-9 15,-7-2-7-15,7 5-7 0,7 0-10 0,0 5-11 16,-1 1-7-16,6-1-12 0,2 2-13 15,6 0-16-15,-1-3-11 0,1 3-3 16,-1-3 7-16,7-1 11 0,-6-3 18 0,0 0 24 16,-1 0 20-16,1-3 16 0,-8-1 11 15,-6 0 11-15,8-7 17 0,-8 3 16 16,-6-5 17-16,0 1 21 0,0-7 15 0,0 2 10 16,-6-2-2-16,0-3-3 0,-8 4 1 0,8-4-1 31,0 4-2-31,-1-1 3 0,-6 4-1 0,6 1 2 0,7-1-8 0,-6 8-13 0,0-1-13 15,6 5-13-15,0 0-14 0,0 6-13 16,0 0-1-16,0 12-7 0,0 4-2 0,6 3-2 16,0 8 2-16,1 2 9 0,6 1 3 15,-6 7 23-15,-1 0 25 0,6 9 23 0,-4-5 17 16,4 3 6-16,2 1 0 0,-8-5-8 16,7 1-11-16,0-3-12 0,-6-5-13 15,-1-3-9-15,0-7-56 0,1 0-2 0,0-8 0 16,-1-4 0-16,-6-2 0 0,7-1 0 15,-7-8 0-15,6 1 0 0,-6-8 0 0,0 1 0 16,0-1 0-16,0-7 0 0,0 0-260 16,-6 0-146-16,6-4-189 0,-7 0-236 0,-6 1-239 15,6-4-75-15,-5 3 22 0,-2-3 85 16,2-1 177-16,-1 2 252 0</inkml:trace>
  <inkml:trace contextRef="#ctx0" brushRef="#br0" timeOffset="173585.8">30564 9038 28 0,'0'-4'179'0,"0"0"-19"0,7 0-71 0,-1 2-146 0,1-6-59 16,-1 4-38-16</inkml:trace>
  <inkml:trace contextRef="#ctx0" brushRef="#br0" timeOffset="173961.77">30799 8869 87 0,'0'0'235'15,"0"-3"9"-15,0 3-30 0,0 0-50 0,0-4-62 16,0 4-42-16,0 0-29 0,6 0-14 0,-6 0-10 16,6 0-5-16,-6 0-1 0,0 0-1 15,0 4-1-15,7-4 0 0,-7 0 2 0,0 0 6 16,0 0 13-16,7 0 22 0,-7 0 35 16,0 0 39-16,0 0 48 0,0 0 40 0,0 0 37 15,0 0 31-15,-7 0 28 0,7 0 19 16,0 0 3-16,0 0-5 0,0 0-18 0,0 0-27 15,0 0-39-15,0 0-43 0,0 0-38 16,0 0-34 0,0 0-24-16,0 0-20 0,0 0-16 15,-7 0-13-15,7 0-7 0,0 0-7 0,0 0-3 16,0 0-4-16,0 0-1 0,0 0-2 16,0 0-3-16,0 0-2 0,0 0-2 0,0 0 0 15,0 0-3-15,0 0-4 0,0 0-3 0,0 0-3 16,0 0-8-16,-6 0-33 0,0 0-74 15,6 0-113-15,-7 0-159 0,1 0-192 0,-1 0-173 16,-6 0-65-16,7-4 21 0,-1-4 87 16,0 5 146-16</inkml:trace>
  <inkml:trace contextRef="#ctx0" brushRef="#br0" timeOffset="176399.89">30740 8719 34 0,'6'-4'434'0,"1"-4"106"0,0 1 98 15,-1-4 60-15,-6 0-22 0,6-4-105 16,-6 1-84-16,7 0-67 0,-7-1-67 0,0 0-65 15,0-3-51-15,-7 3-44 0,1-3-32 16,6 3-25-16,-13 1-24 0,6 2-20 0,1 2-16 16,-7-1-20-16,0 7-15 0,0 0-12 0,-1 4-9 15,-4 4-12-15,-2 7-2 0,-7 0-2 16,9 7 0-16,-9 1-2 0,7 2 0 16,2 5 2-16,4 0-1 0,-5 3 1 0,12 0-3 15,-6 0 0-15,7-3 1 0,6 0 2 0,0-4 1 16,6 0-2-16,0-4 2 0,8-3 1 15,-8 0-2-15,13-9-2 0,-5 3 0 16,5-6 2-16,1-3-2 0,0-3 1 0,6-1-1 16,-7-4 1-16,1-3 7 0,-8-3 15 0,8 3 24 15,-7-4 26-15,0-3 22 0,0 3 15 16,-7-4 7-16,1 1 2 0,0 4-5 0,-7-5-12 16,6 5-10-16,-6 3-10 0,0-1-11 15,0 6-16-15,0-2-18 0,0 1-13 0,6 3-13 16,-6 4-6-16,0 0-6 0,0 4-2 0,7 3 1 15,-7 4-1-15,7 0 1 0,-1 4 0 16,7 3 1-16,-7 4 0 0,1 1 1 0,6 2-1 16,-7 0 0-16,2 5-1 0,4-5-1 15,-5 4 0-15,-1-3 0 0,1 3 0 0,-7-3 1 16,6 0 0-16,-6-4 2 0,0 0 5 16,0 0 4-16,0-4 13 0,-6-4 16 0,-1 1 17 15,1 0 16-15,-1-4 17 0,-5-3 12 0,-2-1 6 16,1 0-31-16,0-3-77 0,-6-4 0 15,5 0 0-15,-5-4 0 0,0 0 0 0,-8 1 0 16,7-4 0-16,-5-5 0 0,5 5 0 16,-6-4 0-16,6 0 0 0,1 0-73 0,6-3-191 15,0 3-80-15,1 0-72 0,4 0-87 0,2-1-108 16,6-2-105-16,0 3-114 0,14-3-98 16,-8-2-2-16,6-2 72 0,2 3 128 0,5-3 154 15,-5-1 178-15</inkml:trace>
  <inkml:trace contextRef="#ctx0" brushRef="#br0" timeOffset="177005.52">30772 8737 56 0,'14'-11'426'0,"-8"0"94"0,7-4 98 16,-7 4 79-16,8 0-66 0,-8 1-86 0,8-5-73 15,-8 4-58-15,7 0-73 0,0 4-76 16,0-4-61-16,7 3-50 0,-8 2-35 0,8 1-27 16,-7 2-18-16,7-1-12 0,-1 4-6 15,1 4-5-15,-1-1-3 0,8 2-5 0,-8 5 0 16,0-3-3-16,-6 8-5 0,7 0-6 0,-1-1 3 15,-6 4 7-15,0 1 3 0,-6 3 5 16,0-4 10-16,-7 1 18 0,0-1 11 16,0 1 8-16,-7-2 8 0,0-2 3 0,1 0 0 15,-7-4-7-15,6 0-8 0,-6-1-5 0,1-2 1 0,-2-5 2 0,8 2 4 0,-7-2 5 16,0-6 0-16,6 3-8 0,-5-8-11 16,4 4-20-16,2-6-15 0,0-5-16 15,-1 0-12-15,7-3-8 0,0-4-5 0,0-4 1 16,7 0-6-16,5 1-4 0,-4-5 0 0,4 4-2 15,1 5 1-15,0-1-1 0,0 1 2 16,7 5 3-16,-7 1 0 0,0 1 1 0,0 3 0 16,0 4-1-16,0 3-4 0,-7 4 1 0,8 0 3 15,-8 4 1-15,7-1-1 0,-7 8 1 16,1 1 6-16,6 2-1 0,-7 1-2 0,1-1-2 16,0 5 3-16,5-1 1 0,-5 0-2 15,0 0-1-15,6 1 1 0,-1-4 2 0,-4-1-2 16,4-3 0-16,1 1 2 0,0-2 3 0,0-6-2 15,1 0 0-15,-8-4-2 0,6 0 4 16,2-8 4-16,-1 5 17 0,-7-9 21 16,1 1 25-16,0 0 29 0,-1-4 24 0,0 1-117 15,-6-4-8-15,-6 0 0 0,6-1 0 0,-6-3 0 16,-8 5 0-16,8-6 0 0,-7 4 0 16,-7 1 0-16,8 4 0 0,-8-1 0 0,0 4 0 15,1 4 0-15,-1 3 0 0,-6 0 0 16,7 8 0-16,-1 0 0 0,0 3 0 0,1 0 0 15,6 5-292-15,0 2-62 0,0 1-47 0,6 0-61 16,7-1-85-16,0 4-100 0,0-7-109 16,7 4-104-16,0-4-51 0,5-4 35 15,2 1 100-15,5-1 134 0,1-3 170 0</inkml:trace>
  <inkml:trace contextRef="#ctx0" brushRef="#br0" timeOffset="177557.56">31593 8554 335 0,'13'-11'575'0,"-7"0"128"15,2 4 110-15,-2-5 6 0,-6 2-100 0,0 2-108 16,0 1-108-16,0 0-102 0,0 2-91 16,0 3-85-16,0-3-67 0,0 5-55 0,0 0-42 15,-6 0-26-15,6 7-18 0,-8 1-8 16,8 3-4-16,0 0-3 0,0 4 1 0,0 0-3 16,0 3 1-16,0 0 1 0,8 1 0 15,-2-1 2-15,0-1-2 0,0 3 3 0,8-3-1 16,-8-2 2-16,14 0-4 0,-7-4 2 0,-1 0 0 15,8-4 1-15,-7-3 2 0,7 0 2 16,0-4 3-16,-1-4 4 0,1 0 10 16,-1-3 19-16,-6-1 14 0,1-2 17 0,-2-1 16 0,-5-4 10 15,-1 4-1-15,-6-7-8 0,7 2-10 16,-7-1-11-16,0-1-9 0,-7 3-5 16,7 1-5-16,0-1-3 0,-6 4-3 0,6 0-5 15,0 4-8-15,-7-1-10 0,7 4-7 16,0 1-8-16,0-1-5 0,0 4-3 0,0 0-1 15,-6 4 0-15,6 3-3 0,6 1 1 0,-6-1 1 32,0 4-1-32,7 3 2 0,-1-2-1 0,1 2 1 15,-1-3 2-15,1 3 0 0,5-2 0 0,2-1-2 16,-1 0 0-16,0-4 1 0,6 0-1 16,1-3 0-16,0-4 1 0,5 0 2 0,1-4 5 15,-6-3 11-15,6 0 24 0,-7-2 32 16,-5-1 38-16,5-1 41 0,-6-3-20 0,-6-1-134 15,-1 1 0-15,0-5 0 0,-6-3 0 0,0 4 0 16,-6-9 0-16,0 6 0 0,-1-2 0 16,-6 6 0-16,0-5 0 0,-7 3 0 0,1 5 0 15,0-1 0-15,0 8 0 0,-1-5 0 0,-6 10 0 16,6-3 0-16,-6 5 0 0,7 0 0 16,-1 5 0-16,7-3-287 0,-1 6-127 0,-5 0-71 15,13-5-100-15,-1 5-116 0,1-1-142 0,6 1-133 16,0-2-19-16,0-2 60 0,6-4 124 15,1 0 161-15,6 0 206 0</inkml:trace>
  <inkml:trace contextRef="#ctx0" brushRef="#br0" timeOffset="178399.89">32218 8201 77 0,'7'-6'566'0,"0"-9"154"0,-1 4 115 15,0 0 97-15,-6 0-68 0,7 0-161 0,-7 0-152 16,0 4-122-16,0 3-98 0,0-3-87 0,6 3-70 15,-6 4-53-15,0 0-44 0,0 4-19 16,7 3 0-16,0 4 9 0,-7 4 12 16,6 3 6-16,7 4 7 0,-6-1 1 0,-1 6-5 15,0 2-9-15,1-4-7 0,6 9-13 0,-6-8-7 16,-1 3-12-16,0 0-12 0,2-3-11 0,4-1-9 16,-6 0-2-16,1-2-2 0,0-4 2 15,-1-1-3-15,1-4-2 0,-1-2-8 0,0-6-17 16,-6 2-27-16,8-5-48 0,-8 1-52 15,0-8-54-15,0 1-47 0,0-1-48 0,0-6-42 16,0-2-39-16,-14 1-31 0,8-7-20 16,-7 3-6-16,-1-7 20 0,2 4 47 0,-8-4 73 15,7 4 80-15,0-4 88 0,0 3 81 0,0 2 88 16,0 2 83-16,7 4 70 0,-8-5 51 16,8 6 26-16,-1 2 14 0,1-3-15 0,0 4-48 15,6-1-48-15,0 1-41 0,0 0-35 16,6 0-31-16,0-1-26 0,7 5-17 0,7-4-9 15,-7-1-7-15,6 1-2 0,8 0 0 0,-7-1-4 16,5 1 0-16,-5 0 2 0,0-4 10 16,-8 3 23-16,2 2 21 0,-2-7 32 0,-5 6 30 15,-1-4 27-15,-6 0 15 0,0 1 8 16,0-1 15-16,-6 0 9 0,6-1 7 0,-7 2 4 16,1 2-2-16,6-3-12 0,-6 8-26 15,-1-4-37-15,7 2-33 0,0 2-31 0,0 3-22 16,0 3-20-16,0 2-11 0,0 2-6 15,7 7-3-15,-1 1 0 0,0 3 2 0,1 4 0 16,-1 4 0-16,1-1 1 0,6 5 0 0,-7-1 0 16,8 4 0-16,-8 0 11 0,0-3 8 15,1 2 13-15,0-2 12 0,-1-1 5 0,1-4 5 16,-1-3 1-16,-6 1 0 0,6-9 5 16,-6 1 8-16,8-4-71 0,-8-4 0 0,0 1 0 0,0-5 0 0,6-3 0 15,-6 0 0 1,0-3 0-16,0-5 0 0,6-3 0 0,0-4 0 15,1 1 0-15,0-9 0 0,6 2 0 0,-1 3 0 16,2-4 0-16,6 0 0 0,-8 7 0 16,8-3 0-16,-7 7 0 0,7 0 0 15,-8 7 0-15,1-4 0 0,1 8 0 0,-2 5 0 0,2-2 0 16,5 5 0-16,-12 3 0 0,6-1 0 16,-1 5 0-16,2 0 0 0,-8-1 0 0,8 1 0 15,-2 0 0-15,-5-1 0 0,6-2 0 16,-6-1 0-16,5-1 0 0,-6-6 0 0,8 3 0 15,-1-3 0-15,0-4 0 0,0-4 0 0,0 1 0 16,-6-1 0-16,5-3 0 0,2 0 0 16,-8-4 0-16,7-1 0 0,-7-2 0 0,1 3 0 15,0-4 0-15,-7 1 0 0,0-1 0 0,0 4-9 16,0 0-610-16,-7 0-244 0,-6 0-268 0,0-1-97 16,-7 2 16-16,-6-1 82 0,0 0 174 0,-7-1 262 15</inkml:trace>
  <inkml:trace contextRef="#ctx0" brushRef="#br0" timeOffset="183905.3">27633 5070 28 0,'-6'0'200'0,"6"3"47"0,0 2-14 0,0-5-24 15,0 3-8-15,0-3 3 0,0 0-21 16,0 4-24-16,0-4-17 0,0 0-5 16,0 0 3-16,0 0 6 0,0 3 6 0,0-3 5 15,0 0 4-15,-6 0 3 0,6 0-1 16,0 0-2-16,0 0-4 0,0 4-13 15,0-4-14-15,0 0-20 0,0-4-22 0,0 4-22 16,0 0-20-16,0 0-14 0,0 0-14 16,6 0-11-16,-6 0-13 0,0-3-15 0,0 3-28 15,0 0-32-15,0 0-39 0,0 0-43 16,0-4-39-16,0 4-45 0,0 0-55 16,0-3-59-16,0 3-85 0,0 0-36 0,0-5 5 15,6 5 35-15,-6-3 68 0</inkml:trace>
  <inkml:trace contextRef="#ctx0" brushRef="#br0" timeOffset="185396.07">30877 5461 298 0,'0'5'465'16,"-7"-2"67"-16,7-3 54 0,0 4-46 0,0-4-77 16,0 0-58-16,0 0-34 0,0 4-29 0,0-4-26 0,0 0-38 15,0 0-41-15,0 0-46 0,7 0-38 16,-7 0-24-16,0 0-19 0,0 0-16 0,0 0-11 16,0 0-14-16,0 0 0 0,0 0 5 0,0 0 14 15,6 0 11-15,-6 0 4 0,0 0 9 16,0 0-7-16,0 0-9 0,0 0-11 0,0 0-12 15,0 0-9-15,0 0-5 0,0 0-6 16,0 0-9-16,0 0-7 0,0 0-9 0,0 0-11 16,0 0-4-16,0 0-4 0,0 0-1 15,0 0-2-15,0 0-1 0,0 0 0 0,0 0-2 16,-6 0 0-16,6 0-3 0,0 0 0 0,-7 0-7 16,1 0-9-16,-1 0-17 0,1 0-22 15,-8 0-26-15,8 0-26 0,-7 0-14 0,0 0-14 16,-6 0-10-16,5 0-7 0,2 0-5 15,-2 0 0-15,8 3-11 0,-7-3 5 0,0 0 11 16,6 0 21-16,1 4 24 0,0-4 29 16,-8 4 24-16,14-4 18 0,-6 0 20 0,0 3 7 15,-1-3 6-15,0 0 0 0,7 4 8 0,0-4 10 16,0 0 5-16,0 0 14 0,0 3 13 16,0-3 15-16,0 0 12 0,7 0 3 0,0 0-2 15,-1 0-7-15,6 0-13 0,8 0-7 16,0 0-8-16,6-3-5 0,7 3-2 0,-1 0-1 15,1-4 4-15,6 4-3 0,0 0-4 16,-7-3 3-16,8 3 4 0,-8 0 2 0,1-4 6 16,-7 4 2-16,-1 0 4 0,-5 0 2 15,0 0 3-15,-1 0 1 0,-12 0 8 0,6 0 6 16,-7 0 4-16,-6 0-1 0,0 0-3 0,-6 0-2 16,-7 0-10-16,0 0-10 0,0 0-6 15,-7 0-4-15,-6 4-4 0,0-4-2 0,1 0-5 16,-2 0-1-16,-5 3 1 0,6-3 3 15,-7 4 4-15,7-4 6 0,0 3 4 0,0-3 3 16,7 5 1-16,-1-2 0 0,6-3 2 0,2 0 4 16,-1 4 9-16,6-4 9 0,7 0 5 15,-7 0 7-15,14 0 0 0,0 0-6 16,-1-4-12-16,7 4-14 0,7-3-14 0,6-2-12 16,0 2-12-16,-1-1-5 0,8 1-4 0,-7-1 0 15,7 0-3-15,-1 1 2 0,-6-1-3 16,7 0-2-16,-7 1 1 0,0-2-3 0,-6 5 3 15,-1-2 0-15,1-3 2 0,-7 5 2 16,0-3 1-16,-7 3 1 0,1-3-7 0,-1 3-11 16,-6 0-28-16,0 0-47 0,-6 0-78 0,-1 0-94 15,-5 0-121-15,-2 3-170 0,2-3-214 16,-2 0-229-16,-5 0-69 0,-1-3 17 16,8 3 86-16,-8-5 157 0,-6 2 231 0</inkml:trace>
  <inkml:trace contextRef="#ctx0" brushRef="#br0" timeOffset="188509.39">18000 5781 189 0,'0'0'237'15,"8"-3"-9"-15,-8 3-57 0,0 3-37 0,0-3-15 16,0 3-26-16,0 1-22 0,0 3-5 16,0 4 4-16,0-3 11 0,0 6 17 0,0 0 11 15,0 5 11-15,0 4 19 0,0-2 14 16,0 5 7-16,0 7-2 0,0-4-3 0,0 8-6 16,0 0-14-16,0-1-22 0,0 4-14 15,0-3-13-15,0 0-11 0,6-1-9 16,-6-3-15-16,0 0-7 0,0-4-11 0,6-3-10 15,-6-3-4-15,0-3-5 0,0-3-3 16,0-4-3-16,0-1-3 0,0-5 0 0,0 0-13 16,0-7-34-16,0 0-48 0,0 0-61 15,0-7-80-15,-6-5-102 0,6 2-118 0,-6 0-59 16,6-10 1-16,-8 3 33 0,2-9 70 16</inkml:trace>
  <inkml:trace contextRef="#ctx0" brushRef="#br0" timeOffset="189909.01">18112 5817 57 0,'19'-3'213'0,"-6"-1"18"0,7 0-46 15,6 4-38-15,-1-3-14 0,2-1-15 0,-1 0-18 16,6 1-2-16,1-1-2 0,7 0-9 15,-2 1-11-15,8 0-6 0,-7-2-8 0,6 5-8 0,8-3-8 0,-2-1-2 16,2 1 2-16,5-1 2 0,7 0 1 16,7 4 0-16,6-3-1 0,1-2-2 15,-1 2-8-15,0 0-10 0,0-2-8 0,0 5-5 16,0-2-4-16,1-3-3 0,-2 2-2 16,-4 3-4-16,4-4 0 0,-6 4-2 15,2 0 1-15,-2 0 1 0,-6 0 1 0,0-4-1 16,0 4 3-16,-6 0-2 0,0 0 3 15,-1-3-1-15,1 3-2 0,6-4 2 0,-6 0-1 16,6 1 0-16,0-1-1 0,0 1 0 16,1-2-3-16,-7 2 0 0,6-4 1 15,0 3 3-15,0 0-1 0,0 1 2 0,-7-1 5 16,7 0-3-16,0 1-5 0,0-1-2 16,0 1 0-16,8-2 0 0,-8 2-4 0,0 3 3 15,0-3 0-15,0 3 1 0,0-4-1 0,-7 0 2 16,7 4 1-16,0-3 0 0,0-1 1 15,8 4-1-15,-8-4 1 0,6 4-3 16,-6-3 0-16,7-1 0 0,-7 4-3 0,0-5 0 16,0 5 0-16,-6 0 2 0,0 0 1 15,-8-2 0-15,8 2 5 0,-13 0-3 0,7-4-1 16,-8 4-1-16,1-4-2 0,-7 4 0 16,-1-3 1-16,1-1 3 0,1 0-2 0,-8 0 1 15,1 2-1-15,0-3 1 0,-1 1-1 16,-6 1-1-16,-7-1 2 0,7 0 1 15,-6 4 3-15,-1-3-5 0,-5-1 4 0,6 0-1 16,-8 1-3-16,1 3 0 0,0-3 0 16,0 3 0-16,1-5 0 0,-2 2 3 0,1-1 1 15,0 4 0-15,0-3-1 0,1 3 0 16,-2-4-2-16,2 0-2 0,-2 4 2 16,1 0 6-16,1-3 8 0,-8 3 9 0,7 0 14 15,-6-4 13-15,-1 4 6 0,0 0 6 16,-6 0-2-16,7 0-2 0,-7 0-4 0,7 0-8 15,-7 0-3-15,6 0-8 0,1 0-2 16,-1 4-8-16,0-4-5 0,2 3 2 16,-2 1-2-16,0 0 4 0,1-1 1 0,-1 1 9 15,1 4 12-15,-1-5 9 0,1 4 11 16,-1 0 12-16,0 4 16 0,2 0 13 0,-2 4 0 16,0 4-1-16,-6-1-3 0,7 0 1 15,0 4-19-15,-7 4-14 0,6-1-3 0,-6 1 1 16,6 3-3-16,-6-3-8 0,0 3 6 15,7 0 4-15,-7 1 5 0,0 0 4 16,0-2 10-16,0 2 5 0,0-5-5 0,6 5-7 16,-6-4-15-16,7-1-14 0,-7 0-18 15,0 1-8-15,0-3-6 0,0-3-5 16,7 3 0-16,-7-1 0 0,0 0-5 0,0-3-5 16,0 2-2-16,0-3 1 0,0 1-4 15,0-1 1-15,-7-3 1 0,7 0 1 0,0-1 3 16,-7 1-1-16,1-5 1 0,6 2-1 15,-13-1-1-15,7 0 2 0,-8-3-6 16,2-1 0-16,-2-4 5 0,-5 1-4 0,-7 4-1 16,0-8-4-16,-7 3 0 0,-6-3-4 15,0 4-7-15,-7-1 1 0,0-3-3 0,-5 4 0 16,-1-1-1-16,-1 2-2 0,-6-2 1 16,8 1-1-16,-1-1 2 0,-7 1 2 0,0-4 6 15,0 0 3-15,1 0 9 0,0 0 0 16,-8 0-2-16,-5-4 2 0,-1 4-3 15,-6-3-2-15,0-1-6 0,-7 1-2 0,-6-2 10 16,0 5 1-16,-7-7 1 0,1 7-2 16,-8-3 1-16,1-1 2 0,0 1-11 0,-1-1-1 15,8 0 6-15,-7 0 4 0,-1 4 0 16,8-3-2-16,-1 3 2 0,1-5 0 16,-2 5-5-16,9-2-2 0,-1-3-1 0,0 5 6 15,6 0 1-15,0-3-1 0,0 3-3 0,-6 0 5 16,7 0 0-16,-8 0-4 0,8 0-3 15,-8 0-5-15,7 0-8 0,0 3-7 16,2-3-5-16,4 5-3 0,-6 2-1 0,7-4 3 16,0 5 5-16,0-4 4 0,0 6 3 15,0-3 4-15,6 1 1 0,7 3 6 0,0-4 3 16,0 4 1-16,6-4 5 0,-6 5 5 0,12-5 3 16,-5 0-6-16,0 0-1 0,6 2-1 15,-1-2 1-15,2-1-8 0,-8-1 0 0,7-2 0 16,6-3 1-16,0 4 2 0,0-2-3 15,1 3 1-15,6-5 5 0,0 3 2 16,6-3-4-16,-6 4-2 0,7 1 4 0,-1-5-1 16,7 3-1-16,0 0 0 0,7-3 4 15,-1 4-10-15,7-4-17 0,0 4-18 16,7-4-41-16,-1 3-59 0,14-3-75 0,-7 0-76 16,12 0-96-16,-5 0-119 0,12 0-98 15,8 0-15-15,5-3 34 0,7-1 66 0,13 0 102 16</inkml:trace>
  <inkml:trace contextRef="#ctx0" brushRef="#br0" timeOffset="191007.18">24181 6067 231 0,'0'0'357'0,"0"-4"56"0,0 4 14 16,0-4-46-16,0 1-48 0,0-1-40 16,0 0-35-16,0 0-34 0,0 1-37 15,0-2-31-15,0 3-43 0,7-2-37 0,-7 4-30 16,0-4-20-16,0 4-13 0,0-4-12 16,0 4-2-16,0 0-1 0,0 0 0 0,7 0-3 15,-7 0 0-15,0 0-1 0,0 4 4 16,6 0 2-16,-6 0-1 0,7 3 17 0,-7 0 33 15,0 1 31-15,6 3 33 0,-6 0 36 16,6-1 43-16,-6 1 25 0,8 4 10 16,-8 0 3-16,0-1 5 0,6 4-3 0,-6-2-12 15,0 1-13-15,0 2-17 0,0-4-13 16,0 3-17-16,0-3-16 0,0-1-7 0,6 1-3 16,-6-4-6-16,0-1-2 0,0-2 0 15,0 0 6-15,0-5 7 0,0 1 5 16,0 0 6-16,0-4-3 0,0 0-8 0,0-8-19 15,-6 1-26-15,6 0-25 0,0-5-21 0,0-2-39 16,-6-1-9-16,6-3 0 0,0 0 0 16,-8-1 0-16,8-3 0 0,0 4 0 15,8-1 0-15,-8 1 0 0,6 0 0 0,-6 0 0 16,6 3 0-16,0 1 0 0,8 3 0 16,-1 0 0-16,0-1 0 0,0 2 0 0,-1-2 0 15,8 5 0-15,-7 3 0 0,7-3 0 16,-7 3 0-16,0 4 0 0,0 0-6 0,-6 4 4 15,6 3-3-15,-7 1 3 0,7 3 0 0,-6 0 1 16,-1 4 2-16,0 2 2 0,2-2 4 16,-2 4 0-16,0-1-7 0,1 4 0 15,-7-3 0-15,6-1 0 0,-6 1 0 0,7-5 0 16,-7 4 0-16,6-3 0 0,-6-4 0 16,0 0 0-16,0-1 0 0,7-2 0 15,-7-1 0-15,0-3 0 0,0-1 0 0,0 2 0 16,0-3 0-16,0-2 0 0,-7 0 0 15,7-2 0-15,-6-3 0 0,-7 2-245 0,0-5-365 16,-7 1-191-16,7 3-211 0,-13-6-134 16,6 2-1-16,-6 1 74 0,7-4 155 15,-1 0 208-15,8-1 257 0</inkml:trace>
  <inkml:trace contextRef="#ctx0" brushRef="#br0" timeOffset="193963.48">17343 5297 8 0,'6'4'253'0,"-6"-1"45"16,8-3 33 0,-2 5-60-16,0-5-34 0,-6 2-9 15,6-2-18-15,-6 5-10 0,7-5 1 0,-7 3 12 16,0-3 18-16,0 0 21 0,0 4 20 16,0-4 6-16,-7 0-9 0,7 4-18 15,-6-4-40-15,-6 0-46 0,4 3-50 0,-11-3-35 16,-1 4-20-16,1 0-11 0,-7-1-1 15,6 4 1-15,-12-2 2 0,6-2 5 0,-7 0-3 16,1 1-3-16,-7 0-4 0,6-1 0 0,-6 5-3 16,0-5-2-16,6 1 4 0,-6 0-2 15,7-4 1-15,6 3 0 0,0 1 3 16,-1-4-5-16,15 4-2 0,-8-4-4 0,7 0-7 16,6 0-7-16,-6 0-9 0,13 0-5 15,-6 0-9-15,6 0-20 0,6-4-45 0,-6 4-68 16,7 0-94-16,-1-4-110 0,8 4-127 15,-8-3-134-15,0 3-129 0,1 0-31 16,0-4 44-16,-1 4 79 0,0 0 119 0</inkml:trace>
  <inkml:trace contextRef="#ctx0" brushRef="#br0" timeOffset="194431.56">16881 5257 375 0,'0'-8'448'0,"6"1"59"0,-6 0 52 16,0 3-93-16,0 1-109 0,0-2-73 15,0 2-55-15,0 3-53 0,-6 0-46 0,6 0-39 16,-7 3-31-16,7 2-20 0,-6 2-7 16,0 0-2-16,-8 4-3 0,1 0-10 0,0 4-6 15,0-1 4-15,-7 2-5 0,1-2 0 16,0 4-3-16,-1-3-2 0,1 3-8 0,-1-3 1 15,0-1 1-15,1 0 2 0,-1 1 4 16,0 1 16-16,8-5 24 0,-1-1 18 16,6-2 26-16,-6-1 28 0,13-3 23 0,-6-1 7 15,6 1 1-15,0-4-18 0,6 0-19 16,0 0-21-16,1 0-22 0,6 0-19 0,6-4-6 16,1 4-3-16,0 0 6 0,-1 0 2 15,1 4 2-15,6-4 10 0,-7 3 1 0,7 2 3 16,0 2-8-16,-6-4-5 0,6 5-3 15,-7-1-8-15,8 0-9 0,-8 0-9 16,0-2 2-16,1 1-3 0,-7-2-7 0,1 3-4 16,-2-3-3-16,-6 0 4 0,8-1 6 15,-8-3 8-15,-6 0 6 0,7 0 5 0,-7 0-1 16,0-3-4-16,0-1-17 0,0 0-35 16,-7-3-50-16,7 0-83 0,-6-1-121 15,0-2-150-15,-2 2-187 0,-4-3-181 0,6 4-83 16,-8-1 11-16,1 5 86 0,1-1 131 0,-2 1 183 15</inkml:trace>
  <inkml:trace contextRef="#ctx0" brushRef="#br0" timeOffset="196892.1">15767 5316 3 0,'0'0'286'0,"0"-5"62"0,0 5 49 15,0-2-38-15,-6 2-25 0,6-5-5 0,0 5-46 16,0 0-31-16,0 0-22 0,-7 0-33 15,7 0-32-15,0 0-44 0,0 5-24 0,0-5-12 16,0 2-10-16,0 6 4 0,0-4 3 0,-7 7 17 16,7-4 7-16,0 8-2 0,0-4-6 15,0 3-3-15,0 5 3 0,0-5-3 0,0 4-1 16,0 1 2-16,-6-4 7 0,6 7 5 16,0-4-5-16,0 0-6 15,0-3-7-15,0 3-11 0,0-3-10 0,0-1-10 0,0-2-5 0,0-1-1 0,0 0-4 16,0-4 3-16,0-3 5 0,0-1 8 15,0 1 14-15,0 0 9 0,0-1 7 16,0-3-3-16,0 0-8 0,0-3-14 0,0-1-17 16,0 0-18-16,0 1-10 0,0-5-9 15,0 1-5-15,0-4-2 0,0 4-2 0,0-5 0 16,6 1-4-16,-6-3 3 0,0 3-3 16,0-4-2-16,7 4-1 0,-7-3-1 0,0-1 1 15,7 0-1-15,-7 1 1 0,6 2-2 16,0-2 2-16,-6 3 0 0,7-1 0 15,0 2 1-15,-1-1 0 0,-6 4 0 0,7-1 1 16,-1-3 0-16,0 4-3 0,1 3 1 31,0-2 2-31,-7-2-3 0,6 4-1 0,0 1-5 16,2-1 4-16,-2 0 0 0,0 1 0 16,1 3 1-16,-1 0 1 0,-6 0 5 0,7 0 0 15,-1 0-3-15,1 0 0 0,-1 3-1 0,0 1-3 16,-6 0 2-16,8-1-2 0,-2 4 3 15,-6-2 0-15,6 1 1 0,1 2 5 0,-7 3-3 16,6-4 1-16,-6 4-1 0,7 0 1 0,-7-1-2 16,6 2-1-16,-6-1 4 0,0 3 5 0,7-2 0 15,-7 2 4-15,0 1 2 0,0-4 3 16,0 4-5-16,6-4 0 0,-6 4 0 0,0-5 3 16,0 1 6-16,0 0 3 0,-6 0 5 15,6 0 2-15,0-3 3 0,0-1 2 16,0 0-1-16,0 1 0 0,0-1 3 0,0-3 5 15,0-1 4-15,0 0 6 0,0 2 10 16,-7-5 13-16,7 3 11 0,0-3 9 0,0 0 2 16,0 0-1-16,0 0-9 0,0 0-15 15,0 0-16-15,0-3-15 0,0-2-12 0,0 5-9 16,0-3-6-16,0 0-5 0,-6-1-2 16,6 4-3-16,0-4-2 0,0 1 0 15,0-1-2-15,0 0-2 0,0 4 0 0,0-3 0 16,0 3-5-16,0-4 1 0,0-1 1 15,0 3-2-15,0 2-3 0,0-4-11 0,0 4-23 16,0-4-42-16,0 1-51 0,0-5-69 16,0 4-74-16,0-3-98 0,0 0-100 0,6-1-103 15,-6 1-111-15,13 3-103 0,-6-2-101 16,6 1 16-16,-7-2 75 0,8 4 116 0,-1-1 150 16</inkml:trace>
  <inkml:trace contextRef="#ctx0" brushRef="#br0" timeOffset="197662.32">17199 5473 238 0,'0'0'308'0,"0"0"32"0,0 0-41 16,0 0-40-16,-6-4-46 0,6 4-31 0,0-3-13 15,-6 3 1-15,6-5 5 0,-7 5 6 16,7 0 4-16,0 0 5 0,0-2 3 15,-6 2-1-15,6 0-7 0,0 0-9 0,0 0-6 16,-7-5-11-16,7 5-15 0,0 0-17 16,0 0-14-16,-6 0-13 0,6 0-15 15,0 0-16-15,-7 5-8 0,7-5-8 0,0 2-7 16,-6 3-3-16,0 2-4 0,6-3-2 0,0 7-2 16,-8-4 2-16,8 4 2 0,0 4 4 15,0-1 3-15,0 1 5 0,0 3 7 0,0 0 7 16,0 5 6-16,0-5 1 0,8 3 6 15,-8 5-2-15,6-3 0 0,-6-2-3 16,6 5 0-16,1-4-6 0,-1 4-2 0,1-4 2 16,6 0-10-16,-7 3-10 0,8-2-2 15,-2-5-3-15,-5 3-3 0,6 2-7 0,0-5 1 16,0 0 2-16,6 0-3 0,-5 1-5 16,-2-4-4-16,2-1-4 0,-1 1-3 0,-1-5-2 15,2 2-1-15,-8-5-1 0,7 0-1 16,-6 1 6-16,-1-5 7 0,1 1 9 15,-7-1 4-15,6-3 2 0,-6 0-3 0,6 0-3 16,-6 0-8-16,0-3-12 0,0-1-5 0,0 4-7 16,0-3 1-16,0-1-13 0,0 0-22 15,0 1-38-15,-6-5-56 0,6 5-80 0,-6-4-119 16,6 2-141-16,0-1-147 0,-7 2-135 16,7-3-122-16,0 3-13 0,0-4 70 0,0 5 123 15,-6-2 154-15</inkml:trace>
  <inkml:trace contextRef="#ctx0" brushRef="#br0" timeOffset="198134.19">17317 6099 31 0,'0'4'328'0,"-7"-4"66"0,7 0 58 16,0 0-5-16,0 0-29 0,-6 0-19 16,6 0-11-16,0 0-4 0,0 0-10 0,0 0-20 15,-6-4-25-15,6 4-46 0,6 0-47 0,-6 0-44 16,0 0-32-16,0-3-25 0,6 3-25 15,-6 0-11-15,0-4-12 0,0 4-10 16,7 0-12-16,-7 0-13 0,7 0 1 0,-1 0 0 16,1 0 0-16,-1 0 10 0,8 0 9 15,-8 0 9-15,6 4-5 0,-5-4-8 16,6 3-6-16,0-3-4 0,1 4-4 0,-8-4-3 16,7 4-3-16,0-1-1 0,-7-3-3 15,7 0-8-15,-6 4-8 0,0-4-4 0,-1 0-4 16,7 0-5-16,-13 0-4 0,7 0-4 15,-1 0 0-15,0-4-2 0,-6 4-3 0,0 0-5 16,0 0-1-16,0 0-8 0,0-3-18 16,-6 3-37-16,6-4-48 0,-6 4-56 0,6-4-80 15,-7 4-106-15,7-3-116 0,0 3-116 16,-7-4-113-16,7 0-110 0,0 1-24 0,0-1 58 16,0 1 105-16,0-5 133 0,7 5 155 15</inkml:trace>
  <inkml:trace contextRef="#ctx0" brushRef="#br0" timeOffset="198477.85">17597 5964 147 0,'0'-4'394'0,"7"0"74"0,-1 1 74 15,1-1 7-15,-7 1-45 0,6-1-42 0,-6 0-43 16,6 4-39-16,-6 0-45 0,0 0-52 16,8 0-45-16,-8 0-32 0,0 8-21 15,0-5-17-15,0 4-7 0,0 1-12 0,-8 3-15 16,8 0-19-16,0 0-12 0,0 1-11 15,-6-2-12-15,6 1-14 0,0 0-13 16,0 0-7-16,0-4-1 0,-6 1-5 0,6-2-1 16,0-1-3-16,0 2 0 0,0-4 1 0,0-3-1 15,0 4 3-15,0 0 6 0,0-4 1 16,0 0-4-16,0 0-6 0,0 0-6 0,6 0-7 16,-6-4-7-16,0 4-8 0,0 0-2 15,0-4-3-15,0 4-3 0,-6 0-7 16,6 0-11-16,0 0-26 0,0 0-43 0,-7 0-66 15,7 0-101-15,-6 0-148 0,-1-3-173 16,7-1-178-16,-7 1-153 0,1-2-37 0,0 2 49 16,0 0 123-16,-2-5 167 0,2 5 197 15</inkml:trace>
  <inkml:trace contextRef="#ctx0" brushRef="#br0" timeOffset="199892.35">16249 5316 23 0,'0'-5'320'0,"0"3"61"0,0-3 61 15,0 2-7-15,0-1-21 0,-7 0-32 16,7 4-34-16,0 0-32 0,0 0-46 0,0 0-47 16,-6 0-39-16,6 4-32 0,-7 0-26 15,7 4-12-15,-6 2 2 0,0 5 1 0,-1-1-10 16,0 1-7-16,1 3-7 0,0 1-3 16,-2 3 0-16,2-4-4 0,0 1 2 15,-1-1-10-15,1 0-6 0,-1-3-9 0,1-1-14 16,6 1-11-16,-7-4-11 0,1 0-9 15,6-4-7-15,0 0 2 0,-6-3-3 16,6 1-6-16,0-3-1 0,0 2 0 0,-8-4-9 16,8 0-31-16,0-4-58 0,0 4-95 15,-6-2-112-15,6-7-127 0,0 6-133 0,0-5-101 16,-6-3-71-16,6 5 29 0,0-2 75 16,0 1 109-16,0-1 130 0</inkml:trace>
  <inkml:trace contextRef="#ctx0" brushRef="#br0" timeOffset="200189.26">16106 5432 135 0,'0'-7'334'0,"0"-1"60"0,0 5 58 16,0-4-17-16,0 3-11 0,0 1-4 15,-7-5-11-15,7 5-17 0,0 3-36 16,0-4-61-16,0 0-76 0,0 4-73 0,7 0-54 16,-7 4-25-16,6 0-12 0,-6-1 4 15,14 5 11-15,-8-1 13 0,0 3 19 0,7 2-4 16,-6-1-6-16,6 3-5 0,-1 1-6 15,-4-4-10-15,4 4-14 0,-5-4-7 0,6 4-9 16,-7-4-13-16,1-1-9 0,6-2-6 16,-6-1-3-16,-1 0-3 0,-6 1-3 15,6-5 2-15,-6 1-5 0,7 1-1 0,-7-3-5 16,0-2-19-16,7 0-27 0,-7 0-66 16,-7 0-91-16,7-2-111 0,0-3-130 15,0-2-136-15,0 3-111 0,0-3-57 0,0-4 29 16,0 3 76-16,0-2 118 0,0 2 142 15</inkml:trace>
  <inkml:trace contextRef="#ctx0" brushRef="#br0" timeOffset="200822.26">16392 5316 277 0,'0'-5'407'0,"0"5"60"16,0-2 32-16,0 2-70 0,0 0-96 15,0 2-79-15,0-2-47 0,0 5-21 16,0 2-5-16,0-3 1 0,6 7 6 0,-6-1 4 16,0 1-14-16,8 0-25 0,-2 0-31 15,-6 4-22-15,6-4-8 0,0 4-1 0,2-5 5 16,-8 6-3-16,6-5-2 0,-6-1-9 16,6-2-9-16,1 3-7 0,-7-4-4 15,0 1-4-15,6-1 2 0,-6-4 6 0,0 1 6 16,0 0 11-16,0-4 10 0,0 3 9 15,0-3 3-15,0 0-2 0,0 0-10 0,0-3-12 16,-6-1-16-16,6-3-17 0,-7 3-12 16,1-4-6-16,6 1-6 0,-6-4-7 0,-2 0-4 0,2 1-1 15,6-1-2-15,-6-5-5 0,6 6 2 16,-6-5 0-16,6 4-4 0,-8-4 1 0,8 4 2 16,0 0 1-16,0 0 2 0,0 1-1 15,8-1 0-15,-8 0 1 0,6-1-2 0,0 5-3 16,0-4-4-16,2 4-1 0,-2 0 1 31,0-1-3-31,1 1 2 0,-1-1-1 0,1 5 1 16,6-5-2-16,-7 5 1 0,1-1 1 15,0 4-3-15,-1-3 4 0,0 3 0 0,1 3 1 16,-1 1-2-16,1-1 1 0,0 1-1 16,-1 3 0-16,0 1 0 0,-6 2 4 0,8 2 8 15,-2-1 3-15,-6 3 7 0,6-2 3 0,-6 2 10 16,6 1 3-16,-6-1 1 0,7 1 0 15,-7 0 2-15,0-4 1 0,0 0-4 16,7 0-1-16,-7-1 0 0,0-2 0 0,0 0-4 16,0-2-1-16,0-1-3 0,0-3-3 15,0 3 0-15,0-5-2 0,0 3 7 0,0-3 3 16,0 4 1-16,0-4 1 0,0 0-1 16,0 0-4-16,0 0-9 0,-7-4-7 15,7 4-8-15,0-3-14 0,-7 3-32 0,7-5-54 16,-6 5-77-16,0-2-108 0,0 2-160 15,-2 0-192-15,2-5-206 0,-7 5-133 0,6 0-20 16,-6 5 57-16,1-5 135 0,5 2 187 16</inkml:trace>
  <inkml:trace contextRef="#ctx0" brushRef="#br0" timeOffset="202653.56">15735 6117 42 0,'-14'8'303'16,"8"-8"44"-16,-1 4 33 0,-5-1-35 16,4-3-26-16,2 4-25 0,6-4-6 0,-6 0 12 15,6 0 16-15,-6 4-2 0,6-4-19 16,0 0-30-16,0 0-36 0,6 0-44 0,-6 0-37 15,0 0-23-15,6 0-11 0,8 0-8 16,-8-4 6-16,13 4 6 0,-5-4 5 0,12 1-1 16,0-1-7-16,-1-4-12 0,9 1-8 15,-2-4-7-15,7 4-2 0,6-4-3 0,1 0-5 0,-1 0-6 0,8 0-4 0,-1-3-6 32,7 2-12-32,-1 1-11 0,0-3-8 15,1 3-5-15,0 0-6 0,-7 0-7 0,1 0 2 0,-8 4 2 0,1-1 4 0,-7 1 1 16,-1-1 5-16,-5 5 12 0,-1-4 2 15,-5 3 2-15,-1 0 2 0,-6 1 4 0,-1-1-2 16,0 4-7-16,-6-4-1 0,-7 4 2 31,8-3 5-31,-8 3 0 0,1 0 9 0,-1 0 9 0,1 0 10 0,-7 0 6 0,0-5 6 32,7 5 5-32,-7 0-2 0,0 0-6 0,0 0-11 0,6-2-11 0,-6 2-14 0,0-5-12 15,0 5-10-15,0-3-6 0,0-1-7 16,0-3-4-16,0 3 0 0,0-3-2 0,0 0-1 15,0-4-1-15,0 3 0 0,0-6 0 32,0-1 0-32,0 0-1 0,0 1 0 0,0-9-1 0,-6 2-2 0,6-1 0 0,-7-4-1 31,7-4-1-31,-7 5 0 0,1-8 2 16,6 0-1-16,-7 0-2 0,1 0-1 0,6 1 2 0,-6-2-2 0,-2 1 1 0,8 4 2 31,-6 4 2-31,6-2 1 0,-6 2-2 0,6 3 3 0,-7 4-1 0,7-5-2 0,-6 6 0 15,6-3 0-15,-7 7 1 0,7-6-3 32,-6 4 0-32,6-2 0 0,0 2 2 0,-7 4-2 15,7-4 1-15,0 4 1 0,0 0-3 0,0 4 0 0,-6-1-1 0,6 0 3 0,0 6-3 16,0-3 1-16,0 2 3 0,-6 0 0 31,6 3 0-31,-8-5-1 0,8 2 0 0,-6 3 1 0,-7-4 0 0,6 4 0 0,-5-4 1 16,5 4 0-16,-13-3 2 0,8 0 0 15,-2-1-2-15,-5-1 2 0,-7 2-3 0,6 0-1 16,-6 3 1-16,-7-4-1 0,1 0 1 16,-1 1-1-16,-5 3 1 0,-1-4 0 0,-1 4-3 15,-5-4-1-15,-1 4-1 0,-6 0 3 16,0 0 0-16,0-3 1 0,-7 3-4 16,7 3 2-16,-6-3 1 0,-1 4 1 0,7 0-4 15,-7-1 0-15,7 5 4 0,0-2-2 16,6 3-4-16,1-3 0 0,12 2 2 0,1 0 0 15,-1-5 1-15,13 5 0 0,2-6 1 16,4 3 0-16,1-2-3 0,0 1-1 0,0 0-2 16,7-1-1-16,-2 1 3 0,2 0-7 15,0-1 5-15,0 1 1 0,-1-1 4 16,0 5 1-16,1-4-1 0,-1-1 4 0,1 5 0 16,0-5 0-16,-2 5-1 0,8-5 0 15,-6 4 1-15,0-2 1 0,0 1 0 16,6 2-2-16,-8-1 2 15,8 1-1-15,-6 2-2 0,6 5 0 16,0 0-1-16,6 3 3 0,-6 4-2 16,8 0 4-16,-8 7 0 0,6 5 1 0,0-2-1 15,0 9-1-15,-6 2 1 0,8 5-1 16,-2 4 0-16,0 0-1 0,1 2 1 0,-1-3 1 16,1 1 1-16,0-5-2 0,-1 1 2 15,0-5 1-15,0-2 2 0,2-5-1 0,-2-3 0 16,0 0-2-16,1-7 0 0,0-1 0 15,-1-6-1-15,1-1 1 0,-1-6 0 0,-6-2 2 16,0-2 1-16,6-1 1 0,-6-7-2 16,0 3-4-16,0-3-5 0,-6-3-22 0,6-1-48 15,0-3-76-15,0 0-91 0,0-5-130 16,0-2-176-16,6-4-195 0,8 0-178 16,5-5-91-16,13-2 7 0,2-1 84 0,5-3 157 15,6-7 205-15</inkml:trace>
  <inkml:trace contextRef="#ctx0" brushRef="#br0" timeOffset="203283.7">16959 5004 248 0,'-7'3'343'0,"1"-3"53"15,6 0-4-15,-7 0-21 0,1-3-19 16,0 3-19-16,6 0-3 0,-8-3-3 0,-4-1-13 15,5-1-23-15,1 2-29 0,-1 0-32 16,-6-1-44-16,7 0-39 0,0 1-28 0,-8 3-26 16,8-4-25-16,-1 4-21 0,-6-4-10 15,7 4-7-15,-1 0-11 0,1 0-7 16,-1 0-1-16,0 0 8 0,1 0 13 0,0 0 14 16,6 0 17-16,-7 0 20 0,7-3 14 0,-7 3 12 15,7 0 4-15,-6-4 2 0,6 4-1 16,0-4-7-16,0 1-12 0,0-1-15 0,6-3-15 15,-6-1-15-15,7 2-14 0,0-2-14 16,-1-3-5-16,0 0-8 0,1 4-5 16,6-5-3-16,0 1-1 0,0 0 0 0,0 1-2 15,7-2 2-15,-1 1 4 0,1 0-1 16,-8 4 1-16,8-1 1 0,0 5-1 0,-1 0 0 16,1-1-3-16,0 4 1 0,-1 0 3 15,-6 7 2-15,6-4 4 0,-5 9 5 16,-1-5 2-16,0 4 7 0,0 3 1 0,-1 1 0 15,2 0 0-15,-1-1-3 0,-7-2-1 16,7 3-2-16,-6 0-2 0,-1-5-4 0,8 1-4 16,-8 0-2-16,-6-4 0 0,6 1-4 15,1-1-1-15,-7-3-2 0,0-1-2 0,0 0-7 0,0 2-14 16,0-1-34-16,0-4-66 0,-7 0-114 16,1 0-168-16,0 0-198 0,-2 0-203 0,-4 0-124 15,-8-4-19-15,7 4 70 0,1 0 145 16,-2 4 193-16</inkml:trace>
  <inkml:trace contextRef="#ctx0" brushRef="#br0" timeOffset="203683.43">17043 5052 152 0,'-6'7'453'0,"6"-3"92"0,0-1 77 16,0-3 7-16,0 4-73 0,0-4-96 0,6 3-75 15,-6 2-46-15,7-5-40 0,0 3-37 16,-1-3-32-16,7 4-28 0,0-1-28 0,0-3-31 15,7 0-25-15,0 4-24 0,-1 0-19 16,7-4-13-16,-6 0-10 0,6 3-10 16,-7-3-10-16,7 0-6 0,-6 0-4 0,-1-3-5 15,1 3-3-15,0-4-4 0,-2 0-3 16,-4 1 0-16,-1-1 1 0,-1-4 10 0,-4 5 12 16,-2-4 12-16,0-4 12 0,-6 3 10 15,7-2 7-15,-7-1-3 16,0-1-5-16,0 2-6 0,0-5-7 0,-7 0-9 15,7 0-8-15,-6 1-9 0,0 0-5 16,-2-1-6-16,2 0 0 0,6 1 2 0,-6 2 8 16,-1 1 4-16,7 0-2 0,0 3 1 15,-6 1-4-15,6 4-3 0,0-5-9 16,0 8-7-16,-7-3-4 0,7-1-17 0,0 4-28 16,-7 0-50-16,7 0-66 0,-6 4-103 15,0-1-162-15,-8 5-232 0,2-1-224 16,-1 4-88-16,-7 0-4 0,0 0 65 0,-6 1 146 15,7-2 235-15</inkml:trace>
  <inkml:trace contextRef="#ctx0" brushRef="#br0" timeOffset="213058.33">21342 3146 220 0,'-6'8'384'0,"6"-5"79"16,0 2 28-16,-7-2 6 0,7 1 12 15,0-2-17-15,0-2-34 0,-7 0-42 16,7 5-53-16,7-5-67 0,-7 0-83 0,7-5-75 15,5 5-52-15,8-2-32 0,-7 2-18 16,13-4-9-16,0 1-4 0,7-5 0 0,-7 5 1 16,6-2 1-16,7-2-2 0,-6 3-4 15,-1 1 1-15,1-4-3 0,-1 3-6 0,1-3-4 16,-7 3 0-16,-6 1-1 0,0-2-7 16,-8 1-15-16,1 4-33 0,-6-3-62 15,0 3-101-15,-7-3-122 0,0-1-148 0,-7 0-149 16,0 1-116-16,1-1-17 0,-7-3 58 15,7 0 101-15,-8-1 139 0</inkml:trace>
  <inkml:trace contextRef="#ctx0" brushRef="#br0" timeOffset="213277.44">21804 2927 164 0,'7'0'410'0,"-1"-4"64"15,8 1 46-15,-8 3-41 0,0-4-69 0,1 4-59 16,6 0-29-16,-7 0-19 0,8 0-9 0,-8 4-18 15,7 3-20-15,-7-3-30 0,2 3-41 16,4 3-28-16,-6 2-21 0,1-1-16 0,0 0-23 16,-1 3-19-16,-6 1-18 0,0 0-18 0,0 3-16 15,-6 1-11-15,-1-1-35 0,-6 3-70 16,1-2-127-16,-2 4-169 0,-5-5-219 16,-1-1-171-16,7 2-64 0,-6-4 13 0,5 3 98 15,1-4 155-15</inkml:trace>
  <inkml:trace contextRef="#ctx0" brushRef="#br0" timeOffset="213767.98">21121 4524 108 0,'-7'8'370'0,"0"-5"72"15,7 1 52-15,0-4-53 0,0 3 39 16,7-3-29-16,0 0-35 0,5 0-31 16,-5 0-17-16,13 0-32 0,-1-3-69 0,8-1-63 15,-2 1-44-15,1-1-23 0,0 0-20 16,7 0-15-16,-1-3-13 0,1 0-19 0,-1 4-17 15,1-5-15-15,-1 4-13 0,1-3-13 16,-7 0-16-16,0 3-20 0,-6-3-35 16,-7 2-57-16,0-2-84 0,0 0-104 0,-13 3-103 15,0 1-104-15,0-1-88 0,-13-3-59 16,0-1-24-16,0-3 47 0,0 4 83 16,0 0 109-16,0 0 110 0</inkml:trace>
  <inkml:trace contextRef="#ctx0" brushRef="#br0" timeOffset="213926.5">21518 4373 162 0,'-7'-3'305'0,"7"3"70"16,0-3 69-16,7-1 0 0,-1 0-13 0,1 4 15 15,6-3 4-15,0 3 5 0,0 0-12 16,0 3-26-16,0 1-49 0,7 0-70 0,-8 2-52 16,2 3-42-16,-2 1-34 0,2-3-31 15,-8 4-31-15,1 0-25 0,-7 4-10 16,-7-4-18-16,1 3-13 0,-1 5-13 0,-12-4-25 16,-1 3-55-16,0-3-120 0,-5-1-209 0,5 1-323 15,-6-5-191-15,6 2-87 0,-5-5-5 0,-2-7 83 16,1-4 193-16,6 1 312 0</inkml:trace>
  <inkml:trace contextRef="#ctx0" brushRef="#br0" timeOffset="-191730.13">21778 8484 342 0,'7'0'433'0,"-7"0"43"0,7 0-30 0,-7 0-48 16,0 0-131-16,0-3-112 0,0 3-89 0,0-5-80 15,0 5-85-15,0-2-94 0,-7 2-103 16,7-5-102-16,-7 5-38 0,7 0 6 16,-6-3 48-16,0 3 71 0</inkml:trace>
  <inkml:trace contextRef="#ctx0" brushRef="#br0" timeOffset="-191548.24">21883 8525 286 0,'0'3'413'0,"0"-3"27"15,0 0 13-15,-7 0-90 0,7 0-156 16,-7 0-106-16,7 0-84 0,0 0-80 0,-6-3-79 15,6 3-78-15,0-4-103 0,0 4-61 16,0-3-4-16,0-2 32 0,0 2 53 16</inkml:trace>
  <inkml:trace contextRef="#ctx0" brushRef="#br0" timeOffset="-191390.48">21941 8616 59 0,'-7'4'273'0,"7"2"23"0,0-1 2 16,-6-5-132-16,6 4-87 0,-6-4-157 16,0-4-114-16,-2-1-61 0,2 3-23 0,6-6 10 15</inkml:trace>
  <inkml:trace contextRef="#ctx0" brushRef="#br0" timeOffset="-191249.89">21973 8686 79 0,'-6'3'227'0,"6"1"1"0,0 0-89 16,0-1-158-16,-6-3-71 0,6-3-78 16,0-1-44-16</inkml:trace>
  <inkml:trace contextRef="#ctx0" brushRef="#br0" timeOffset="-191062.43">22084 8712 228 0,'0'3'289'0,"0"1"17"15,0-4-88-15,-6 0-35 0,6 0-108 0,0-4-117 16,0 1-133-16,-6-2-71 0,6 2-35 15,0-4-4-15,0-1 23 0</inkml:trace>
  <inkml:trace contextRef="#ctx0" brushRef="#br0" timeOffset="-190880.18">22169 8726 174 0,'7'7'361'15,"-7"1"56"-15,6-5 24 0,-6 2-51 0,0-3-42 16,0 3-48-16,0-5-41 0,0 0-38 15,0 0-31-15,0-5-40 0,0 5-53 16,0-2-66-16,0-3-70 0,0-2-77 0,0 3-99 16,0 1-105-16,0-1-105 0,0-3-79 15,0 3-17-15,0 1 31 0,-6-2 75 0,6-2 94 16</inkml:trace>
  <inkml:trace contextRef="#ctx0" brushRef="#br0" timeOffset="-186454.66">22652 2630 239 0,'0'-3'329'16,"0"3"48"-16,6-4-48 0,-6 0-6 0,0 1-2 15,0-1-33-15,0-4-12 0,0 5 4 16,-6-2 16-16,6 3 1 0,-8-6-19 16,8 4-22-16,-6 1-31 0,-7-1-44 0,6 0-43 15,-6 4-40-15,1 0-16 0,-2 0-17 0,-5 4-6 16,6 0 0-16,-7 3-6 0,1 1 4 15,-1 2-7-15,1 2-4 0,-1-1-4 0,0 3 1 16,1 1 2-16,6 3-2 0,0 0 5 16,0-3 2-16,0 7 1 0,7-3 1 0,-1-1 5 15,0 0 5-15,7 0 0 0,7 1 3 0,-7-1 11 16,7-4 0-16,5 4 5 0,2-2 4 16,-1-2 4-16,6 1 7 0,0-4-4 15,8 0 1-15,-1-1-10 0,0-1-1 0,0-3-7 16,0 2-6-16,0-5-3 0,0 0 0 0,6 2 7 15,-6-2-1-15,1-3-3 0,-1 0-6 16,0-3-3-16,-1 3-9 0,-5-5-10 0,6 2-9 16,-13 0-6-16,7-1-5 0,-7 0-2 15,-6 4-8-15,5-3-2 0,-5 0-12 0,0 3-19 16,-7-5-39-16,6 1-56 0,-6 4-66 0,0 0-87 16,-6-3-136-16,6 3-160 0,-7 3-190 15,-6-3-168-15,7 4-49 0,-8 1 25 0,-5 1 107 16,6 2 164-16,0-2 214 0</inkml:trace>
  <inkml:trace contextRef="#ctx0" brushRef="#br0" timeOffset="-185642.3">22488 3942 220 0,'0'-4'336'0,"0"0"43"16,0 1-17-16,0 0-11 0,-6-2-39 0,6 2-31 16,0-4-18-16,0 3-5 0,-7 0-11 15,7 0-11-15,-6-3-13 0,-1 4-20 0,1 3-24 16,-1-4-27-16,1 1-28 0,0 3-33 15,-8 0-31-15,8 0-20 0,-8 3-15 16,-5 1-3-16,6-1-4 0,-6 4-1 0,5 1 8 16,-5 3 2-16,-1 0 9 0,8 0 2 15,-8 4 3-15,7-1 14 0,0 4 3 0,0-3 10 16,7 7 2-16,-8-4 11 0,8 4 9 16,-1 4-3-16,0-4 0 0,7 3-5 15,0-2-3-15,0-1-6 0,0 3-1 0,7-6 0 16,0 2 3-16,-1 1 6 0,8-4 0 15,-2 2 5-15,1-6 1 0,7-3 1 0,6 3 0 16,-7-3 2-16,7-3-3 0,7-2 2 16,-7 3 1-16,6-6 2 0,1 1-2 0,-7-4-1 15,7 0 3-15,-1 0-5 0,-6 0 0 16,0-4-5-16,-6 1-5 0,7-1-9 16,-9-1-7-16,-4 2-4 0,-1 3-9 0,-1-3-4 15,2-1-3-15,-8 4-4 0,0-4-2 16,1 4-6-16,-7-3-6 0,7 3-15 15,-7-4-21-15,0 0-41 0,-7 4-60 0,7-3-77 16,-7 3-102-16,1 0-154 0,0 0-210 16,-8 0-255-16,2 3-121 0,-1 1-18 0,-1 3 52 15,-4 1 135-15,-2-2 211 0</inkml:trace>
  <inkml:trace contextRef="#ctx0" brushRef="#br0" timeOffset="-184635.55">21648 7009 240 0,'6'-5'334'0,"1"1"48"16,-7 1-48-16,7-5 0 0,-1 5-17 16,-6-4-32-16,7 0-23 0,-7-2 5 0,6 3 16 15,-6-2 11-15,0-3-7 0,0 4-10 16,0-4-10-16,0 4-26 0,0 0-31 0,-6-1-32 0,6 4-19 15,-7-4-21-15,1 6-26 0,-1-3-19 16,0 2-19-16,1-1-14 0,0 4-19 16,-8 0-10-16,8 0-8 0,-7 4-6 0,0-1-4 15,0 2-7-15,0 2 0 0,0-4-1 16,0 9 1-16,0-5 2 0,0 3 1 0,6 2 12 16,1-1 5-16,-7 3 10 0,13 1 13 15,-6-1 8-15,6 1 8 0,-8 0 7 0,8 0 5 16,0 0 0-16,0 3-2 0,8-4-2 15,-8 1-1-15,6-1-3 0,0 1-1 16,7 0 3-16,-6-1 1 0,6-2 3 0,7-1-5 16,-1-4 0-16,0 0-4 0,8 1-5 15,-7-4-7-15,5-1-5 0,1-3-1 16,0 0-7-16,7-3-7 0,-7 3-7 0,-6-4-7 16,5-4-5-16,-5 5-5 0,0-5-2 15,-1 5-5-15,-6 0 4 0,0-5-4 0,-7 3-14 16,2 3-30-16,-2-3-43 0,-6 2-54 15,0-1-76-15,0 4-108 0,-6 0-141 0,-2 0-184 16,-4 4-221-16,5-1-97 0,-6 2-7 16,-6-3 65-16,5 6 131 0,2 0 198 15</inkml:trace>
  <inkml:trace contextRef="#ctx0" brushRef="#br0" timeOffset="-183865.23">21570 7792 36 0,'0'-4'283'16,"0"1"59"-16,0-1 24 0,0 1-67 15,-7-1 25-15,7 0-30 0,-6-3-39 0,0 3-18 16,6 0-6-16,-14 1 1 0,8-5-8 16,-1 5-8-16,-6 3-10 0,0-5-5 0,1 5-6 15,-8 0-7-15,7 0-5 0,-7 5-16 16,0-2-14-16,8 2-20 0,-8 1-16 16,1 2-19-16,5 3-20 0,2 0-8 0,-8 0-4 15,7 6-7-15,0-2 1 0,0 4 5 16,7 3 8-16,-2 0 6 0,2 0 5 0,6 0 7 15,-6 3 10-15,12-3 4 0,-6 0 7 16,6 0 5-16,2 1 1 0,4-2 8 16,2-3 6-16,-1 1 5 0,-1-4 0 0,8-1 3 15,0-3 0-15,-1 0-7 0,7 0-11 16,-6-4-10-16,6-3-10 0,7 4-6 0,-8-8-6 16,8 0-6-16,-7 0-6 0,6 0-8 15,-6-4-10-15,7 0-10 0,-7-2-12 0,-6 1-13 16,6 2-7-16,-7-5-8 0,-5 4-4 15,-2 1-8-15,2-1-16 0,-8 4-27 16,-6-4-53-16,0 1-77 0,0 3-101 0,-6 0-132 16,-8-4-198-16,-5 4-267 0,6 0-191 15,-7-4-50-15,1 4 31 0,5-3 102 16,2-4 194-16,-1 3 285 0</inkml:trace>
  <inkml:trace contextRef="#ctx0" brushRef="#br0" timeOffset="-177303.62">33163 4593 185 0,'6'-3'216'0,"7"-5"-10"0,-6 2-47 16,-1 2-14-16,1-4 7 0,-1 5 4 0,-6-5-3 16,6-3 2-16,2 4 10 0,-8-4 4 15,0 0 0-15,0 4-8 0,0-4-7 0,-8 0-10 16,2 4-10-16,0-4-14 0,6-1-8 0,-13 1-4 16,6 4 3-16,1-3 5 0,-1-2-4 15,1 5 2-15,-8-4-6 0,2 4-4 0,5-4-8 0,-6 3-12 16,-6-3-1-16,5 4-7 0,2-4-4 15,-8 4 2-15,1-1-2 0,-1 1-2 0,0-1-6 16,-6 6-8-16,7-3-6 0,-7 2-9 16,0-2-11-16,-1 2-6 0,1 3-8 0,1 0-4 15,-8 0-3-15,7 0 4 0,-6 3 0 16,6 2 3-16,-7-2 2 0,7 4 1 0,0 1-1 16,-1-1-7-16,1 3 3 0,7 2-3 15,-7 3 3-15,6-5 1 0,-6 6 6 0,7 2 3 16,-1-4 0-16,0 5 3 0,1 2 6 15,-1 2 5-15,8-1 4 0,-8 0 5 0,7 3 2 16,-7 1 2-16,8-1-3 0,-2 1-3 0,2 1-3 16,-2 1-1-16,1-2 0 0,7 3 1 15,0 1 2-15,-1-2-2 0,0 6 1 0,1-1 2 16,0 0 5-16,6 3 4 0,0-3 2 0,-8 1 4 16,8-1 6-16,0 3-4 0,0-3-5 15,8 0-1-15,-8 0-5 0,6 0-2 16,0 0 1-16,1-1-2 0,0 5 1 0,-1-3-2 15,0-2 3-15,7 1-2 0,1 0-6 0,-2 0 0 16,2-4-1-16,5 5 3 0,1-2 0 16,-8-2 3-16,14 3 5 0,-6-4 3 0,7 0 4 15,-8 1 0-15,13-4-1 0,-6-1 0 0,7 1-6 16,-1-4 0-16,1 0-2 0,-1-4-4 16,2 4 2-16,-2-7 1 0,1 3 3 0,-8-4 1 15,8 1-3-15,0-4-3 0,-1 0-3 16,-5-4-3-16,12 1 0 0,-7-5-3 0,1 1-3 15,-1-4-1-15,1 0-4 0,5-4-4 16,-5-2-6-16,7-2-5 0,-2 0-1 0,-5-2 6 16,6 2 2-16,0-7 9 0,-6 5 7 0,0-5 9 15,-1 1 10-15,1-2 4 0,-7 2 5 0,6-4-16 16,-6-1-50-16,-7-3 0 0,8 0 0 0,-7 1 0 16,-2-2 0-16,2-2 0 0,-1-1 0 15,1-4 0-15,0 5 0 0,-7-8 0 0,7 4 0 16,-8-4 0-16,2 0 0 0,-2-3 0 0,1 2 0 15,1-2 0-15,-2 0 0 0,-5-1 0 0,6 0 0 16,-13 0 0-16,6 1 0 0,-6-1 0 0,0 0 0 16,-6 1 0-16,0-5 0 0,-1 4 0 0,-6 1 0 15,0-1 0-15,-7 1 0 0,0-1 0 16,-5 0 0-16,-1 5 0 0,0-5 0 0,-7 7 0 16,1-3 0-16,-1 8 0 0,1-5 0 0,-1 9 0 15,1-2 0-15,-2 1 0 0,2 4 0 0,-1 0 0 16,8 4 0-16,-8-1 0 0,7 4 0 0,0 0 0 15,0 0 0-15,0 4 0 0,0-1 0 16,7 0 0-16,-8 6 0 0,8-3 0 0,-8 2 0 16,8-1 0-16,0 4 0 0,6 0 0 15,-7 0 0-15,7 0 0 0,0 0 0 0,0 0 0 16,6 4 0-16,-6-4 0 0,7 3 0 0,0 2 0 16,-2-3-248-16,2 3-170 0,0 2-106 15,6 0-149-15,-6 1-206 0,-1-1-158 0,7 1-33 16,-7-2 35-16,7-2 103 0,-6 3 179 15,-1-3 257-15</inkml:trace>
  <inkml:trace contextRef="#ctx0" brushRef="#br0" timeOffset="-171167.85">17610 5645 46 0,'0'0'233'0,"0"0"32"0,-6 0-4 0,6 0-59 16,0 0-34-16,-7-3-5 0,7 3-16 15,0 0-3-15,-7 0 7 0,7 0 6 0,0 0 6 16,0 0-2-16,0 0-10 0,0 0-15 16,0 0-18-16,0 0-14 0,0 0-13 0,0 0-3 15,7 3 8-15,-7-3 26 0,13 3 35 16,-6 2 19-16,5-2 6 0,-4-3-6 16,10 4-8-16,-4-1-21 0,5-3-29 0,1 4-13 15,0-4-4-15,-1 0 0 0,7 0-7 16,6 0-9-16,-5 0-11 0,5-4-11 0,7 4-12 15,-7-3-4-15,15 3-3 0,-9 0-5 0,8-4-3 16,0 4-2-16,6-3-6 0,-7 3-9 16,1-5-7-16,-1 5 2 0,1 0-3 0,6 0-3 15,-12 0 1-15,5 0 5 0,1 0-1 16,-1 0 0-16,-6-3 5 0,7 3-1 16,-1 0-4-16,1 0-3 0,5-3-2 0,2 3-4 15,-1-4-6-15,1 0 4 0,4 1 1 16,-4-1-2-16,-1 0 5 0,7 1 0 0,-8-1 0 15,2-3-1-15,-1 3-1 0,1 0 8 16,-8 1-4-16,7 3-2 0,-7 0-3 16,1 0-1-16,-1 0 0 0,2 0-9 0,-2 0 3 15,1 0 1-15,-1 0 5 0,-6 0-2 0,7 0-2 16,-7 0 5-16,-1 0-2 0,9 0 1 16,-9 0-6-16,8-4 2 0,-7 4 8 0,6 0-3 15,-5 0 2-15,5-4 0 0,-6 4 0 16,1 0 2-16,5 0-10 0,-6-4 2 0,1 4-1 15,-2 0 2-15,8 0 2 0,-7 0-2 16,6 0 5-16,-6-2-3 0,1 2 0 0,5 0 1 16,-6-5-3-16,1 5 1 0,-1-4-1 15,6 1 1-15,-5 3-1 0,-2-4 0 16,1 0 0-16,-6 1 4 0,6 3 0 0,0-4-3 16,-6 0 2-16,6 1 0 0,-7 3 0 15,8-3-4-15,-8 3-1 0,1 0 2 16,-1-5 0-16,1 5-4 0,6 0 2 0,-7 0 0 15,1 0 2-15,-1 0 4 0,1 0-1 16,7 0 1-16,-8 0-2 0,1 5-2 0,-1-5 1 16,1 0 3-16,-1 3 7 0,1-3 9 15,-1 0 10-15,1 0 9 0,-1 3 4 0,7-3 1 16,-7 0-4-16,8 4-7 0,-7-4-7 16,6 0-8-16,-1 4-7 0,1-4-4 15,1 3-4-15,5-3-1 0,1 4 0 0,-7-4 0 16,6 4 2-16,1-4 0 0,-7 3 3 15,7-3-6-15,-7 4 1 0,0 1 2 0,7-5 4 16,-7 2 10-16,-1 2 2 0,1-4 7 16,1 0 2-16,-1 4-3 0,0-4-2 0,1 0-4 15,-2 4-7-15,7-4-3 0,-5 0 1 16,-1 3 0-16,0-3-3 0,0 4-3 0,0-4 2 16,7 4 0-16,-8-2-3 0,2-2 1 15,-7 5 2-15,6-1 2 0,-7-4-1 0,1 3 0 16,-1 1 0-16,1 0 0 0,-1-4 3 15,1 3 2-15,-7 1 5 0,6-4 2 0,-6 4 2 16,1-1 6-16,5-3-2 0,-6 3-1 16,1-3-2-16,-1 5 3 0,-7-5 6 0,7 3-6 15,-6-3 1-15,-1 0 2 0,1 4 1 0,0-4-4 16,-2 0-2-16,2 3-2 0,-7-3-2 16,7 4 0-16,-8-4 0 0,2 4 1 15,5-1 2-15,-5-3 5 0,-2 4 7 0,2 0 4 16,-2-4 1-16,-5 3 7 0,6-3 7 15,-6 4 4-15,5-4-1 0,-5 3 1 0,0-3 1 16,-1 0-3-16,-6 0-3 0,6 0-2 0,1 0-1 16,-7-3 1-16,0 3 6 0,7-4 0 15,-7 1-4-15,0-1-6 0,6-3-7 0,-6-1-9 16,0 1-15-16,0-4-6 0,0-3-5 16,7-1-3-16,-7 0-2 0,0-2 0 15,6-3 0-15,-6-2 0 0,6-3-3 0,-6 3 2 16,0-4-3-16,8 0 2 0,-8 0 1 15,0 1 1 1,0 0 0-16,0-1 0 0,0 1 0 16,-8-5-5-16,2 1 1 0,0 3 0 0,-1-7 0 15,-6 4-4-15,0-4-2 0,0 0 4 16,0 3-1-16,-7 1-1 0,7 0 1 0,7 3 1 16,-8 1 3-16,8 3 0 0,0 0 2 15,0 4 0-15,-1 2-1 0,0 2 1 16,1-1-1-16,6 0 0 0,-7 5-1 0,1-1-1 15,0 0 1-15,6-1-5 0,-14 6-5 16,8-5-10-16,-8 3-11 0,-5 1-12 16,-1 0-8-16,-12-1-3 0,-1 1-8 0,-5-3 1 15,-8 2 6-15,-6 0 9 0,-7 1 7 16,1 3 5-16,-1-3 12 0,0 4 7 0,-6-2 5 16,7 2 5-16,-1-1 0 0,6 1 2 15,2 3 0-15,-8-4 2 0,7 4 1 0,-1-4-3 16,-4 4 6-16,-2-3 0 0,0-1 0 15,-6 4 1-15,-7-4-1 0,1 4-2 0,-8 0-5 16,-5 0-1-16,-1-3-5 0,-6 3 0 16,0 0-2-16,-7 0-2 0,1 3-4 15,-2-3 0-15,2 4 2 0,-1 0 0 0,1-4 2 16,5 3 5-16,8-3 4 0,0 4 3 0,5-4 1 16,0 4-2-16,2-1-5 0,5 1-5 15,-6-1-8-15,-1 2-3 0,2 1 0 0,-2-2 0 16,1 0 4-16,7 3 7 0,-8-3 9 15,8 3 5-15,-1-2-2 0,1 1 1 16,-1 2 1-16,0-5-2 0,1 5-2 0,-1-1-2 16,7-3 0-16,0 3 2 0,-1-3 1 15,1-1-2-15,6 5-1 0,1-5 4 0,6 5 4 16,-6-5-1-16,5 1 0 0,2-1 3 16,5-3 4-16,-7 4-6 0,2 0-2 0,5-4 0 15,-7 0 2-15,2 0-4 0,5 0 1 16,1 0 0-16,-1-4 1 0,1 4 2 0,6-4-2 15,-1 1 0-15,1-1-2 0,7 1 3 16,-7 3-1-16,-1-5 1 0,7 5 0 16,-5-3 2-16,-1 3-1 0,0 0 1 0,-1 0-1 15,-5 0-3-15,6 3 2 0,-7 2-1 16,1-5 0-16,-1 3-1 0,1 4 2 16,-1-3 0-16,1 0-2 0,-1 3 0 0,0-3-1 15,0 3 3-15,1 1 0 0,5-5 2 0,2 4 3 16,-1-3-1-16,6 0 2 0,-6-1-4 15,7 1 1-15,-1 0 0 0,7-4-3 0,0 3 1 16,6-3-3-16,1 0 1 0,-1 5-1 16,0-5 1-16,8-5 2 0,-2 5-1 15,2 0 1-15,5 0 0 0,-6-3 0 0,0 3 0 16,7 0 0-16,-8 0 0 0,2 0 2 16,5 0-1-16,-6 0 1 0,0 0-1 0,0 0-2 15,0 0-2-15,0 0 2 0,0 0 3 16,0 3-4-16,0-3 2 0,6 0-1 0,-5 5 4 15,4-5-3-15,2 0-2 0,0 2 3 16,-1-2-4-16,1 0 3 0,6 5-6 16,-7-5 4-16,7 3-3 0,-7 1 1 0,7 0 3 15,0 3-1-15,0 0 2 0,0 8-3 16,7-1 2-16,-7 1-1 0,0 3 2 0,7 5 0 16,-7-1 1-16,6 7 1 0,-6 0 0 15,0 4-1-15,0 4 2 0,0 3 8 16,0 4 4-16,-6 0 8 0,-1 7 3 0,0 0 2 15,1 0 3-15,-6 1-7 0,4-1-1 0,-4 0 3 16,5-3 6-16,1-8 5 0,-1-3 3 0,0-4 5 16,7-4 0-16,-6-3-6 0,6-4-9 15,0-4-4-15,0-3 0 0,0-4 2 0,0-4 2 16,0 0 3-16,0-2-3 0,0-3-1 16,0-2-6-16,6 0-10 0,-6 0-13 15,0 0-29-15,7-2-56 0,-7 2-97 0,0 0-146 16,7-5-214-16,-7 5-262 0,0 0-192 15,0-3-59-15,0-1 32 0,0 0 116 0,0 1 198 16,-7-5 258-16</inkml:trace>
  <inkml:trace contextRef="#ctx0" brushRef="#br0" timeOffset="-166704.64">21518 11730 293 0,'0'0'390'0,"6"-4"59"0,-6-3-6 0,0 3 4 15,0 1-8-15,0-1-29 0,0 0-23 16,0 1-19-16,0-1-19 0,-6 4-47 0,6-4-63 16,0 4-58-16,0 0-44 0,0 0-39 15,0 0-35-15,0 4-24 0,0 0-13 0,0 3 7 16,0 4 16-16,0 0 17 0,0 7 16 16,0 1 15-16,0-1 12 0,0 5-1 0,0-2-10 15,0 1-3-15,0-1-2 0,0 2-7 16,0-2-2-16,0-2-6 0,0-1-6 15,0 1-9-15,0-4-10 0,0-5-9 0,0 1-5 16,0 0-4-16,0-4-1 0,0 1 11 16,0-3 19-16,6-3 17 0,-6-2 6 15,0 0 6-15,0-2 1 0,0-6-14 0,0 0-20 16,0-3-17-16,0 0-16 0,-6-7-10 16,6 0-6-16,0-1-4 0,0-3-5 0,0-4-2 15,6 4 3-15,-6 1-1 0,0-1-1 16,0 0-1-16,7 0 1 0,-7 4-1 0,0-2 0 15,6 3 0-15,-6 2-1 0,7 0 1 16,-7 4-2-16,0 5 0 0,7-3 3 16,-7 3-3-16,0 2 0 0,0 0-2 0,0 4 1 15,6 4 0-15,-6 0-4 0,0 7 4 16,0-1 2-16,0 5 0 0,0 3 1 16,0 1 0-16,0 3 1 0,-6 4-1 0,6-1 1 15,-7 1-1-15,0-1 0 0,7 1 1 16,-6-5 1-16,6 6 1 0,-7-5-2 0,7-4 0 15,0 0 0-15,-6 0 0 0,6-3 0 16,0-4 0-16,0 0 1 0,0-3 5 16,0-1 15-16,0-3 18 0,0-4 7 0,0 0 10 15,0-4 4-15,0-1 0 0,0-5-14 0,6-1-14 16,-6-3-11-16,7-1-9 0,-7-7-4 16,6 0-4-16,-6-4-2 0,7 1-3 0,0-5 0 15,-7 1-1-15,6 4-2 0,-6 2 1 16,0 2 1-16,0-1 1 0,6 7 1 0,-6 0 0 15,0 4 1-15,0 3-1 0,0 1-2 16,0 0-2-16,0 7-2 0,-6 0 0 0,6 4 0 16,0 3 3-16,0 4 0 0,-6 4 1 15,6 4 2-15,-7 2 0 0,0 2 0 0,7 2-1 16,-6 0-3-16,-1 1 3 0,1 4 1 16,-1-5 0-16,7 4-2 0,-6-3 1 0,-1-4 3 15,1 1-2-15,6-2-1 0,-6-6 2 16,6 3 0-16,-8-8-2 0,8 2 2 15,0-5 5-15,0 0 15 0,-6 1 17 0,6-5 18 16,0-3 13-16,0 4 6 0,0-4-1 16,0 0-12-16,0-4-17 0,6 4-17 15,-6-3-12-15,0-1-9 0,0 0-24 0,0 1-46 16,0-1-67-16,0-3-88 0,0 4-104 16,8-1-157-16,-8-4-201 0,0 5-224 0,6-5-149 15,-6 1-27-15,6 0 45 0,1-4 126 16,6 3 202-16,0-3 258 0</inkml:trace>
  <inkml:trace contextRef="#ctx0" brushRef="#br0" timeOffset="-166079.77">23146 11587 182 0,'0'-4'214'0,"0"4"-24"16,0-3-45-16,0-1-19 0,0 4-13 0,7-4-11 16,-7 4 4-16,0-3 9 0,0 3 12 15,0 0 8-15,0-4 4 0,0 4 2 16,0 0-3-16,0 0-1 0,0 0-1 0,0 0 1 15,0 0 8-15,0 0 11 0,-7 0 5 16,7 0-3-16,0 0-7 0,0 0-5 0,0 0-4 16,0-3-9-16,0 3 1 0,-7 0 3 15,7 0 12-15,0 0-4 0,0 0-4 16,0 0-7-16,0 0-15 0,-6-4-16 0,6 4-15 16,0 0-18-16,0 0-11 0,0 0-13 15,0 0-11-15,0 0-7 0,0 0-12 0,0 0 1 16,0 0-8-16,0 0 4 0,0 0-7 15,0 4-4-15,6-4 0 0,-6 0 1 0,0 0-2 16,0 0-8-16,0 0 2 0,0 3 4 16,7-3-6-16,-7 0-9 0,0 4-20 0,0-4-18 15,0 0-24-15,0 3-33 0,0-3-34 16,0 0-38-16,0 0-36 0,0 0-44 0,0 4-53 16,0-4-60-16,0 0-65 0,0 0-68 15,-7 0-38-15,7 0 12 0,0 0 50 16,0 0 80-16</inkml:trace>
  <inkml:trace contextRef="#ctx0" brushRef="#br0" timeOffset="-163982.74">21948 4824 196 0,'0'-3'292'0,"0"3"32"0,0 0-10 15,0-4-50-15,0 4-39 0,0 0-22 16,-7-4-11-16,7 4-4 0,0 0 1 16,0 0 0-16,0 0 11 0,-7 0 15 0,7 0 18 15,0 0 12-15,0-3 2 0,-6 3-6 16,6 0-10-16,0 0-20 0,0-4-21 0,0 4-22 15,0-3-15-15,0-2-16 0,-6 2-18 16,6 0-18-16,0-1-19 0,0 0-12 0,0-3-14 16,6 3-11-16,-6-3-11 0,6 2-4 15,-6-1-4-15,7 2-7 0,0-3-5 0,-1 3-2 16,7 0-4-16,-7 2-5 0,2-3 1 16,4 2 1-16,-6 3-4 0,2 0-1 15,4 3-4-15,-5 2 2 0,-1-3-2 0,8 2 1 16,-8 4 5-16,0-1 2 0,-6 4 2 15,6-4 1-15,-6 4 2 0,0 0-2 0,0 4-2 16,0-4-1-16,-6 3 0 0,0-2-1 16,0 2 0-16,-8 1-1 0,8-5 1 0,-7 2 1 15,-1-1-1-15,8 0-1 0,-6 0 0 16,4-8 2-16,2 5-1 0,0-1-2 16,6-7 3-16,-7 4 3 0,7-1 4 0,0-3 5 15,0 0 4-15,0 4 4 0,0-4-1 16,0-4-1-16,7 4-3 0,-1 0-5 0,8-3-7 15,-8 3-2-15,0 0-3 0,8 0 2 16,-2 3-2-16,-5-3 0 0,6 4-1 0,-6 0 2 16,5 3 1-16,-6-3 1 0,2 3 2 15,-8 0 0-15,6 1 5 0,-6-1 1 16,0 4 0-16,0-3-1 0,-6 3 1 0,-2-1 0 16,-4-2-3-16,-1 3 2 0,6-4-1 0,-12 4 2 15,5-4 4-15,2 1 6 0,-2-1 5 16,2-3 7-16,-1-1 7 0,-1 1 10 15,8-1 9-15,-6-3 4 0,4 0 4 0,-4 0-4 16,5 0-6-16,1 0-8 0,-1-3-14 16,7 3-14-16,-7-4-16 0,7 1-28 0,-6-1-52 15,6 0-78-15,0 4-111 0,0-3-171 16,0-1-208-16,0 0-233 0,0 4-88 0,-6-3 0 16,6 3 74-16,-7 0 150 0,-6 0 205 15</inkml:trace>
  <inkml:trace contextRef="#ctx0" brushRef="#br0" timeOffset="-161577.05">22735 5909 19 0,'-6'4'158'0,"6"-1"-10"0,-6-3-24 16,0 4-21-16,6-4-4 0,-8 0 5 0,2 3-2 16,6-3 8-16,-6-3 14 0,6 3 13 15,-7 0 19-15,7-4 18 0,-6 4 20 0,6-3 15 16,0 3 14-16,0-4 19 0,0 4 14 15,-7-4 11-15,7 4 1 0,0-3-4 16,0 3-12-16,-7 0-18 0,7-4-29 0,0 4-38 16,0 0-36-16,0 0-31 0,0 0-30 15,0 4-25-15,0-1-19 0,-6 1-13 0,6 3-2 16,0 5 2-16,0-2 10 0,0 1 12 16,0 4 16-16,0-1 13 0,0 5 15 0,0-1 12 15,0 1 8-15,0-1 4 0,0 0-4 16,0 0-1-16,0-3-8 0,0-1-11 0,0 1-9 15,0 0-13-15,0-3-5 0,0-5-4 16,0-1-1-16,0 2 5 0,0-2 5 16,0-1 13-16,0-2 11 0,0-3 7 0,0 4 5 15,0-8-3-15,0 1-4 0,0-2-14 16,0-1-15-16,0-2-15 0,0-3-13 0,-6-3-8 16,6-1-9-16,0-3-6 0,0 0-5 15,0-5 0-15,0 6 1 0,0-3-2 0,6 3-2 16,-6-2 1-16,0 5 1 0,6-5-2 15,-6 8 0-15,7-3-1 0,0 3 2 0,-1 0-1 16,-6 4 1-16,7-4 1 0,-1 3-4 16,0 5-2-16,8-4 2 0,-8 2 3 0,0 5-1 15,1 0-3-15,0 5 2 0,6-3 3 16,-7 3-5-16,0 6-1 0,8 0 2 16,-8-1 4-16,1 2-1 0,0 2 7 0,5 1 1 15,-12-1-4-15,7 1 1 0,-1 3-3 16,-6 1 3-16,0-5-5 0,7 5 1 0,-7-1 5 15,0 0 2-15,0-3 4 0,0 3 2 16,0-3 0-16,-7-3 1 0,7-2 4 0,0 1-4 16,0-5-4-16,0 2-3 0,0 1 1 15,0-6-2-15,0 0-5 0,0-3-7 16,0 4-33-16,-6-4-63 0,6 0-104 0,0-4-169 16,-7 1-226-16,7 0-283 0,-6-6-120 15,0-1-22-15,-1-2 59 0,0 1 146 0,-5-7 214 16</inkml:trace>
  <inkml:trace contextRef="#ctx0" brushRef="#br0" timeOffset="-158234.1">21453 12133 62 0,'0'4'336'0,"0"-1"64"0,6 1 47 0,-6-4-61 16,0 3-21-16,0-3-58 0,7 0-44 15,-7 0-20-15,0 0 1 0,6 0 6 16,-6 0 9-16,0 0-3 0,0 0-12 0,0 0-19 15,0 0-22-15,0 0-21 0,6 0-25 16,-6 0-13-16,0 0-7 0,0 0-5 0,0 0-1 16,0 0-9-16,0 0-5 0,0 0-7 15,0 0-9-15,0 0-10 0,0 0-9 0,0 0-3 16,0 0 7-16,0 0 7 0,0 0 4 16,0 0 6-16,0 0 1 0,0 0 2 15,-6 0-7-15,6 0-12 0,0 0-14 0,0-3-14 16,0 3-12-16,0 0-10 0,-6-4-13 15,6 4-9-15,0-3-3 0,0 3-7 0,0-4-12 16,-7 4-26-16,7-4-44 0,0 4-50 16,0-3-71-16,0 3-102 0,0-4-137 15,7 4-137-15,-1-4-130 0,8 4-146 0,5-3-62 16,0 0 32-16,1-1 109 0,13-1 139 16,-1 2 166-16</inkml:trace>
  <inkml:trace contextRef="#ctx0" brushRef="#br0" timeOffset="-157702.97">23048 11803 188 0,'0'-7'324'16,"-6"4"37"-16,6-1 15 0,-7-3-51 0,7 3-60 15,0 0-35-15,0 1-17 0,0-1-5 16,-6-4-1-16,6 5 8 0,0-2 13 15,0 2 12-15,0 0 10 0,0-1 7 0,0 4-5 16,0-4-18-16,0 1-20 0,0 3-26 16,0 0-23-16,0 0-24 0,0 0-23 0,0 0-14 15,0 0-29-15,0 0-17 0,0 3-4 16,0 1 6-16,0 3 8 0,6 4 8 0,-6 1 26 16,0 6 24-16,0 1 11 0,0 2 3 15,7 1-1-15,-7 3-2 0,0 2-11 16,0-2-13-16,0 0-13 0,6 1-10 0,-6 0-13 15,0 0-14-15,0-4-12 0,0 0-10 16,0 0-9-16,0-4-11 0,0-4-6 0,0 1-4 16,0 0-4-16,7-4-2 0,-7-4-1 15,0 0-4-15,0 0-15 0,0-2-29 0,0-2-45 16,0-3-67-16,0 4-86 0,0-4-136 16,0 4-160-16,0-4-181 0,0 0-185 0,0 3-67 15,0-3 15-15,0 4 99 0,0 3 155 16,0 0 199-16</inkml:trace>
  <inkml:trace contextRef="#ctx0" brushRef="#br0" timeOffset="-157093.72">23062 12686 101 0,'-7'4'454'0,"-6"0"69"0,6-1 53 0,-5-3 47 15,4 0-79-15,2 0-103 0,0-3-73 16,0 3-36-16,6-4-19 0,-8-3-51 0,8 2-53 16,-6 2-45-16,6-4-28 0,0 0-19 15,0-1-30-15,6 1-14 0,-6 0-17 0,8-4-12 16,-2 4-7-16,0-5-7 0,0 5 0 15,2-4 4-15,4 4 5 0,-5 0-4 0,6-5-4 16,0 5-5-16,-1 3-1 0,2-3-2 16,6 3-9-16,-7 4 1 0,-1 0 5 0,2 0 1 15,-2 4 3-15,8 3 1 0,-7 4 3 16,0 1 8-16,0 2 5 0,-7 1 6 0,8 3 2 16,-8-1 7-16,-6 6 3 0,0-1-1 15,0 0 0-15,-6 4-4 0,0-1-1 16,-8 5-6-16,1-4-7 0,-6 3-8 0,-1-4-6 15,7 1-1-15,-7 0-4 0,8-4-2 16,-1 0-2-16,-1-8 10 0,2 1 6 16,-2 0 8-16,8-5 16 0,0-2 19 0,-1-1 15 15,0-2 9-15,7-3 4 0,-6 3-3 16,6-5-13-16,6 0-15 0,-6 0-15 0,7-5-14 16,6 5-13-16,-7-2-9 0,8-3-6 15,5 1-6-15,1 1-2 0,-1-5-4 0,0 5 0 16,8-1-3-16,-8-3 1 0,8 4-1 15,-8-2-1-15,7 2 0 0,-6-4 0 16,-1 3 0-16,1 0-1 0,-1 1-1 16,-6-1-6-16,0 0-18 0,0 4-32 0,-6-3-47 15,-7 3-61-15,0 0-85 0,0 3-124 0,-7-3-164 16,1 4-199-16,-1 0-207 0,-6 3-73 16,0 0 13-16,-6 0 88 0,5 1 165 15,1 3 219-15</inkml:trace>
  <inkml:trace contextRef="#ctx0" brushRef="#br0" timeOffset="-156406.36">23270 13672 264 0,'-13'-4'472'0,"6"-3"73"15,-5-1 67-15,4-2-39 0,2 2-48 0,0-3-88 16,-1 3-70-16,0-2-40 0,1 2-47 16,6-3-50-16,-6 1-46 0,6-2-36 15,0 5-17-15,0-4-16 0,0 0-6 0,6 3-16 16,0-2-14-16,1 3-10 0,6-4-16 15,1 2-16-15,-2 3-8 0,1-5-3 16,1 8-8-16,4-4-6 0,-4 2 0 0,5 1-2 16,-5 1 0-16,5 3 5 0,-6 3 12 15,0 1 10-15,0 1 10 0,0 2 5 0,-7-1 9 16,1 6 4-16,0-1 0 0,-1 3-2 16,0-3-1-16,-6 8-2 0,-6-5-8 0,6 5-7 15,-6-1-10-15,-8 1-8 0,2-1-5 16,-1 3-7-16,-1-2-2 0,-5-1-4 15,6 0-2-15,-7 1-1 0,1-5-4 0,5 1-1 16,2-5 1-16,-1 2 0 0,6-5 0 16,1-3 3-16,-1 0 6 0,1-1 5 0,6-3 3 15,6 0 0-15,-6-3 0 0,7-1-1 16,6 4-5-16,0-7-2 0,7 3-6 0,-1 0 0 16,1 4-1-16,-1-3 0 0,7 3-1 15,-6 3 6-15,-1 1 11 0,0 0 9 0,1 3 11 16,-7 4 11-16,0 0 10 0,0 4 6 15,-7-1 2-15,-6 1 5 0,0 3 8 0,-6 0 9 16,-7 1 14-16,0-1 10 0,-6 4 8 16,-1-3 5-16,-6-1 5 0,-7 0 4 15,1 0-1-15,-1-7-128 0,1 4-8 0,6-7 0 16,-7-5 0-16,7 1 0 0,0-4 0 16,7 0 0-16,-1-4 0 0,1 1 0 0,5-5 0 15,2 5 0-15,4-9 0 0,-4 9 0 16,6-5 0-16,-1 1 0 0,7 0 0 15,0 0 0-15,-7 2 0 0,7 2 0 0,0 3-532 16,0 0-313-16,-6 0-294 0,6 0-104 16,-7 3 10-16,-5 2 89 0,-2-2 171 0,2 4 261 15</inkml:trace>
  <inkml:trace contextRef="#ctx0" brushRef="#br0" timeOffset="-154359.89">21283 15243 28 0,'-6'0'282'0,"0"0"69"16,-8 0 49-16,8 0-52 0,-1-3-28 0,1-1 5 15,-1 4-13-15,1-3-8 0,-1-5 10 16,7 5 5-16,-6-1-3 0,0 0-20 15,6-3-32-15,0 4-37 0,-8-5-40 0,8 0-29 16,0 5-27-16,0-5-21 0,8 1-17 16,-8-4-5-16,6 4-6 0,0-1-7 0,7-3-3 15,-6 5-5-15,6-6-4 0,-1 5-12 16,2 0-7-16,6-1-7 0,-7 1-5 16,6 4-6-16,-6 3-2 0,7 0-1 0,-7 3 1 15,6 4 0-15,-6 1 3 0,1 3 3 16,-2 4 4-16,-5-5 0 0,-1 8-1 0,1 1 0 15,-1-2 3-15,-6 6-4 0,0-1-4 16,-6 0-2-16,-1 4-6 0,1-4-3 16,-7 4-7-16,-1-4-1 0,2 3-3 0,-2-3-1 15,-5 0-2-15,6-4-1 0,0 0 3 16,0-3 3-16,0 0 4 0,0 0 6 0,7-4 13 16,-8-4 11-16,8 0 10 0,0-3 13 15,6 0 15-15,-8-1 13 0,8 0 5 0,-6 2 2 16,6-5-4-16,0 0-13 0,0 4-18 15,6-4-17-15,-6-4-15 0,8 4-10 16,4 0-4-16,2 0 0 0,5 0 4 0,-6 0 3 16,13 0 0-16,-6-5 3 0,6 5 0 15,0-3-3-15,6 3 0 0,-5-3 0 0,5-1 6 16,-6 0 1-16,0 4 0 0,0-3 0 16,0-1 0-16,-6 0-3 0,-1 4-4 0,-6-3 2 15,0-1-1-15,1 4 2 0,-8 0 2 16,0-3 5-16,0 3 4 0,-6 0 1 15,0 0 1-15,0 0-3 0,0-4-9 0,0 4-9 16,0 0-14-16,-6 0-22 0,0-5-42 16,0 5-57-16,-2 0-75 0,2-3-87 15,-7 3-113-15,7 0-153 0,-1-3-186 0,0 3-197 16,1-4-100-16,0 0-2 0,0 1 69 16,6-5 144-16,0 5 208 0</inkml:trace>
  <inkml:trace contextRef="#ctx0" brushRef="#br0" timeOffset="-153438.36">21563 10646 157 0,'0'-3'415'0,"0"-2"69"0,0 1 62 16,0-2 7-16,-6 2-66 0,6 4-56 0,0-4-48 15,0 4-37-15,0 0-52 0,-6 0-51 16,6 0-60-16,0 0-55 0,0 4-29 0,-7 0-20 16,7-1 5-16,-7 9-4 0,7-5 11 15,-6 3 15-15,6 5 11 0,0 3 9 0,-7 1 3 16,7-1-3-16,-6 3-3 0,6 2-5 15,0-1-7-15,0 0-7 0,0 0-8 16,0-4-7-16,6 0-14 0,-6-3-15 0,7 3-12 16,-1-6-10-16,1-1-6 0,0 0-4 15,-1-4-5-15,0-4-4 0,8 1-2 0,-8-4-6 16,7-4-11-16,0 1-26 0,0-4-48 16,1-4-65-16,-8 0-92 0,6-4-131 0,-5 0-159 15,0-2-183-15,-7-3-166 0,0-2-49 16,-7 1 30-16,0-1 100 0,1-4 146 15,-6 0 198-15</inkml:trace>
  <inkml:trace contextRef="#ctx0" brushRef="#br0" timeOffset="-153266.52">21518 10496 105 0,'-7'-8'622'16,"7"-4"134"-16,-6 6 92 0,6-5 67 15,-7 1-93-15,7 1-242 0,-6 2-204 0,6 0-127 16,0 0-107-16,-6 3-116 0,6 1-119 15,0 3-139-15,6 0-160 0,0 3-205 16,1 1-177-16,-1-1-52 0,7 8 21 0,7-4 85 16,-7 4 132-16,7 4 189 0</inkml:trace>
  <inkml:trace contextRef="#ctx0" brushRef="#br0" timeOffset="-152610.35">22957 10675 218 0,'-7'-4'301'0,"7"4"16"0,0-3 20 16,0 3 1-16,0-4-10 0,0 4-6 0,0-4 7 15,0 4 14-15,-6-3 9 0,6 3-3 16,0 0-16-16,0-4-24 0,0 4-42 0,-6 0-50 16,6 0-54-16,0 0-49 0,0 0-32 15,0 4-31-15,0-4-16 0,0 3-6 0,0 1 5 16,0 3 6-16,6 0 10 0,-6 5 16 16,6 2 14-16,-6-3 13 0,7 7 6 0,0-2 10 15,-1 2 1-15,1 0 1 0,-1 4-3 16,0-4-6-16,2 4-6 0,-2 0-7 15,0-4-5-15,0 1-4 0,-6-1-4 0,8 1-4 16,-8-5-4-16,6 1 1 0,-6-5-1 16,6 2-2-16,-6-5 4 0,0 0 10 15,0 1 12-15,0-5 11 0,-6 2 10 0,6-3 5 16,-6 3-4-16,-2-5-8 0,2 3-11 16,0-3-16-16,-8 0-17 0,8-3-15 0,-7 3-8 15,0-5-12-15,0 3-10 0,1-3-7 16,-2 2-3-16,1-1-5 0,-7-3 1 0,8 3 0 15,-2 0-2-15,2-3-1 0,-2-1-11 16,1 5-24-16,1-4-40 0,5-1-56 16,-6 1-74-16,-1 0-91 0,2-4-120 0,-1 0-160 15,-1-3-201-15,8-1-211 0,-6-4-68 16,4-3 16-16,8-4 90 0,-6 1 164 0,6-4 230 16</inkml:trace>
  <inkml:trace contextRef="#ctx0" brushRef="#br0" timeOffset="-152407.35">22808 10338 224 0,'0'-12'662'15,"0"10"131"-15,0-6 97 0,0 0 80 16,0 1-141-16,-7 5-213 0,7-3-175 16,0 1-112-16,0 1-87 0,0-2-71 0,0 5-59 15,0-3-41-15,0 3-27 0,0-3-33 16,0 3-46-16,0 0-73 0,0 0-99 0,0 0-140 15,0 0-174-15,0 0-201 0,0 3-157 16,0 0-37-16,-7 2 41 0,7 2 108 0,-6 0 159 16,-8 4 207-16</inkml:trace>
  <inkml:trace contextRef="#ctx0" brushRef="#br0" timeOffset="-151110.79">23374 14961 85 0,'6'-3'419'16,"-6"-1"93"-16,7 0 96 0,-7 4 41 0,0-3-49 15,0 3-87-15,0 0-88 0,0 0-68 16,0 0-63-16,0 3-59 0,0 5-44 0,0-1-20 16,0 8 0-16,7-4-3 0,-7 7-10 15,-7 0-9-15,7 1-12 0,0 3-12 16,0 3-11-16,0 0-7 0,0-2-6 0,0 2-6 16,0 0-4-16,0-2 1 0,0-1-4 15,0-4-9-15,0 1-10 0,7-5-13 0,-7 1-12 16,0-5-14-16,6-1-8 0,-6-3-7 15,0-1-2-15,0-2-6 0,0 0-4 0,0-3-17 16,0-3-38-16,0 3-59 0,0-8-87 16,0 5-121-16,0-5-177 0,-6 1-203 15,6 0-208-15,-7 0-74 0,0-1 16 0,1 5 87 16,0-4 159-16,6 3 207 0</inkml:trace>
  <inkml:trace contextRef="#ctx0" brushRef="#br0" timeOffset="-150360.96">23472 16192 266 0,'0'-4'359'0,"0"1"58"0,-7 3 25 15,7-4-20-15,-6 0-16 0,0 1 1 0,6 0-4 16,-8-1-18-16,2 4-24 0,6-5-33 0,-6 2-28 16,-1-1-43-16,7 4-40 0,-7-3-29 15,7-1-26-15,0 1-23 0,-6-1-23 0,6 0-22 16,0-3-19-16,6 0-13 0,-6 2-9 16,7-1-14-16,0-2-13 0,-1 2-8 0,8-2-4 15,-2-1-5-15,1 3-3 0,0 3-2 0,0-1-1 16,7 0-2-16,-7 1-1 0,6-2-1 15,-6 5 1-15,7 5 0 0,-7-2 0 0,0 1-1 16,0 3-1-16,0 4 0 0,-6-4 5 16,5 4 6-16,-5 3 4 0,-7 2 6 0,7-2 4 15,-7 0 8-15,-7 1-2 0,0 4 1 16,1-1-1-16,-7 1 0 0,0 3 2 0,-6-4-2 16,5 4-2-16,-5-5-2 0,-1 6-5 15,1-4 0-15,0-1-2 0,5-4 6 0,1 5 1 16,0-8 0-16,0 0 1 0,1-1-2 15,4-2 0-15,2-4-7 0,0 3 4 0,6-4 11 16,-7 1 14-16,7-4 17 0,0 4 15 16,7-4 16-16,-1 0 11 0,8 0 2 0,5 0-8 15,-6-4-13-15,12 0-13 0,-5-3-18 0,6 4-11 16,1-1-6-16,-1-4 3 0,-1 5 2 16,-5-1 2-16,6 1 1 0,0-1-2 0,-7 0-8 15,1 1-10-15,0-1-9 0,-7 0-6 16,7 4-4-16,-8-3-3 0,2 3-3 0,-2-4-2 15,-5 4 1-15,6 0-2 0,-13-3-10 16,7 3-16-16,-7 0-33 0,0-5-39 0,0 5-61 16,0 0-74-16,-7 0-87 0,-6 5-118 0,6-5-148 15,1 0-170-15,-7 0-179 0,0 3-52 16,-1-3 29-16,2 4 99 0,5 3 160 0,-12-3 201 16</inkml:trace>
  <inkml:trace contextRef="#ctx0" brushRef="#br0" timeOffset="-149345.17">23530 17024 259 0,'-12'-4'462'0,"4"-4"70"0,2 1 55 16,-7 0-28-16,7-4-53 0,-1 4-66 0,7 0-52 16,-6-4-28-16,-1 0-26 0,7 3-37 15,0-4-47-15,0 2-38 0,0 3-32 0,7-3-23 16,-7-2-19-16,6 1-20 0,7 4-19 16,0-5-11-16,1 2-8 0,5 2-12 0,-6 1-8 15,6 0-9-15,1 0-9 0,0 2-11 0,-1 2-8 16,1 3-5-16,-1 0-4 0,0 3-1 15,1 2 4-15,-7 2 3 0,7 4 3 0,-7 0 5 16,0-1 5-16,-7 5 3 0,1 0 1 16,-1-1 2-16,-6 1 1 0,0 4-1 0,0-5-2 15,-6 5-2-15,-7-1-2 0,0 0-1 0,-6 0-4 16,5 1-4-16,-5-4-3 0,-1 3-3 16,7-4-7-16,-6 1-1 0,-1-4-3 0,7 0 2 15,0-4 10-15,6 1 14 0,1-5 26 0,0 1 4 16,6-4 6-16,-7 0 0 0,7 0-9 15,0-7-14-15,7 3-22 0,-1 0-4 16,0-3-6-16,8 3-2 0,-2-3-3 0,8 3-2 16,-1 1-2-16,1-1-3 0,0 4-3 0,-1 0 2 15,1 4 3-15,-1-1 7 0,1 5 7 16,-8-1 6-16,2 0 12 0,-1 4 4 0,0 0 6 16,-7 4 2-16,1-1 5 0,-7 2 4 15,0 2 3-15,0-4 5 0,-7 5 0 0,-5-1 4 16,-2 1 3-16,2-2-3 0,-8 3-69 0,0-7 0 15,1 1 0-15,-1 2 0 0,1-5 0 0,-1-1 0 16,0-2 0-16,1-1 0 0,-1-3 0 16,1 0 0-16,6-4 0 0,0 0 0 15,-7 0 0-15,14 0 0 0,-7-4 0 0,6 4 0 16,-5-4 0-16,4 4 0 0,2-3 0 0,6 3 0 16,-6-4 0-16,-1 4 0 0,7 0 0 15,0-3 0-15,-6 3 0 0,6 0 0 0,0 0 0 16,0 0 0-16,0 0 0 0,0 0 0 15,0 0 0-15,0 0 0 0,0 0 0 0,0 0 0 16,0 0 0-16,0 0 0 0,0 0 0 0,0-5 0 16,6 5 0-16,-6 0 0 0,0 0 0 15,0 0 0-15,0-3 0 0,7 3 0 0,-7-3 0 16,6 3 0-16,-6-4 0 0,0 0 0 16,0 4 0-16,6-3 0 0,-6 3 0 0,0-4 0 15,0 0 0-15,8 4 0 0,-8 0 0 0,0 0 0 16,0 0 0-16,0-3 0 0,0 3 0 15,0 0 0-15,0 0 0 0,0 0 0 0,0 0 0 16,0 0 0-16,0 0 0 0,0 0 0 16,0 0 0-16,0 0 0 0,0-4 0 0,0 4 0 15,0 0 0-15,0 0 0 0,0 0 0 0,0 0 0 16,0 0 0-16,0 0 0 0,0 0 0 16,0 0 0-16,0 0 0 0,0 0 0 0,0 0 0 15,0 0 0-15,0 0 0 0,0 0 0 16,0 0 0-16,0 0 0 0,0 0 0 0,0 0 0 15,0 4 0-15,0-4 0 0,0 0 0 0,0 0 0 16,0 0 0-16,0 0 0 0,0 0 0 16,0 0 0-16,0 3 0 0,0-3 0 0,-8 0 0 15,8 0-21-15,-6 0-435 0,0 4-116 0,-1-8-147 16,7 4-171-16,-6-3-166 0,-1-1-34 16,7-3 44-16,-6 3 117 0,6-4 183 15,0-3 229-15</inkml:trace>
  <inkml:trace contextRef="#ctx0" brushRef="#br0" timeOffset="-147830.23">21498 18222 57 0,'7'0'211'15,"-7"0"38"-15,0 0-25 0,0 0-29 0,6 0 3 16,-6 0 15-16,0 0 8 0,0 0 10 16,-6 0 21-16,6 0 25 0,0 0 34 0,0 0 26 15,0 0 10-15,0 0-10 0,-7 0-17 0,7 0-25 16,0-4-39-16,0 4-36 0,0 0-30 15,0 0-19-15,0 0-19 0,0-4-20 0,0 4-19 16,0-3-19-16,0 3-22 0,0-5-18 0,0 3-11 16,7-2-5-16,-1-4-4 0,1 5-1 15,-1-5 5-15,7 1 8 0,1 0 4 0,-2 3-1 16,2-3 0-16,-2-1-3 0,8 2-5 0,-7 1-7 16,1 1-7-16,4 4-2 0,-4-3 0 0,-1 6-1 15,-1-3 0-15,2 9-1 0,-8-6 1 16,0 4 2-16,8 4 0 0,-8 0 0 0,-6 0 0 15,7 4 2-15,-7-4 0 0,-7 7-2 0,7-4-1 16,-6 5-5-16,-8-1-1 0,8 1-5 16,-6-1-4-16,-2 1-3 0,-5-5-3 15,5 0-1-15,2 1-3 0,-2-4 0 0,2-3-1 16,-2-1 1-16,8 0 2 0,-1-3 3 16,-5-4 6-16,12 0 8 0,-7 0 8 15,7-4 3-15,0 0-2 0,0 1 0 16,7-4-4-16,-1-1-10 0,7 1-6 0,-7 0-5 15,14 4 0-15,-6-2-1 0,-2-2-1 16,1 7 1-16,0 0 3 0,0 0 3 16,7 0 6-16,-8 7 9 0,-5-2 12 0,6 1 11 15,0 5 8-15,-6 0 5 0,0 0 4 16,-7 4 0-16,6 0-5 0,-6-1-5 16,-6 1-6-16,-1 0-5 0,0-1-5 0,1-3-5 15,-7 4-2-15,-1-4 0 0,2-4 0 16,-8 4 3-16,7-8 2 0,-7-3 2 15,2 0 2-15,4 0-4 0,-6-6-4 16,1-2-5-16,-1 1-6 0,1-4-5 0,-1 0-7 16,7 4-2-16,0-4-4 0,1 0-1 15,-2 4-16-15,8-1-35 0,-1 0-60 16,1 5-81-16,-1-1-112 0,7 0-154 16,0 1-209-16,7-1-238 0,-7 4-145 0,13 0-29 15,-7-3 56-15,8 3 123 0,5-8 207 16,0 5 264-16</inkml:trace>
  <inkml:trace contextRef="#ctx0" brushRef="#br0" timeOffset="-147220.99">23524 17848 166 0,'0'-4'305'0,"6"-3"59"15,1 3-2-15,-7-3 10 0,0-1 6 0,6 5 19 16,1-4 21-16,-7 3 7 0,0-3-7 0,6 3-18 16,-6 4-44-16,0-4-63 0,0 1-70 0,0 3-57 15,0 0-44-15,0 3-31 0,0 1-12 16,0 0-3-16,0 7 6 0,0-1 10 0,0 5 13 16,0 0 8-16,0 4 0 0,0 2-2 0,0 2-11 15,0-1-8-15,0-1-9 0,0 1-8 16,0-3-10-16,0 3-6 0,0-8-3 0,0 4-4 15,0-3-11-15,0 0-7 0,0-4-5 0,0 0-3 16,0-4-7-16,7 1-5 0,-7-5 0 16,0 1-2-16,0 0-4 0,0-4-2 0,0 0 0 15,6 0-12-15,-6-4-29 0,0 0-38 0,0 1-49 16,0-5-59-16,0 5-89 0,0-1-119 0,0 1-133 16,0-2-149-16,7 2-169 0,-7 3-57 0,0-4 27 15,0 4 95-15,7-3 143 0,-1 3 176 16</inkml:trace>
  <inkml:trace contextRef="#ctx0" brushRef="#br0" timeOffset="-146502.42">23725 18427 246 0,'0'0'376'15,"0"4"58"-15,-6-4-5 0,6-4 30 0,-6 4 10 16,6 0-25-16,-7-4-28 0,7 1-20 16,-6-1-21-16,6 0-35 0,0 0-55 0,-7 1-49 15,7-1-38-15,0-3-34 0,7 3-27 16,-7-3-23-16,0 0-13 0,6 4-15 16,-6-6-16-16,7 3-14 0,-1 2-11 15,0-3-8-15,8-1-12 0,-8 0-6 0,7 6-6 16,-6-6-5-16,6 4 1 0,-1 4-4 15,-4-4-2-15,4 4-2 0,-5 4 0 16,6 0 3-16,-7-1 2 0,1 2 7 16,-1 2 6-16,1 4 4 0,-7 0 4 0,0-1-1 15,0 5-3-15,0 0-4 0,-7-1-2 16,1 5-5-16,-1-5-3 0,-5 4-7 16,5 0 3-16,0-2 0 0,-5-2 0 15,4 1-1-15,-4-4-1 0,5 0 10 0,1-4 7 16,-1 0 11-16,7 1 14 0,-6-5 20 15,6 1 17-15,0-4 9 0,0 4 2 16,0-4-7-16,0 0-13 0,6-4-15 0,1 0-14 16,-1 4-13-16,7-6-11 0,1 6-5 15,-2-9-1-15,2 6-5 0,-2 0-1 16,1-5-1-16,7 5 0 0,0-5-1 16,-8 1-1-16,8 4 0 0,-1-5-1 0,-5 4-1 15,5 1-2-15,-6-5 0 0,0 5 0 16,1 0-11-16,-8-2-24 0,0 5-39 15,0-3-52-15,-6 3-78 0,0 0-112 16,0 0-158-16,0 0-168 0,0 0-181 0,-6 3-114 16,6-3-10-16,0 5 65 0,0-5 144 15,0 0 177-15</inkml:trace>
  <inkml:trace contextRef="#ctx0" brushRef="#br0" timeOffset="-145940.12">24136 18508 386 0,'0'0'608'15,"0"-4"113"-15,0 0 79 0,0 1-35 16,0 0-120-16,7-5-138 0,-7 3-127 16,6-2-91-16,0 0-63 0,1 0-50 0,0-1-39 15,-1 1-31-15,7 4-25 0,0-5-15 16,0 5-16-16,-7-1-11 0,8 0-12 15,-2 1-13-15,2 3-3 0,-1 0-7 0,-7 0-1 16,8 3-4-16,-8 1 0 0,0 3 2 16,0 1 0-16,-6-1 4 0,0 4-4 15,-6 0 0-15,6-1 0 0,-6 3 0 16,-7 1 1-16,6 1-3 0,1-1 2 0,-7 1 0 16,7-5 1-16,-2 5-1 0,2-4-1 15,0 0-2-15,6-4-3 0,0 1 0 16,6-1-2-16,-6 0 1 0,6-4 0 15,2 2 3-15,-2-2 1 0,0 2 0 0,7-2 2 16,-6-3 0-16,-7 4-1 0,7-1 1 16,-1-3 3-16,-6 4 5 0,0 0 11 15,0-4 10-15,0 3 13 0,-6 5 16 16,-1-5 15-16,0 1 14 0,-6-1 17 0,1 5 18 16,-2-8 12-16,2 3 8 0,-2 1-1 15,1 0-8-15,0-4-16 0,0 3-21 16,0-3-22-16,0 0-19 0,7 0-17 0,-1 3-11 15,0-3-7-15,1 0-9 0,-1 0-4 16,7 0-1-16,-6 0 1 0,6 0 0 16,0 0 0-16,0 0 0 0,0 0 2 15,0 0-1-15,6-3-2 0,-6 0-2 0,7 3-5 16,-1-8-16-16,-6 5-33 0,7-1-51 16,-7 0-63-16,0-3-76 0,0 4-92 15,0-5-137-15,0 5-168 0,-7-1-206 0,1 0-123 16,6 1-25-16,-13 3 42 0,7 0 127 15,-8 0 182-15,2 0 250 0</inkml:trace>
  <inkml:trace contextRef="#ctx0" brushRef="#br0" timeOffset="-141628.64">20900 9451 231 0,'0'0'294'0,"0"0"21"16,6 0-41-16,-6 0-9 0,0 4-6 0,0 0-21 15,0 0-15-15,0-1-6 0,6 0 11 16,-6 9 22-16,6-5 13 0,1 8-1 0,-7 0 3 16,7-1-12-16,-1 4-17 0,-6 4-31 15,7-4-21-15,-1 4-19 0,0 1-27 0,2-1-11 16,-8 0-9-16,6-1-6 0,0 1-12 15,-6-3-10-15,0-1-5 0,0-3-3 0,6-1-6 16,-6-2-3-16,0-1 11 0,0-4 15 16,0-4 12-16,0 1 1 0,0-4-5 15,-6 0-11-15,6-4-17 0,-6 1-25 0,0-8-21 16,6 0-14-16,-8 0-8 0,2-7-4 16,6 2-1-16,-6-2-5 0,6-3-1 15,0 2 0-15,0 1 1 0,0-4 0 0,6 7-3 16,0-3-1-16,-6 4 1 0,8-2-1 15,4 2-2-15,-6 0 1 0,2 2 0 0,4 5-1 16,1 0 0-16,1-1 1 0,-2 8-1 16,2-3-5-16,-2 6 4 0,2 1 2 15,5 3 1-15,-6 1 1 0,0 2 6 0,0 2 12 16,0 6 7-16,0-4 11 0,0 2 16 16,0 2 12-16,-7 0 5 0,2 4 5 0,-2-4-1 15,7 1-5-15,-7-5-10 0,-6 4-9 16,7-3-10-16,-1-4-7 0,-6 4-9 0,7-7-7 15,-7 2-3-15,0-6-6 0,6 3-10 16,-6-3-31-16,0-4-51 0,0 0-67 16,0 0-82-16,0-4-126 0,6-3-148 0,2 0-151 15,-2 0-147-15,7-5-100 0,0 1-7 16,6-3 78-16,1 2 131 0,0-2 170 16</inkml:trace>
  <inkml:trace contextRef="#ctx0" brushRef="#br0" timeOffset="-141363.06">21766 9485 374 0,'6'0'630'0,"-6"0"87"15,0 0 54-15,0 3-11 0,0 1-150 0,-6 7-160 16,6-1-126-16,-7 2-56 0,0 6-34 16,1 1-42-16,-1 2-36 0,1 5-28 0,-1-4-29 15,0 4-26-15,1 3-18 0,0-3-17 16,6-1-13-16,-6 1-10 0,-2-4-6 15,8 0-5-15,-6-4-3 0,6-3-5 0,-6-1-12 16,6-3-25-16,-7-2-40 0,7-7-63 16,0 2-90-16,-6-4-100 0,6-4-98 0,0-3-117 15,-7-5-116-15,7 2-83 0,-7 0 9 16,7-6 64-16,-6 2 88 0,6-5 127 0</inkml:trace>
  <inkml:trace contextRef="#ctx0" brushRef="#br0" timeOffset="-141113.14">21609 9653 221 0,'0'-4'480'0,"0"-2"114"0,0 1 109 16,0-2 8-16,0 2-93 0,0 5-106 16,0-2-92-16,0 2-81 0,7 0-76 15,-1 0-42-15,0 2-18 0,2 7 0 0,4-1 6 16,1-2-10-16,0 5-11 0,0 4-16 16,7-4-19-16,-1 3-18 0,1 1-17 0,-7 0-14 15,6 4-12-15,1-5-14 0,-1 4-14 16,-5-3-12-16,5 0-13 0,-6-5-10 0,0 6-9 15,-6-6-7-15,6 0-5 0,-7-2-6 16,0 1-15-16,2-7-25 0,-8 2-45 16,0 0-65-16,0-4-83 0,0 0-122 0,0-4-159 15,-8-2-187-15,8-3-202 0,0-2-71 16,0 0 13-16,0-3 88 0,8-1 152 16,4 1 202-16</inkml:trace>
  <inkml:trace contextRef="#ctx0" brushRef="#br0" timeOffset="-140160.24">22338 9528 196 0,'0'0'638'0,"0"-3"120"0,-6-1 76 16,6 1 51-16,0 3-156 0,-6-5-229 0,6 5-182 15,0 0-101-15,0 0-51 0,6 5-29 16,-6 2-12-16,6 4-1 0,1 0 0 0,0 4-9 15,-1-1-15-15,0 0-13 0,1 8-19 16,0-3-14-16,-1-1-10 0,1 1-4 16,-1-1-4-16,-6 0-4 0,6-3-3 0,-6-4-3 15,7 0 3-15,-7-1 12 0,0-2 17 16,0-4 25-16,7 3 23 0,-7-3 20 0,-7-4 7 16,7 0-3-16,0-4-15 0,0 1-22 15,-7-5-24-15,7 0-19 0,-6 1-14 16,0-7-13-16,-1 3-8 0,7-4-7 0,-6-3-3 15,-1 3-4-15,7-3-3 0,0 3 0 16,0-3 0-16,7 4-1 0,-7-2 0 16,6-2 2-16,7 3-2 0,-7 1 0 0,8-4 1 15,6 3-1-15,-8 1 0 0,8-1-2 16,-1 0 3-16,1 0 0 0,-7 4-3 0,6 0 3 16,1 4 0-16,-7-3 0 0,7 5-1 15,-8 2-2-15,1 3 3 0,-6 0-3 16,6 3 4-16,-7 5 0 0,2 3 0 0,4 0 3 0,-12 3 2 0,6 1 5 0,1 4 3 15,0-1 3-15,-7 4 10 0,6-4 3 0,-6 4 5 16,0 0 3-16,0-3 12 0,7-1 12 16,-7 4 6-16,0-5 10 0,0-1 9 0,6-2 8 15,-6 5 4-15,0-9-33 0,0 5-64 16,0-3 0-16,0-2 0 0,0-2 0 0,0-1 0 16,0-3 0-16,0-1 0 0,0 1 0 15,0-1 0-15,0 2 0 0,0-5 0 0,0 0 0 16,0 3 0-16,0-3 0 0,0 0 0 15,0 0 0-15,0 0 0 0,0 0 0 0,0 0 0 16,0 0 0-16,0 0 0 0,0 0 0 16,0 0 0-16,0 0 0 0,0 0 0 15,0 0 0-15,0 0 0 0,0 0 0 0,0 0 0 16,0 0 0-16,0 0 0 0,0 0 0 16,0 0 0-16,0 0 0 0,0 4 0 0,0-4 0 15,0 0 0-15,0 0 0 0,0 0 0 16,0 0 0-16,0 0 0 0,0 0 0 0,0 0 0 15,0 0 0-15,0 0 0 0,0 0 0 16,0 0 0-16,0 0 0 0,0 0 0 0,0 0 0 16,0 0 0-16,0 0 0 0,0 0 0 15,0 0 0-15,0 0 0 0,0 0 0 0,0 0 0 16,0 0 0-16,0 0 0 0,0 0 0 16,0 0 0-16,0 0 0 0,0 0 0 15,0 0 0-15,0 0 0 0,0 0 0 16,0 0 0-16,0 0 0 0,0 0 0 0,0 0 0 15,0 0 0-15,0 0 0 0,0 0 0 0,0 0 0 16,0 0 0-16,0 0 0 0,0 0 0 16,0 0 0-16,0 0 0 0,0 0 0 0,0 0 0 15,0 0 0-15,0 0 0 0,0-4 0 16,0 4 0-16,0-3 0 0,0-2 0 0,0 2-51 16,-6 3-438-16,6-7-104 0,-7 3-108 15,7-3-120-15,-6-1-131 0,-1 0-70 0,-6 6 21 16,1-6 95-16,-2 4 147 0,1 4 187 15</inkml:trace>
  <inkml:trace contextRef="#ctx0" brushRef="#br0" timeOffset="-138785.58">20703 9349 93 0,'0'-18'328'0,"-6"0"34"0,0-1 27 0,6 4-31 0,-6 1-83 0,6 3-47 16,-8 0-10-16,8 0 3 0,0 3-3 16,-6 5-22-16,6-5-30 0,0 8-29 0,0 0-4 15,6 5 12-15,2 1 21 0,-2 8 29 16,6 5 30-16,-5 3 18 0,0 7-5 16,6 5-25-16,-7 2-16 0,8 8-17 0,-8 0-12 15,0 8-12-15,0-5-13 0,8 8-10 16,-8-4-14-16,1 0-12 0,6 5-8 0,-6-9-1 15,-1 4 1-15,8-6 3 0,-8 2-1 16,0-7 2-16,0-3-5 0,1-4-6 16,0-4-11-16,-1-4-12 0,1-6-7 0,-7-1 4 15,6-6 6-15,-6-1 4 0,0-8 3 16,6 1-2-16,-6-8-5 0,-6-3-17 0,6-7-21 16,0-5-14-16,-6 1-10 0,-1-8-7 15,1-3-3-15,-8-4 0 0,2-8 0 0,-2 1-1 16,2-4-2-16,-2 0 1 0,1 1 1 15,-7-1-2-15,8 0-1 0,-1-1 0 0,0 4 1 16,0 2-1-16,6-2-1 0,-6 8 1 16,7-4 3-16,0 5 18 0,-2 0-10 0,2 1-3 15,6 2-2-15,0 0-2 0,0 0-2 32,6-1-19-32,2 5 9 0,4-1 4 0,1-3 3 0,13 3 1 0,-6 5 0 0,6-6 1 31,7 5-2-31,-7 4 2 0,6-1-1 0,7 2 2 0,0 2-1 0,1 0 2 0,-1 4 3 15,6 5 0-15,7-2-1 0,7 0 2 16,-1 1-1-16,14-1-1 0,6 2-2 0,0 1 1 16,7-2 0-16,0 3 2 0,-1-3 4 15,1 7 1-15,0-3 1 0,6-1-1 0,0 0 6 16,0 4-3-16,1-3-1 0,-1-1-2 16,-6 1 0-16,-1-2 3 0,-6 2-2 0,7-4-1 15,-14-1 0-15,1 1-1 0,0-5 1 16,-7 5-6-16,0 1-2 0,-6-2 1 15,-8-3-2-15,-5 4 3 0,-1 2 0 0,-12-1 0 16,-1-2 3-16,-5 5 9 0,-7-1 6 16,-1 0 5-16,-6 1 3 0,-7-1 3 0,1 4-1 15,0 0-9-15,-1 0-6 0,-6 4-8 16,0-1-4-16,0 5-1 0,0-1-1 0,0 8-1 16,0 3 1-16,0 1 7 0,7 6 6 15,-7 4 11-15,0 0 13 0,6 8 14 16,0 4 9-16,1-1 11 0,0 0 1 0,-1 4-1 15,8 4-42-15,-8-4-29 0,0 4 0 16,1-1 0-16,6-3 0 0,-7 0 0 0,1 0 0 16,-1-8 0-16,0 5 0 0,2-9 0 15,-8 2 0-15,6-5 0 0,-6 0 0 0,0-3 0 16,-6-5 0-16,6 2 0 0,-8-4 0 16,-4-1 0-16,-1-4 0 0,0 1 0 0,-6-4 0 15,-8 0 0-15,1 1 0 0,-13-6 0 16,0 5 0-16,-6-3 0 0,-2 2 0 0,-11-2 0 15,-7 3 0-15,0-1 0 0,-13 2 0 16,-1 2 0-16,-12 1 0 0,-6 0 0 16,-1 3 0-16,-7-4 0 0,2 5 0 0,-1 4 0 15,-7-3 0-15,-1 3 0 0,-4 3 0 0,-1-1 0 16,5 1 0-16,2-1 0 0,-1 5 0 16,7-5 0-16,0 1 0 0,6-1 0 0,1-2 0 15,-1 3 0-15,7-8 0 0,12 3 0 16,8-6 0-16,6 3 0 0,12-7 0 15,15 0 0-15,-1-3 0 0,13-2 0 0,6-1 0 16,7 2 0-16,0-2 0 0,6-5 0 16,1 3 0-16,0-3 0 0,6 0 0 0,0 0 0 15,6 0 0-15,-6 0 0 0,13 0 0 16,-7-3 0-16,7 3 0 0,-6-5 0 0,6 5 0 16,-6-4 0-16,5 4 0 0,-5 0 0 15,-7-3 0-15,7 3 0 0,-7 0-405 0,6 0-120 16,-6 0-125-16,0-5-169 0,0 5-206 15,-6-2-58-15,6 2 24 0,-7-4 86 16,7-4 154-16,-7 2 224 0</inkml:trace>
  <inkml:trace contextRef="#ctx0" brushRef="#br0" timeOffset="-134711.56">25822 6052 185 0,'0'4'276'16,"0"-4"45"-16,8 0-6 0,-2 3-14 0,0-3-1 16,1 0 15-16,6 4 35 0,0-4 31 15,7 0 13-15,-1 4 0 0,0-4-13 16,1 0-19-16,7 0-38 0,5-4-44 0,-7 4-40 15,9 0-26-15,5 0-18 0,-1 0-11 0,1 0-13 16,7 0-13-16,7-4-11 0,4 4-13 16,2 0-16-16,6 0-21 0,7 0-8 0,0 0-12 15,6 4-11-15,-6-4-5 0,5 0-1 16,8 4 1-16,-6-4-4 0,6 3-4 16,5 0-6-16,-5-3-9 0,6 5-8 0,-6-2-11 15,0 1-8-15,-7-1-4 0,-6 5-3 16,6-5 0-16,-13 1 1 0,0 3-3 0,0-3 2 15,-7 4-4-15,1-1 1 0,-7 0 0 16,1-3-1-16,-8 3 0 0,-6 0-1 16,-7 0 1-16,1 1 1 0,-7-5 5 0,-6 5 6 15,0-4 9-15,-8-2 9 0,-5 3 11 16,6-2 15-16,-6 1 12 0,-7-4 16 0,6 5 17 16,0-5 19-16,-6 0 20 0,0 0 13 15,0 0-76-15,6 0-78 0,-6-5 0 0,0 1 0 16,-6 1 0-16,6-4 0 0,0-5 0 0,0 1 0 15,-6-3 0-15,6-1 0 0,-6-3 0 16,6-4 0-16,-7-3 0 0,0-1 0 16,1-6 0-16,-1-2 0 0,1-6 0 15,0-1 0-15,6-6 0 0,-8-1 0 0,2 1 0 16,6-5 0-16,0 0 0 0,-6 2 0 0,6-1 0 16,0-1 0-16,0 0 0 0,0 5 0 0,0-4 0 15,0 3 0-15,0 0 0 0,0-3 0 16,0 0 0-16,0 0 0 0,0-4 0 15,0 3 0-15,0 1 0 0,0 4 0 0,0-2 0 16,0 5 0-16,0 5 0 0,0 2 0 16,6 0 0-16,-6 5 0 0,6 2 0 0,-6 5 0 15,8-1 0-15,-8 0 0 0,6 4 0 16,-6 1 0-16,6-2 0 0,-6 4 0 16,0 5 0-16,7-1 0 0,-7 0 0 0,0 5 0 15,0-1 0-15,-7 0 0 0,7 4 0 16,0-1 0-16,0 5 0 0,0-5 0 0,0 5 0 15,-6-1 0-15,0 4 0 0,-2-4 0 16,2 4 0-16,0-3 0 0,-7 3 0 0,-7 0 0 16,7-4 0-16,-6-1 0 0,-7 5 0 15,-1-2 0-15,1-2 0 0,-6 4 0 16,-1-4 0-16,-12 1 0 0,5-1 0 0,-11-4 0 16,-2 6 0-16,-5-3 0 0,-7 2-60 0,-14 3-22 15,2-5 4-15,-8 5 2 0,-7 0 6 16,1 0 8-16,-6 0 9 0,5 0 5 0,-5 5 5 15,-7-5 8-15,6 3-1 0,-6 2-1 16,6-3 2-16,1-2 6 0,5 4 2 16,8 0 3-16,-8 0 4 0,7-4 1 0,8 3 3 15,-2 1-3-15,2 0 2 0,4-4 2 16,8 2 2-16,7-2 6 0,6 0 4 0,12 5 1 16,2-5 2-16,5-5-1 0,7 5 2 15,7 0-1-15,5 0-4 0,2 0 2 16,-2 0 0-16,8 0-2 0,-7 0 0 0,13 0 0 15,-7 5 1-15,1-5-2 0,6 4 0 16,-7-1 2-16,7-3-2 0,-6 8 2 0,6-5 0 16,0 5 3-16,-6-2-2 0,6 6-1 15,0-5 1-15,0 8 2 0,-8-1-1 0,8 1 0 16,8 8 0-16,-8-2 3 0,0 5 2 16,6 3 6-16,-6 3 13 0,6 5 17 15,-6 4 13-15,7 3 10 0,-7 7 12 0,0 4 9 16,-7 4 8-16,7 3 2 0,-6 8 5 0,6-1 12 15,-6 4 5-15,6 5 0 0,0 6-115 16,0-4-1-16,0 4 0 0,0 1 0 16,0-1 0-16,0-3 0 0,6-4 0 0,-6-4 0 15,6 1 0-15,1-9 0 0,-1 1 0 16,1-3 0-16,6-1 0 0,-7-7 0 0,0-1 0 16,2-3 0-16,4-3 0 0,-5-4 0 15,0-3 0-15,-1-8 0 0,1-4 0 0,-7-3 0 16,6-5 0-16,0-5 0 0,-6-2 0 15,0-2 0-15,7-6 0 0,-7 2 0 0,0-5 0 16,0-3 0-16,0 0 0 0,-7 0 0 16,7-3 0-16,-6-1-719 0,6 0-347 0,-6-2-187 15,-7-3-39-15,-1 1 57 0,-12-1 127 16,0-7 241-16,-13 2 356 0</inkml:trace>
  <inkml:trace contextRef="#ctx0" brushRef="#br0" timeOffset="-130436.14">23836 11019 117 0,'-6'0'359'0,"0"0"49"16,-1-7 43-16,0 3-38 0,-5-3-47 16,4 0-64-16,2 0-16 0,0-5 8 15,-1 5-7-15,7-4-25 0,-6 0-35 0,6 0-41 16,6 0-42-16,1 1-46 0,-1-3-31 16,0 3-12-16,8-1-6 0,-1 5 0 15,0-3 4-15,0 6 9 0,7-1 16 0,-8 8 9 16,-5-1 12-16,6 6 10 0,0 4 4 15,-6 6 2-15,-1 3-5 0,1 11 5 0,-7 3 3 16,0 4 5-16,-7 5 2 0,1 5 1 16,-1 7-1-16,0 4-6 0,-5 5-14 0,-2 4-14 15,8 3-12-15,0 4-11 0,-1 1-16 16,0-2-11-16,7 1-5 0,0-7-3 0,7-1 1 16,0-3 0-16,5-4 0 0,2-3 2 15,5-5-1-15,1-2-4 0,0-4-5 0,-2-8-5 16,9-4-2-16,-7-2-6 0,6-5-3 15,-7-4-2-15,1-6 0 0,-2-5 0 16,-4-6 2-16,5-4-1 0,-5-4 0 0,-2-9-2 16,2-1 0-16,-2-5 5 0,-5 1 10 15,6-1 16-15,-13 0 18 0,7 1 15 16,-7-1 14-16,0 5 11 0,0-1 1 0,0 3-9 16,0 0-10-16,-7 5-12 0,7 0-15 0,-6 3-16 15,-1 0-11-15,7 6-10 0,-7 2-4 16,1 6-2-16,6 5 7 0,-6 3 6 15,6 4 6-15,-7 6 9 0,7 5 7 0,0 7 4 16,7 0 0-16,-7 4-5 0,6 4-5 16,-6-2-5-16,6 6-10 0,1-2-12 15,0 5-10-15,-1 0 0 0,1-1 0 0,-1 1 0 16,0-1 0-16,2 1 0 0,-8-1 0 16,6-3 0-16,-6 1 0 0,0-5 0 15,-6-4 0-15,-2 1 0 0,2 0 0 0,-7-4 0 16,-7 0 0-16,8-4 0 0,-8-7 0 0,-6 0 0 15,7-8 0-15,-7-3 0 0,-1-7 0 16,-5-1 0-16,-1-9 0 0,1-2 0 0,-1-6 0 16,-6-2 0-16,0-5 0 0,0-1 0 15,6-5 0-15,-5 2 0 0,5 1 0 0,0 1 0 16,7-3 0-16,0 0 0 0,0 4 0 16,6 0 0-16,1 1 0 0,6-2-307 15,6 2-262-15,7-5-150 0,7-4-186 0,-1-3-173 16,7 0-28-16,7-7 45 0,6-4 106 15,0-4 174-15,6-2 243 0</inkml:trace>
  <inkml:trace contextRef="#ctx0" brushRef="#br0" timeOffset="-129873.77">24676 12328 308 0,'0'-16'693'0,"7"-2"106"16,-7 0 74-16,0 4 59 0,0 2-183 15,0 1-247-15,-7 5-164 0,7-2-95 0,0 4-66 16,7 4-46-16,-7 0-31 0,0 7-11 16,7 1 2-16,-1 6 9 0,1 5 11 15,-1 3 2-15,1 7-2 0,-1 0-8 0,7 8-6 16,-7-1-8-16,2 1-5 0,-2 0 1 15,0 0 3-15,1-5 0 0,-1-2 7 0,1-4 3 16,-7-6 10-16,0 3 8 0,6-9 11 16,-6-2 26-16,0-1 15 0,0-7 7 0,0-1-118 15,-6-6-57-15,6-1 0 0,-7-3 0 16,1-9 0-16,-1-1 0 0,1-5 0 0,-8-3 0 16,8-2 0-16,6-6 0 0,-6 4 0 15,-1 0 0-15,7-3 0 0,0 1 0 0,7 2 0 16,-7 0 0-16,12 0 0 0,-4 3 0 15,4 0 0-15,1 1 0 0,0 6 0 16,0 2 0-16,7 0 0 0,-7 8 0 0,6 1 0 16,1 0 0-16,-7 8 0 0,7 8 0 0,-1 0 0 15,1 1 0-15,0 11 0 0,-8-2 0 16,8 8 0-16,-14 0 0 0,7 2 0 16,-7 2 0-16,8-1 0 0,-8 5 0 0,-6-5 0 15,6-1 0-15,2-1 0 0,-2-2 0 16,-6-7 0-16,6 0 0 0,-6 1 0 0,0-8 0 15,0-4 0-15,0 0 0 0,0-2 0 16,0-5 0-16,0 0 0 0,-6-5 0 16,0 3 0-16,-2-3 0 0,-4 5-341 0,-2 0-338 15,2 0-219-15,-8 0-223 0,7 5-61 16,-7 2 36-16,1 0 93 0,-7 4 175 0,6 3 254 16</inkml:trace>
  <inkml:trace contextRef="#ctx0" brushRef="#br0" timeOffset="-126215.78">29476 5938 261 0,'-6'4'361'16,"0"3"56"-16,-2-3 7 0,8-1-25 0,0-3-28 16,-6 4-12-16,6-4-26 0,0 0-16 15,0 4-21-15,0-4-26 0,6 0-27 0,-6 0-29 16,8 0-16-16,4 0-19 0,-5 3-14 15,6-3-14-15,6 0-12 0,1 0-13 16,0 0-3-16,5 0-1 0,9 0 3 0,-2 0-2 16,7-3-1-16,6 3-6 0,8-4-5 0,5-3-11 15,7 3-11-15,0-3-9 0,8 3-8 0,-2-3-5 16,0-1-7-16,2 1-5 0,-2 0-4 16,-6 0-5-16,6 3-5 0,-6-3-6 15,-6 2-7-15,6-2 0 0,1 4 1 0,-8-1 0 16,0-3 1-16,1 3-1 0,-7 0 2 0,1 1-3 15,-8-1-4-15,7 1-2 0,-6-2-2 0,-7 2 0 16,0 0-3-16,0-1-4 0,-7 0 0 16,1 1-1-16,-7 3 0 0,0-4-1 0,1 4 1 15,-9-4 4-15,2 4 4 0,0 0 4 16,-7 0 7-16,0 0 9 0,0 0 8 0,-7 0 10 16,8 0 7-16,-8-3 10 0,1 3 4 15,-1 0 2-15,0 0 1 0,2-4-2 0,-2 0-11 16,-6 4-10-16,6-3-10 0,0-5-11 15,1 5-8-15,0-1-9 0,-1-3-3 0,1-1-5 16,-1 1-2-16,0 0 1 0,2-5-9 16,-2 1-3-16,0 1 0 0,0-1 0 0,2-4 0 15,-2 0 0-15,0 1 0 0,-6-1 0 0,7-3 0 16,-7 0 0-16,6-4 0 0,-6-1 0 16,0-2 0-16,7-1 0 0,-7-3 0 0,0 0 0 15,0-5 0-15,0-2 0 0,0-1 0 16,-7 1 0-16,7-5 0 0,0 1 0 0,-6 4 0 0,6-5 0 15,-7 1 0-15,1 0 0 0,6-1 0 16,-6 1 0-16,-2 0 0 0,2 4 0 16,-6-6 0-16,4 6 0 0,2-1 0 0,0 5 0 15,-1-5 0-15,-6 4 0 0,6 0 0 0,1 0 0 16,0-1 0-16,0 5 0 0,-2 4 0 16,2 0 0-16,0-1 0 0,6 8 0 0,-7-1 0 15,1 1 0-15,-1 3 0 0,0 5 0 16,7-2 0-16,-6 5 0 0,0-4 0 0,-1 7 0 15,-6-3 0-15,0 4 0 0,-7-1 0 0,0-1 0 16,-6 5 0-16,-6 0 0 0,-1-3 0 16,-12 3 0-16,-7 0 0 0,-7 3 0 0,-12-3 0 15,-1 0 0-15,-13 0 0 0,-6 0-34 16,0 0-12-16,-6 0-1 0,-8 5 4 0,1-5 7 16,0 7 6-16,-1-3 4 0,1-1 6 15,7 1 8-15,6 3 8 0,12 0 1 0,8 0 2 16,12 2 1-16,7-3 3 0,7-2-3 0,6 3-2 15,5-3 1-15,9 3-1 0,-1-2-1 16,12-3 0-16,2 3-3 0,-1-2 1 0,-1 5 0 16,8-5 1-16,0 5 2 0,-2-1 0 15,2 1 1-15,6-2-1 0,-6 5 2 16,6 1 0-16,0-2 0 0,0 1 0 0,0 3 0 16,0 1 1-16,0 1 1 0,0 2 0 15,6 4-1-15,0 0 0 0,-6 3-1 0,8 4 4 16,-2 5-2-16,0-1-1 0,-6 7 1 15,7 0 10-15,-7 8 13 0,7-1 11 0,-7 4 14 16,6 8 12-16,-6 0 17 0,0 7-22 16,-6 0-57-16,6 4 0 0,0 3 0 0,-7 0 0 15,7 1 0-15,0-1 0 0,0-8 0 16,-7 5 0-16,7-8 0 0,0-3 0 16,7-4 0-16,-7-4 0 0,0 1 0 0,7-8 0 15,-7-5 0-15,6-2 0 0,-6-5 0 16,0-1 0-16,7-6 0 0,-7-3 0 0,0-7 0 15,6-1 0-15,-6-3 0 0,0 1 0 16,0-9 0-16,0 5 0 0,0-5 0 0,0-3 0 16,0 4 0-16,0-4 0 0,-6 0 0 0,6-4 0 15,0 4 0-15,-7-3 0 0,1-1-438 16,-1 0-268-16,0 1-245 0,1-4-191 16,0 2-43-16,-8 2 47 0,2-5 105 0,-8 5 188 15,7-1 287-15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9:59:44.1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6337 6436 110 0,'0'-2'317'0,"0"2"67"0,0-5 8 16,-7 5-24-16,7 0 13 0,0-4-26 0,0 4-21 16,0 0-12-16,0-3-7 0,0 3-8 15,0 0-30-15,-7 0-36 0,7 0-43 0,0 0-43 16,0 0-37-16,0 0-34 0,0 0-18 16,0 0-17-16,7 0-4 0,-7 3 9 0,0 1 15 15,7 1 14-15,-7 1 13 0,6 5 12 16,0-1 8-16,1 2-8 0,0 3-10 15,-1 0-9-15,1-1-9 0,-1-3-13 0,0 3-11 16,8 1-4-16,-14-4 1 0,12 0-6 16,-4 1 0-16,-8-6 4 0,6 2 0 0,0-2 0 15,1-1-1-15,-1-2 9 0,1-3 11 16,-1 0 12-16,1 0 15 0,5-8 8 0,2 2 7 16,-1-5 0-16,0-4 1 0,6-3-9 15,1-4-12-15,6-4-9 0,0-3-10 0,0-1-10 16,7-2-13-16,0-1-12 0,-1-3-7 0,7 2-8 15,0 1-7-15,-7 0-9 0,8 3-1 16,-1 1-1-16,-7 1-2 0,1 2-2 16,-1 3 3-16,-5 2-3 0,-1 3 2 0,-1 3 1 15,-5 0 2-15,0 1 5 0,-8 2 8 16,2 5 9-16,-1-4 9 0,-1 7 8 16,-5-3 6-16,0 3 4 0,-1 1-3 0,-6-1-2 15,6 0-4-15,-6 4-11 0,0-3 0 16,8 3-3-16,-8 0-2 0,0-3-4 0,0 3-2 15,0 0-16-15,0 0-8 0,0 0 0 16,0 0 0-16,0 0 0 0,0 0 0 0,0 0 0 16,0 0 0-16,0 0 0 0,0 0 0 15,0 0 0-15,0 0 0 0,0 0 0 0,0 0 0 16,0 0 0-16,0 0 0 0,0 0 0 16,-8 0 0-16,8 0 0 0,0 0 0 0,-6 0-118 15,0 0-107-15,-1 3-92 0,-6 0-108 16,7 1-122-16,-7 0-153 0,6 7-175 15,-6-4-126-15,0 4-17 0,-6 0 55 0,5 4 117 16,1 0 178-16,1 2 235 0</inkml:trace>
  <inkml:trace contextRef="#ctx0" brushRef="#br0" timeOffset="1369.97">6467 7466 35 0,'0'0'206'0,"0"-5"56"0,0 5-8 16,-7 0-27-16,7 0 14 0,0 0 24 16,0-3-11-16,0 3-17 0,0 0-13 15,-6 0-4-15,6 0-5 0,0 0-2 0,0 0 0 16,0 0 2-16,0 0 0 0,0 0-5 0,0 0-7 15,0 0-16-15,0 0-20 0,0 0-22 16,0 0-19-16,0 0-15 0,0 0-15 16,0 0-11-16,0 0-10 0,0 3-6 0,0-3-6 15,0 0-6-15,0 0 1 0,0 0-1 16,0 5-3-16,-7-5-4 0,7 0-2 0,0 3-4 16,0-3 7-16,0 0 6 0,0 5 12 15,0-5 11-15,0 4 6 0,0-1 8 16,0-3-6-16,0 3-5 0,0 5-9 0,7-5-7 15,-7 1-3-15,0 3-5 0,6 0-5 16,-6 1-1-16,7-1-3 0,-1 4-4 0,0 0-5 16,-6-4-1-16,8 8-2 0,-2-5 0 15,0 2 1-15,1-1 2 0,-1 0-2 16,1 1-1-16,-7-2 3 0,6-3-5 0,1 4-5 16,-1-4-2-16,-6 2 0 0,7-3-3 15,0 2-4-15,-7-5-1 0,6 1 1 0,-6 0 2 16,6-4 8-16,-6 3 8 0,7-3 12 0,-7 0 5 15,7 0 7-15,-1-3 5 0,0-5 1 16,1 1-7-16,6 0-7 0,0-5-7 16,0-2-9-16,6-4-8 0,1 0-10 0,-1-1 0 15,1-3 0-15,6-3 1 0,7-1-1 16,-1 0-2-16,1-3 1 0,-1 4-7 0,1-5-2 16,6 1-4-16,-7-4-2 0,2 8 0 15,-2-6-1-15,1 10 1 0,-8-4 0 16,1 2 1-16,0 5 4 0,-6 0 4 15,-1 4 5-15,-5 1 5 0,-2-1 6 0,2 7 3 16,-8-1 3-16,1 1 1 0,-1-1 4 0,1 5-21 16,0-1-21-16,-7 1 0 0,6 3 0 15,-6-4 0-15,6 4 0 0,-6-3 0 16,0 3 0-16,0 0 0 0,0 0 0 0,0 0 0 16,0 0 0-16,0 0 0 0,0 0 0 0,0 0 0 15,0 0 0-15,0 0 0 0,0 0 0 16,0 0 0-16,0 0 0 0,0 0 0 15,0 0 0-15,0 0 0 0,0-4 0 0,0 4 0 16,0 0 0-16,0 0 0 0,0 0 0 16,0 0 0-16,0 0 0 0,0 0 0 0,0 0 0 15,0 0 0-15,0 0 0 0,0 0 0 16,0 0 0-16,0 0 0 0,0 0 0 16,-6 4 0-16,6-4 0 15,0 0 0-15,-6 0 0 0,-1 0-311 0,7 3-93 16,-7-3-98-16,-6 4-127 0,7-4-154 15,-8 3-158-15,2 1-74 0,-2-1 14 16,2 5 76-16,-8-4 140 0,7 3 202 0</inkml:trace>
  <inkml:trace contextRef="#ctx0" brushRef="#br0" timeOffset="2539.41">6597 8513 161 0,'-7'0'203'16,"1"0"-11"-16,6 0-33 0,-6 0-18 15,6-3 7-15,0 3 9 0,-7 0-9 16,7-4-8-16,-7 4 1 0,7-3 11 0,0 3 5 16,0-4 5-16,-6 4 9 0,6-4 15 0,0 4 27 15,-6 0 33-15,6-3 29 0,0 3 14 16,0 0-2-16,0-4-14 0,0 4-30 0,-7 0-49 15,7 0-50-15,0 0-37 0,0 0-34 16,0 0-20-16,0 4-16 0,7-4-4 0,-7 7 3 16,6-3 8-16,0 3 14 0,-6 4 7 15,7-4 7-15,0 4 4 0,-1 0-1 16,0 1 0-16,1-2-4 0,-1 5-5 0,1-3-3 16,0 2 4-16,-1-3-5 0,0 0-1 15,1 0-3-15,0-4-3 0,-1 3-2 0,-6-2-6 16,6-1-2-16,1-3-3 0,0 3-2 15,-7-3 2-15,6 0 3 0,-6-4 7 0,7 3 7 16,-1-3 11-16,-6 0 14 0,6-3 7 16,2-1 7-16,4-3 3 0,-6-1 2 15,8-2-3-15,5-5 16 0,1 0-18 0,-7-3-11 16,13-1-6-16,-6-3-11 0,6 0-7 16,0-3-32-16,7-1 5 0,-1 1-3 0,7-5-5 15,0 5-5-15,-1-1-6 0,2-3-4 16,-1 3-5-16,-6 0-1 0,5 1-1 15,-5 3-1-15,-1 0 0 0,-5 4 3 0,-1-1 3 16,0 1 5-16,-6 3 9 0,-1 1 8 0,-6-1 6 16,6 4 11-16,-5 0 6 0,-8 0 6 15,7 4 2-15,-6-1 3 0,-1 1 1 16,-6 4-64-16,7-5-4 0,-1 4 0 0,-6 1 0 16,0 3 0-16,6-4 0 0,-6 4 0 15,0-4 0-15,0 4 0 0,0 0 0 16,0 0 0-16,0 0 0 0,0 0 0 0,0 0 0 15,0 0 0-15,0 0 0 0,0 0 0 16,0 0 0-16,0 0 0 0,0 0 0 0,0 0 0 16,0 0 0-16,0 4 0 0,0-4 0 15,0 0 0 1,0 0 0-16,0 0 0 0,0 0 0 0,-6 0 0 16,6 0 0-16,0 0 0 0,0 0 0 15,0 0 0-15,0 4 0 0,0-4 0 0,0 0 0 16,0 0 0-16,-6 0 0 0,6 3 0 15,0-3 0-15,-7 4-169 0,7-1-158 0,0 2-88 16,-6-2-107-16,6 1-140 0,0-1-184 16,-7 1-155-16,7 0-35 0,0-1 39 15,0 1 104-15,0-4 172 0,0 4 234 0</inkml:trace>
  <inkml:trace contextRef="#ctx0" brushRef="#br0" timeOffset="3821.79">10837 9334 211 0,'-6'0'286'0,"6"0"22"16,0-3-14-16,-8 3 6 0,8-5 38 15,0 5-1-15,0-2 0 0,0 2 12 16,0-5 12-16,0 5-3 0,0-3-10 0,-6 3-28 16,6 0-42-16,0-3-54 0,0 3-47 15,0 0-46-15,0 0-38 0,0 0-33 16,0 0-23-16,6 0-11 0,-6 3-5 0,0 0 9 16,8 2 10-16,-8 2 12 0,6 0 12 15,0 0 9-15,1 4 12 0,0 1 7 0,-7-2 9 16,6 5 4-16,0-1 1 0,1 1 0 15,-1 0-2-15,1-1-6 0,0 1-6 16,-1 4-5-16,0-5 1 0,-6 0 8 0,7-2-7 16,0 2-5-16,-7-3-7 0,6 1-3 15,-6-5-4-15,0 0-11 0,6 0 5 0,-6-3 4 16,0-1 5-16,0 1 4 0,0-4 4 16,7 5 4-16,-7-5-1 0,6 0 0 15,-6-5 2-15,7 5 0 0,0-7-7 0,5 0-1 16,2-1-5-16,-2-7-8 0,8 1-23 15,-1-1-42-15,7-7 0 0,1 1 0 0,5-1 0 16,1-1 0-16,-1-2 0 0,8-1 0 0,5 0 0 16,-6 1 0-16,7 0 0 0,-7-1 0 15,0 0 0-15,0 3 0 0,0 3 0 16,-6-3 0-16,-1 4 0 0,1 1 0 0,-7 0 0 16,0 0 0-16,-7 3 0 0,1 4 0 15,0-3 0-15,-1 3 0 0,-6 0 0 16,0 2 0-16,1-1 0 0,-2 3 0 0,-5-1 0 15,6 1 0-15,-7 0 0 0,1 3 0 0,-1 0 0 16,0 1 0-16,-6-1 0 0,8 0 0 16,-8 4 0-16,6-3 0 0,-6 3 0 0,0 0 0 15,0 0 0-15,0 0 0 0,6 0 0 16,-6 0 0-16,0 0 0 0,0 0 0 0,0 0 0 16,0 0 0-16,0 0 0 0,0 0 0 0,0 0 0 15,0 0 0-15,-6 0 0 0,6 0 0 16,0 0 0-16,0 0 0 0,0 0 0 0,0 0 0 15,0 0 0-15,0 0 0 0,0 0 0 16,0 0 0-16,0 0 0 0,0 0 0 0,-6 0 0 16,6 0 0-16,-8 3 0 0,2-3-395 15,0 0-172 1,-1 4-187-16,-6-4-213 0,7 0-143 16,-7 4-13-16,-7-4 60 0,0 3 132 0,1 1 205 15,-1 0 261-15</inkml:trace>
  <inkml:trace contextRef="#ctx0" brushRef="#br0" timeOffset="5622.53">8837 10634 45 0,'7'4'158'0,"-7"1"-23"15,0-5-7 1,0 3-14-16,0 1-3 0,0-4 6 0,0 3 14 16,0-3 21-16,0 4 4 0,0-4 11 0,0 0 11 15,0 0 14-15,0 0 11 0,0 0 3 16,0-4-10-16,0 4-12 0,0 0-11 0,0-3-5 15,-7 3-3-15,7-4 4 0,0 4 13 16,0-3 0-16,0 3-3 0,0-5-4 16,0 5-5-16,0 0-12 0,0-4-11 0,0 4-2 15,0 0-4-15,-6-3-6 0,6 3-13 16,0 0-13-16,0 0-13 0,0 0-14 0,0-3-14 16,0 3-13-16,0 0-10 0,0 3-10 15,0-3-11-15,0 0-8 0,-6 0-6 16,6 0-4-16,0 0-4 0,0 3-2 0,6-3 1 15,-6 4-1-15,0 1 3 0,0-2 4 16,0 1 3-16,6 3 9 0,-6-4 9 0,7 5 11 16,-7-1 9-16,6 0 9 0,1 4 10 15,-7-3 6-15,7 3 2 0,-1-4 3 0,0 4 1 16,-6 0 0-16,7 4-2 0,0-4 1 16,-7 3-2-16,6-2-2 0,0 2-5 0,-6-3-2 15,0 3-5-15,7 1-6 0,-7-4-6 16,6 5-1-16,-6-6 1 0,7 1-1 0,-7-5-1 15,7 7-1-15,-7-6 3 0,0 0-1 16,0 0-2-16,0 1-3 0,6-5-2 0,-6 1 0 16,0-1 1-16,0 1 0 0,0 0 4 15,0-4 3-15,6 0 5 0,-6 0 2 0,0 3 3 16,0-3-1-16,0 0 3 0,0 0-5 16,0-3-3-16,8 3-5 0,-2-4-4 15,0 0-4-15,0-3-5 0,1 0-2 0,6-4-2 16,-6 4-2-16,13-5-14 0,-8-2-16 15,2-1 0-15,5 0 0 0,1 1 0 0,6-5 0 16,-1 1 0-16,1 0 0 0,0-4 0 16,7-1 0-16,-1 5 0 0,1-3 0 0,-1 2 0 15,1-3 0-15,-1 1 0 0,8 2 0 16,-7 0 0-16,-1 1 0 0,1 0 0 0,-1-1 0 16,-6 5 0-16,1-1 0 0,-1 0 0 15,-1 5 0-15,-5 0 0 0,-7-2 0 16,7 5 0-16,-8-1 0 0,-5 1 0 0,6-1 0 15,-7 6 0-15,2-3 0 0,-8 1 0 16,6 1 0-16,-6-1 0 0,6 4 0 0,-6-4 0 16,0 4 0-16,0-3 0 0,0-1 0 15,0 4 0-15,0 0 0 0,0 0 0 0,0 0 0 16,0 0 0-16,0 0 0 0,0 0 0 16,0 0 0-16,0 0 0 0,0 0 0 0,0 0 0 15,0 0 0-15,-6 0 0 0,6 4 0 16,0-4 0-16,0 0 0 0,0 0 0 0,0 0 0 15,0 0 0-15,0 0 0 0,0 0 0 16,0 0 0-16,0 3 0 0,0-3 0 0,0 0 0 16,0 0 0-16,0 0 0 0,-6 0 0 15,6 0 0-15,0 0 0 0,0 0 0 16,0 0 0-16,0 0 0 0,0 0 0 0,-8 0 0 16,8 0 0-16,-6 0 0 0,0 0 0 15,-1 0 0-15,-6 0-107 0,7 0-347 0,-7 0-119 16,-1 4-154-16,2-4-192 0,-2 4-148 15,-5 3-19-15,6-2 53 0,-6 2 120 16,-1 3 188-16,7-2 245 0</inkml:trace>
  <inkml:trace contextRef="#ctx0" brushRef="#br0" timeOffset="12915.41">2032 14262 126 0,'0'-8'161'0,"-7"5"-1"0,7-5-16 16,0 5-9-16,-6-4-4 0,6 2 25 15,0-2 35-15,-7 4-7 0,7-1-4 0,0 0-11 16,0 1-4-16,0-1-5 0,0 0-9 15,-7 1 1-15,7-2-1 0,0 5 3 0,0-2 4 16,0 2 8-16,0 0 3 0,0-5-1 0,0 5 2 16,0 0 9-16,0 0 3 0,0 0-5 15,0 0-8-15,0 0-8 0,0 0-16 0,7 0-25 16,0 0-22-16,-1 0-16 0,1 0-11 16,-1 0-7-16,7 0-1 0,0 0-3 0,0 0 2 15,0 0 2-15,0 0 5 0,7 0 4 0,-8 0-1 16,8-3 2-16,0 3-3 0,5-4-5 15,-5 0-13-15,6 4-7 0,-6-3-4 0,6-1-6 16,0 2-3-16,-6-3-7 0,6 1 1 16,0 1-4-16,-1 3-3 0,2-5-1 0,-1 2-2 15,0 3-1-15,6 0-3 0,-5 0-1 0,-1-3-5 16,6 3 1-16,-5 0 0 0,5 0-1 16,1 0 3-16,-7 3 1 0,6-3 2 0,1 0 3 15,6 0 1-15,-7 3 3 0,1-3 1 16,5 5 0-16,-5-5 2 0,7 3-3 0,-1-3-1 0,-7 0-2 0,7 0 1 15,1 4 2-15,-2-4-2 0,8-4 3 0,0 4 0 16,-8 0 2-16,9 0-1 0,4-3 2 16,1-2-2-16,1 5-3 0,6-3-1 15,-2 3-3-15,2-3-1 0,0-1-3 0,-1 0 0 16,-5 4-1-16,6-3-2 0,-1-1 5 16,1 4 0-16,-1 0-2 0,-6-4-1 0,7 4-1 15,-1 0 0-15,1 0-5 0,0 4-4 16,0-4 3-1,-1 0-1-15,0 4-3 0,8-4 5 0,-8 0 7 16,0 3 8-16,1-3 5 0,0 4 5 16,0-4 10-16,-1 0 1 0,-5 4 3 0,5-4-1 15,0 3 0-15,1-3-2 0,0 3-2 16,-1 2-5-16,1-2-2 0,0-3-5 16,-1 4-6-16,-5 1-1 0,6-3-2 0,-8 2-3 15,1-1-2-15,1 5 5 0,-2-5 1 16,2 2 2-16,5 2 1 0,-5-4 6 0,4 1 1 15,-4 0-2-15,6 3 0 0,-1-3 2 16,1 3-1-16,0-4 5 0,-1 5-4 0,1-1-2 16,-7-3 1-16,6 3-1 0,-5-3-1 15,-1 3-6-15,6 0 1 0,-6 1 2 0,7-5-1 16,-7 5-2-16,7-1 1 0,0 0 2 16,-2 2 0-16,2-3 1 0,-6 1-2 15,5 1-1-15,1-2-1 0,-7 2-4 0,0 0-2 16,0-1 1-16,7 1-4 0,-8-2 1 15,2 2 1-15,-1-4 0 0,1 7-1 16,4-8 0-16,-4 5 3 0,5-1 2 0,1 1-2 16,0-1 5-16,0 0-1 0,-1-3 0 15,-6 3-4-15,6 0 2 0,1-2 4 0,-6-3 4 16,-1 6 3-16,6-5 1 0,0 2 6 0,-5-2-19 16,5 1-15-16,1 0 0 0,6-1 0 15,-6 0 0-15,0 1 0 0,-1-4 0 16,-6 5 0-16,6-2 0 0,-5-3 0 0,-1 0 0 15,0 0 0-15,-6 0 0 0,6 0 0 16,-7 0 0-16,8 0 0 0,-2-3 0 0,8-2 0 16,-7 1 0-16,1 1 0 0,-2 0 0 15,2-1 0-15,-1-3 0 0,-7 2 0 0,1-1 0 16,-1-1 0-16,-6-1 0 0,7 0 0 16,-7 1 0-16,1 3 0 0,-1-3 0 0,-1-1 0 15,-5 1 0-15,6 4 0 0,-7-5 0 16,1 5 0-16,0-5 0 0,-8 5 0 15,2-1 0-15,-1 1 0 0,0-2 0 0,-6 2 0 0,-1 0 0 16,-6-1 0-16,0 0 0 0,7 4 0 16,-7-3 0-16,0-1 0 0,0 4 0 0,-7-4 0 15,8 4 0-15,-8-4 0 0,7 4 0 16,-7-3 0-16,1 3 0 0,-1-5 0 16,1 5 0-16,-1 0 0 0,0-2 0 0,-6 2 0 15,0 0 0-15,8-4 0 0,-8 4 0 16,0 0 0-16,0 0 0 0,0 0 0 15,0 0 0-15,0 0 0 0,-8 0 0 0,2-4 0 16,0 4 0-16,-1 0 0 0,-6 0-231 0,0-4-404 16,1 4-210-16,4 0-242 15,-4-3-95-15,5 3 19 0,1 0 86 0,-1-4 164 16,7 0 234-16</inkml:trace>
  <inkml:trace contextRef="#ctx0" brushRef="#br0" timeOffset="14117.72">11599 13023 6 0,'6'-4'322'15,"1"4"76"-15,-7-3 52 0,6-1-30 0,0 1 5 16,-6-1 1-16,8 1-2 0,-8-5 2 15,6 4 14-15,-6 1 8 0,0-1-16 16,0 0-43-16,6 1-54 0,-6-5-39 0,0 8-34 16,0-3-30-16,0-1-19 0,0 4-19 15,0-3-19-15,0 3-21 0,0 0-16 0,-6-5-22 16,6 5-20-16,0 5-25 0,0-5-10 16,-6 3-4-16,-2 4 5 0,-4 4 6 0,-1 0 10 15,0 8 13-15,0-1-2 0,-7 8-4 16,0-1-9-16,1 8-6 0,-1 3-9 15,1 1-5-15,0 7-7 0,-1 0-49 0,7 0 0 16,-1 1 0-16,2 2 0 0,6-3 0 16,-1 4 0-16,7-4 0 0,0 3 0 0,13-3 0 15,-7-4 0-15,8 1 0 0,5-1 0 0,1-3 0 16,-1-4 0-16,0-1 0 0,8 1 0 16,-8-8 0-16,8 6 0 0,-2-9 0 15,1-1 0-15,-6-2 0 0,6-5-7 0,-7 2-290 16,1-6-106-16,-7-2-124 0,7-5-151 15,-8-3-168-15,2-3-166 0,6-5-44 16,-8 0 35-16,8-6 107 0,-7-1 173 0,7-3 217 16</inkml:trace>
  <inkml:trace contextRef="#ctx0" brushRef="#br0" timeOffset="14570.73">12185 13518 385 0,'-7'-10'536'16,"1"-2"103"-16,-1 1 100 0,1 0-35 16,0 1-117-16,-8-2-102 0,2 4-76 0,5-2-74 15,-6 6-74-15,0-4-59 0,-1 5-40 16,-4 3-27-16,4 0-23 0,1 3-14 0,-7 2-14 16,8 5-7-16,-2 1 0 0,2 5 1 15,-2 1 3-15,1 2-3 0,7 3 1 0,-7 0-3 16,13-1-7-16,0 5-7 0,0-1-3 15,0-2-1-15,7 3-8 0,-1-5-1 16,7 1 0-16,0 0 0 0,0-7-6 0,7-1-8 16,-1 1-2-16,7-7-5 0,-6-1-4 15,6-3-6-15,0-4-3 0,0 0-3 0,0-8 7 16,0 1 13-16,0-5 17 0,-6 2 22 16,-1-1 26-16,1-4 25 0,-14-3 18 0,7 0 8 15,-6-4 5-15,-7-1-5 0,0-2-13 16,-7-1-130-16,0-3-5 0,-5 4 0 15,-8-1 0-15,1-1 0 0,-1 7 0 0,0 1 0 16,-6 1 0-16,1 6 0 0,-1 2 0 16,-1 6 0-16,7 0 0 0,2 1 0 0,-2 6 0 15,7 1-12-15,-1 0-311 0,8 3-109 16,0 1-125-16,6-1-143 0,6 3-161 0,0 1-154 16,1-2-27-16,6-2 43 0,0-4 108 15,1 4 169-15,4-7 218 0</inkml:trace>
  <inkml:trace contextRef="#ctx0" brushRef="#br0" timeOffset="14945.73">12302 13464 247 0,'7'-5'491'0,"6"5"118"15,-7-4 109-15,1 1-16 0,6-1-39 0,-1-3-103 16,-4 3-87-16,4 1-87 0,1-1-87 16,1 1-64-16,4-2-55 0,-4 5-36 15,6 0-24-15,-1 5-21 0,1-2-15 0,-1 4-14 16,1 0-10-16,-1 4-8 0,0 0-7 15,-5 4-2-15,-1 0 3 0,0 0 0 0,0 2 3 16,-7 2 0-16,0-1 0 0,-6 1 3 16,0 3 2-16,-6-4 7 0,0 4 13 0,0-3 16 15,-1-1 20-15,-6-4 17 0,6 1 16 16,-5 0 16-16,4-8 12 0,2 0 11 16,0-3 8-16,-8-4 9 0,8-4-139 0,0 2-60 15,-1-10 0-15,-6 1 0 0,13-3 0 0,-7-2 0 16,1-5 0-16,0-1 0 0,6-5 0 15,-7-2 0-15,14 4 0 0,-7-1 0 16,6 1 0-16,0-1 0 0,1 5 0 0,0 1 0 16,6 3 0-16,-7 2 0 0,7 4 0 15,0 3 0-15,-7 1 0 0,8 7-46 0,-1 0-344 16,-7 4-78-16,1 3-113 0,0 0-161 16,-1 4-203-16,0 1-105 0,0-2-11 15,8 1 64-15,-8 5 134 0,8-6 207 0,5 1 268 16</inkml:trace>
  <inkml:trace contextRef="#ctx0" brushRef="#br0" timeOffset="16116">13084 13518 22 0,'-6'-7'564'0,"-2"-4"141"16,2 0 99-16,-7-4 81 0,-7 5-64 16,8-6-145-16,-8 2-194 0,0 2-107 0,1 2-73 15,-1-1-56-15,1 3-44 0,-1 1-35 16,-6 7-34-16,6 0-28 0,1 0-26 0,0 7-25 15,0 1-25-15,5 3-12 0,1 4-8 16,0-1-8-16,0 4 4 0,7 4 1 0,-1-3 1 16,0 3-4-16,7 3 0 0,0-3 1 15,7 4 0-15,-7-5 1 0,7 2 2 0,6-4 2 16,-1 2 2-16,2-6 2 16,-2-1-1-16,2 0 4 0,5-6 8 0,-6 1 2 0,6-3 2 15,8-6 6-15,-8 0 8 0,1-6 14 16,-1 1 8-16,1-7 15 0,-1 2 16 15,-5-5 17-15,6 1 7 0,-8-4 4 0,-6-4-4 16,8 0-7-16,-8-4-13 0,1-4-20 16,-7-2-19-16,6-5-21 0,-6-4-14 0,-6 5-7 15,6-5 7-15,0 4 5 0,-7 5-30 16,7 0 0-16,-6 5 0 0,6 2 0 16,0 3 0-16,-7 3 0 0,7 5 0 0,0-1 0 15,0 4 0-15,0 0 0 0,-7 4 0 16,7 3 0-16,0-3 0 0,0 7 0 0,0-4 0 15,0 4 0-15,0 4 0 0,0 0 0 16,0 3 0-16,-6 0 0 0,6 7 0 16,0 1 0-16,0 4 0 0,0 3 0 0,0 3 0 15,0 5 0-15,0-1 0 0,0 0 0 16,0 5 0-16,0-6 0 0,6 6 0 0,-6-2 0 16,7-2 0-16,0-1 0 0,-1 1 0 15,1-1 0-15,5-4 0 0,2 2 0 0,-1-2 0 16,6-3 0-16,-6 0 0 0,7-3 0 0,0-5 0 15,-1 0 0-15,1-3 0 0,0-4 0 16,-2 1 0-16,-4-8 0 0,5 0 0 16,1-4 0-16,-1-3 0 0,-6-4 0 0,0-1 0 15,1-2 0-15,-2 0 0 0,-6-5 0 16,2-3 0-16,-2 1 0 0,-6-2 0 0,0-2 0 16,0-1 0-16,-6 4 0 0,-2 0 0 15,2-1 0-15,0 6 0 0,-8 2 0 0,8 4 0 16,-7 0 0-16,0 4 0 0,0 4 0 15,1-2 0-15,-2 5 0 0,1 5 0 16,7-2 0-16,-8 4 0 0,8 4 0 0,0 0 0 16,0 1 0-16,-2 2 0 0,8 4 0 15,0 1 0-15,8-1 0 0,-2 4 0 0,0 0 0 16,0 0 0-16,8-4 0 0,-1 4 0 16,-1 0 0-16,8-4 0 0,-7 1 0 0,7-5 0 15,0 1 0-15,-8-4 0 0,8 0 0 16,-1-3 0-16,-5-6 0 0,4 3 0 0,-4-2 0 15,-1-6 0-15,0-2 0 0,0-2 0 0,0 0 0 16,-6-4-124-16,-1-3-145 0,-6-1-4 16,0-3 8-16,0-4 9 0,0-1 8 15,-6 2 22-15,-1-5 32 0,7 4 47 0,-7 0 41 16,7 4 41-16,0 0 36 0,-6 4 29 16,6-3 24-16,0 7 16 0,0 0 14 0,0-2 13 15,0 5 7-15,0-1 2 0,6-2-2 16,1 6-1-16,0-4-7 0,-1 5-7 15,7 3-10-15,0 0-9 0,0 0-7 0,7 3-5 16,-8 5 3-16,8-1 5 0,-7 4 6 16,7 0 8-16,-8 1 6 0,2 2 5 0,-1 4 5 15,-6-3 7-15,-1 3 10 0,1 0 12 16,-7 0 12-16,0 5 11 0,-7-4 10 0,1-1 9 16,-1-1-3-16,0-1-3 0,1-2-34 15,-8-3-97-15,8 1 0 0,-6-6 0 16,5-2 0-16,-6-4 0 0,6-4 0 0,1 1 0 15,0-8 0-15,-8-4 0 0,8-3 0 0,6-4 0 16,-6-1 0-16,6-6 0 0,-8 0 0 16,16-1 0-16,-8 2 0 0,6-1 0 15,0 2 0-15,8 5 0 0,-8 4 0 0,0 0 0 16,1 3 0-16,6 5 0 0,-6 2 0 0,-1 1 0 16,0 2 0-16,0 3 0 0,-6 2-253 15,8 2-329-15,-2 3-186 0,-6 2-229 0,0-3-138 16,-6 3-15-16,6 0 61 0,6-3 132 15,0 4 220-15,8-1 287 0</inkml:trace>
  <inkml:trace contextRef="#ctx0" brushRef="#br0" timeOffset="16883.64">14374 13558 494 0,'-8'-11'668'0,"2"0"94"0,0-3 79 0,-1 0-48 16,7-3-127-16,-6 0-175 0,6 2-116 15,-7 0-63-15,7 5-63 0,-7-2-55 16,1 2-43-16,-6 2-29 0,4 5-21 0,-4-1-9 16,-8 8-2-16,7-1 5 0,-7 5 8 15,8 7 12-15,-2-1 13 0,1 9 5 0,1-2 10 16,-2 5 1-16,8-1-2 0,6 1-17 15,0 3-17-15,0-4-16 0,6 5-15 0,1-4-10 16,6-4-9-16,0 0-3 0,0-4-5 16,6 0-5-16,1-6-3 0,6-2-4 15,-7-6-8-15,7 0-30 0,1-4 0 0,-7-8 0 16,6 0 0-16,-7-2 0 0,1-5 0 16,-8-4 0-16,2-1 0 0,-8-3 0 0,0-3 0 15,-12-3 0-15,0 0 0 0,-2-4 0 16,-10-4 0-16,4 3 0 0,-5 7 0 0,-1-3 0 15,0 8 0-15,1 0 0 0,-1 3 0 16,8 5 0-16,-2 7 0 0,8-4 0 0,0 6 0 16,-1 2 0-16,7 3 0 0,0 3 0 15,0 2 0-15,13 2 0 0,1 0 0 0,4 1 0 16,2-1 0-16,13 0 0 0,-1 1 0 16,1-1 0-16,6-4 0 0,1 1-29 0,5-4-44 15,-7 0-13-15,-5-4 0 0,-1 1 10 16,1-1 17-16,-7-4 14 0,-6 1 18 15,0 0 14-15,-7-4 9 0,-13-3 6 0,0-2 3 32,0-2 1-32,-13-4 0 0,-7 0 6 0,7 1 14 15,-6-5 20-15,-1 3 17 0,7 5 16 16,-7 0 9-16,8 0 3 0,-2 3-17 0,1 4-74 16,7 0 0-16,0 4 0 0,-2 3 0 15,2 4 0-15,0 4 0 0,0 3 0 0,6 4 0 16,0 8 0-16,0 6 0 0,0 4 0 15,6 8 0-15,0 7 0 0,0 0 0 16,8 8 0-16,-8-1 0 0,1 8 0 0,-1-5 0 16,1 1 0-16,0 4 0 0,-7-4 0 15,6-4 0-15,-6 0 0 0,0-3 0 0,0-3 0 16,0-10 0-16,0-1 0 0,0-5 0 16,0-11 0-16,0-3 0 0,0-4 0 0,0-8 0 15,0-3 0-15,0-7 0 0,0 0 0 16,6-8 0-16,-6 0 0 0,6 1 0 0,-6-1-281 15,8-3-439-15,-2 3-218 0,0 1-209 16,1-1-51-16,-1 0 46 0,1 0 104 0,0 4 188 16,5-3 258-16</inkml:trace>
  <inkml:trace contextRef="#ctx0" brushRef="#br0" timeOffset="17555.34">15532 13533 434 0,'0'-22'555'0,"0"0"86"16,0-3 74-16,0-2-51 0,8 2-115 0,-8-4-93 15,0 7-63-15,-8 0-55 0,8 6-57 16,-6 2-56-16,-7 2-44 0,0 6-39 0,-6 2-18 15,-1 4-10-15,0 7-2 0,-5 4-5 16,5 4-10-16,-6 4-9 0,6-1-21 0,1 3-6 16,5 5-8-16,2 0-5 0,5-1-4 15,1 1-5-15,6-4-1 0,0 3-12 16,13-2-6-16,-7-2-4 0,14-2-5 0,-8-1-1 16,15-3-4-16,-7-4-4 0,6-3 0 15,-1-2-2-15,1-2 0 0,0-8-1 16,-6 4 1-16,-1-6-2 0,1-2 2 0,0-6 5 15,-7 2 1-15,-7-2-2 0,0-4 3 16,-6-1 8-16,0-3 7 0,0 0 14 0,-6-1 26 16,0 6 32-16,-1-2 22 0,1 1 18 15,-1 8 7-15,0-2-11 0,7 5-23 0,-6 0-28 16,6 3-27-16,-6 4-20 0,6 0-16 16,0 7-8-16,0 4-1 0,6 1 4 15,0 5 5-15,1-2 5 0,6 7 7 0,0 0 14 16,1 8 28-16,-2-1 30 0,2 0 29 0,5 8-84 15,-6-4-45-15,6 3 0 0,-5 1 0 16,-8 0 0-16,7 0 0 0,-7-1 0 16,-6-3 0-16,0 0 0 0,-6-4 0 0,-1-3 0 15,1-1 0-15,-8-3 0 0,2-3 0 16,-8-4 0-16,1-4 0 0,-1 0 0 0,0-8 0 16,-5-3 0-16,-1-3 0 0,0-5 0 15,-1 0 0-15,1-3 0 0,0 4 0 0,1-4 0 16,-1 0 0-16,6-4 0 0,0 5 0 15,1-1 0-15,5-4 0 0,2-3 0 0,5 3-1 16,7-3-608-16,0-3-203 0,7-2-212 16,-1 1-143-16,14-4-7 0,-1-3 72 0,7 4 144 15,0 0 209-15,7-6 266 0</inkml:trace>
  <inkml:trace contextRef="#ctx0" brushRef="#br0" timeOffset="18151.41">15702 13464 180 0,'6'-12'492'0,"7"1"118"0,-6 4 108 16,6-5 50-16,-7 2-103 0,8-1-101 16,-2 3-74-16,2 1-76 0,-1-4-75 0,-1 7-59 15,8-3-44-15,-6 0-35 0,5 3-39 16,0 1-33-16,8-1-29 0,-8 4-26 0,0 4-21 16,8-1-14-16,-8 1-5 0,7 3 5 15,-6 4 4-15,-8 0 5 0,8 4 8 0,0-1 9 16,-7 1 10-16,-7 3 9 0,0-2 14 15,2 1 14-15,-2 2 14 0,-12-1 20 0,6 0 20 16,-8 0 22-16,-4-3 22 0,5 0-23 16,-6-1-187-16,0-3 0 0,0-4 0 0,6 1 0 15,-5-4 0-15,-2-4 0 0,8 0 0 16,-7-4 0-16,7-4 0 0,-8-2 0 16,8-5 0-16,0-4 0 0,6 1 0 0,-7-3 0 15,7-4 0-15,7-2 0 0,5-2 0 16,-5 4 0-16,6-1 0 0,-6 3 0 0,5 2 0 15,8-2 0-15,-7 5 0 0,7 4 0 16,-1-1 0-16,0 5 0 0,1-2 0 0,6 8 0 16,-7 1 0-16,1 3 0 0,0 3 0 15,-7 5 0-15,0 0 0 0,0 6 0 0,-7 0 0 16,8 4 0-16,-8 5 0 0,0-1 0 16,1 0 0-16,0 3 0 0,-7-3 0 0,6 5 0 15,1-6 0-15,-1 2 0 0,0-6 0 16,2 2 0-16,-2-1 0 0,0-8 0 15,7 2 0-15,0-5 0 0,0 0 0 0,1-7 0 16,4 0 0-16,2-7 0 0,-7 0 0 16,7-5 0-16,0 2 0 0,-8-5 0 0,8-4 0 15,-13 2 0-15,5-9 0 0,-4 5 0 16,-8-6 0-16,-8 2 0 0,2-4 0 0,0 7 0 16,-14 0 0-16,7-1 0 0,-7 9 0 15,-6-1 0-15,7 5 0 0,-1 5 0 0,-6 2 0 16,7-1 0-16,-7 8 0 0,6 4 0 15,1-5 0-15,5 8 0 0,-5 0-28 0,6 1-506 16,7-3-167-16,-1 7-192 0,7-5-203 16,0 0-52-16,7 3 38 0,-1-6 99 0,0-1 174 15,1 0 242-15</inkml:trace>
  <inkml:trace contextRef="#ctx0" brushRef="#br0" timeOffset="18739.81">16621 13294 413 0,'6'-3'609'0,"-6"-1"113"16,6 4 79-16,-6-4-49 0,0 4-144 0,0 0-125 15,0 0-109-15,0 4-79 0,0 3-48 0,0 4-18 16,0 0-6-16,0 4-5 0,0 4-21 16,0-1-13-16,6 0-14 0,-6 4-17 15,8 0-22-15,-2-4-29 0,0 5-17 0,1-3-14 16,6 0-15-16,-6-3-17 0,5-1-11 15,2-2-8-15,-2-3-6 0,1-3-1 0,7-1-4 16,-7-4-2-16,0-3 0 0,7-3-2 16,-7-1-1-16,-1-4 0 0,2 1 0 0,-2-4 1 15,-4 1 2-15,4-6 2 0,-5-1 4 16,-1-3 0-16,-6 3 0 0,7-5 1 16,-7 0 7-16,0 4 16 0,6-1 14 0,-6 1 14 15,0 4 9-15,0 6 6 0,0-4-7 16,0 10-18-16,0-3-17 0,0 5-17 0,0 0-11 15,0 7-4-15,0 2 2 0,0 2 10 16,0 3 19-16,7 4 19 0,-1 1 17 0,0-1 9 0,2 4-47 16,4 0-35-16,1 0 0 0,1 0 0 15,4-4 0-15,2 0 0 0,0 0 0 0,-1-3 0 16,7 0 0-16,-6-8 0 0,6 0 0 16,-7-2 0-16,8-5 0 0,-8 0 0 0,8-7 0 15,-8-1 0-15,0-3 0 0,1 0 0 16,-1-8 0-16,-5-2 0 0,-2-1 0 0,-5-9 0 15,-7 4 0-15,0-10 0 0,-7 0 0 16,1-3 0-16,0 4 0 0,-8-1 0 16,2 3 0-16,5 5 0 0,-6 4 0 0,0 6 0 15,0 4 0-15,6 4 0 0,-13 0 0 16,8 8 0-16,-1 3 0 0,-7 0 0 0,8 3 0 16,-2 4 0-16,-5 0-117 0,6 1-493 15,6 3-202-15,-6 0-255 0,6 3-114 0,7-2 6 16,0-1 72-16,7 0 148 0,0-3 228 15,12 2 314-15</inkml:trace>
  <inkml:trace contextRef="#ctx0" brushRef="#br0" timeOffset="19071.66">17637 13103 150 0,'-8'-14'631'0,"2"-4"117"15,6 3 88-15,-6-2 78 0,-1-3-88 16,7 6-206-16,-6-1-147 0,6 4-68 0,0 0-50 16,6 4-50-16,-6-1-53 0,0 1-53 15,0 7-44-15,0 0-30 0,0 4-6 16,0 4 13-16,0 6 30 0,7 8 45 0,-7 0 51 16,6 11 19-16,0 1-235 0,2 9-42 15,-8 1 0-15,6 7 0 0,-6-3 0 0,6 6 0 16,-6-2 0-16,0 0 0 0,0-5 0 0,6 1 0 15,-6-5 0-15,0-2 0 0,-6-4 0 32,6-5 0-32,0-2 0 0,0-8 0 0,0-8 0 15,0-3 0-15,0-4 0 0,-6-7-148 0,6-7-449 16,0-4-158-16,-6-11-151 0,6 0-138 16,0-7-45-16,0-7 35 0,0-5 108 15,-8-3 163-15,8 0 208 0</inkml:trace>
  <inkml:trace contextRef="#ctx0" brushRef="#br0" timeOffset="19651.03">17584 13316 416 0,'-12'-22'612'0,"-2"5"129"0,1 1 102 16,-7 2 11-16,14 3-141 0,-7 3-128 0,6 1-110 16,1 0-75-16,0 3-62 0,6 4-52 15,0-3-43-15,6 3-40 0,7 0-38 0,0 0-42 16,13 3-36-16,1 1-29 0,5 0-24 16,7-1-14-16,0-3-12 0,-1 0-4 0,9 0-2 15,-9-3-1-15,-5-1 1 0,-1-3 5 16,-5-1 0-16,-1 0 0 0,-6-2 4 15,-8-1 9-15,-5 0 13 0,-1-1 10 0,-6-2 22 16,0 3 19-16,-6-3 20 0,-1 3 11 16,1 0 3-16,-8 0-5 0,8 0-14 0,0 0-19 15,0 4-21-15,-1 0-46 0,0 2-13 16,1 1 0-16,6 1 0 0,-7 3 0 16,7 0 0-16,-6 3 0 0,6 1 0 0,0 3 0 15,0 1 0-15,-7 3 0 0,7 0 0 16,7 7 0-16,-7 1 0 0,0 3 0 0,6 3 0 15,1 1 0-15,-7 7 0 0,6 0 0 0,1 0 0 16,0 3 0-16,-7 1 0 0,6-4 0 16,-6 0 0-16,6-4 0 0,-6 0 0 15,0-3 0-15,0-1 0 0,0-2 0 0,6-9 0 16,-6 1 0-16,0 0 0 0,0-8 0 16,0-3 0-16,0-1 0 0,0-6 0 15,8-1 0-15,-8-7 0 0,0 0 0 0,6-7 0 16,-6 0 0-16,6-4 0 0,1 3 0 15,-1-3 0-15,1 0 0 0,0 4 0 0,5-1 0 16,-6 5 0-16,8-1 0 0,-1 0 0 16,0 8 0-16,0-3 0 0,7 6 0 0,-8-3 0 15,8 7 0-15,-7 0 0 0,7 0 0 16,0 7 0-16,5 0 0 0,-5 4 0 0,-8 0 0 16,8 4 0-16,-6 3 0 0,-2-3 0 15,1 3 0-15,1 4 0 0,-8-5 0 0,0 3 0 16,1-3 0-16,-7 2 0 0,7-1 0 15,-7-3 0-15,0 0 0 0,-7-1 0 0,7-2 0 16,-7-1-320-16,7-4-466 0,-6-7-251 16,0 0-167-16,6-4-18 0,0-7 73 0,0-4 143 15,0 1 208-15,6-12 279 0</inkml:trace>
  <inkml:trace contextRef="#ctx0" brushRef="#br0" timeOffset="19999.34">18288 13034 63 0,'-14'-18'597'0,"8"-1"146"0,-1 1 107 0,1 4 92 16,12 2-46-16,-6 2-161 0,7-1-157 0,6 4-79 16,6-2-45-16,-5 7-32 0,11 2-29 15,-5 2-26-15,6 7-26 0,0-2-31 0,7 7-309 16,-7 5-1-16,7 6 0 0,-1 1 0 16,1 7 0-16,-7 1 0 0,6 2 0 0,-5 4 0 15,-2 4 0-15,-5-4 0 0,-7 0 0 16,0 4 0-16,-7-3 0 0,-6-1 0 0,0-4 0 15,-6 5 0-15,0-4 0 0,-8-5 0 16,-5 1 0-16,5 1 0 0,-4-6 0 16,-2-2 0-16,0 1 0 0,7-10 0 0,1-2 0 15,-2-1 0-15,1-3 0 0,6-4 0 16,1 1 0-16,-1 0 0 0,1-5 0 0,6 1 0 16,-6-4 0-16,6 0 0 0,-7 0 0 15,0-4 0-15,1 4 0 0,0-3 0 0,-8-5-117 16,1 0-709-16,1 1-338 0,-14-4-135 15,6-3-1-15,-13-1 90 0,7 1 169 0,-7-5 267 16,1 1 354-16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01:56.4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20853 5572 99 0,'0'-4'444'0,"0"0"89"15,0 1 99-15,-6-5 41 0,6 5-10 16,-6-5-108-16,0 5-79 0,6-4-59 0,-8 3-78 15,2 0-85-15,0 4-72 0,-8-3-51 16,8 3-36-16,-7 3-23 0,-1 1-15 0,2 3-3 16,-8 5 7-16,1 5 12 0,-1 3 21 15,-6 5 17-15,0 8 10 0,1 3 10 16,-2 8 4-16,1 0 5 0,0 7-7 0,0 0-4 16,6 9 4-16,-5 1 4 0,5 6-5 15,7-1-9-15,0 3-7 0,0 1-8 0,7-1-13 16,6 1-14-16,0-4-8 0,12-4-9 0,-5 1-6 15,6-6-7-15,0-1-6 0,7-5-11 16,-1 0-8-16,0-7-6 0,8 0-7 16,-8-3-6-16,0-4-4 0,8-5 4 0,-1-6-3 15,0 0-3-15,-1-8-9 0,-5 0-26 16,0-7-37-16,-1-4-53 0,-5-3-68 0,4-4-77 16,-4-4-75-16,-8-3-87 0,1 0-106 15,-1-4-128-15,1 0-142 0,-7-4-124 16,0 0-21-16,7-3 53 0,-7 1 114 0,6-3 161 15,0-6 203-15</inkml:trace>
  <inkml:trace contextRef="#ctx0" brushRef="#br0" timeOffset="1026.95">21068 6594 350 0,'-6'0'493'0,"0"-3"84"16,-2 3 52-16,8-5 22 0,-6 5-75 0,6 0-90 15,-6-2-73-15,6 2-58 0,0 0-68 16,0 0-75-16,0 2-54 0,0-2-33 0,0 0-11 16,0 0-1-16,6 5 7 0,0-5 10 15,8 3 15-15,-1 0 13 0,13-3 3 16,-6 5-3-16,6-5-16 0,13 0-16 0,-7 0-23 15,7-5-18-15,7 5-15 0,-1-3-13 16,8 3-12-16,-1-3-11 0,0 3-4 16,-6 0-7-16,-1-5-8 0,1 5-3 0,-7 0-3 15,-7 0 2-15,1 0 4 0,-13 0 7 16,6-2 12-16,-14 2 12 0,8 0 15 0,-7 0 18 16,-7 0 14-16,1 0 12 0,0-5 8 15,-1 5 6-15,0 0 3 0,-6 0-2 0,7 0-31 16,-7 0-89-16,0-4 0 0,0 4 0 15,0 0 0-15,7 0 0 0,-7 0 0 16,0 0 0-16,0 0 0 0,0 0 0 0,0 0 0 16,0-3 0-16,0 3 0 0,0-4 0 15,0 1 0-15,-7-1 0 0,7-3 0 0,0 0 0 16,0-1 0-16,0 1 0 0,0-4 0 16,0-4 0-16,-7 0 0 0,7-7 0 0,0 4 0 15,0-4 0-15,0-4 0 0,0 4 0 16,0-3 0-16,-6-1 0 0,6 0 0 0,0 1 0 15,0 3 0-15,6-4 0 0,1 4 0 16,6-3 0-16,-6 7 0 0,-1-5 0 0,8 5 0 16,-2 0 0-16,1 3 0 0,0-4 0 15,0 9 0-15,1-1 0 0,4 0 0 0,-4 0 0 16,5 3 0-16,-5 5 0 0,4-1 0 16,-4 0 0-16,6 4 0 0,-7 0 0 15,6 4 0-15,-6 3 0 0,7 1 0 0,-7-2 0 16,-1 10 0-16,8-5 0 0,-6-1 0 15,5 5 0-15,-6 0 0 0,0-1 0 0,-1 5 0 16,2-5 0-16,-1 2 0 0,-7 2 0 16,1-4 0-16,0 1 0 0,-7 3 0 0,0-3 0 15,0 0 0-15,0-1 0 0,-7 4 0 16,7-2 0-16,-7-2 0 0,-6 1 0 0,7 0 0 16,-8-1 0-16,8 0 0 0,-6-3 0 15,5 0 0-15,0 0 0 0,1 0 0 16,-1-2 0-16,1-3 0 0,0 1 0 0,-2 0 0 15,8-2 0-15,-6-3 0 0,6 3 0 0,-6-2 0 16,6 1 0-16,0-4 0 0,0 0 0 16,6 4 0-16,-6-4 0 0,14-4 0 0,-2 4 0 15,15-4 0-15,-1 1 0 0,13-2 0 16,-1 3 0-16,8-3 0 0,0-2 0 16,6 4 0-16,0-1 0 0,6-2 0 0,-6 1 0 15,1 1 0-15,-2 1 0 0,-5-2 0 16,0 2 0-16,0 0 0 0,-8-1 0 0,1 0 0 15,-5 1 0-15,-2 0 0 16,-7 3 0-16,2-5 0 0,-7 5 0 0,-8-3 0 16,8 3 0-16,-14-4 0 0,8 4 0 15,-8-4 0-15,7 4 0 0,-7 0 0 0,-6-3 0 16,7 3 0-16,-7 0 0 0,0 0 0 16,7 0 0-16,-7 0 0 0,0 0 0 15,0 0 0-15,-7-4 0 0,7 4 0 0,-7 0 0 16,7 0-157-16,-6 0-401 0,-7-3-146 15,7-1-169-15,-1 0-180 0,0 1-56 0,1-4 32 16,0-5 104-16,6 1 161 0,0 0 218 16</inkml:trace>
  <inkml:trace contextRef="#ctx0" brushRef="#br0" timeOffset="1479.97">23165 5584 486 0,'-6'-12'627'0,"6"-3"99"16,-6 5 74-16,-1-5-55 0,7 4-124 16,0-4-140-16,7 4-103 0,-7 0-74 15,6 0-55-15,0 4-54 0,8 0-39 0,5-1-28 16,1 5-19-16,12-2-12 0,-5 5-5 15,11 5-5-15,-5-2-6 0,6 7-3 0,-7 2 0 16,8 3 9-16,-1 3 10 0,0 4 15 16,0 3 25-16,0 6 19 0,0 5 21 0,-7 0 18 15,7 5 13-15,1 3 2 0,-7 3-9 16,-1 1-108-16,-6 7-93 0,-7 0 0 0,1-1 0 16,-14 2 0-16,1 2 0 0,-14 0 0 15,1-2 0-15,-7-2 0 0,0 2 0 0,-7-5 0 16,1-6 0-16,-1-2 0 0,0-3 0 15,1-7 0-15,0-4 0 0,6-3 0 16,-1-3 0-16,2-6 0 0,-1-2 0 0,6 0 0 16,0-8 0-16,7 0 0 0,-6 1 0 0,6-5 0 15,-6 1 0-15,6-4 0 0,0 0 0 16,0 0 0-16,0 0 0 0,0-4 0 16,0 1 0-16,6-2 0 0,-6 2 0 0,6-1 0 15,-6-3-485-15,0 4-638 0,0-1-194 16,0-3-42-16,-12-4 69 0,5 3 144 0,-6-3 271 15,0 5 391-15</inkml:trace>
  <inkml:trace contextRef="#ctx0" brushRef="#br0" timeOffset="8279.32">23602 8114 126 0,'0'0'196'15,"7"0"-11"-15,-1 0-39 0,-6 0-22 16,6 0-10-16,-6 0-4 0,0 0-28 0,0-3-17 16,7 3-5-16,-7 0-1 0,0 0 5 15,0 0 3-15,0 0 9 0,6 0 10 0,-6 0 13 16,0 0 14-16,0 0 17 0,0 0 14 15,0 0 16-15,0 0 19 0,0 0 16 0,0-4 24 16,0 4 24-16,0 0 19 0,0-4 2 16,0 4-11-16,0-3-11 0,0 3-19 0,-6 0-24 15,6-4-27-15,0 4-19 0,0 0-12 16,0 0-17-16,0 0-19 0,-7-3-14 0,7 3-9 31,0 0-9-31,0 0-7 0,-6 0-7 16,6 0-3-16,0 0-4 0,0 0-5 0,-6 0 3 15,6 0-5-15,0 0-5 0,0 0-3 16,0 0-3-16,0 0-6 0,-7 0-4 0,7 0-2 16,0 0 5-16,0 0-2 0,0 0 0 15,0 0 5-15,0 0 3 0,0 0 7 0,0 0 3 16,0 0 10-16,0 0 3 0,0 0 1 16,0 0-3-16,0 0-6 0,0 0-9 0,0 0-12 15,0 0-8-15,0 0-6 0,0 0-9 16,0 0-19-16,0 0-33 0,-7 0-57 0,7 0-80 15,0 0-110-15,0 3-145 0,0-3-159 16,0 4-149-16,-6-1-120 0,6 1-14 0,0 3 62 16,0 1 122-16,6-1 160 0</inkml:trace>
  <inkml:trace contextRef="#ctx0" brushRef="#br0" timeOffset="9722.29">24045 8324 200 0,'0'-8'335'0,"-6"0"44"0,6 5-11 0,0-5-7 15,0 1-55-15,-8-1-44 0,8 5-23 16,-6-4-11-16,6 3-3 0,-6-3-6 0,6 3-2 16,0-3-3-16,-6 4-7 0,6-1-16 15,-8-1-26-15,8 2-34 0,-6 0-28 0,0 3-24 16,-1-4-19-16,1 4-7 0,-1 0-6 16,-6 0 1-16,1 0 3 0,-2 4 8 15,1-4 7-15,0 3 1 0,0 0 4 0,0 2 3 16,0-1-6-16,0 2-3 0,0-2-8 15,0 3-5-15,0 1-4 0,0 2 4 16,7-2 6-16,-8 7-3 0,1-4 0 0,0 4 5 0,7 3 8 16,-7-4-1-16,7 8-2 0,-8 0 3 15,8 0 3-15,-1 0-1 0,1 8-3 16,-1-5 1-16,7 8 9 0,-7 0 4 0,7 4 9 16,0 0 7-16,0-1 6 0,7 4 1 15,-7 1-6-15,13-1-9 0,-6 0-9 16,5-3-11-16,2 3-12 0,-1-3-6 0,6 3-4 15,0-3-2-15,8 0-1 0,-8-1 0 16,8 1-3-16,-1-5-4 0,6-2-3 0,-5-1-7 16,5 1-3-16,1-5-5 0,-1-2-1 15,7-2-4-15,-7-2 1 0,1-1 1 0,-1-3 2 16,-5-5 8-16,5 1 10 0,-6-6 7 16,7-2 5-16,-7-6 0 0,0-2-2 15,7 2-10-15,-7-8-11 0,-1 0-5 0,9-3-7 16,-9-1-4-16,1-4-1 0,0-2 1 15,0-2-2-15,-7 1-1 0,8 0-3 0,-8-3 2 16,1-1-1-16,-1 0-2 0,1 1-1 16,-7-1 1-16,0 1 2 0,0-1-1 0,1 0 6 15,-2 1 5-15,-5-1 3 0,-1 0 2 16,1 0 0-16,-7 1-1 0,0-5-4 16,0 4-5-16,0-2-3 0,0-2-3 0,-7 1-3 15,1 0 0-15,-1 3 2 0,1-3-1 0,-8 3 2 16,8 1 1-16,-7 3 0 0,0-4-1 15,0 4-3-15,0 0 1 0,-6 0 0 16,5 0 2-16,-5 4 3 0,-1-5 0 0,0 6 1 16,1-2-2-16,0 1 1 0,0-1-1 15,-1 2-3-15,0 2-2 0,-5 0 0 0,5 1 2 16,-6-2-2-16,6 5 1 0,-6 1 2 16,0-2-1-16,6 1-1 0,-6 4-1 15,0 0 2-15,1 0-2 0,-1 2-2 0,-1 5 1 16,1-3 0-16,0 3-1 0,0 0-3 15,-1 0 3-15,9 3 2 0,-9 2-3 0,1-1 1 16,6-1 2-16,-5 0 1 0,5 5-1 16,0-5-1-16,1 5 1 0,-1-1-1 0,8 1 1 15,-8 2-1-15,7-2-1 0,0-1 2 16,0 5 0-16,0-5-1 0,0 4-1 0,-1 0 2 16,2-4-1-16,5 4 0 0,-6 0 1 15,0 4 6-15,7-5-1 0,0 1-1 16,-8 3 0-16,8 1 0 0,-1 1-3 0,1-3-4 15,-1 3 0-15,0-2 1 0,1 5 1 16,0-5 0-16,6 4-2 0,-7-3 1 0,7 4 2 16,0-1-1-16,0-1 0 0,-7 3 0 15,14-3 3-15,-7-2-1 0,0 4 0 0,7-1 2 16,-7-3 0-16,6-1 0 0,0 5 0 16,1-8 0-16,6 3-1 0,-6 1 1 15,5-4 1-15,2 0 0 0,-1-4-4 0,0 4 0 16,0 0 0-16,-1-3 0 0,8-1 0 15,-6 0 0-15,-2-3 0 0,8-1 0 0,-7 2 0 16,7-2 0-16,-1-3 0 0,1 0 0 0,6 0 0 16,-7-3 0-16,7 3 0 0,0-5 0 15,0 2 0-15,7-5 0 0,-7 2 0 16,7 2 0-16,-1-4 0 0,1 1 0 0,-1 3 0 16,1-3 0-16,-1 0 0 0,1-1 0 15,6 5 0-15,-6-5 0 0,-1 5 0 16,1-5 0-16,-1 2 0 0,1 1 0 0,-1-2 0 15,-5 0 0-15,-1 3 0 0,-1 1 0 0,-5-5 0 16,0 5 0-16,-1-2 0 0,-6 3 0 0,6-3 0 16,-5-2 0-16,-1 3 0 0,0 1 0 15,0-1 0-15,-1 0 0 0,2 1 0 0,-8-1 0 16,8 1 0-16,-8-2 0 0,0 2 0 0,1-1 0 16,-1 1 0-16,1 3 0 0,0-4 0 15,-1 0 0-15,-6 4 0 0,6-3 0 0,-6 3 0 16,7-4 0-16,-7 4 0 0,7 0 0 15,-7 0 0-15,0-4 0 0,0 4 0 0,0 0 0 16,0 0 0-16,0 0 0 0,0 0 0 16,0 0 0-16,-7 0 0 0,0 0 0 15,1 4 0-15,-7-4-337 0,0 4-265 16,-6-1-220-16,-1-3-224 0,-6 0-112 0,0 0 5 16,-7 0 76-16,7-3 161 0,-13-5 246 15,6 5 273-15</inkml:trace>
  <inkml:trace contextRef="#ctx0" brushRef="#br0" timeOffset="10253.42">23543 8051 298 0,'-6'-7'385'0,"-1"1"39"0,1 1-1 16,0-2-35-16,-8 3-77 0,8 1-48 16,-7 0-15-16,0 3 11 0,0 0 4 15,-1 0 0-15,-5 3-7 0,6 0-5 0,0 5-13 16,0 3-21-16,-6-1-25 0,5 2-11 15,-5 6-9-15,6 1-8 0,-6 3-2 0,5-1-4 16,2 10-2-16,-2-4-4 0,1 7-2 16,1 3-1-16,4-1 3 0,-4 9 12 0,5 2 12 15,0 4 6-15,7 4 0 0,-6 4-1 16,12 2-5-16,-6 6-12 0,14-4-13 0,-2 2-18 16,8 2-8-16,0-2-11 0,-1 1-6 15,7 0-48-15,7 0-60 0,-1 4 0 0,1-4 0 16,-1 3 0-16,8-7 0 0,-1 1 0 0,6-5 0 15,-5-3 0-15,5-6 0 0,1-2 0 16,-1-4 0-16,8-2 0 0,-8-8 0 16,-6-3 0-16,7-2 0 0,-1-6 0 0,-13-3 0 15,8-4 0-15,-7-5 0 0,-1-3 0 16,-6-2 0-16,-7-5 0 0,1 0 0 0,-7-5 0 16,0-2 0-16,-6 0-9 0,-1-4-327 15,0-1-96-15,-6-2-127 0,8-4-164 0,-8-4-198 16,6-4-134-16,0-7-13 0,8-4 55 15,-2-2 129-15,1-13 197 0,7-2 246 16</inkml:trace>
  <inkml:trace contextRef="#ctx0" brushRef="#br0" timeOffset="10768.92">25132 7810 394 0,'0'-14'475'0,"-6"-4"69"0,6 3 59 0,6 1-22 16,1-2-109-16,-1 1-67 0,1 4-43 15,6 1-42-15,1-1-51 0,4 3-61 0,2 2-34 16,7 2-20-16,-1 8-12 0,-1-1-8 16,1 4-4-16,7 4-6 0,-7 7-9 0,6 4 5 15,1 4 28-15,6 7 24 0,-6 3 19 16,12 12 14-16,-6 4 15 0,7 2-3 0,-7 8-26 16,7 5-28-16,-7 6-27 0,0 4-18 15,-13 7-17-15,0 0-4 0,-7 0-5 0,-5 4 0 16,-8-3 5-16,-6-4 1 0,0-1 2 15,-13-7-73-15,0 0-27 0,-6-3 0 16,-1-8 0-16,-6-3 0 0,6-5 0 0,1-2 0 16,-7-8 0-16,13 0 0 0,-7-7 0 15,7-8 0-15,0-4 0 0,7-2 0 0,-8-9 0 16,8 1 0-16,6-4 0 0,-6-4 0 0,6 1 0 16,0-5 0-16,0 1 0 0,0-4 0 15,0 0 0-15,0 0 0 0,-7 0 0 16,7-4 0-16,0 1-525 0,-6-1-304 0,-1 0-277 15,0 1-122-15,-5-1 1 0,-8 0 79 16,0-3 167-16,-13 4 264 0,1-2 310 0</inkml:trace>
  <inkml:trace contextRef="#ctx0" brushRef="#br0" timeOffset="12551.15">23009 11349 54 0,'0'-3'260'0,"0"3"49"15,0-4 17-15,0 1-41 0,0-2 11 16,0 2-13-16,0-2-18 0,0-1-10 0,0 2-1 16,0 0 2-16,0-3 15 0,-6-1 4 0,6 1 4 15,0 4-6-15,-6-5-19 0,6 1-26 0,-8 0-40 16,2-1-31-16,0 4-24 0,-1-2-22 16,1 2-13-16,-1-3-14 0,-6 3-10 0,1-3-8 15,-2 3-6-15,-5 4-8 0,5-3-1 16,-5 3 2-16,6-4-1 0,-7 4 1 0,7 4-6 15,-6-4 1-15,0 3-5 0,5 1-10 16,-5-1 0-16,5 5 1 0,-4-1 2 16,4 0-1-16,-5 0 4 0,5 1 7 0,2-1 1 15,-2 4-1-15,2 0 3 0,-2 0 7 16,1 4 4-16,7-1 3 0,-7 5-3 0,6-1-1 16,-5 0-4-16,5 8-1 0,0-4-2 0,1 3 1 15,-1 2 0-15,7 2 28 0,-6 4-12 16,6-1-3-16,0 2-3 0,0 2 2 0,6 1-1 15,1-1-26-15,-1 2 8 0,1-2 6 16,6-3 0-16,-7 3-1 0,8-2 2 16,-2-5 5-16,1 4 7 0,1-4 0 0,6 0-2 15,-8-3-2-15,8 0-4 0,-1-1-6 16,1 1-5-16,-8-5-3 0,15 2 2 0,-7-4 5 16,6-1 3-16,-7-4 1 0,7 1-30 15,0-1-24-15,0-2 0 0,1-5 0 0,5 0 0 16,-7 0 0-16,1-7 0 0,1 4 0 15,-1-4 0-15,6-4 0 0,-5 1 0 0,5-5 0 16,-6 1 0-16,0 0 0 0,7-4 0 16,-7 0 0-16,-1-4 0 0,2 1 0 15,-1-2 0-15,-6-2 0 0,6 4 0 0,-7-5 0 16,1 1 0-16,-8-1 0 0,2-2 0 0,-1 3 0 16,0-5 0-16,0 1 0 0,-7 4 0 15,0-7 0-15,2 2 0 0,-8 2 0 0,0-5 0 16,6 1 0-16,-6-1 0 0,0-4 0 15,-6 5 0-15,6-4 0 0,-8 3 0 16,2 0 0-16,0 0 0 0,-1 5 0 0,-6-5 0 16,7 0 0-16,-7 4 0 0,7 0 0 15,-8-3 0-15,1 2 0 0,0 2 0 0,0-2 0 16,-7 1 0-16,8 1 0 0,-2 2 0 16,-5 1 0-16,-1 0 0 0,8 0 0 15,-8 3 0-15,0 1 0 0,1-2 0 0,5 5 0 16,-5 0 0-16,0 0 0 0,-8 0 0 0,8 0 0 15,0 5 0-15,-1-3 0 0,1 6 0 16,-1 0 0-16,0-1 0 0,1 4 0 0,-1-4 0 16,0 4 0-16,-5 4 0 0,5-4 0 15,0 4 0-15,1-1 0 0,-1 0 0 16,1 1 0-16,6 4 0 0,-7-5 0 0,7 5 0 16,-6-1 0-16,6 0 0 0,-1 0 0 15,2 1 0-15,-1-1 0 0,-1 1 0 0,8-2 0 16,-6 2 0-16,4 0 0 0,2 3 0 15,-7-4 0-15,7 1 0 0,-1 2 0 0,7-2 0 16,-7 3-417-16,1-4-476 0,6 4-290 16,-6 0-105-16,6-4 18 0,-6 4 97 0,-8-4 195 15,8 4 310-15</inkml:trace>
  <inkml:trace contextRef="#ctx0" brushRef="#br0" timeOffset="15191.52">22254 10914 236 0,'7'-5'341'16,"-7"-3"65"-16,6 2 0 0,-6-2-6 16,0 5 16-16,0-5-10 0,0 6-12 0,-6-3-20 15,6 1-36-15,-7 1-33 0,0 3-35 16,1 3-33-16,-7 1-22 0,7 3-11 16,-8 4-3-16,1 1-4 0,-6 10-8 0,6 0 0 15,-7 7-4-15,7 4 6 0,-6 7 2 16,-1 4-2-16,1 4-7 0,-1 4-13 0,0 2-18 15,1 12-26-15,5 0-23 0,-4 6-23 0,4 6-21 0,1 3-13 16,0 3-14-16,6 0-8 0,1 0 0 16,6 1 6-16,6-5 10 0,1 0 7 15,6-2 9-15,0-1 10 0,7-7 8 0,6-1 1 16,-7-7-5-16,7-3-1 0,7-5-2 16,-1-2-9-16,-6-8-25 0,7-4-34 0,-1 0 0 15,1-6 0-15,-7-5 0 0,7-4 0 0,-1-6 0 16,-12-2 0-16,6 0 0 0,-7-11 0 15,1 2 0-15,0-5 0 0,-7-3-95 16,-7-7-134-16,1 3-103 0,6-7-113 0,-7-4-134 16,-6 1-154-16,6-5-164 0,2-2-113 15,4-5-3-15,1 1 66 0,0-8 126 0,0-1 183 16,7-2 221-16</inkml:trace>
  <inkml:trace contextRef="#ctx0" brushRef="#br0" timeOffset="15691.68">23589 11059 405 0,'0'-17'537'0,"6"-1"91"0,1-5 92 16,-7 4-44-16,7 1-100 0,5 0-101 15,-5 4-67-15,6 0-66 0,6 2-69 0,-5 1-63 16,5 7-44-16,1 0-37 0,0 4-22 16,-1 8-5-16,7 3 5 0,0 7 18 0,0 8 23 15,0 6 26-15,0 10 17 0,-7 5 15 16,8 4 4-16,-1 8-4 0,-7 7-7 15,-6 3-13-15,6 8-13 0,-5 0-18 0,-8 4-14 16,8 3-16-16,-14 0-34 0,6-3-91 0,-6 0 0 16,6-4 0-16,-6-4 0 0,-6-4 0 15,6-7 0-15,-6 1 0 0,6-5 0 16,-8-2 0-16,2-9 0 0,0-3 0 0,0-4 0 16,6-3 0-16,-8-8 0 0,2-3 0 15,0-8 0-15,6-3 0 0,-7-1 0 0,7-7 0 16,-6 1 0-16,6-4 0 0,-7-4 0 15,7-4 0-15,-7 1 0 0,1-4 0 0,0-5 0 16,0 1 0-16,-8 0-597 0,8-4-308 16,-7 1-270-16,-7-4-83 0,7-1 33 15,-6 1 109-15,-1-4 187 0,-6 0 262 0</inkml:trace>
  <inkml:trace contextRef="#ctx0" brushRef="#br0" timeOffset="18667.66">8734 11818 228 0,'-8'-4'310'0,"2"1"32"0,0-5-41 15,-1 5-10-15,-6-4-15 0,6-1-22 16,7 1 1-16,-6 0 29 0,0 0 41 0,6-1 14 16,0 0-2-16,-7 5-3 0,7-5-10 15,0 5-37-15,-7-1-56 0,7 4-52 0,0-4-43 16,0 4-39-16,0 0-31 0,0 0-16 15,0 4 0-15,7 3 4 0,0 1 11 16,-1 3 9-16,0 0 12 0,1 4 16 0,6 3 2 16,-6 4 0-16,5-4-2 0,2 4 1 15,-1 3-4-15,-7-3-13 0,7 1-9 0,0-2-6 16,1 2-5-16,-8-2-2 0,7-2-2 16,0-4 1-16,-7-1 5 0,7-3 8 0,1-1 8 15,-8 2 12-15,0-8 16 0,1 0 13 16,6-4 9-16,0 0 4 0,7-11 0 15,-8 0-7-15,14-8-10 0,1-3-15 0,5-7-14 16,7-7-12-16,1-6-68 0,5-2-12 16,1 1 0-16,5-4 0 0,2-5 0 0,-1 5 0 15,7-1 0-15,-1 0 0 0,-6 4 0 0,7 4 0 16,-13 7 0-16,-1 0 0 0,-6 3 0 16,-13 9 0-16,0 3 0 0,0 3 0 15,-13 1 0-15,1 1 0 0,-2 7 0 0,-5 2 0 16,0 0 0-16,-7 1 0 0,0 3 0 15,0 0 0 1,-7 3 0-16,-6 5-32 0,-7-2-507 16,1 7-325-16,-7 1-288 0,-7 4-112 0,1 0 10 15,-14 5 90-15,1 2 194 0,-8 0 319 0</inkml:trace>
  <inkml:trace contextRef="#ctx0" brushRef="#br0" timeOffset="29328.77">14347 10045 141 0,'0'0'317'0,"0"0"23"0,0-4 11 0,-6-3-104 16,-1 4-47-16,0-2-55 0,1-2-25 16,0 3-5-16,6 1 5 0,-6-1 6 15,-2 0-1-15,8 1-3 0,-6-1-2 0,6 1 0 16,0 3-7-16,-6-4-8 0,6 4-15 15,0-3-18-15,-7 3-18 0,7-5-12 0,0 5-11 16,-6-3-9-16,6-1-6 0,0 4-7 16,-7-3-2-16,7-1-8 0,-7 0-21 15,7-3-35-15,-6 3-38 0,6-3-56 0,-6-1-69 16,-1-2-63-16,7 3-51 0,-7-5-44 16,7 4-49-16,-6-2 11 0,6-1 44 15,0 0 55-15</inkml:trace>
  <inkml:trace contextRef="#ctx0" brushRef="#br0" timeOffset="30981.2">15252 13243 276 0,'-6'7'406'0,"0"1"31"0,-1-1 11 16,0-3-120-16,1-1-109 0,-1 2-110 0,7-2-70 16,-6-3-46-16,6 3-38 0,-6-3-43 15,6 4-43-15,0-4-40 0,0 0-43 0,0 4-64 16,0-1-44-16,0 0-3 0,6-3 21 15,-6 5 31-15</inkml:trace>
  <inkml:trace contextRef="#ctx0" brushRef="#br0" timeOffset="31917.85">15266 13427 42 0,'0'3'163'0,"0"1"11"0,6-1 0 0,-6 1-10 0,0-1-8 16,0 1 11-16,0-4 19 0,0 4-5 0,0-4-25 31,0 0-21-31,0 3-12 0,0-3-12 0,0 0-10 0,-6 0-8 0,6 0-8 0,0 4-14 16,0-4-12-16,0 0-13 0,0 0-14 31,0 0-11-31,0 0-8 0,0 0-9 0,0 0-11 0,0-4-14 0,0 4-17 0,0 0-24 31,0 0-30-31,0 0-33 0,0 0-34 16,0 0-30-16,0 0-31 0,0 0-32 0,0 0-47 15,0 0-8-15,0 0 19 0,0 0 28 16</inkml:trace>
  <inkml:trace contextRef="#ctx0" brushRef="#br0" timeOffset="37186.01">2064 4469 390 0,'6'-10'482'0,"-6"-6"46"16,0 2 33-16,0 6-94 0,0-3-167 15,0 4-100-15,0 3-54 0,0 1-24 16,0 3-1-16,7 0 20 0,0 7 20 0,-1 4 15 16,7 1 4-16,-7 5 2 0,14 6-9 0,-6 6-17 15,5 0-15-15,-6 8 5 0,12 6 20 0,-5 6 2 16,0 5-6-16,6 9-12 0,-7 2-15 16,7 2-27-16,-6 2-37 0,-1 1-20 15,1-4-15-15,6 0-9 0,-13-1-8 0,7-6-5 16,-7-3-1-16,6-6-5 0,-6-2-1 0,1-8-2 15,-8-3-3-15,7-4 1 0,-6-8-4 0,-1-2 2 16,0-5-16-16,-6-3-36 0,0-12-76 16,0 0-124-16,-6-9-145 0,-7-9-158 0,6-3-148 15,-5-7-124-15,-8-9-9 0,7-3 76 16,-7-10 125-16,0-2 144 0</inkml:trace>
  <inkml:trace contextRef="#ctx0" brushRef="#br0" timeOffset="38033.25">1934 4382 91 0,'-14'-12'375'0,"2"5"74"0,-1 0 72 16,6-1-2-16,1 5-1 0,-1-6-50 16,1 7-45-16,6-2-42 0,0-3-53 0,0-1-65 15,13-3-61-15,0-4-49 0,12-3-31 0,8-7-19 16,13-5 0-16,6-7-4 0,6-3-12 15,14-4-10-15,0-3-7 0,13-9-4 0,6 2-16 16,0-5-7-16,13-3-7 0,7-1-11 0,-7-6-10 16,7 3-6-16,6-3-1 0,0-5-1 15,0 0-4-15,13-5 4 0,1 1 0 0,-1-2 2 16,0-1-6-16,0 1-3 0,8-4 0 16,-2-4-4-16,14-4-1 0,-13 4 4 0,6 0 3 15,-6 0 2-15,6 4 1 0,1 4-2 16,-8-1 1-16,1 4-15 0,-13 4 1 0,0-1-3 15,-7 8-3-15,-7 1 4 0,-5 2 3 0,-7 1 6 16,-7 7 2-16,-14 4 1 0,-4 2 0 0,-15 2-3 16,-6 7 2-16,0 0-9 0,-13 3 2 15,0 0 0-15,-6 5 3 0,-7 2 0 0,0 1 0 16,0 3 6-16,-6 5-1 0,-1-2 1 16,-6 9 0-16,0-1 2 0,-7 0-2 0,8 8 1 15,-8 0-2-15,-6 2-8 0,6 5 2 0,-6 0 1 16,0 5 7-16,0 2 0 0,0 4-1 15,-6 0 6-15,6 4-2 0,0 3 1 16,0 4 1-16,0 4 19 0,6 3 15 0,1 4 14 0,6 7 28 16,6 4 24-16,8 4 15 0,-1 3 1 15,13 7 2-15,0 5-1 0,6 4-22 16,8-3-20-16,6-1-13 0,-1 4-12 0,1-6-4 16,0 2-3-16,-2 2-4 0,2-2-1 15,0-5-3-15,-7 5-7 0,1-5-9 0,-8 5-8 16,1-5-4-16,-7 1-1 0,-1-1-6 0,-11-2-6 15,-1-2 0-15,-7-2 1 0,-6-1 1 16,0 0 0-16,-13 1 2 0,-6-5 2 16,-7 4 3-16,-7-6 0 0,-6 2 3 0,-7-3-5 15,-5-5 0-15,-15 6 2 0,-5-1-3 16,-14 0-1-16,-6 0-6 0,-14 4 0 0,-5-1 2 16,-13 1-1-16,-21 11 1 0,-6 4-1 15,-19 6 0-15,-6 3 6 0,-14 13-2 0,-7 4-4 16,-6 4-4-16,-7 11 4 0,8-6 5 0,-1 9-5 15,6-1-3-15,-5 4-1 0,-1 7 8 16,6 1-6-16,7-1-5 0,7-4 0 16,13-2 3-16,6-2 3 0,14-6-2 0,12-5 3 15,13-6 1-15,7-7-1 0,6-5 0 0,14-3-5 16,5-7 1-16,2-8-2 0,11 0 3 0,1-11-2 16,13-3-3-16,6-8-3 0,7-3-8 15,7-12-14-15,6-2-32 0,6-9-41 16,7-3-51-16,-7-7-51 0,8 0-68 0,-2-8-87 15,8-3-115-15,-7-5-123 0,7-2-120 0,-2-5-117 16,2 1-21-16,-6-8 53 0,5-3 119 0,0 0 153 16</inkml:trace>
  <inkml:trace contextRef="#ctx0" brushRef="#br0" timeOffset="38314.47">2553 4835 388 0,'0'-18'516'16,"0"4"78"-16,0-1 54 0,0 8-83 0,0-4-158 16,0 7-106-16,0 4-64 0,6 0-41 15,-6 7-35-15,6 4-11 0,2 3-4 0,4 5-10 16,-6 3-18-16,8 4-25 0,-1 3-15 15,-1 0-15-15,2 1-14 0,5-1-14 0,1 0-15 16,-7 1-11-16,6-1-9 0,-5-7-28 0,5 0-51 16,-6-4-100-16,0 1-117 0,-1-9-139 15,-4-2-134-15,4-4-126 0,-5-4-28 16,0-4 56-16,-1-6 95 0,1-6 129 0</inkml:trace>
  <inkml:trace contextRef="#ctx0" brushRef="#br0" timeOffset="38645.94">2859 4663 201 0,'0'-6'437'0,"0"-3"52"0,-7 9 31 16,7-3-47-16,0 6-104 0,-7 2-93 0,7 5-38 15,0 1-11-15,0 4-6 0,0 3-9 16,7 1-3-16,0-1-23 0,-1-1-30 0,0 6-20 16,8-4-15-16,-1-1-14 0,7 0-16 15,-8-3-9-15,8-4-8 0,-1 0-1 0,1-8 5 16,6 2 9-16,-6-10 2 0,5 2 0 15,-5-8-3-15,0-4-3 0,-1 0-11 0,1-7-2 16,0 1 12-16,-8-5 17 0,-5 4 16 0,-1-8 6 16,1 5 4-16,-7-4-5 0,-7-1-16 15,1 1-25-15,-7 4-25 0,-1-1-13 0,-5 0-11 16,0 8-10-16,-1 0-7 0,-6 7-7 0,0 0-8 16,-6 4-24-16,6 7-27 0,-7 0-45 0,7 0-50 15,0 7-60-15,6-4-70 0,-6 5-89 16,13-1-95-16,0-3-104 0,7-1-98 0,-1-3-105 15,0 0-13-15,7-3 63 0,7-5 96 16,0-6 134-16</inkml:trace>
  <inkml:trace contextRef="#ctx0" brushRef="#br0" timeOffset="38927.12">2963 3985 239 0,'6'-28'472'0,"-6"-1"91"15,0 2 102-15,0 2 21 0,-6 3-95 0,6 0-74 16,-7 0-50-16,7 3-56 0,-6 5-82 15,6 0-74-15,-6 5-77 0,6 3-60 0,6 6-44 16,0 3-30-16,1 5-14 0,6 6 1 0,6 8 12 16,1 4 14-16,0 10 13 0,5 5 15 15,8 6 13-15,-7 4 7 0,14 12-3 0,-2 3-4 16,1 4-6-16,0 6-6 0,7 1-14 16,-1 7-19-16,1 1-10 0,0-1-9 15,0 0-8-15,-1-8-12 0,-5-2-3 0,-2-7-1 16,1-9-1-16,-6-3-2 0,-7-7-2 15,0-8-1-15,0-4-1 0,-7-6-15 0,-5-8-30 16,-2-4-61-16,-5-7-103 0,-7-8-145 16,0-3-171-16,0-10-178 0,-7-5-172 0,-5-10-76 15,4-5 29-15,-4-3 107 0,-1-7 153 16,0-4 179-16</inkml:trace>
  <inkml:trace contextRef="#ctx0" brushRef="#br0" timeOffset="39443.44">3530 4484 403 0,'-14'-23'512'16,"2"2"94"-16,-2-2 97 0,8 5-41 0,-1-3-125 16,-6 2-91-16,13-4-66 0,0 2-79 0,0 2-88 15,7-2-58-15,-1-1-36 0,1 1-28 16,6 2-25-16,0 1-11 0,7 2-13 16,-1 5-15-16,1 5-11 0,0 6-6 0,-2 0-3 15,2 3-2-15,-1 8 2 0,-5-1 2 16,5 9 0-16,-12-1 0 0,6 5 2 0,-7 2 0 15,1 0-4-15,0-2 0 0,-7 3-1 16,6-8-1-16,-6 4 1 0,0-8-3 16,6-3 2-16,-6 0-3 0,0-6-2 0,6-2 2 15,2-3 0-15,-8-3 3 0,6-6 0 16,7-1-1-16,-7-5 0 0,1 1-3 0,6-1-3 16,-7 0 0-16,8 1 1 0,-8 3-1 15,0-1 1-15,1 5 0 0,0-1-4 0,-1 5-2 16,1-1 2-16,5 4 2 0,-5 0 0 15,6 0 5-15,0 0 3 0,0 4-2 16,6-4-2-16,-5 0 0 0,6 0-1 0,-8-4-3 16,1 1 3-16,7-1 5 0,-8-3 1 15,2-4 3-15,-8 4 14 0,8-8 21 0,-8 1 32 16,-6-1 23-16,7 0 24 0,-7-4 25 16,-7 5 12-16,1-5 1 0,-1 1-15 15,-12 4-14-15,5-5-16 0,-5 5-22 0,-1 3-21 16,-6 0-18-16,6 4-16 0,-5 3-12 15,-1 4-9-15,0 0-6 0,6 7-9 16,-7 1-16-16,9 2-34 0,-2 2-54 0,7 2-66 16,-1-3-88-16,8 0-132 0,0 0-163 15,6-4-158-15,0 0-139 0,6-2-73 0,0-10 16 16,8-2 94-16,-1-4 154 0,7-7 181 16</inkml:trace>
  <inkml:trace contextRef="#ctx0" brushRef="#br0" timeOffset="39711.11">3972 3421 107 0,'-6'-25'579'0,"6"-1"139"0,-6 4 90 15,-2 3 73-15,2 2-88 0,0 1-200 0,0 6-165 16,6 2-128-16,0 1-82 0,0 7-64 16,6 7-42-16,6 4-21 0,2 9 7 0,5 5 20 15,1 11 30-15,6 4 22 0,7 9 11 16,-1 5 0-16,1 4-7 0,-1 9-21 0,7 2-25 15,1 4-32-15,-8 4-29 0,7 4-20 16,-7-4-21-16,7 0-11 0,-6-7-14 0,-7-9 4 16,7-2-7-16,-7-7-32 0,-6-4-47 15,-1-13-69-15,-6-5-73 0,0-8-136 0,0-7-194 16,0-8-202-16,-13-10-195 0,6-8-60 0,-6-7 6 16,0-12 99-16,-6-7 178 0,6-3 223 15</inkml:trace>
  <inkml:trace contextRef="#ctx0" brushRef="#br0" timeOffset="40054.73">4552 3868 3 0,'-13'-33'533'0,"0"5"123"0,0-2 84 0,0 4 72 16,0-4-55-16,-7 9-185 0,14-5-169 15,-8 4-103-15,8 0-71 0,0 5-69 0,-1 0-49 16,7 3-41-16,0 3-32 0,7 0-23 16,-1 4-20-16,0 4-15 0,8 3-16 15,-8 3-17-15,7 1-10 0,0 3-3 0,-6 0 0 16,-1 9 11-16,1-7 7 0,0 8 17 15,-7-7 10-15,6 5 5 0,0-5 11 0,1-2 9 16,0-1 26-16,-1 0 26 0,13 0 28 16,-5 1 29-16,6-4 21 0,5-1 19 15,-5-3 1-15,6 4-11 0,0 0-7 0,0-1-17 16,-1 5-15-16,2-2-16 0,-7 6-16 16,-8-4-11-16,2 6-10 0,-2-2-6 0,-5 5-10 15,-7-2-4-15,-7 7-4 0,1 0-4 16,-8 0-6-16,-4 1-7 0,-2-2-6 0,-7-3-31 15,9 4-40-15,-9-7-66 0,1-4-95 16,0 0-157-16,7-8-204 0,-1-6-199 0,-6-1-128 16,13-10-25-16,0-5 47 0,0-3 130 15,0-7 196-15</inkml:trace>
  <inkml:trace contextRef="#ctx0" brushRef="#br0" timeOffset="40320.3">4650 3564 294 0,'12'-11'489'0,"8"4"102"16,-7 3 108-16,7 1-12 0,-7 6-66 15,0 1-75-15,7 3-56 0,-1 0-63 0,1 4-72 16,-2 0-63-16,9-3-52 0,-1 3-45 16,-6 1-38-16,6-2-31 0,-1-6-22 15,1 3-20-15,1-3-16 0,-7-4-11 0,-2 0-2 16,2-4 4-16,0-3 11 0,-1-4 22 16,-5-1 23-16,-8-2 27 0,0 0 13 15,1-5 8-15,-7-3-10 0,-7 0-24 0,1 0-27 16,-14 0-28-16,8-1-23 0,-8 2-24 15,-7 3-19-15,2 3-29 0,-1 5-44 0,-6 1-59 16,5 6-76-16,-5-1-90 0,-1 8-121 16,7-1-153-16,0 1-179 0,6 1-184 0,1-2-87 15,-1-3 7-15,8-3 80 0,-2-2 153 16,8-6 204-16</inkml:trace>
  <inkml:trace contextRef="#ctx0" brushRef="#br0" timeOffset="40601.48">4885 2869 192 0,'6'-27'679'0,"-6"2"137"16,0 3 106-16,6 0 89 0,-6-3-95 0,0 6-241 16,0-3-172-16,0 7-115 0,0 0-95 15,0 5-76-15,6 6-45 0,8 0-27 0,-1 8-16 16,7 7 10-16,-2 4 23 0,15 6 25 16,-7 9 10-16,14 3-2 0,-1 11 6 0,6 3-149 15,1 9-52-15,-1 9 0 0,1 8 0 16,-7 4 0-16,0 8 0 0,1 4 0 0,-8-2 0 15,1-3 0-15,-1 0 0 0,-6-3 0 16,0-9 0-16,-7-1 0 0,8-13 0 0,-15-3 0 16,8-11 0-16,-7-7 0 0,-6-8 0 15,-1-11 0-15,1-6-300 0,-1-12-248 0,-6-7-129 16,0-12-172-16,0-7-186 0,0-6-57 16,-6-12 38-16,-1-8 96 0,-6-2 156 15,6-13 213-15</inkml:trace>
  <inkml:trace contextRef="#ctx0" brushRef="#br0" timeOffset="40898.28">5594 3282 166 0,'0'-18'583'0,"-7"3"131"0,1 8 95 0,6 0 65 16,-7 7-100-16,7 0-150 0,0 7-149 15,0 3-93-15,7 5-68 0,-7 0-59 0,6-1-55 16,8 2-42-16,-8-2-33 0,8 1-30 16,-2 0-23-16,8-8-19 0,-7 0-13 15,7 0-10-15,-2-7-6 0,2-4-6 0,-1-3-3 16,-5 0-3-16,6-7-2 0,-8-2 0 15,1 2-2-15,1-5 5 0,-8 1 11 0,7 0 24 16,-13 0 36-16,7 3 38 0,-1 1 37 16,-6 3 18-16,0 3-4 0,6 2-22 0,-6 2-36 15,0-1-40-15,0 5-35 0,7 5-22 16,-7 5-8-16,7-2-4 0,-1 6 1 0,1 1 0 16,-1-1-6-16,0 1-21 0,2 3-43 15,-2-2-70-15,0-1-90 0,0-1-110 0,-6 1-164 16,7-5-180-16,-7-2-205 0,0-1-153 15,0-7-28-15,0-4 48 0,7-3 132 16,-7-4 186-16,6-4 235 0</inkml:trace>
  <inkml:trace contextRef="#ctx0" brushRef="#br0" timeOffset="41163.83">5972 3098 3 0,'-6'-10'540'0,"6"-1"188"0,0 7 116 16,0-3 71-16,0 4-69 0,0 3-157 0,-8 0-171 15,8 7-150-15,8 0-79 0,-8 0-39 16,6 7-27-16,0 2-22 0,0-2-30 15,8 2-29-15,-1 2-33 0,7-9-27 0,-8 8-23 16,8-7-20-16,-7-3-14 0,7 1-11 16,-1-5-1-16,0-3-1 0,-5-3-1 15,5-5-1-15,-6 1 10 0,0-7 23 0,-7-1 23 16,2 0 24-16,-2-4 22 0,-6-2 15 0,0-1-7 16,-6-4-17-16,-8 4-22 0,1-1-25 15,-6 2-24-15,-1 3-32 0,1-1-33 16,-7 8-55-16,6 0-75 0,-13 1-73 0,7 6-94 15,1 0-128-15,-1 1-158 0,6-1-188 0,-7 4-167 16,9-3-53-16,-2-2 28 0,7 1 105 0,-1-6 168 16,2-1 229-16</inkml:trace>
  <inkml:trace contextRef="#ctx0" brushRef="#br0" timeOffset="41476.28">5835 2234 261 0,'-7'-21'698'0,"7"-1"142"0,-6 0 113 0,6 3 96 0,-6 1-121 16,-1-1-262-16,7 5-150 0,-7 3-122 16,7 4-104-16,0-1-90 0,0 5-60 0,0 3-28 15,14 3-10-15,-2 8 15 0,2 4 16 16,12 7 23-16,-1 3 10 0,1 9 11 0,13 2 10 16,1 8-81-16,5 3-106 0,1 9 0 0,6 6 0 15,-6 4 0-15,6 3 0 0,0 4 0 16,-6 4 0-16,-7-3 0 0,-1 3 0 15,2 0 0-15,-7-4 0 0,-1 0 0 0,1-3 0 16,-7-8 0-16,-7-7 0 0,1-3 0 16,-1-9 0-16,-6-7 0 0,0-6 0 0,0-8 0 15,-6-7 0-15,-1-4 0 0,0-7-56 0,-6-8-381 16,8-7-121-16,-8-7-151 0,6-8-171 16,-6-7-171-16,0-7-33 0,0-8 48 0,0 1 105 15,0-8 176-15,0-1 225 0</inkml:trace>
  <inkml:trace contextRef="#ctx0" brushRef="#br0" timeOffset="41773.08">6675 2700 55 0,'-13'-23'583'16,"0"9"147"-16,0-4 106 0,0 6 85 15,0-2-49-15,0 3-187 0,0 4-173 0,7 2-115 16,-8 3-81-16,8-2-71 0,0 0-67 16,-1 4-40-16,7 0-39 0,0 4-16 15,0 0-3-15,7 3 12 0,5 0 16 0,2 4 11 0,5 0 6 16,1 4-4-16,6-4-1 0,0 3-5 15,7 5-1-15,-8-5 3 0,7 4-9 0,2 1-3 16,-2-1-15-16,-6 1-17 0,0-1-23 16,-6 4-46-16,0-4-4 0,-8 0 0 0,1 0 0 15,-13 1 0-15,7 4 0 0,-14-5 0 16,0-1-10-16,1-2-95 0,-14 4-62 0,8-7-73 16,-8-2-79-16,1-3-69 0,-7 1-78 15,6-8-94-15,1-8-91 0,-1 1-103 0,6-3-102 16,-5-10-40-16,6-2 48 0,0-3 101 0,1-8 137 15,4 0 163-15</inkml:trace>
  <inkml:trace contextRef="#ctx0" brushRef="#br0" timeOffset="42023.02">6694 2604 350 0,'8'-25'498'0,"-8"-1"113"0,6 8 106 15,0 0-24-15,0 3-108 0,8 4-80 16,-8 3-59-16,7 5-73 0,1 3-69 16,-2 0-45-16,8 8-28 0,6-1-18 0,-7 4-18 15,7 0-22-15,1 4-23 0,5-5-24 0,-6 5-24 16,7-1-19-16,-7-3-11 0,0 1-3 15,-1-5 2-15,2 0 7 0,-1-3 4 0,-6-4-1 16,-1-4 9-16,1 0 11 0,-8-4 8 16,2-2 9-16,-2-5 14 0,2 1 7 15,-14-5 0-15,6 1-9 0,-6-4-7 0,-6 0-80 0,-8 0-43 16,2 0 0-16,-8 0 0 0,1 4 0 16,-7 3 0-16,-7 4 0 0,-7 0 0 0,2 11 0 15,-1 0 0-15,-14 8-10 0,8-1-287 16,-7 4-165-16,7 7-220 0,-8 0-301 0,1 1-160 15,7 3-34-15,-1 0 47 0,1 0 136 16,5 0 213-16,1 0 327 0</inkml:trace>
  <inkml:trace contextRef="#ctx0" brushRef="#br0" timeOffset="47302.33">3347 5755 198 0,'-7'-19'257'0,"1"1"30"0,-7 4-64 0,7-5-3 16,-8 1-7-16,8 4-15 0,-7-1 14 0,0 0 24 16,6 1 22-16,-5-1 20 0,5 0 24 15,-6 4 17-15,7 0 11 0,-2 1-10 0,2 2-18 16,0 1-31-16,-1 3-52 0,7 0-41 15,-6 1-57-15,6 3-40 0,0 0-35 0,0 7-8 16,6 7 0-16,1 1 6 0,-1 12 23 0,8 0 14 16,-2 7 28-16,2 6 0 0,-2 4 6 15,8 5-7-15,-1 1-9 0,7 1-7 16,-6 8-24-16,7-4-10 0,-2 4-16 0,1-1-9 16,-6 1-9-16,6-5-11 0,0 2-4 15,-7-5-8-15,1-3-1 0,-1-9-1 0,1-2 0 16,0-3 1-16,-8-5 0 0,-5-4-7 15,6-6-12-15,-6-5-22 0,-1 2-55 16,-6-10-81-16,0-1-100 0,-6-10-123 0,-1-1-134 16,1-6-146-16,-8-6-126 0,-4-8-18 15,-2-3 51-15,0-8 102 0,-6-7 132 0</inkml:trace>
  <inkml:trace contextRef="#ctx0" brushRef="#br0" timeOffset="47744.92">3243 5770 198 0,'-7'-18'398'16,"1"7"62"-16,0-4 53 0,-2 7-47 0,2 1-99 16,6 3-53-16,-6 8-16 0,-1 3-17 15,7 4-21-15,-6 4-10 0,-1 7-9 0,7 0-31 16,-6 4-44-16,-1 2-30 0,1-2-23 16,6 4-22-16,-6-5-18 0,6 1-16 0,0-3-11 15,0-2-12-15,-8-3-6 0,8 1-5 0,8-8 4 16,-8 0 17-16,0-4 29 0,0 1 40 15,0-5 28-15,0-3 19 0,0 0 5 16,0-7-15-16,0-4-26 0,0-5-42 0,6 2-24 16,-6-8-19-16,0 0-11 0,6-7-7 0,1 0-7 15,-7-7-3-15,6-6-5 0,1 6-5 16,-1-4 1-16,1 0 12 0,5 6 11 0,-4 2 4 16,4 3 3-16,-5 7 1 0,0 7-3 0,5 0-13 15,-5 8-8-15,6 3-3 0,0 4 6 16,0 7 9-16,0 4 12 0,0 1 11 15,7 6 9-15,-8 0 6 0,8 4-4 0,-7 0-9 16,7 0-8-16,0 0-11 0,-8 0-8 0,8-3-7 16,-1-1-1-16,-5 0-5 0,5-3-1 15,-6-1 0-15,0-3 1 0,7 0-6 16,-14-4-30-16,8 1-49 0,-8-1-72 0,0-3-102 16,0 4-151-16,1-8-213 0,-7 2-258 15,-7 3-101-15,1-2-9 0,-6 1 57 0,-2 0 129 16,-6 3 204-16</inkml:trace>
  <inkml:trace contextRef="#ctx0" brushRef="#br0" timeOffset="53635.37">3816 11551 336 0,'-6'-8'448'0,"-2"5"49"0,8-4 47 0,-6 2-72 16,0 2-86-16,6-1-74 0,-6 4-51 15,6-3-41-15,0 6-40 0,0 1-49 0,0-1-43 16,0 5-29-16,6 7-10 0,0-1 3 16,0 4 8-16,2 5 3 0,-2 2 2 0,0 1-1 15,1 4-3-15,0-5-2 0,-1 0-7 16,1 2-4-16,-1-6 4 0,0-3 11 15,1-3 15-15,0 0 18 0,-7-8 24 0,6 0 18 16,0-3 6-16,1-4-1 0,0-4-14 16,-1 1-20-16,7-4-28 0,1-5-21 0,-2 1-19 15,2-3-10-15,-2 3-6 0,8 0-4 16,-7-3-1-16,-1 6-2 0,8-3-2 16,-6 7 0-16,-1-3 4 0,-1 7 5 0,2 0 0 15,-2 0 6-15,2 7 2 0,-1 0 9 16,-1 4-1-16,-5 1-3 0,6 2 0 0,-7 4-3 15,-6 1-1-15,8 3-11 0,-8 0-1 16,-8-1-2-16,8 6-3 0,-6-6-6 0,0 2 1 16,-1 2-6-16,0-7-2 0,-5 4-3 15,5-4-4-15,-6 1-2 0,6-4-3 0,-5-1-1 16,5-3-12-16,-6-8-42 0,7 6-64 16,-7-9-108-16,-1 0-134 0,2-4-141 15,-2-4-146-15,2-3-119 0,-2-3-72 0,1-1 34 16,1-4 97-16,-2-3 122 0,8 0 147 15</inkml:trace>
  <inkml:trace contextRef="#ctx0" brushRef="#br0" timeOffset="54042.13">3816 11793 98 0,'-6'-15'323'0,"-8"1"40"0,8-2 43 16,0 2-35-16,-1 2-63 0,7-2-53 16,0-4-27-16,0 3-11 0,7 1-23 0,-1-4-39 15,0-1-29-15,8 1-23 0,-2-1-19 16,8-3-25-16,-7 0-14 0,13 0-6 15,-6 0-4-15,5 1-1 0,-5-1-4 0,6 7 4 16,-6 0 1-16,-1 8 4 0,1 3-1 16,0 4 1-16,-7 4 6 0,-1 7 23 0,2 0 21 15,-2 7 18-15,2 1 11 0,-1-1 17 16,-1 0 10-16,2 4-8 0,-2-4-12 0,2 0-7 16,-1-3-4-16,0-1-9 0,6-1-13 15,-5-3-10-15,-2-3-8 0,8 1-4 16,-7-4-4-16,0-4-3 0,0 0 0 0,0-4-3 15,0-4 5-15,0 1-3 0,0-8 1 16,-6 0 0-16,5-3 7 0,-4-4 9 0,-8 1 4 16,0-5 2-16,0 0-1 0,-8-4-2 15,2 5-1-15,-7-4-8 0,0 0-9 0,-6 0-8 16,-1 2-10-16,0 2 0 0,1 3-8 16,-1 4-3-16,0 3-3 0,1 4-1 0,0 4-2 15,0 3-10-15,5 4-9 0,-6 8-12 16,8 2-11-16,-1 5-35 0,-1 4-73 0,2 2-125 15,5 5-191-15,0-1-200 0,1 5-209 16,6-1-132-16,-6 0-15 0,6 5 80 16,6-6 167-16,-6 6 191 0</inkml:trace>
  <inkml:trace contextRef="#ctx0" brushRef="#br0" timeOffset="54713.61">4181 12133 19 0,'0'29'389'0,"0"-2"46"0,6-6 41 16,-6 2 65-16,7-2-67 0,-7-3-66 16,6 1-13-16,7-1 10 0,-6-4 1 0,5 2-24 15,8-6-45-15,-6-2-57 0,11-1-53 16,-5-3-40-16,12-4-36 0,-5-4-35 16,5-3-36-16,7-4-26 0,0-1-20 0,1-6-12 15,-2-4-6-15,9-7-5 0,-9 0-3 16,7-4-2-16,-5-4-1 0,-1-3 1 0,0-4-3 15,-7-4-2-15,1 1-1 0,-7-5 0 16,-6 1-1-16,-7 0-1 0,-1-4 0 16,-4-1-1-16,-8 2 3 0,-8-5 5 0,2 4 9 15,-7-3 12-15,0 3 11 0,-6-4 11 16,-1 3 9-16,-6 6 3 0,-7 2 1 0,1 1-4 16,-7-2-2-16,0 10-8 0,-7 2-10 15,-5 0-8-15,-2 8-6 0,1 0-10 0,-7 7-3 16,0 1-3-16,1 2-2 0,6 7-1 15,-7-1-2-15,7 4 0 0,-7 6-3 0,8-1-1 16,-8 8 2-16,7-1-1 0,-1 8-1 16,2 4 0-16,-1 3 3 0,-1 5-1 15,8 6-2-15,-1 0 1 0,1 7 0 0,5 6 1 16,1-3-1-16,0 9 0 0,7 0-1 0,-1-1 5 16,7 4 2-16,6 1-2 0,1 2 1 15,-1 6 1-15,8 1 0 0,-2 5-1 0,8 4 1 16,0-4 7-16,6 4 9 0,0-4 13 15,12 0 19-15,2-4 20 0,5 0 15 0,1-6 15 16,12-6 10-16,1-2 15 0,6-4 10 16,0-7 8-16,6 0 8 0,8-12 3 0,6 0 3 15,-1-6 1-15,0-5-12 0,1-6-132 16,-1-5-17-16,1-3 0 0,0-3 0 0,-7-5 0 16,7-2 0-16,-14-1 0 0,7-8 0 15,1 1 0-15,-8-1 0 0,-6-3 0 0,1 1 0 16,-8 2 0-16,1-3 0 0,-8 5 0 15,-5-2 0-15,0 4 0 0,-8-3 0 0,-5 7 0 16,0 0 0-16,-7-4 0 0,0 8 0 16,-7-4 0-16,-6 0-112 0,0 4-371 0,6-4-224 15,-12 3-277-15,6-6-182 0,-6 3-32 16,5-8 56-16,-5-3 139 0,-1 0 220 16,0-11 290-16</inkml:trace>
  <inkml:trace contextRef="#ctx0" brushRef="#br0" timeOffset="55889.57">4382 5451 147 0,'-6'-19'365'16,"0"4"55"-16,-1-2 50 0,7 2-58 16,-7 4-55-16,7 0-84 0,0 7-67 0,0 1-45 15,0 6-19-15,7 1 9 0,0 7 23 16,5 7 23-16,2 4 31 0,5 4 25 16,1 3 5-16,6 8-34 0,0 4-34 0,0 6-28 15,7 1-35-15,-1-1-31 0,7 0-31 16,-13 1-25-16,7 0-13 0,-1-8-7 0,1 4-5 15,-7-7-8-15,0-4 2 0,-7-4-1 16,1-3-6-16,0-4 0 0,-7-4-2 16,-1-3 6-16,-4-4-3 0,-2-4 1 0,-6-4-3 15,0-3-1-15,0-7-2 0,-14 0-7 0,8-8-5 16,-7-3-19-16,-7-4-28 0,0-4-30 16,-5-7-27-16,-7-3-19 0,-1-8-7 15,0 0 9-15,-6-7 27 0,0 3 29 0,7 0 25 16,-1 1 27-16,1 3 11 0,5 7 14 15,1 4 3-15,0 4 7 0,13 7 19 0,-6 0 12 16,6 7 9-16,-1 0 0 0,8 9-1 16,0 1 2-16,6 10-14 0,-7 1-10 0,7 9-10 15,0 0-2-15,0 7 4 0,7 0-8 16,-7 0-3-16,6 3-1 0,-6 1 6 16,6-4 6-16,-6-3 5 0,8-1 4 0,-8-4-3 15,0-3 26-15,6-4 30 0,-6 1 38 16,0-4 22-16,0-4 10 0,0-7 12 0,0-1-22 15,-6-7-28-15,6-3-39 0,-8-7-23 16,8-1-15-16,-6-7-6 0,0-4-3 0,-1 0 1 16,7 0 13-16,-7 1 9 0,7 3 10 15,-6 4 7-15,6 4 3 0,0 3-10 16,0 7-15-16,6 0-15 0,1 8-8 0,6 3-10 16,1 4-5-16,5 4-4 0,7 3-3 15,0 8 0-15,6 0-7 0,1-1-34 0,6 4-80 16,1 4-163-16,-2-3-205 0,1-1-227 15,0 0-182-15,7-7-68 0,-7 1 27 0,0-9 135 16,7-6 194-16,-7-9 218 0</inkml:trace>
  <inkml:trace contextRef="#ctx0" brushRef="#br0" timeOffset="56487.54">5248 4751 349 0,'0'-25'577'0,"-6"2"93"0,6 5 80 15,-6 0 3-15,6 4-201 0,0 2-157 16,-7 5-114-16,14 3-84 0,-7 1-67 0,6 6-45 16,8 1-19-16,-2 7-12 0,8 7 0 15,-1 4-2-15,7 4-5 0,1 11-5 0,-1-1-7 16,6 8-7-16,-6 4-9 0,7-1-3 16,-1 1-8-16,-5-1 2 0,-1-2-6 0,-1-5 2 15,1-4 3-15,-6-2 0 0,0-9-4 16,-1-3-2-16,-5-4 5 0,-2-3 15 0,-6-4 16 15,1-8 5-15,0 2 10 0,-7-10 4 16,0-5-2-16,-7-1-16 0,0-7-17 0,-11-4-9 16,4-4-7-16,-12-3-1 0,1-8-4 15,-2 1-2-15,-12-8-1 0,6-4-3 0,-6 4 3 16,0 0 13-16,7 3 19 0,6 5 22 16,-7 3 19-16,13 6 14 0,-6 6 10 0,7 7-8 15,-1-1-16-15,8 7-14 0,-8 5-16 16,7 3-9-16,0 7-10 0,6 4-8 0,-5 7-5 15,-2 5-4-15,8 2 0 0,-8 4-4 16,8 5-1-16,0-2 0 0,-1-2 0 16,1-5 2-16,6 1-3 0,-7-4 2 0,7-7 0 15,0-1 7-15,0-2 15 0,0-9 24 16,0 0 27-16,7-3 18 0,-7-3 12 0,0-5 0 16,0-6-13-16,0-4-22 0,0-8-24 15,0-3-22-15,6-4-8 0,-6-4-10 0,0 0-3 16,7 5 2-16,-1-5 1 0,0 8 2 15,1 0-6-15,0 6 7 0,-1 6-1 16,8 1 0-16,-8 5-4 0,7 8-2 0,0-1 4 16,6 4-2-16,1 4-1 0,6-1-4 15,0 8-7-15,0 1-26 0,6-2-52 0,2 1-81 16,4 4-120-16,-5-1-159 0,6-3-197 16,7 4-184-16,-7-8-130 0,-1 1-17 15,1-8 68-15,1-4 133 0,-1-2 190 0</inkml:trace>
  <inkml:trace contextRef="#ctx0" brushRef="#br0" timeOffset="57034.45">6057 4389 153 0,'6'-22'592'15,"-6"3"125"-15,0 5 85 0,0-1 71 16,0 5-123-16,-6-3-198 0,6 6-162 0,0 4-112 16,0-1-80-16,0 4-64 0,0 0-44 15,6 7-27-15,0 0-11 0,8 8-3 16,-1 4 6-16,-1 3 0 0,8 4-4 0,0 3-7 15,-1 0-6-15,1 4-8 0,6 1-10 16,-7-2-6-16,7-3-2 0,-6 5-4 0,6-9-3 16,-7 0-2-16,-5-2 2 0,5-5-2 15,-6-4 0-15,0-3-1 0,-7-3 2 16,1-4-1-16,0-8 0 0,-7 0 0 0,0-7-2 16,-7 1-1-16,-6-9-1 0,0-2 0 15,0-2-2-15,-6-7 1 0,-1 2 0 0,-6-6 1 16,-7-2 2-16,7 3-2 0,1 0-1 15,-9 0 0-15,9 4 3 0,-1 7 6 0,6 0 6 16,1 3 8-16,-1 8 7 0,0 0 7 16,8 7 0-16,-2 1 1 0,1 3-8 15,7 7-9-15,-8 1-7 0,8 2-5 0,-6 5-1 16,4 4-9-16,2-5 3 0,0 5 2 0,-1-5-2 16,1 1 1-16,-1-1 2 0,7-3-2 15,0 0 3-15,-7-3 5 0,7 0 12 16,0-8 18-16,0 2 13 0,0-4 11 0,0-3 8 15,7-2 1-15,-7-4-8 0,0-4-15 16,7-3-14-16,-1 0-10 0,1-4-9 0,-1-5-4 16,0 6-3-16,2-1-5 0,4 4-3 15,-6 0 0-15,8 3-1 0,-1 5-4 0,0 1 2 16,6 2 2-16,-5 7 0 0,5 0 5 16,1 4-7-16,-1 4-10 0,0-1-39 15,8 4-72-15,-8 0-113 0,8-1-182 0,-8 5-218 16,7-4-245-16,0-3-111 0,0 2-8 15,-7-6 72-15,7 0 154 0,1-8 214 0</inkml:trace>
  <inkml:trace contextRef="#ctx0" brushRef="#br0" timeOffset="57596.83">7079 3667 325 0,'6'-15'725'0,"-6"4"98"15,7 0 51-15,-7 0 34 0,0 5-199 16,0-3-311-16,0 6-172 0,0 3-87 0,0 0-40 16,6 0-21-16,1 8-6 0,6 2 2 15,0 5 8-15,6 3 6 0,1 4-3 0,6 4-1 16,-7 8-8-16,8-5-14 0,-1 6-18 16,0 2-11-16,-7-4-10 0,1 4-7 15,0-4-4-15,-1 0-4 0,-6-3 2 0,6-5-4 16,-5-3-2-16,-2-4-2 0,-5-3-1 15,6-4 11-15,-6 0 14 0,-1-7 13 0,-6-4 14 16,7 0 3-16,-7-8-1 0,0-3-9 0,0-4-14 16,0-3-13-16,-7-3-15 0,1-2-3 15,-7-6 3-15,-1 4-4 0,-5-9 1 16,0 5 0-16,-1-1-1 0,1 1 2 0,-1 4 0 16,0 3 1-16,1 7 1 0,-1 1-3 15,8 6 5-15,-8 0-2 0,1 8-4 0,-1 5-1 16,0 1-3-16,1 10 4 0,5-2-3 15,-5 4 1-15,6 1 2 0,0 2 1 16,0 1 0-16,0-2-2 0,7-3 1 0,-2-2 2 16,8 0-2-16,-6-4 8 0,6-5 10 15,0-1 12-15,0-1 10 0,6-4 11 0,2-4 7 16,-2-7-1-16,7-3-6 0,0-5-10 16,6-3-7-16,1-4-5 0,0 0 5 15,-1 1 5-15,1 3 9 0,0 4 9 0,-1-1 3 16,1 5 1-16,-8 6 0 0,8 0 0 15,-7 8-2-15,7 5-3 0,-8 3-4 0,8 1 0 16,-7 7-3-16,7-2-10 0,-8 1-6 16,2 4-9-16,-2-2-5 0,-5 1-8 15,6-3-19-15,-6-1-35 0,-1 2-74 0,1-2-106 16,-7-6-165-16,6 3-218 0,-6-3-238 16,-6-5-201-16,6 0-52 0,-7 1 40 0,-6-4 130 15,0 0 201-15,0 0 239 0</inkml:trace>
  <inkml:trace contextRef="#ctx0" brushRef="#br0" timeOffset="59496.11">7769 3058 47 0,'-6'-3'205'0,"-1"0"19"0,1-5-42 0,-8 1-55 15,8-4-22-15,-6-4-28 0,4 4-29 0,-4-4-14 0,5 1-10 16,-6-5-5-16,0 1 2 0,7-3-7 0,-1-2-2 16,-6-3-1-16,7-3-4 0,-1 0-3 15,0-4-5-15,1-3 1 0,-1-1 2 0,1 0 7 16,6 4 11-16,-6-3 16 0,-1 2 15 0,0 6 19 16,1-6 19-16,-8 5 12 0,-5 4 17 15,6-5 16-15,-6 4 1 0,-1 1-4 0,-6 0-8 16,7 2-6-16,-7-3-12 0,0 1-21 15,-7 3-6-15,7-4 8 0,-7 4-3 0,1-3-5 16,-1 2-13-16,-6-2-6 0,0 3 13 16,6 0-9-16,-6 0 5 0,7 4 9 0,-7 0 24 15,7 6 11-15,-8 1-14 0,7 4-6 16,-6 3-13 0,7 4-11-16,-7 7-15 0,7 1-11 15,-1 3-2-15,1 7-5 0,-1 1 0 0,7 3-1 16,0 3-12-16,-1 4-4 0,1 1-4 0,7 7-1 15,-1-1 3-15,1 4-3 0,6 5-2 16,-1-2 18-16,2 4 22 0,5 9 12 0,1-5 17 16,6 9 21-16,0-2 9 0,0 0-7 15,6 5-21-15,1-5-8 0,13 0-11 0,-8 1-4 16,14-5 7-16,1 2 6 0,5-5 10 16,7-3 9-16,0-4 2 0,7-7-4 0,-1-5-5 15,7-2-6-15,1-4-5 0,6-8-8 16,-2-3-6-16,9-8-2 0,-8-3-4 15,8-8-2-15,-7-8 0 0,-2-2-3 0,2-7 0 16,0-6 1-16,-7-5 2 0,1-5 6 0,-2-4 9 16,-5-2 6-16,-7-5 2 0,-7 1 3 15,1-5-5-15,-7-2-9 0,-6-6-14 0,-7-2-8 16,-7 0-3-16,0-4-4 0,-12-1 4 16,0 6 8-16,-7 2 9 0,-1 0 3 0,-12 5 0 15,7 3 1-15,-7 3-2 0,0 4-9 0,-7 4-5 16,1 4-4-16,-7-1-2 0,7 7-3 15,-8 4 0-15,1 4-3 0,0 7-4 0,-7 1-2 16,7 6-4-16,1 5-6 0,-1 6-5 16,-1 5-5-16,1 3-1 0,-7 7-4 0,13 1-2 15,-5 6-1-15,5 4-6 0,7 4-8 0,0 3-15 16,1 1-34-16,11 4-53 0,1 4-62 16,7-6-68-16,6 5-74 0,6 0-108 0,7-3-141 15,13-1-149-15,-6 0-159 0,13-3-53 0,-1 0 13 16,7-8 88-16,0-4 158 0,0 1 193 15</inkml:trace>
  <inkml:trace contextRef="#ctx0" brushRef="#br0" timeOffset="59863.02">7965 2638 393 0,'-7'7'449'16,"0"-4"31"-16,1-3 27 0,6 4-92 15,0-4-110-15,0 0-38 0,13-4-3 0,0 1 5 16,14-4 4-16,-1-1-11 0,6-6-23 0,13-1-32 16,1-4-29-16,6-3-27 0,7 0-19 0,6-3-19 15,0 0-25-15,0-1-11 0,7-4-7 16,-1 0-1-16,1 5-6 0,0-4-6 0,-7 4-5 15,-6-2-8-15,-8 6-9 0,-5-2-6 16,-7 5 7-16,-7 0 12 0,-5 7 9 0,-7 0 7 16,-8 0 0-16,2 8 0 0,-8-6-11 0,0 3-17 15,-6 2-16-15,0 0-15 0,0 4-14 16,0 0-49-16,-6 0-87 0,6 0-114 16,-6 0-150-16,6 0-159 0,0 0-166 0,0-3-103 15,0-1 7-15,0 0 74 0,6-3 126 0,0-4 154 16</inkml:trace>
  <inkml:trace contextRef="#ctx0" brushRef="#br0" timeOffset="60866.99">9320 1832 71 0,'0'-5'253'0,"-8"-2"36"16,8 0 46-16,-6 3-58 0,6-3-47 15,-6 3-21-15,6 1-1 0,0-1-8 0,0 1-19 16,0 3-17-16,0-5 1 0,0 5 8 0,-6-3 6 15,6 3 14-15,0 0 8 0,0 0 6 16,0 0 3-16,0 0 1 0,-7 0-5 0,7 0-16 16,0 0-13-16,0 0-8 0,0 0-14 15,0 0-13-15,0 0-10 0,-7 0-3 0,7 0-2 16,0 0 0-16,0 0-2 0,0 0-4 16,0-3-9-16,0 3-9 0,0-4-16 0,-6 4-18 15,6-4-16-15,0 4-14 0,0 0-8 0,0 0-11 16,0 4-8-16,0 0-3 0,0-1-5 15,6 8-2-15,1 0-2 0,0 4 0 0,-1 3 1 16,0 4-1-16,0 0 1 0,8 0 2 0,-1 4 0 16,-7-4 0-16,8 0 1 0,-2-1-3 15,2 1 0-15,-2-3-1 0,-5-1 5 0,6-3-2 16,0 0 2-16,-7-4 1 0,8-1-2 0,-8-2 1 16,0-1 0-16,1-3 4 0,0-4 5 15,-1 0 0-15,1-4 7 0,-7 0 0 16,6-2-1-16,-6-6-5 0,0-2-8 0,7-1 0 15,-14-3-5-15,7-1-2 0,0-3 0 0,-6 0 0 16,6 0 3 0,-7 0-1-16,1 0-1 0,-1 1-1 0,7 2 0 15,-7 1 0-15,7 7 1 0,0 0-2 16,-6-1 0-16,6 9 0 0,0-4 0 0,0 7 3 16,6 0 0-16,1 3-1 0,0 4 1 0,6 1-3 0,-7 3 0 0,14 0-4 15,-8 1 4-15,8 2 1 0,-7-3 1 16,7 0 2-16,0 0 0 0,-1-4 0 0,0 4-1 15,1-7-2-15,-7-1 1 0,7 1 1 0,-1-4 0 16,-6-4 11-16,0 1 20 0,1-5 18 16,-8-3 12-16,0 0 25 0,7-3 21 0,-13-4 10 15,7-1-11-15,-7 1-3 0,0-4-5 16,0-4-20-16,-7 4-15 0,7-3-21 0,-13 0-8 16,7-2-14-16,-8 5-6 0,8 0-4 15,-7 0-5-15,0 4-4 0,0 4 0 0,7-2 2 0,-1 5-2 16,-6 1 0-16,13 2-6 0,-6 5-4 15,6-1-6-15,0 0-6 0,0 4-8 16,0 4-26-16,6-4-22 0,0 4-18 0,1-1-19 16,6 0-14-16,0 2-3 0,-7 2 12 0,8-4 24 15,-8 1 20-15,8 0 22 0,-8-4 12 16,0 3 16-16,1 2 9 0,-1-2 5 0,-6 0 7 16,7 2 2-16,-7-3 1 0,6 3-1 15,-6-2 5-15,7 5-1 0,-7-5-6 0,6 1 2 16,0 3 1-16,2-3 1 0,-2-1-1 15,0 2 3-15,1-2-1 0,0-3 3 0,-1 4-4 16,0-4 1-16,1 0-1 0,-1 0 3 16,1 0 4-16,-7 0 3 0,7-4 1 0,-1-4 0 15,-6 1-2-15,6 0-1 0,-6 0-2 0,7-4-2 16,0-4-2-16,-1 4 3 0,-6-3 1 0,6-1 5 16,1 0-3-16,-1 4 0 0,-6-4-1 15,7 4-1-15,0 5 0 0,-1-6-7 16,0 5 1-16,2 3 0 0,-2 1 1 0,0-1-4 15,0 0 1-15,1 4 2 0,0-3-3 0,-1 3-4 16,1 3 4-16,-1-3-1 0,-6 4-2 16,6 3-5-16,-6-3-7 0,0 3-6 0,0 5-47 15,-6-6-78-15,6 9-132 0,-6-4-192 0,-7 0-223 16,6 4-216-16,-12 0-75 0,5-1 15 16,-5-3 101-16,-1-1 178 0,-6 6 221 15</inkml:trace>
  <inkml:trace contextRef="#ctx0" brushRef="#br0" timeOffset="70063.78">1269 6330 167 0,'-6'0'417'0,"0"-3"63"16,-1-1 45-16,0 0-40 0,1 4-33 0,-1 0-80 15,1-3-50-15,0 3-34 0,-1 0-31 0,7 0-41 16,0 0-49-1,-7 3-45-15,7 1-25 0,0 0-15 0,0-1-2 16,7 5 3-16,-7-2 2 0,0 3-1 0,7 1 0 16,-1 1-2-16,-6 4-4 0,6-4-7 15,1 3-10-15,-1 1-8 0,1 0-7 0,0-5-11 16,-1 2-8-16,0 3-3 0,1-5-3 0,-7-3-4 16,7 1-4-16,-7-1 0 0,6-3 10 0,-6 3 15 15,0-7 18-15,0 4 16 0,0-4 5 0,0 0 2 16,-6 0-11-16,6 0-15 0,-7-4-20 15,-6 4-18-15,7-3-7 0,-8-1-5 0,8 0 1 16,-1 1-4-16,-5-1 0 0,5 1 0 0,-6-2 0 16,7 2 0-16,-2-1-6 0,2 1 5 15,0-1 1-15,-1 4 1 0,1-3-1 0,6-1-4 16,-7 0 7-16,1 4-3 0,6-4 0 0,-7 4 0 16,7-3 0-16,-6 3 1 0,6-5 0 0,0 5 0 15,-6 0-1-15,6-2-1 0,0 2 0 16,0 0 0-16,0 0-2 0,0 0 0 0,-8 0-1 15,8 0 0-15,0 0-2 0,0 0-10 0,0 0-18 16,0 0-29-16,0 0-37 0,0 0-45 16,0 0-54-16,0 0-55 0,0-5-68 0,0 5-92 15,0-3-97-15,0-1-93 0,0-3-88 0,0 1-11 16,-6-6 48-16,6 1 96 0,0-3 126 0</inkml:trace>
  <inkml:trace contextRef="#ctx0" brushRef="#br0" timeOffset="70235.55">1061 6044 260 0,'0'-8'387'0,"-7"2"38"15,1 2 29-15,6-3-94 0,-6 3-127 0,-1 0-77 16,7 2-51-16,-7-3-36 0,7 5-42 0,0-4-47 16,0 4-46-16,0 0-52 0,0 0-59 0,7 4-71 15,-7 1-91-15,7-3-37 0,-1 6-3 16,-6-1 30-16,6 1 43 0</inkml:trace>
  <inkml:trace contextRef="#ctx0" brushRef="#br0" timeOffset="84329.48">26122 1421 19 0,'0'0'415'0,"0"0"82"15,0 0 89-15,0-4 95 0,-6 4-57 16,6 0-86-16,0-3-59 0,0 3-45 0,6 0-58 0,-6-3-76 15,0 3-76-15,0 0-58 0,7 0-48 16,-7 0-36-16,0 0-12 0,0 3 1 0,7 0 12 16,-7 5 17-16,0 3 26 0,6-1 27 0,-6 6 15 15,0 2 11-15,6 0-2 0,-6 8-1 16,0-4-5-16,0 7-11 0,0-3-18 16,0 3-17-16,0 0-21 0,0 0-18 0,0 2-18 15,0-6-19-15,7 0-14 0,-7 1-10 0,6-4-6 16,-6-4-6-16,7 0-6 0,0-2-2 15,-7-6 0-15,0 1 0 0,6-3-2 0,-6-1 2 16,0 1 1-16,0-8-1 0,0 0-10 16,-6 0-27-16,6-5-51 0,0-2-64 0,-7 4-78 15,7-8-88-15,-7 3-116 0,1 0-131 0,-1-2-146 16,7 2-152-16,-6-3-101 0,0 1-7 16,-1-2 72-16,7 1 132 0,-7-3 182 0</inkml:trace>
  <inkml:trace contextRef="#ctx0" brushRef="#br0" timeOffset="84899.29">26585 1494 253 0,'6'-3'461'0,"1"0"85"0,-1-2 91 0,1 2-5 15,-1-4-79-15,0-1-90 0,-6 1-68 0,8 0-59 16,-8-5-68-16,6 1-70 0,-6 0-49 16,0 1-25-16,0-2-15 0,0 5-19 0,-6-4-22 15,6 4-12-15,-8 3-12 0,-4-4-15 16,-1 8-15-16,0-3-3 0,-6 3-8 0,5 3-6 16,-5-3-2-16,-1 5 3 0,0 2 1 15,1 0-1-15,0 0 2 0,-1 1 6 0,7 2-1 16,-7 2-5-16,14-1-1 0,-7-4 0 15,6 5 5-15,7-2-2 0,-6 1 3 0,12 0-5 16,-6 1 2-16,7-6 1 0,6 5-4 0,-1 0 1 16,2-3-4-16,6-1 3 0,-1 4 2 0,1-4 6 15,6 1 15-15,0-1 18 0,-1 0 17 16,-5 5 20-16,6-6 11 0,1 1 2 0,-8 5-6 16,1-1-14-16,-1-4-9 0,0 5-12 0,-12-5-8 15,6 4-2-15,-6 0 1 0,-7-1 7 16,0 1 7-16,0-3 3 0,-13 3 4 0,6 1 2 15,-6-6-3-15,-7 5-5 0,1-3-7 16,6-1-5-16,-14 0-8 0,8 1-3 0,0-5 1 16,0 1 1-16,-1 0 0 0,0-4 4 0,1 0 1 15,-1-4 3-15,7 4-4 0,0-4-6 16,0-3-2-16,0 3-10 0,6 1-5 16,1-1-7-16,0-1-9 0,-2 3-24 0,2 2-46 15,6-4-57-15,0 0-79 0,6 1-102 0,-6-1-134 16,14 0-161-16,-1 0-166 0,7-3-140 15,-1 0-26-15,0-1 47 0,8 1 107 0,-1 0 169 16,6-4 201-16</inkml:trace>
  <inkml:trace contextRef="#ctx0" brushRef="#br0" timeOffset="85258.59">27471 1601 159 0,'-7'3'551'0,"7"-3"147"15,-6 4 104-15,6-4 20 0,-7 0-41 0,7 0-136 16,0-4-148-16,0 4-123 0,0 0-84 16,0 0-71-16,0 0-54 0,7 0-45 0,-1 0-25 15,7 0-12-15,0 0-11 0,6 0-12 16,1 0 1-16,6 0-5 0,1 0-6 0,-2 0-5 15,1 0 2-15,0 0 2 0,1-3-5 16,-1 3-3-16,0-5 4 0,-7 5 1 0,7-2-4 16,-12 2 9-16,5 0 4 0,-6 0-1 15,0 0-5-15,-7 0-5 0,0-5-2 0,2 5-9 16,-2 0-13-16,-6 0-4 0,0-3-8 0,0 3-19 16,0 0-39-16,0 0-62 0,-6 0-84 15,-2 0-123-15,2 0-160 0,-7 0-203 0,0 0-207 16,0-3-106-16,1-2-5 0,-2 2 75 15,8-1 140-15,-8-3 201 0</inkml:trace>
  <inkml:trace contextRef="#ctx0" brushRef="#br0" timeOffset="85555.39">27763 1392 444 0,'7'-4'654'0,"-7"4"117"0,7-4 74 16,-7 4-70-16,6-3-110 0,0 3-163 0,2 0-143 15,4 3-94-15,1-3-53 0,0 4-36 0,0 3-37 16,7 0-26-16,-7 2-14 0,6 1-7 16,-6 5-7-16,7 0-6 0,-7 3 3 0,0 1 3 15,-7 2-2-15,1 1-4 0,-1-1-2 16,-6 2 1-16,-6-4-4 0,-1 2-7 0,-5 2-8 16,5-5-8-16,-6 0-6 0,0 0-9 0,0-3-6 15,0-3-4-15,0-2 0 0,6-3 2 16,1 1-1-16,0-1-2 0,-2-3-2 0,2-4-5 15,0 3-18-15,-1-3-32 0,1 0-46 16,-1 0-59-16,1-3-69 0,-1 3-88 0,1 0-108 16,6 0-137-16,-6-4-153 0,-2 4-165 15,8-5-72-15,-6 3 14 0,0-6 81 16,6 1 143-16,-7-1 184 0</inkml:trace>
  <inkml:trace contextRef="#ctx0" brushRef="#br0" timeOffset="89636.79">28415 1509 208 0,'7'-4'351'0,"-7"-3"50"0,6 3 26 0,-6-2-41 16,0-2-21-16,6 1-20 0,-6 3-2 15,0-3-1-15,0-1-1 0,6 0-16 0,-6 6-23 16,0-3-32-16,0 2-29 0,8-1-30 0,-8 0-36 16,0 4-31-16,0 0-34 0,0-3-30 15,0 3-20-15,0 3 3 0,0 1 16 0,0 8 9 16,-8-2 22-16,8 5 17 0,0 4 8 0,-6 2-8 15,6 5-9-15,-6 0 0 0,6 7-7 16,-6-4-10-16,6 4-10 0,0-1-10 16,0 5-13-16,0-4-17 0,0-3-15 0,6 2-12 15,-6-6-6-15,6 4-5 0,0-8-5 0,-6-1-2 16,8-2-2-16,-2-5 0 0,0 1 2 16,-6-5-1-16,7-2-3 0,-7-1-6 0,0 1-31 15,7-5-45-15,-7-3-60 0,0 0-73 16,0-3-92-16,-7-1-100 0,7-7-118 0,0 3-124 15,0-2-116-15,0-5-86 0,0 1 6 16,7-1 62-16,-1-3 124 0,-6 0 155 0</inkml:trace>
  <inkml:trace contextRef="#ctx0" brushRef="#br0" timeOffset="90121.06">28682 1586 58 0,'7'-8'335'0,"-7"-3"70"0,6 1 59 15,-6 2-26-15,7-3 32 0,-7 0-29 0,6 4-16 16,-6-4-19-16,0 4-19 0,0-1-29 0,0 2-49 16,0 1-59-16,0 2-41 0,0-1-42 15,0 1-37-15,0-1-38 0,-6 4-32 0,6 0-21 16,-7 4-12-16,1-1 6 0,6 4 2 0,-7 1 9 16,0 3 7-16,1 3 7 0,0 1 2 15,-2 0-7-15,2 3 2 0,6 4-1 16,-6-4 1-16,6 8 4 0,0-4 4 0,0 3 3 15,0 1 6-15,6 0-5 0,-6 0 1 0,6-1-2 16,8 1 0-16,-8 0 2 0,8-1-4 16,-1-6-1-16,-1 3-2 0,8-7-3 0,-7 2-9 15,7-6-7-15,-1 0-5 0,0-3-1 16,1-1 2-16,0-3-1 0,-1-4 0 0,7 0 4 16,-6-4 10-16,-1-3 11 0,1-1 12 0,0-3 12 15,-8 0 14-15,1-3 15 0,1-4 4 16,-2-1-2-16,-4 1-8 0,-2-8-11 0,-6 4-12 15,0 0-38-15,0-3-48 0,-6 3 0 16,-2-3 0-16,2 2 0 0,-7 1 0 0,0 0 0 16,0 3 0-16,0 1 0 0,-6 4 0 0,-1-1 0 15,1 0 0-15,-1 5 0 0,0-2 0 16,-6 5 0-16,7 0 0 0,-1-1 0 0,0 8 0 16,1-3 0-16,-1 3 0 0,8 3-39 0,-8-3-188 15,7 4-67-15,7 0-59 0,-8-1-63 16,8 1-83-16,6 0-114 0,-6-4-131 0,6 3-161 15,6-3-53-15,-6-3 27 0,6-1 88 16,1-7 145-16,6 4 187 0</inkml:trace>
  <inkml:trace contextRef="#ctx0" brushRef="#br0" timeOffset="90936.78">29308 876 129 0,'6'0'260'16,"-6"3"43"-16,0-3-25 0,0 0 40 15,0 0 13-15,0 0 5 0,0 4 25 0,0-4 18 16,0-4 10-16,0 4-13 0,0-3-24 16,0 3-41-16,0-5-48 0,-6 3-46 0,6-3-41 15,0 2-23-15,0-1-13 0,-8-4-11 16,8 5-20-16,-6-4-13 0,6 0-12 0,-6-1-16 16,6 1-8-16,-7-1 0 0,1 1-2 0,-1 0-11 15,0 4 0-15,1-6-1 0,0 6-8 16,0-4-8-16,-2 3 4 0,-4 4 1 0,-2-4-15 15,1 4-8-15,1 0-5 0,-2 4-3 16,2-4-7-16,-8 4-4 0,7-1 4 0,0 1 1 16,0 4 2-16,-1-1 4 0,2-4-1 0,5 5-3 15,-6-1 0-15,7 0 3 0,6 0-2 0,-7 1-4 16,7-1 2-16,0 0 4 0,0 1-2 16,0-1-1-16,7 0 7 0,-1 1 3 15,7-1-1-15,-6 1 6 0,5-1 12 0,8-3 8 16,-7 4 1-16,7-2 2 0,-7 2 5 0,6-2-9 15,1 3-8-15,-1-2-4 0,1 3 1 16,-6-2 3-16,4-1-3 0,2 1-2 0,-7 2 0 16,1 1 0-16,-8 0-7 0,6-4 0 15,-5 5-2-15,0-1 4 0,-1 0 3 0,-6 0 4 16,0 0 4-16,0 0 7 0,0-4 10 16,-6 0 13-16,-1 1 12 0,0-1 10 0,-5 0 6 15,6 1 3-15,-8-4 3 0,1-1-3 0,-7 2-3 16,8-5 1-16,-2 0 4 0,2 0 1 15,-8 0 1-15,7-5-1 0,0 2 3 0,0-6 1 16,0 3 0-16,6-2 0 0,-6 2-67 16,7-2-28-16,-1 0 0 0,1-3 0 0,6 0 0 0,-7 5 0 15,7-6 0-15,0 1 0 0,7 0 0 16,-1 1 0-16,1-2 0 0,6 1 0 0,0 1 0 16,0-2 0-16,0 1 0 0,6 0 0 15,-6 4 0-15,1 0 0 0,-2-1 0 0,2 1 0 16,-2 0 0-16,2 4 0 0,-8-2 0 15,1 2 0-15,-1-1 0 0,0-1 0 0,2 5 0 16,-8-2 0-16,0 2 0 0,6 0 0 0,-6 0 0 16,-6 0-3-16,6 0-310 0,-8 2-106 15,8 3-142-15,-12-1-188 0,5-1-253 0,1 2-103 16,-8-5 6-16,-4 3 62 0,4 0 147 0,1 1 218 16</inkml:trace>
  <inkml:trace contextRef="#ctx0" brushRef="#br0" timeOffset="95275.53">30089 1788 406 0,'-7'3'601'0,"1"1"114"16,6-1 87-16,-7-3-71 0,7 4-87 0,0-4-126 15,0 0-126-15,0 0-91 0,7 0-66 16,6 0-47-16,-1 0-32 0,8-4-31 0,6 4-24 15,1-3-15-15,-1-1-15 0,6 1-11 16,1-2-5-16,-1-1-5 0,1 2-6 0,-1 0 0 16,1 1 1-16,-1-1 2 0,1-3-9 0,-7 3-7 15,-6 4-7-15,-1-5-4 0,1 3-7 16,-8-2-6-16,2 4-5 0,-8-4 0 0,1 4-2 16,-1-3-12-16,0 3-20 0,-6 0-32 0,0-4-47 15,0 4-60-15,0-4-85 0,-6 4-96 0,6-4-101 16,-6 4-99-16,-1-2-93 0,1-3-76 0,6-2-41 15,-7 3 39-15,0-3 82 0,1-4 112 16,0 3 131-16</inkml:trace>
  <inkml:trace contextRef="#ctx0" brushRef="#br0" timeOffset="95509.84">30557 1594 236 0,'0'-5'437'0,"7"2"96"0,-7-5 68 16,7 5 23-16,-7-5-17 0,6 5-55 0,1-4-58 15,-1 2-51-15,0 2-63 0,8 0-71 0,-8-1-58 16,8 4-45-16,-2 0-27 0,1 0-25 15,1 4-16-15,-2 2-16 0,2 3-14 0,5-3-20 16,-6 5-11-16,6 5-8 0,-5-6-9 0,-8 5-12 16,7 4-8-16,-6-5-1 0,-7 8-8 15,6-4-9-15,-12 0-5 0,6 1-1 0,-7 3-2 16,-6-4-5-16,7 1-10 0,-8-1-21 0,2-4-37 16,5 1-50-16,-6-4-73 0,6-4-82 0,1 1-131 15,6-5-167-15,-6-3-181 0,6-3-149 16,6-5-35-16,-6-3 28 0,13-4 111 0,0-3 168 15,6 0 208-15</inkml:trace>
  <inkml:trace contextRef="#ctx0" brushRef="#br0" timeOffset="96291.29">31378 1432 77 0,'-6'-4'648'0,"6"-3"144"15,0 0 90-15,0 0 74 0,0-5-48 0,0 5-215 16,-7 0-195-16,7 0-100 0,0 3-56 0,0 0-46 16,-7 1-48-16,7-2-54 0,0 5-49 15,0 0-44-15,0 0-31 0,7 0-26 0,-7 8-5 16,7 0 4-16,-7 2 8 0,6 1 10 0,1 8 24 16,-1-1 23-16,-6 1 12 0,6 6 7 0,-6-3 7 15,8 4-3-15,-8-1-131 0,0 1 0 16,6 0 0-16,-6-1 0 0,0-3 0 0,0 0 0 15,0 0 0-15,0-4 0 0,0 1 0 0,0-4 0 16,0-1 0-16,0-3 0 0,6-3 0 0,-6-2 0 16,0 2 0-16,0-4 0 0,0-1 0 0,0-3 0 15,0 0 0-15,0 0 0 0,0-3 0 16,0-1 0-16,0 1 0 0,0-5 0 0,0-3 0 16,0 0 0-16,0-3 0 0,0-1 0 0,-6-4 0 15,6 1 0-15,-6-4 0 0,-2-3 0 0,8-1 0 16,-6 1 0-16,0-2 0 0,-1 2 0 15,7-1 0-15,-6 4 0 0,-1 1 0 0,7-1 0 16,-7 3 0-16,1 1 0 0,6 3 0 0,-6-3 0 16,6 3 0-16,-6 1 0 0,6-1 0 15,0 4 0-15,0 0 0 0,0 0 0 0,0 3 0 16,0-2 0-16,6 2 0 0,-6 4 0 0,0-3 0 16,6 3 0-16,-6 4 0 0,6-3 0 0,1 6 0 15,0-3 0-15,6 8 0 0,-7-1 0 16,8 1 0-16,-2 2 0 0,2 2 0 0,5 1 0 15,-6 7 0-15,6-3 0 0,1 2 0 0,0-1 0 16,-1 4 0-16,1-3 0 0,6 3 0 0,-7 0 0 16,7-4 0-16,0 0 0 0,1 1 0 0,-9-2 0 15,9-2 0-15,-7 1 0 0,-1-5 0 16,0-1 0-16,-5 1 0 0,-1-3 0 0,-7-1 0 16,7-4 0-16,-6 2 0 0,-7-2 0 0,6-3 0 15,0-3 0-15,-6-2 0 0,8-2 0 16,-8-4 0-16,0 0 0 0,0-7 0 0,0-1 0 0,0-6 0 15,-8-1 0-15,8-2 0 0,-6-2 0 16,6-3 0-16,-6 0 0 0,-1-1 0 0,7 2 0 16,0 2 0-16,-7 1 0 0,7 4 0 0,-6 3 0 15,6 0 0-15,-6 4 0 0,6 2 0 0,0 2 0 16,0 3 0-16,0 4 0 0,-7-1 0 0,7 1 0 16,0 3 0-16,7 1 0 0,-7 0 0 15,0 3 0-15,0 0 0 0,0 0 0 0,0 0 0 16,6 3 0-16,-6 0 0 0,6 5 0 0,-6-2-314 15,0 3-256-15,7-6-212 0,-7 8-232 16,0-3-126-16,-7-2-2 0,7-1 66 0,-12-3 139 16,5 3 216-16,-6-5 284 0</inkml:trace>
  <inkml:trace contextRef="#ctx0" brushRef="#br0" timeOffset="119557.96">31703 2876 36 0,'8'0'432'0,"-8"-5"94"0,6 3 102 0,0-3 67 16,-6 2 10-16,7-1-101 0,-7-3-80 16,0 3-45-16,6-3-54 0,-6 3-73 0,0-4-59 15,7 5-41-15,-7 3-29 0,0-3-42 0,0 3-40 16,0 0-37-16,7 0-33 0,-7 0-26 0,0 3-13 15,6 0 12-15,0 5 11 0,-6 3 9 16,7 4 9-16,0 3 6 0,-1 1 9 0,0 3-2 16,1-1-6-16,0 9-1 0,-7-5 3 0,6 5 5 15,1-1-8-15,-7 0-15 0,6 1-6 16,0-5-6-16,-6 1-11 0,7 0-10 0,0-4-7 16,-7 0-6-16,6-5-5 0,-6-2-3 15,6 0-3-15,-6-3-1 0,0-2 6 0,8-5 16 16,-8 1 23-16,0-2 23 0,0-4-16 15,6 0-58-15,-6-4 0 0,0-2 0 0,0-7 0 16,0-1 0-16,-6-4 0 0,6-1 0 0,-8-6 0 16,8 3 0-16,-6-5 0 0,0 2 0 0,-1-4 0 0,-6 4 0 31,7-1 0-31,-1 4 0 0,-6-1 0 0,6 2 0 0,1-2 0 0,-7 3 0 0,6 1 0 0,1 4 0 31,0-4 0-31,-1 9 0 0,7-5 0 16,-7 7 0-16,7-2 0 0,0 2 0 0,0 5 0 15,0-1 0-15,0 0 0 0,0 1 0 0,7 3 0 0,-7 3 0 0,13 1 0 0,0 3 0 16,-6 1 0-16,12 2 0 0,-6 6 0 0,0-2 0 16,0 5 0-16,6-1 0 0,-5 4 0 0,5 0 0 31,-6 0 0-31,0 0 0 0,7 0 0 0,-7 0 0 16,7 0 0-16,-1 0 0 0,-6-4 0 0,7 1 0 0,-1-1 0 0,-6-3 0 0,6-5 0 15,-5 1 0-15,-1 0 0 0,0-7 0 16,0 3 0-16,-1-7 0 0,-4 0 0 0,4-4 0 15,-5-3 0-15,6 0 0 0,-7-8 0 0,1 0 0 16,-1-2 0-16,0-6 0 0,-6-2 0 16,8-1 0-16,-8 1 0 0,0-5 0 0,0 4 0 15,0 1 0-15,-8 0 0 0,8-1 0 0,-6 3 0 16,0 2 0-16,6-2 0 0,-7 1 0 0,1 7 0 16,6 1 0-16,-7 0 0 0,1-1 0 15,6 4 0-15,0 4 0 0,0-5 0 0,-7 9 0 16,7-4 0-16,0 3 0 0,0 4 0 0,0-3 0 15,7-2 0-15,-7 5 0 0,0 0 0 0,0 0-218 16,0 0-261-16,6 0-99 0,-6 0-117 16,0 0-142-16,7-3-167 0,-1 0-38 0,-6-2 38 15,7-2 107-15,-1-4 160 0,0 4 205 0</inkml:trace>
  <inkml:trace contextRef="#ctx0" brushRef="#br0" timeOffset="120042.26">32257 2352 286 0,'-6'-11'606'0,"-1"-1"129"0,7-2 88 0,0 0-9 0,-6-1-79 31,6 0-139-31,0 4-149 0,0-4-96 0,0 4-59 0,6-3-52 0,1 2-47 0,-1 2-41 16,1-1-35-16,0 4-23 0,5-2-27 0,2 3-18 15,-2-2-17-15,8 5-12 0,-7-1-6 16,7 4-9-16,-8 0 1 0,8 0-3 0,-7 4 5 15,7 3-3-15,-7-3-4 0,0 2-1 0,-7 6-6 16,7-4 3-16,-6 3-5 0,-7 3 5 16,7-3 3-16,-14 4 5 0,0 0 14 0,1 3 14 15,-7-4 19-15,0 4 20 0,0-2 19 0,-7-1 15 32,1-1 2-32,5 0 1 0,-4 1-7 0,4-4-10 0,1-1-7 0,0 2-7 0,6-5-4 0,1 0-3 15,0 1 3-15,-1 0 8 0,0-6 30 16,7 3 32-16,0-5-133 0,7 3-11 0,-7-3 0 15,13 0 0-15,0 0 0 0,7-3 0 0,0-2 0 16,12 5 0-16,-7-2 0 0,9-6 0 16,-2 4 0-16,7 0 0 0,-6 1 0 0,5-1 0 15,1-3 0-15,-5 3 0 0,-2-4 0 0,1 5 0 16,-14 0 0-16,7-1 0 0,-6 0 0 0,-8 1 0 16,2-1 0-16,-8 0 0 0,1 4 0 15,-1-3 0-15,0 3 0 0,-6-4 0 0,0 4 0 16,-6 0 0-16,0 0-143 0,-1 0-465 0,-13 0-200 15,1 4-240-15,0-4-125 0,-8 0 4 16,-5 3 77-16,-7 1 154 0,-1 0 216 0,-11-1 288 0</inkml:trace>
  <inkml:trace contextRef="#ctx0" brushRef="#br0" timeOffset="123925.77">27835 3289 113 0,'0'5'226'16,"0"-3"23"-16,-6 3-18 0,6-5 0 0,0 0 43 15,0 3-6-15,-7-3-23 0,7 0-24 16,0 0-6-16,0 0-26 0,0 0-21 15,0 5-16-15,0-5-3 0,0 0 7 0,0 0 6 16,0 0 36-16,7 0 30 0,-7 3 15 16,0 0 10-16,6-3 1 0,1 4-11 0,5 0-30 15,2-4-31-15,-1 3-23 0,0-3-24 16,6 3-22-16,1-3-23 0,0 0-13 16,-1 0-14-16,1 0-11 0,0-3-11 0,-2 0-13 15,9 3-11-15,-15-4-9 0,8 0-2 16,0 1-3-16,-7 0-4 0,0 3-1 0,-6-5-9 15,-1 5-20-15,0 0-40 0,-6-3-82 16,0 3-116-16,0 0-139 0,-6 0-165 0,0-5-183 16,-8 5-81-16,1-2 16 0,7 2 81 15,-7-8 121-15,0 4 166 0</inkml:trace>
  <inkml:trace contextRef="#ctx0" brushRef="#br0" timeOffset="124147.44">28077 3151 329 0,'6'-5'511'16,"0"3"72"-16,-6-3 72 0,7 1-13 0,6 4-118 16,-7 0-105-16,7 0-65 0,1 4-45 0,-2 1-50 15,8 2-56-15,-7 4-32 0,7 3-25 16,-8 1-22-16,8 3-17 0,-7 4-18 16,-6-4-22-16,6 4-18 0,-7 1-15 0,0-2-10 15,-6 2-9-15,0-2-4 0,0-3-4 16,-6 1-30-16,-7-1-56 0,0 0-85 0,-6-4-120 15,-1 2-144-15,0-5-175 0,1-4-165 16,-7-3-49-16,0-4 31 0,0 0 91 0,-1-8 128 16,2-2 166-16</inkml:trace>
  <inkml:trace contextRef="#ctx0" brushRef="#br0" timeOffset="124868.69">26220 3252 18 0,'0'-3'289'0,"0"-1"70"0,0 1 69 0,0-1-45 16,7 1 21-16,-7-1-20 0,0-4 1 16,0 5 0-16,0 3-25 0,0-4-32 0,0 1-39 15,0 3-50-15,0 0-67 0,0 3-52 16,0 1-15-16,6 7 0 0,-6 0 7 0,0 4 19 16,0 3 20-16,7 3 4 0,-7 6-8 15,0 2-8-15,0 4-7 0,0-4-15 16,0 3-18-16,0-2-13 0,0 3-11 0,0-3-7 15,0-5-7-15,0 1-10 0,0 0-9 16,0-4-8-16,0-4-9 0,0 0-8 0,0-3-7 16,0-1-1-16,0-6 0 0,0 2-2 15,0-2 1-15,6-3 0 0,-6-2 0 16,0-3-11-16,0 3-38 0,0-3-64 0,0-3-99 16,0 0-134-16,0-5-159 0,0-1-182 15,0 3-177-15,0-5-53 0,0-4 35 16,6 4 99-16,2-3 139 0,-2-1 183 0</inkml:trace>
  <inkml:trace contextRef="#ctx0" brushRef="#br0" timeOffset="125388.53">26526 3326 87 0,'7'-7'347'0,"-1"0"53"16,1-1 45-16,-7 0-52 0,6 1-34 15,-6 0-60-15,6 3-40 0,-6-3-6 0,0 3 20 16,0 1 19-16,8 3 3 0,-8-4-5 16,0 1-19-16,0 3-32 0,0-5-49 0,0 5-51 15,-8 0-36-15,8 0-33 0,0 5-14 16,-6-2-5 0,6 1-3-16,-6 3 0 0,-1 4 3 15,-6 1 6-15,7 3-3 0,-1-1-3 0,-6 4-4 16,6 4-5-16,1 0 1 0,0 0-3 15,-1 0-2-15,0 3 2 0,7-3-8 16,0 0-2-16,0 0-4 0,0 0-2 0,7 0-2 16,0-4-2-16,-1 1 1 0,0-4 0 15,1-1-1-15,6 1 7 0,0-4 8 0,0-4 11 16,0 4 14-16,1-8 8 0,5 2 10 16,0-5 7-16,0 0 12 0,-5-5 8 0,6 2 7 15,-1-4 10-15,1-4 15 0,-8 0 7 16,2 0 1-16,-1-4-8 0,0 0-4 0,-7-2-2 15,1-3-16-15,-1-1-18 0,0-2-10 16,-6 2-2-16,0-1-9 0,-6 1-7 0,6-2-4 16,-6 1-16-16,-7 4-49 0,6-1 0 15,-6 5 0-15,0-4 0 0,-6 7 0 16,-1 0 0-16,7 0 0 0,-7 3 0 0,0 0 0 16,1 6 0-16,6-3 0 0,-6 5-106 15,5 0-98-15,-5 0-80 0,6 5-86 0,7-3-95 16,-7 6-114-16,6-3-142 0,0 1-158 15,1-2-99-15,6 0 2 0,0 2 70 16,0-6 131-16,0 5 184 0</inkml:trace>
  <inkml:trace contextRef="#ctx0" brushRef="#br0" timeOffset="126044.63">26728 2737 139 0,'0'-8'336'0,"0"5"57"0,0-2 9 0,7-2-2 16,-7 3-59-16,0 1-43 0,0-1-19 16,0 1-13-16,0-1 3 0,6 0 1 0,-6 4-1 15,0-3-19-15,0 3-30 0,0 0-34 16,0 0-46-16,0 0-34 0,0 0-28 0,0 3-14 15,0 1 2-15,7 0 7 0,-7 3 14 0,0 0 11 16,6 5 4-16,-6-1 12 0,0 3-5 16,0 1-2-16,0-1-8 0,7 1-7 15,-7 3-8-15,0-4-12 0,0 5-12 0,0-4-10 16,0 0-8-16,0-1-9 0,0 0-9 0,0-2-9 16,6 3-3-16,-6-8-2 0,0 3-3 15,0-1-2-15,0-3-1 0,0-2 1 0,0 0-3 16,0-4 0-16,0 3-13 0,0-3-27 15,0 0-42-15,0 0-66 0,6-3-81 0,-6-1-107 16,0 0-102-16,0-2-125 0,0-3-117 0,8 2-89 16,-8 0 2-16,0 0 61 0,6 0 92 15,-6 0 138-15</inkml:trace>
  <inkml:trace contextRef="#ctx0" brushRef="#br0" timeOffset="127293.87">27008 2633 83 0,'0'0'224'0,"0"0"9"0,0 0 3 16,0 0 21-16,0 0 10 0,0 0-18 0,0 0-25 0,0-3-23 16,0 3-26-16,0 0-19 0,0-3-16 15,0 3-13-15,0 0-9 0,0 0-4 0,0 0-2 16,0 0 4-16,0-4 15 0,0 4 18 16,0 0 20-16,0 0 25 0,0 0 14 0,0 0 4 15,0 0-6-15,0 0-14 0,0 0-21 16,0 0-26-16,0 0-23 0,0 0-19 0,-6 0-14 15,6 0-16-15,0 0-6 0,0 0-3 0,0 0-4 16,0 0-4-16,0 0-2 0,0 0 0 16,0 0-2-16,0 0-6 0,0 0 0 0,0 0-1 15,0 0 2-15,0 0-4 0,0 0-4 16,0 0-4-16,0 0-5 0,0 0-8 0,0 0-6 16,0 0 0-16,0 0-3 0,0 0-1 0,0 0 2 15,0 0 3-15,0-4 4 0,0 4 4 16,0 0 7-16,0 0 5 0,0 0-1 0,0 0-2 15,0 0-2-15,0 4-4 0,0-4-8 16,0 0-3-16,0 0-4 0,0 0-2 0,0 0-5 16,0 0-3-16,0 0-1 0,0 0-1 15,0 0 0-15,0 0 1 0,0 0 2 0,0 0-4 16,0 0 1-16,0 0-1 0,0 0-1 0,0 0 2 31,0 0 1-31,0 0 1 0,0 0-1 0,0 0-1 0,0 0 3 0,0 0-2 0,0 0 2 16,0 0-3-16,0 0 3 0,0 0 2 31,0 0 1-31,0 0-1 0,0 0 1 0,0 0 0 16,0 0 0-16,0 0-1 0,0 0-1 15,0 0-2-15,0 0-3 0,0 0 0 0,0 0 3 16,0 0 0-16,0 0-2 0,0 0 0 0,0 0 2 16,0-4 0-16,0 4-3 0,-6 0 0 15,6 0 1-15,0-3 0 0,-8 3 0 0,8 0 0 16,-6-4 2-16,6 4-2 0,0 0 0 15,-6-4 2-15,6 4 0 0,0 0 3 0,-7 0 1 16,7-4 2-16,-7 4 5 0,1-3 5 0,6 3 2 16,-7-5 3-16,7 5 2 0,-6-2 1 15,0 2-2-15,6-4-6 0,-7 4-5 16,0-4-5-16,1 4-6 0,0 0-3 0,-1-4 0 16,0 4 0-16,1 0 2 0,-1 4 0 0,-5-4 2 15,5 4 0-15,-6-4-3 0,-1 4 0 16,2-2 1-16,-1 6 4 0,0 0-6 0,0-1-1 15,-1 1 0-15,2-2-2 0,-1 2-2 16,0-1-4-16,0 4 3 0,-1 4 4 0,8-4 1 16,-7 0 0-16,6 0 0 0,1 3-2 0,0-3 0 15,6 1-1-15,-7-2 0 0,7-1 1 16,0 1 0-16,7-3 3 0,-1 4 0 16,0-3 0-16,8-1 2 0,-8 0 3 0,14-3-4 0,-7 3 1 15,6 1 2-15,0-5 6 0,1 4-5 16,0-3-2-16,-1 3 0 0,1-3-1 15,0 0 2-15,-1 4-11 0,-6-6 2 0,0 6 2 16,0 0 3-16,0-5 2 0,0 5-3 0,-7-2 2 16,1 3 1-16,-7-2 0 0,7 0 1 15,-7 4 0-15,0-4 5 0,-7 5-1 0,0-2-3 16,1-3 3-16,-1 4 2 0,-5 0-3 16,5 0 1-16,-6-3 13 0,0-2 14 0,0 2 22 15,0-4 15-15,0 0 19 0,0-4 15 0,-1 4 13 16,2-8 6-16,-1 4 0 0,0-4 0 15,6-3-7-15,-5 2-3 0,4-5-10 0,2 3-9 16,0-3-13-16,-1-2-26 0,7 1-56 16,0-3 0-16,0-2 0 0,7-2 0 0,-1 3 0 15,0-3 0-15,8-1 0 0,-1 1 0 16,6 0 0-16,-6 0 0 0,7 0 0 0,0-1 0 16,-1 5 0-16,-6-4 0 0,6 7 0 0,-5-5 0 15,-2 5 0-15,1 1 0 0,1 2 0 16,-8 1 0-16,0-1 0 0,2 5 0 0,-2-1-124 15,-6 1-127-15,0 3-75 0,0 3-72 0,0 1-93 16,0-1-115-16,0 5-141 0,0 3-171 16,0-4-67-16,0 4 13 0,-6 1 87 0,6-1 144 15,0 3 198-15</inkml:trace>
  <inkml:trace contextRef="#ctx0" brushRef="#br0" timeOffset="127948.28">27314 3341 172 0,'7'4'298'0,"-7"-4"45"15,6 0-43-15,-6 0 9 0,0 0-4 16,7-4-24-16,0 1-11 0,-1-1 24 0,0-4 37 16,0 5 28-16,2-5 10 0,-2 2-4 15,0-7-12-15,-6 6-38 0,7 0-50 0,-1-4-49 16,-6 0-34-16,0 0-25 0,0 4-22 16,0-4-18-16,-6 0-22 0,-1 4-18 15,1-1-21-15,0 1-18 0,-2 0-14 0,-4 4-14 16,6-1-5-16,-8-1-3 0,1 5 0 15,-7 5-4-15,8-1 2 0,-2-1 0 0,2 0 0 16,-1 5-2-16,-1-1 1 16,2 0 0-16,6 4-1 0,-8-3-1 0,14 2-1 0,-6 2 1 0,6-5 3 0,0 4-1 15,0 0-3-15,6-1 4 0,0 3 0 32,2-3 2-32,4 0-2 0,1 2 2 0,0-1 5 0,6 0 2 0,-5-1 11 0,5 2 5 15,1-1 6-15,0 0 2 0,-8 3 2 16,2-3 0-16,-2 0-4 0,1 5 0 0,-6-6 0 15,0 5 4-15,-1-4 3 0,-6 0 7 16,-6 0 1-16,-1-1 7 0,0 5 15 0,-6-7 14 31,1 2 22-31,-2-3 21 0,-5 2 28 0,6-6 22 0,-7 0 13 0,7 2 11 0,-7-5 5 16,1 0 9-16,6-5-64 0,-6 5-149 16,-1-3 0-16,7 0 0 0,0-2 0 15,0 1 0-15,7 1 0 0,-1 3 0 0,0-4 0 16,1 1 0-16,6-1 0 0,-6 1 0 15,6-1 0-15,0 0 0 0,0 4 0 0,0-3 0 16,6-1 0-16,0 1 0 0,-6-2 0 16,7 5 0-16,-7-4-444 0,7 4-200 0,-7-3-207 15,6 3-236-15,-6-3-76 0,0-1 36 16,0 0 78-16,-6 1 163 0,6-1 240 16</inkml:trace>
  <inkml:trace contextRef="#ctx0" brushRef="#br0" timeOffset="133233.12">28096 5480 12 0,'0'-3'327'16,"0"-5"69"-16,0 0 67 0,0 6-3 0,0-6 24 15,0 0-28-15,-7 5-17 0,7-5-28 16,0 1-22-16,0-1-27 0,-6 5-53 0,6 0-53 16,0-1-48-16,-6 0-31 0,6 1-39 15,0 3-38-15,0 0-30 0,-8 3-22 0,8 5-9 16,0 3-7-16,-6 3 1 0,6 9 7 16,0-2 5-16,-6 5 7 0,6 7 0 0,-7 0 5 15,7 4-4-15,0-4-4 0,-6 3-6 16,6 1-9-16,0-5-12 0,0 2-3 15,0-5-4-15,0 0-7 0,0-3-2 0,0-5 0 16,0 2 0-16,0-4-5 0,6-5-6 16,-6-3-4-16,0 0-31 0,0-3-52 0,0-5-90 15,0-3-120-15,0-3-132 0,0-5-132 16,0-3-106-16,0 0-97 0,0-8-19 16,0 1 63-16,0-3 103 0,-6-2 125 0,6-2 127 15</inkml:trace>
  <inkml:trace contextRef="#ctx0" brushRef="#br0" timeOffset="133529.93">27992 5550 190 0,'0'-8'377'0,"0"-2"63"15,0-1 62-15,0 3-43 0,-7 1-48 16,7-1-32-16,7 1-27 0,-7 4-34 0,0-1-44 16,6 0-49-16,-6 1-53 0,6 3-43 15,8 0-28-15,-8 0-7 0,7 3 5 0,0 5 7 16,6 2 7-16,1 2 4 0,-6 2 1 15,5 4-12-15,1 4-17 0,-1-2-10 16,0 5-8-16,1-3-12 0,-1 3-8 0,1 1-4 16,0-1-2-16,-1-3-7 0,7 1-5 15,-6-2-3-15,-1-2-6 0,1-1-8 16,0 0-3-16,-8-4-6 0,1-2 0 0,1-1-2 16,-8-4-5-16,0-3 0 0,0-1-4 15,2 2-18-15,-8-5-41 0,6-5-66 0,-6 2-85 16,-6-5-114-16,6-3-114 0,0 1-104 15,-8-9-77-15,2 5-46 0,6-5-20 0,-6 2 59 16,6-6 90-16,-6 2 104 0,6 2 109 16</inkml:trace>
  <inkml:trace contextRef="#ctx0" brushRef="#br0" timeOffset="133802.6">28415 5584 26 0,'0'-16'282'0,"0"-2"44"0,0 0 44 0,0 3-19 16,0-4-44-16,0 1-19 0,7 4 10 15,-7-1 30-15,0 4 32 0,0-4 16 16,0 7 1-16,6-2-23 0,-6 3-42 0,0 3-63 15,0 0-70-15,0 4-55 0,0 0-40 16,0 4-22-16,0 3-10 0,6 4 2 0,-6 0 2 16,0 4 5-16,0 6 4 0,6 2 6 15,-6 3-1-15,0-1 3 0,8 4 0 0,-8 5-1 16,6-5-5-16,-6 4-8 0,6-1-6 16,-6-2-11-16,0 0-9 0,0-4-5 15,7-5-9-15,-7 1-7 0,0-4-1 0,7-3-1 16,-7-1-3-16,0-3 0 0,0-4 0 15,6 1 3-15,-6-4-4 0,0 0-4 16,0-8-19-16,-6 0-45 0,6-4-79 0,-7 1-121 16,0-7-160-16,7 3-182 0,-6-7-202 0,-8-4-77 0,8 0 9 15,0-4 89-15,0 1 141 0,6-5 174 16</inkml:trace>
  <inkml:trace contextRef="#ctx0" brushRef="#br0" timeOffset="134333.72">28428 5044 339 0,'-6'-8'423'0,"6"1"50"0,0 1 49 15,-7-2-96-15,7 0-91 0,0 5-48 16,0 0-29-16,0-6-27 0,0 6-30 15,7 0-35-15,-7-1-32 0,6 0-25 0,0 1-28 16,8-1-10-16,-2 0-16 0,-5 1 0 16,6 3-2-16,6-4-5 0,-5 0 5 0,-2 4 0 15,2 0 3-15,-1 0-2 0,0 0-6 16,0 4-4-16,-1-4-9 0,2 7-5 16,-8-3 2-16,1 3 2 0,-1 1 5 0,-6 3 5 15,7-4 3-15,-14 4-8 0,7 0-4 16,-6 4-4-16,-1-4-2 0,1 0-7 0,0 4-2 15,-8-5-4-15,8 5-1 0,-7-4-2 16,0 0-4-16,6 0-6 0,1 0-2 16,-8-4 5-16,8 0-6 0,6 1 0 0,-6-4 7 15,-1-1 13-15,7-3 12 0,0 0 16 16,-7 0 17-16,7 0 8 0,7 4 5 0,-7-4-6 16,7 0-12-16,-1 0-11 0,7-4-15 15,-6 4-11-15,6-3-8 0,0-1-4 0,0 0-1 16,7 0-3-16,-8 2-1 0,1-3 0 15,1 2 2-15,-2-1-1 0,2 0 1 0,-8 0-4 16,0 4 0-16,8-3-1 0,-14 3-3 16,6 0-4-16,-6 0-7 0,7 0-20 15,-7 3-60-15,0 1-115 0,0 0-173 0,-7 0-207 16,7 4-200-16,0-6-86 0,-6 6 3 16,6-1 83-16,0 1 158 0,6 3 201 0</inkml:trace>
  <inkml:trace contextRef="#ctx0" brushRef="#br0" timeOffset="134648.39">29020 5598 335 0,'0'3'489'0,"0"1"84"0,0-4 83 16,0 0-37-16,0 0-92 0,0-4-86 0,0 4-74 15,8-3-69-15,-2 3-67 0,0-4-66 16,1 0-53-16,6 0-35 0,0 2-23 16,-1 2-13-16,8-5-15 0,-7 1-15 0,7 1-5 15,0 3-2-15,-8-4-3 0,8 4-2 16,-7 0-6-16,7-4-34 0,-14 4-64 0,8 0-99 15,-8 0-111-15,0 0-122 0,-6 4-117 16,0-4-128-16,-6 4-24 0,0-4 51 0,-8 3 86 16,1 1 110-16</inkml:trace>
  <inkml:trace contextRef="#ctx0" brushRef="#br0" timeOffset="134898.34">29047 5674 405 0,'-7'8'482'0,"7"-8"52"0,-6 3 51 15,6 1-78-15,0-1-91 0,0 2-62 0,6-2-29 16,1 1-15-16,-1-4-17 0,1 3-35 16,6 1-39-16,-1-4-36 0,8 0-33 0,-7 0-31 15,7 0-23-15,0 0-24 0,-1-4-22 16,0 1-14-16,1 3-9 0,-1-4-2 16,-5 1-5-16,-2 3-6 0,-5-5 0 0,0 2-3 15,-1 3-21-15,-6-4-46 0,0 4-84 16,0-3-132-16,-6 3-174 0,-1-4-193 15,0 4-148-15,-5-4-47 0,-2 4 36 0,2-7 107 16,5 3 160-16</inkml:trace>
  <inkml:trace contextRef="#ctx0" brushRef="#br0" timeOffset="135446.26">30141 5327 227 0,'0'-4'464'0,"-7"0"74"0,7 1 72 15,0 3 4-15,0-5-83 0,-6 3-85 16,6-3-61-16,0 5-53 0,0 0-62 0,0 0-75 15,0 0-61-15,0 0-52 0,0 0-37 16,0 0-18-16,6 7 6 0,-6-2 19 16,0 6 18-16,7 0 20 0,-1-1 18 0,-6 5 21 15,7 3 6-15,-1 1 4 0,-6 3-1 16,7 4 4-16,-7-1 2 0,0 0-8 0,7 5-7 16,-7-1-12-16,0 0-15 0,0-4-16 15,0 6-18-15,0-6-13 0,6-3-10 16,-6 0-13-16,0-4-12 0,0 0-9 0,0-6-3 15,0 2-2-15,0-6-1 0,6-1 0 16,-6-3 0-16,0-1 1 0,0 1-21 16,0-4-44-16,0-4-67 0,0 1-97 0,-6-5-138 15,6-3-167-15,0 1-174 0,0-1-170 16,0 0-71-16,0-4 21 0,6 0 100 0,-6 1 145 16,7-1 184-16</inkml:trace>
  <inkml:trace contextRef="#ctx0" brushRef="#br0" timeOffset="135946.14">30389 5425 29 0,'6'-11'398'0,"-6"4"68"0,0-4 55 16,0 4 53-16,0-1-80 0,0 5-85 16,0-5-59-16,0 5-42 0,0-1-38 15,0 4-47-15,0-4-60 0,-6 4-50 0,6 0-33 16,0 0-24-16,-7 0-16 0,7 4-9 15,-7 0-2-15,7 3-3 0,-6 0 3 0,6 1 6 16,-7 3 11-16,7 0 7 0,-6 3 6 16,-1-3 9-16,7 7 6 0,-7-3 8 0,7 4-1 15,0-1-13-15,-6 0 4 0,6 0 6 16,0 1 1-16,0-1-2 0,6 1-3 0,-6 3 5 16,7-4-9-16,-7 0-8 0,7 0-10 15,-1-3-4-15,7 3-4 0,-6-7 3 0,0 5 2 16,5-6 0-16,2-2 4 0,-8-1 6 15,7-3 9-15,0-1 5 0,0-3 8 16,-1-3 5-16,2-1 5 0,-1-3 10 0,0-1 6 16,0-2 6-16,-7-6 0 0,2 2 0 0,-2-5-8 15,0-3-14-15,0 1-14 0,1-1-15 16,-7-4-13-16,0 0-3 0,0 5 2 16,-7-5-1-16,7 3 3 0,-6 5 1 0,0-1-3 15,-8 1-7-15,8 4-8 0,0 2-8 0,-7-2-6 16,-1 7-7-16,2-4-3 0,-2 4-3 15,2 3-4-15,-2-3-5 0,1 7-22 0,1-4-36 16,-2 4-56-16,8 0-67 0,-7 4-73 16,6-1-82-16,1-3-96 0,-1 4-113 0,1 0-104 15,-1-4-106-15,7 0-104 0,0 0-44 16,0 0 46-16,0 0 116 0,7-8 139 16,-1 5 164-16</inkml:trace>
  <inkml:trace contextRef="#ctx0" brushRef="#br0" timeOffset="136369.63">30571 5066 76 0,'6'-11'414'0,"1"4"79"0,-7-5 74 0,6 5 49 16,-6 1-68-16,0-2-87 0,0 4-66 0,0 0-57 15,0 1-67-15,6 3-74 0,-6 0-58 16,0 0-56-16,-6 3-33 0,6 1-21 0,0 3-2 15,0 4 4-15,0-4-6 0,0 5 8 0,-6 3 3 16,-1 0 9-16,7-1 1 0,-6 1-4 16,-1-5-3-16,0 5-2 0,1 0 0 15,6-1 0-15,-6-2 1 0,0-5 8 0,6 4 8 16,-8-4 7-16,8 1 11 0,-6-5 20 0,6 1 20 16,0 0 13-16,0-1 8 0,0-3 4 15,6 0-8-15,2 0-20 0,-2-3-23 0,0 3-25 16,0 0-19-16,8-4-14 0,-1 0-12 0,-7 1-8 15,14-1-2-15,-8 4-5 0,2-4-1 16,-1 1 3-16,0 3-2 0,0 0-2 0,-7 0-2 16,8-4-2-16,-8 4-2 0,0 0-22 15,1 0-26-15,0 4-42 0,-7-4-53 0,6 0-73 16,-6 0-84-16,0 0-101 0,-6 0-108 16,6 0-115-16,-7 0-91 0,0 0-57 0,1 0 20 15,0 0 84-15,-2-4 116 0,2 4 148 16</inkml:trace>
  <inkml:trace contextRef="#ctx0" brushRef="#br0" timeOffset="136666.35">30681 5125 77 0,'0'-3'419'0,"0"-2"101"16,0 2 93-16,-6-1 46 0,6 1-58 0,0 3-92 16,0 0-87-16,0-4-89 0,0 4-85 15,0 0-81-15,0 0-68 0,0 4-47 0,0-1-25 16,6 1-8-16,-6 4 4 0,0-2 10 0,6 5 17 15,-6 4 24-15,8 0 24 0,-8 0 18 16,6-1 7-16,-6 5 3 0,0 2-3 0,0-2-9 16,0-1-14-16,6 0-10 0,-6 0-11 15,0 1-11-15,0-4-14 0,0-4-8 0,7 0-4 16,-7 0-14-16,0-4-9 0,0 0-6 0,0 1-1 16,0-8-4-16,7 3-7 0,-7-3 0 15,-7 0-14-15,7 0-47 0,0-3-77 0,0-5-137 16,-7 1-167-16,1-4-169 0,0-4-170 15,-2 1-102-15,2-1-2 0,0 1 96 0,0-5 145 16,-1 1 159-16</inkml:trace>
  <inkml:trace contextRef="#ctx0" brushRef="#br0" timeOffset="137199.81">30232 4909 67 0,'-7'-7'354'0,"7"3"59"0,-6 0 48 15,6 1-13-15,-7-4-88 0,1 2-62 16,6 2-40-16,-6-1-11 0,-1 0-10 0,0 1-5 31,1 3-2-31,6-4-16 0,-6 4-28 0,-8 4-28 16,8-1-23-16,-7 1-16 0,0 3-15 15,0 0-6-15,-1 5 6 0,-5 3 0 16,6 0-3-16,-6-1 1 0,5 4-2 0,-5 0-1 16,6 5-1-16,-6 2 1 0,5-3 3 15,-5 3-2-15,6 5 5 0,0-1 6 16,0 0 3-16,0 5 4 0,7-1 1 0,-8 3-1 15,8 1-1-15,6 0-4 0,0-1-3 16,-7 1-8-16,14 0-4 0,-7-1-7 0,6 4-6 16,8-3-6-16,-8 0-4 0,7-1-3 15,6 1-4-15,-6-4-3 0,7-1-5 0,0-2-9 16,-1-1-7-16,7-7-8 0,-6 3-4 16,6-6-2-16,-7-1-3 0,1-3-1 0,-1 0 1 15,-6-8 1-15,7 5-1 0,-7-9-1 16,-7 4 0-16,8-7-2 0,-8 0-5 0,0 0-1 15,1 0-5-15,-7-7-12 0,6 4-36 16,-6-9-61-16,0 5-82 0,0-8-105 0,-6 5-131 16,6-6-165-16,0-2-174 0,0 4-171 15,0-8-91-15,6 0 8 0,1 0 84 16,0-4 146-16,-1 0 193 0</inkml:trace>
  <inkml:trace contextRef="#ctx0" brushRef="#br0" timeOffset="137716.23">30910 4854 281 0,'0'-7'361'0,"0"-1"52"15,0 4 12-15,-8-3-57 0,8 3-53 0,0 1-28 16,-6-5-14-16,6 8-5 0,0-3-7 16,0-1-7-16,0 4-15 0,0-3-19 0,0 3-27 15,-6 0-35-15,6 0-35 0,0 0-34 16,6 0-27-16,-6 0-18 0,0 0-9 0,0 3-4 16,6 1 5-16,2-1 10 0,4 5 9 0,1-5 9 15,0 8 9-15,0-4 6 0,1 8-1 16,-2-4 0-16,8 5 5 0,-7 2 7 0,7 0 9 15,-8 4 11-15,8 0 4 0,-7 3 8 16,7 1 0-16,-8 3-9 0,2 0-12 0,-1 5-10 16,0-2-11-16,0 2-9 0,-7 2-8 15,1 4-10-15,0-3-7 0,-7 4-6 0,0-5-7 16,0 1-4-16,-7-1-2 0,7 1 4 0,-7 3 4 16,-6-3 4-16,7-1 6 0,-7-2 6 15,0-1 7-15,-1-1 2 0,2-2 6 0,-1-4 4 16,0-1 6-16,0-3 1 0,-7 0 0 15,14-4 1-15,-8-4 2 0,2-2-3 0,5-1-3 16,1 0-1-16,-1-8 2 0,0 4-4 16,7-2-8-16,-6-5-8 0,6 0-10 0,0-5-12 15,-6 3-15-15,6-6-35 0,-7 0-63 0,7 1-92 16,-7-7-120-16,7 3-154 0,-6-4-217 16,6-3-229-16,0-1-181 0,0-2-37 0,0-6 49 15,0 2 117-15,6-4 201 0,1 0 243 16</inkml:trace>
  <inkml:trace contextRef="#ctx0" brushRef="#br0" timeOffset="138470.14">31131 4557 71 0,'0'0'259'0,"0"0"42"0,0-4 6 15,-6 4-24-15,6-3-26 0,0-1-15 0,0 4-15 16,0-4-12-16,0 4-11 0,-8 0-13 16,8-3-4-16,0 3 2 0,0-4 11 15,0 4 13-15,0 0 7 0,0-3-1 0,0 3-16 16,0 0-13-16,0-4-23 0,0 4-29 0,0 0-19 16,0-4-21-16,8 4-13 0,-8-4-22 15,6 4-9-15,0-3-3 0,1-1-5 0,-1 4 2 16,1-4 6-16,6 1 5 0,-7 3 0 15,1 0-5-15,6-3-7 0,0 3-5 0,-6 3-3 16,5-3-8-16,1 0-9 0,-6 3-3 0,0 1-5 16,5 0-4-16,-5-1-3 0,0 5 0 15,-7-4 8-15,6 6 10 0,-6-2 5 0,6-1 10 16,-6 3 8-16,0 2 3 0,0-1-4 0,-6 0-6 16,0 4 0-16,-1-4-5 0,0 0-9 15,1 4-3-15,0-5-3 0,-8 1 4 0,8 0-1 16,-7-4 5-16,7 4 5 0,-1-3 2 15,0-5 5-15,-5 5-3 0,5-4 4 0,7-1-1 16,-7 2 6-16,7-3 6 0,-6-2 6 0,6 4 10 16,0-4 5-16,0 0 13 0,0 4 6 15,0-4 4-15,0 0-4 0,6-4-9 0,-6 4-14 16,7 0-19-16,6 0-18 0,-7-4-13 16,8 4-7-16,-2-2-6 0,1 2-3 0,7-5-2 15,0 5 3-15,-8-3 1 0,8 3 1 16,-1-4 8-16,-5 0 30 0,5 4-5 0,-6-4-2 15,6 4 4-15,-5-3 1 0,-2 3-4 16,-4-4-25-16,4 4 8 0,-5 0 5 0,-7-4-4 16,6 4-1-16,-6 0-1 0,7 0-2 0,-7 0-2 15,0 0-8-15,0 0-13 0,-7 0-23 0,7 4-52 16,-6-4-80-16,-1 4-116 0,-5-1-177 16,-2 1-256-16,2 0-271 0,-2 0-111 0,-5-1-9 15,5 2 69-15,-4-5 156 0,-2 0 252 16</inkml:trace>
  <inkml:trace contextRef="#ctx0" brushRef="#br0" timeOffset="147990.65">28428 8169 189 0,'6'-8'344'0,"-6"1"59"0,0 0 14 0,0-4 3 15,0 4-5-15,0 0-13 0,0-4-1 16,0 3 2-16,0 1-16 0,0-1-26 16,-6 5-41-16,6-1-51 0,0 1-55 0,0-1-49 15,0 4-45-15,0 0-35 0,0 0-24 16,-6 4 2-16,6 3 8 0,0 4 12 0,-7 4 23 16,7 3 26-16,-7 4 19 0,7 3 8 15,-6 5 6-15,6 7-1 0,-7-1-6 0,7 1-10 16,-6 3-10-16,6 4-18 0,-6-3-17 15,6-1-18-15,0 0-16 0,0-4-17 16,0-2-15-16,0-1-12 0,0-4-10 0,0-4-6 16,6-3-2-16,-6-3-2 0,0-5-10 15,6-3-24-15,-6-4-46 0,0-2-67 0,7-5-83 16,-7-7-96-16,0-1-137 0,0-7-147 16,0-4-154-16,0 1-147 0,0-3-42 0,0-1 31 15,0-4 110-15,0 0 150 0,0 0 189 16</inkml:trace>
  <inkml:trace contextRef="#ctx0" brushRef="#br0" timeOffset="148287.54">28383 8201 365 0,'0'-2'487'0,"0"-6"60"16,0 5 52-16,0-1-67 0,0 0-138 15,0 0-101-15,0 4-46 0,6 0-9 16,-6 4-11-16,6 0-10 0,1 3 4 0,6 3 13 15,0 2-10-15,-1 3-27 0,8 0-24 16,0 6-14-16,-1 2-13 0,1-2-18 0,0 5-11 16,-1 0-14-16,7-1-6 0,0 1-11 15,-6 0-17-15,5 0-16 0,-5-5-6 0,0 1-13 16,-1 0-9-16,1-3-12 0,0-4-8 16,-7-1 0-16,-1 1-7 0,2-5 3 0,-8-2-3 15,8-1 2-15,-14-3-2 0,6 0-25 16,-6-4-46-16,0 0-74 0,0 0-100 0,0-8-129 15,-6 1-131-15,6-3-132 0,-8-6-129 16,2 1-58-16,0-3 32 0,-1 0 92 16,7-8 115-16,-7 4 147 0</inkml:trace>
  <inkml:trace contextRef="#ctx0" brushRef="#br0" timeOffset="148586.6">28786 8213 217 0,'0'-14'398'0,"0"-1"56"0,0 0 68 0,0 0-17 16,0 1-64-16,0 3-32 0,0 0-16 15,0 0-15-15,0 4-40 0,0 0-59 16,0 2-64-16,0 2-59 0,0 3-38 0,0 0-15 16,0 8-9-16,7-1 8 0,-7 7 15 15,6 1 21-15,0 3 12 0,-6 4-7 0,8 4 0 16,-2 3-3-16,0 0-3 0,1 5-10 16,-1 3-11-16,1-5-8 0,-1 5-6 0,1-1-9 15,-1 1-5-15,0 0-5 0,2-4-5 16,-2-1-9-16,0 1-8 0,1-8-10 0,0 2-15 15,-1-5-12-15,-6-4-6 0,6 1-7 16,-6-9 0-16,0 1-3 0,7-7-1 16,-7 0 0-16,-7-1-6 0,7-6-44 0,0-1-71 15,-6-3-94-15,6-4-143 0,-6-4-181 16,-8 0-215-16,8-3-199 0,-8-4-64 16,8-1 25-16,-7-2 104 0,0 0 162 0,0-4 209 0</inkml:trace>
  <inkml:trace contextRef="#ctx0" brushRef="#br0" timeOffset="149133.96">28805 7729 189 0,'0'-7'380'0,"0"0"55"0,-6-4 65 0,6 4-30 16,0-1-61-16,-6 1-45 0,6 0-22 16,0 0-20-16,0 2-37 0,0-2-44 0,0 4-49 15,6-5-37-15,-6 5-37 0,6-1-27 0,2 1-22 16,-2-4-5-16,0 3-3 0,1-1-2 16,6 2 7-16,0 0 8 0,-1-2 4 15,2 2-5-15,-1 0-7 0,6 3-15 0,-6-5-9 16,1 5-9-16,-2 5-7 0,-5-5-5 15,6 3-5-15,-7 5 7 0,1-5-2 0,-1 5 1 16,1 3 4-16,-7-4 1 0,0 4 1 16,-7 4 0-16,7-5-4 0,-13 5-5 0,1-1-6 15,-2 5-3-15,2-4-3 0,-2 3-3 16,1-3-1-16,1-1 1 0,-2-3 6 16,8 0 3-16,0-3 4 0,-2 2 9 0,2-6 12 15,0 3 12-15,-1-7 6 0,7 4 9 16,0 0 6-16,0-1 0 0,7-3-5 0,-1 0-10 15,8-3-9-15,5 3-10 0,0-4-13 16,1 0-8-16,-1 1-4 0,7-5-5 16,7 5-3-16,-7-4-4 0,7 2 1 0,-1-1 1 15,-6-2-1-15,7 5 2 0,-7-5-3 16,0 5 4-16,-7-1-1 0,1 1-11 0,-7-1-17 16,0 4-29-16,-6 0-53 0,-7 4-88 15,0-4-131-15,0 7-176 0,-7-4-206 16,1 5-151-16,-1-1-39 0,0 0 34 0,7 1 105 15,-6 2 172-15</inkml:trace>
  <inkml:trace contextRef="#ctx0" brushRef="#br0" timeOffset="149512.47">29580 8331 341 0,'-6'3'543'0,"6"1"95"0,-6-4 78 16,6 4-22-1,0-4-104-15,-7 0-116 0,7 3-90 0,0-3-75 16,7 0-66-16,-7 0-65 0,12-3-48 16,-4 3-40-16,10-4-28 0,-4 0-17 0,5 1-11 15,1-2-10-15,6 3-17 0,-6-3 0 16,5 2-3-16,-5-1-2 0,6 0-1 0,-7 1 0 16,1-1 8-16,-6 4-3 0,5-4-6 15,-6 4-7-15,-7 0-22 0,1 0-34 0,-1 0-61 16,-6 0-103-16,0 4-123 0,-6 0-149 15,-1-1-150-15,1 1-114 0,-7 0-21 0,-6 4 62 16,5-1 103-16,1 0 147 0</inkml:trace>
  <inkml:trace contextRef="#ctx0" brushRef="#br0" timeOffset="149762.35">29606 8506 107 0,'-6'12'442'0,"0"-5"77"0,0 0 56 16,6 0 15-16,-8-3-37 0,8 0-69 15,0-1-53-15,8 1-32 0,-2-1-24 0,0-3-37 16,8 5-66-16,5-5-63 0,1 0-51 16,-2 0-35-16,9-5-26 0,-7 5-22 0,6-3-15 15,0-1-10-15,-1 4-6 0,1-3-4 16,-6-1 1-16,0 4 2 0,-1-4-2 16,-5 4-3-16,-8-3 0 0,7 3-4 0,-7-4-1 15,1 4-5-15,-7 0-7 0,6-4-4 16,-6 4-21-16,0 0-43 0,-6-3-71 0,6 3-118 15,-7 0-163-15,1-4-200 0,-1 4-213 16,-5-3-99-16,4-2-8 0,2 2 77 0,0-1 143 16,-1-3 190-16</inkml:trace>
  <inkml:trace contextRef="#ctx0" brushRef="#br0" timeOffset="150250.65">30395 8085 304 0,'0'-7'469'0,"-6"-1"69"16,6 1 73-16,0 0-24 0,-7 0-75 16,7 2-70-16,0-1-55 0,-7 1-48 0,7 5-60 15,0-3-75-15,0 3-71 0,0 0-40 16,-6 3-21-16,6 8-2 0,0 1 8 0,-7-1 14 16,7 7 13-16,0 0 11 0,-6 4 3 15,6 0 8-15,0 5 11 0,-7 0 5 16,7 7 8-16,0-1 4 0,-7 4-4 0,7 0-16 15,-6-5-19-15,6 5-20 0,0-4-23 16,0-1-21-16,0-2-13 0,0 0-7 0,6-4-7 16,-6-1-4-16,7-7-4 0,-7 1-1 15,7-5-3-15,-7-3-1 0,6 0-4 16,-6-8-1-16,7 5-1 0,-7-8-9 0,6 4-32 16,-6-8-59-16,7 4-84 0,-7-8-125 15,7 2-176-15,-7-5-194 0,6 0-191 0,-6 0-107 16,0-4-6-16,6-3 79 0,0-1 150 15,2 1 187-15</inkml:trace>
  <inkml:trace contextRef="#ctx0" brushRef="#br0" timeOffset="150753.01">30630 8158 4 0,'0'-7'472'0,"6"-1"116"16,-6 1 85-16,0 0 82 0,-6-4-55 0,6 4-156 15,0 3-121-15,0-3-95 0,-8 3-69 0,8 1-75 16,-6-2-60-16,6 5-43 0,0-3-29 16,0 6-20-16,-6 2-13 0,6-2 0 15,-6 8 1-15,-2 0 5 0,2 0 9 0,0 3 11 16,-1 1 7-16,7 1 7 0,-6 1 9 0,-1 5 5 16,0 0 3-16,7 4 3 0,-6 0 1 15,6 3 3-15,0 0 0 0,0 0 7 0,0 1 3 16,6-2 6-16,1-2 3 0,0 4 2 0,-1-8 1 15,7 0-5-15,1 0-9 0,-2-4-11 16,8-3-10-16,-7-1-10 0,7-2-11 0,-2-5-9 16,2-3-7-16,7-4-3 0,-1 0-2 15,0-8 0-15,-1 1 6 0,1-8 11 0,1 0 21 16,-8-2 15-16,8-2 17 0,-8-3 14 0,-6-4 5 16,6-3-5-16,-5 0-13 0,-8-4-15 15,0 0-14-15,1 0-33 0,-7 0-37 16,-7 3 0-16,1 2 0 0,0 2 0 0,-8 0 0 15,1 5 0-15,-6 1 0 0,0 2 0 0,-8 4 0 16,8 3 0-16,-8 0 0 0,1 4 0 16,1 2 0-16,-1 2 0 0,0 3 0 0,-1 3 0 15,7 2 0-15,-5 2 0 0,5 0-148 16,8 4-151-16,-8 0-79 0,6-4-71 0,2 4-91 16,5 0-111-16,1 0-135 0,6-4-150 0,0 5-35 15,0-9 38-15,0 1 102 0,6 0 155 16,1-8 193-16</inkml:trace>
  <inkml:trace contextRef="#ctx0" brushRef="#br0" timeOffset="151118.23">30922 7689 50 0,'7'-14'531'0,"-1"2"138"16,-6-2 91-16,7 0 80 0,-7 3-71 0,6 0-160 15,-6 3-154-15,0 0-122 0,0 2-84 0,0 1-75 16,0 5-90-16,0 0-36 0,0 0-21 0,7 8-9 0,-7 0 0 16,0 3 4-16,-7 0 27 0,7 3-7 0,0 4 1 15,-6 1-2-15,-1-1-3 0,1 0-5 16,-1 0-2-16,1 2 0 0,0-3 3 16,-8-2 5-16,14 0 9 0,-6-4 6 0,-1 0 11 15,1-4 10-15,6 0 10 0,0-3 10 0,0-1 6 16,0 1 5-16,0-4 1 0,0 0-10 15,6 0-17-15,7 0-18 0,7-4-20 0,-1 4-14 16,1-3-13-16,6-1-7 0,0-3-6 0,-7 4-1 16,7-1 0-16,1-1-1 0,-1 5-5 15,-6-3-14-15,-1 0-26 0,0 3-42 0,-6-4-52 16,-6 4-60-16,6 0-78 0,-7 0-79 16,-6-4-93-16,0 4-89 0,0 4-112 0,-6-4-102 15,0 0-62-15,-8 0 17 0,1 0 80 16,0 0 108-16,0 0 152 0</inkml:trace>
  <inkml:trace contextRef="#ctx0" brushRef="#br0" timeOffset="151368.12">31085 7741 274 0,'0'-5'514'0,"0"-2"119"0,0 4 105 16,0-1-16-16,0 4-80 0,0-4-113 0,0 4-111 16,0-3-110-16,-6 3-100 0,6 3-70 15,6 1-40-15,-6 3-13 0,0 5 7 0,7 6 22 16,-7 1 31-16,6 2 21 0,-6 8 14 0,7 4 4 15,-1 0-6-15,-6 4-13 0,6 4-22 16,2-6-17-16,-8 2-13 0,6 0-9 16,0-4-9-16,1-4-11 0,-1-3-10 0,1 0-9 15,-7-4-16-15,6-7-13 0,1 0-11 0,-7-5-8 16,0 1-4-16,6-4-12 0,-6-3-43 16,0-1-65-16,0-3-96 0,-6-3-119 15,-1-4-177-15,1-1-214 0,-1-6-228 0,-6-1-91 16,-7-3 8-16,1 0 75 0,-7-5 152 0,0 1 209 15</inkml:trace>
  <inkml:trace contextRef="#ctx0" brushRef="#br0" timeOffset="151989.99">28219 7466 78 0,'0'-15'325'0,"0"5"45"16,-6-2 40-16,6 1-39 0,-6-3-65 16,-1 7-51-16,7-5-30 0,-7 1-9 0,1 4 1 15,6 0 10-15,-7 0 7 0,7 3-2 16,-6-4-8-16,6 5-22 0,0 3-34 15,-6-4-42-15,6 8-31 0,0-1-3 0,0 5 6 16,0 6 16-16,0 5 27 0,-7 6 27 16,7 4 14-16,0 4 0 0,0 8-9 0,7 3-14 15,-7 7-20-15,0 4-11 0,0 7 4 16,0 4 4-16,0 7 13 0,0 9 11 16,0-3 9-16,0 6-3 0,0-1-16 0,-7 4-14 15,7 4-18-15,0-5-12 0,0 2-9 16,0-1-6-16,0-4-6 0,0-7-8 0,-7-1-7 15,7-5-5-15,0-6-4 0,0-2-6 16,0-9-6-16,0-5-8 0,0-2-8 0,0-11-7 16,0-3-6-16,0-7-6 0,0-4-1 15,0-7-3-15,0-5-2 0,0-5-20 0,0-10-41 16,0-2-57-16,7-7-79 0,-7-9-91 16,7 1-109-16,-1-7-119 0,7-4-148 0,-7-7-175 0,8-4-151 15,-8-4-27-15,8-6 48 0,-8-5 101 0,6-3 170 16,-5-4 221-16</inkml:trace>
  <inkml:trace contextRef="#ctx0" brushRef="#br0" timeOffset="152864.23">28357 7579 344 0,'0'-29'428'0,"-7"0"40"0,0 0 45 16,1 6-68-16,-1-2-99 0,7 6-38 15,-6-2-4-15,-1 5 0 0,7 2-12 0,0 0-34 16,0 3-48-16,0 3-47 0,7 1-47 16,-1 0-37-16,14 4-19 0,-1 3-4 0,7 0 5 15,7 0 12-15,-1 3 11 0,14-3 14 16,0 3-1-16,0-3-5 0,11 4-6 16,9-4-11-16,-1 0-10 0,13 0-16 0,13-4-3 15,1 4-8-15,12 0-3 0,-6-3 5 0,6 3 6 16,-1-3 8-16,15 3 9 0,-1-5 3 15,1 2 1-15,5 3-2 0,1-5-3 0,0 2-1 16,0-1-7-16,6 1-3 0,-7-1-8 16,7 0-8-16,1 1-3 0,-7-1-6 0,0 1-6 15,-7-1-2-15,-7 4 2 0,2-4 6 0,-9 4 5 16,-11-3 3-16,-1 3 11 0,-13-5 7 16,-6 2 8-16,-7-4 2 0,0 3 3 0,-13-2 6 15,-7-6 13-15,1 5 13 0,-7-4 22 16,-6 4 21-16,-7-4 19 0,-6 0 24 0,-1 0 15 15,-6 3 15-15,0 0-77 0,0 1-136 0,-6 0 0 16,-1 0 0-16,-6 3 0 0,0 0 0 16,6 1 0-16,-6-1 0 0,0 4 0 0,0-3 0 15,-6 3 0-15,6 3 0 0,-6 1 0 0,-1-1 0 16,0 8 0-16,-5 0 0 0,5 9 0 16,-6-3 0-16,6 9 0 0,-5 4 0 15,-2 2 0-15,8 8 0 0,-8 4 0 0,2 4 0 16,-1 2 0-16,6 6 0 0,-6 6 0 0,7 1 0 15,0 2 0-15,-2 6 0 0,8-2 0 0,0 1 0 16,0-5 0-16,0 4 0 0,8-2 0 16,-2-1 0-16,0-3 0 0,7 2 0 0,0-3 0 15,-6-4 0-15,5 5 0 0,2-8 0 16,-8 4 0-16,8-8 0 0,-8 1 0 0,0-8 0 16,1-1 0-16,-1-2 0 0,-6-9 0 15,0-3 0-15,-6 1 0 0,-1-8 0 0,1-4 0 16,-7 1 0-16,-6-5 0 0,-1 1 0 0,-6-4 0 15,-1-3 0-15,-5 3 0 0,-7-4 0 16,-6 0 0-16,-7-3 0 0,-14 3 0 0,1-3 0 16,-7 3 0-16,-12-4 0 0,-7-3 0 15,-7 5 0-15,-6-2 0 0,-14 1 0 0,1-4 0 16,-13 3 0-16,0 1 0 0,-14 0 0 0,2 3 0 16,-15 0 0-16,7 0 0 0,-13 5 0 15,7-5 0-15,-13 4 0 0,6 3 0 0,0-2 0 16,6 1 0-16,8-1 0 0,6-1 0 0,6 0 0 15,7-3 0-15,12-1 0 0,21 0 0 16,5-3 0-16,21-4 0 0,12 4 0 16,13-4 0-16,7 0 0 0,13-4 0 0,14 4 0 15,5-4 0-15,7 1 0 0,7-1 0 16,5 4 0-16,8-4 0 0,0 4 0 0,5 0 0 16,-5 0-21-16,0 0-741 0,-7 0-315 15,7 0-176-15,-14 0-32 0,0 0 62 16,-6-8 139-16,0-2 245 0,-12 0 331 0</inkml:trace>
  <inkml:trace contextRef="#ctx0" brushRef="#br0" timeOffset="164697.13">32831 8056 23 0,'0'-7'299'0,"0"2"55"0,0-1 55 16,0-2-47-16,0 0 39 0,0 2-16 0,-7-3 7 15,7 6 8-15,0 0-6 0,0-1-30 0,-6 0-43 16,6 1-71-16,0 3-54 0,-7 3-47 16,7 1-22-16,-7 3-11 0,7 5 5 0,-6-2 17 15,0 8-2-15,-1 1 3 0,0 3-3 0,7 0 4 16,-6 3-2-16,0 1-6 0,6 0-10 16,-7 3-13-16,7-4-12 0,0 1-18 0,0 0-14 0,0 0-17 15,0-4-10-15,7-4-9 0,-7 4-7 0,6-7-6 16,-6-1-6-16,6-3-5 0,-6 0-2 15,0-3 1-15,7-4-4 0,-7 2-28 0,0-6-44 16,0 0-61-16,0 0-83 0,0-6-123 0,7 2-147 16,-7-4-170-16,0-3-171 0,0 0-71 15,0 1 10-15,0-2 84 0,6-2 130 0,0-1 186 16</inkml:trace>
  <inkml:trace contextRef="#ctx0" brushRef="#br0" timeOffset="165134.45">33091 8078 191 0,'0'-8'381'0,"7"-3"57"0,-7 3 56 16,6-5-64-16,-6 1-40 0,7 2-32 0,-7-2-16 16,0 1-18-16,0 0-23 0,0 4-30 0,-7 0-41 15,7-1-62-15,-6 5-52 0,-1-1-40 0,0 0-31 16,1 4-27-16,-7 0-11 0,0 4-3 15,7 3-4-15,-7-3 1 0,-1 4-1 0,2-1 7 16,5 4-5-16,0-4 3 0,1 3 2 16,6 2 2-16,-6-1 4 0,12 0 7 0,-6-1 7 15,6 2 10-15,8-1 9 0,-2 0 10 0,2 0 3 16,5 4 3-16,1-4 2 0,-1-1-7 16,1 5-1-16,-1-4 3 0,8 5 3 0,-15-6 4 15,8 1 4-15,-1 4 0 0,-5-4-3 16,-2 3 3-16,-5-2 3 0,0-2 2 0,-7 1 6 15,6 3 10-15,-12-6 11 0,-1 3-1 0,0 0 5 16,1-4 3-16,-14 0-1 0,7 1-4 0,0-4-8 16,-6 0-6-16,-1-1-12 0,7-3-14 15,-6 0-12-15,6 0-13 0,-7-3-7 0,0-1-11 16,8 0-8-16,-1-4-5 0,-1 6-19 0,2-3-38 16,5-2-50-16,-6 3-69 0,7-3-82 15,-1 3-112-15,7-3-124 0,0-1-144 0,0 1-143 16,0 0-107-16,7 0-11 0,-1-4 64 15,0-1 115-15,8 2 165 0</inkml:trace>
  <inkml:trace contextRef="#ctx0" brushRef="#br0" timeOffset="165759.32">33293 7894 138 0,'0'-18'324'0,"0"-4"40"0,-6 0 49 0,-1-3-50 16,0-1-75-16,-6 0-31 0,7 0-13 0,-7 4 11 15,0-3 35-15,-1 3 17 0,2 4 1 16,-1-5-14-16,-7 9-15 0,8-5-28 0,-8 5-70 16,0-1-49-16,7 5-33 0,-7-2-14 0,-6 5-7 15,7 0-13-15,-1 3-6 0,1 0-9 0,-7 4-1 16,6 0 0-16,0 4-11 0,-5 0 0 16,-1 7-4-16,0-1 3 0,0 2 0 15,-1 2 3-15,-5 4 6 0,6 1 6 0,-7 0 8 16,1 6 4-16,-7 1 3 0,6-1 8 0,1 4-1 15,-1 1-5-15,1 3-6 0,-1 0-1 16,7-1-1-16,0 5-8 0,6 0 3 0,1 0 3 16,5-1 14-16,-4 4 10 0,10-3 11 15,-4 0 11-15,12 3 8 0,-7-3 12 0,14 3-5 16,-7 0 3-16,6 1-4 0,0-1-7 16,8-3-5-16,5 2-8 0,1 3 1 0,0-6-1 15,6 1-1-15,6-1 0 0,7 1-3 0,0-4-4 16,7 0-61-16,-1-4-30 0,8-3 0 15,-8 0 0-15,13-8 0 0,-5 0 0 0,6-7 0 16,-1 0 0-16,1-7 0 0,-1-1 0 16,8-3 0-16,-9-7 0 0,9 0 0 0,-14-4 0 15,7-8 0-15,-7 1 0 0,-7-8 0 0,1 1 0 16,-13-1 0-16,-1-7 0 0,1-3 0 0,-7-1 0 16,-6-3 0-16,-1-1 0 0,-6-2 0 0,0-5 0 15,-13 4 0-15,0-8 0 0,-6 1 0 0,-8 0 0 16,1 0 0-16,-7-4 0 0,-6 3 0 15,1 0 0-15,-7 9 0 0,-8-1 0 0,1 0 0 16,-6 4 0-16,5 3 0 0,-5 4 0 0,-8 3 0 16,8 1 0-16,-1 4 0 0,7 6 0 0,1 1 0 15,-2 4 0-15,14 2 0 0,0 6 0 0,7 1 0 16,-1 5 0-16,1 5 0 0,5-2 0 16,2 9 0-16,-2-2 0 0,1 1 0 0,7 3-134 15,0 5-320-15,-2-1-149 0,8 0-214 16,0 0-239-16,0 1-78 0,0 0 12 0,0-5 74 15,0 5 153-15,-6-8 255 0</inkml:trace>
  <inkml:trace contextRef="#ctx0" brushRef="#br0" timeOffset="182776.66">25569 659 62 0,'-7'-4'268'0,"1"1"50"0,-8-4 8 0,8 3 8 0,-7 1-11 32,7-2-27-32,-1 2-24 0,1-1-33 0,-1 4-27 15,1 0-3-15,-1 4 16 0,0 4 25 0,1 2 17 0,0 1 27 0,-1 7 18 0,0 4-18 16,1 0-35-16,0 8-42 0,-1 2-32 0,7 5-22 31,-6 4-25-31,-1 3-24 0,0 7-17 16,1 7-17-16,0 1-15 0,-1 7-19 0,0 3 0 15,1 5 18-15,0 10 23 0,-1 4 20 0,-6 10 18 0,6 2 13 0,-5 6-7 0,4 5-15 16,-4-3-16-16,6 7-14 0,-8-2-14 0,8 1-4 16,-1-5-5-16,1 5-12 0,0-4-5 15,-2-4-8-15,8 0-5 0,-6 1-4 0,6-1-5 16,-6-4-1-16,0-3-6 0,-2 0-3 0,2-7 3 15,0-4 1-15,-1-4-2 0,1-4 2 32,-1-3-1-32,0-4-1 0,7-2-4 0,-6-6 0 0,6-2-5 0,-6-8-5 0,6-4 0 15,-6-7 1-15,6-4-7 0,0-7 1 32,-8-3 3-32,8-8 5 0,0-4-1 0,0-3 1 0,0-8 5 0,0-3-4 0,0-4-16 15,0-4-31-15,0-8-51 0,0-5-61 16,0-3-75-16,0-7-84 0,0-7-101 0,0-3-124 15,0-10-145-15,8-5-167 0,-2-9-77 16,0-2 7-16,-6-7 70 0,13-7 131 16,-6-7 181-16</inkml:trace>
  <inkml:trace contextRef="#ctx0" brushRef="#br0" timeOffset="184536.15">25477 641 62 0,'14'0'213'0,"12"-3"28"0,-7-2-48 0,7 5-10 0,0-3 6 16,7-1-14-16,0 1-14 0,5-1-10 15,2 0-11-15,5 1-9 0,-6-1-11 0,7 0-16 16,-1 1-9-16,8-2 1 0,-1-2-3 0,-1 4-8 15,8-2-11-15,-6 2-8 0,12 0-3 32,-7 3-4-32,7-4-2 0,0 4 0 0,7-4 2 0,0 4-3 0,-1 0 6 0,1 0 0 0,0 0 2 31,6 0-7-31,0 0 1 0,0 0 0 0,7 0-10 0,6 0 4 0,0 0 8 0,7 0 13 16,-7 0 8-1,6 0 12-15,2 0 8 0,-2 4-12 0,1-4-13 16,-1 0-15-16,1 0-15 0,7 0-19 0,-8 4-10 15,1-4 3-15,-1 0-3 0,-5 0 3 0,-1 0 1 16,-6 0 4-16,6 0 2 0,0 0 84 16,0 0-44-16,-7 0-26 0,8 0-11 0,-8 0-3 15,-5-4-1-15,5 4-93 0,-5 0 49 16,-2 0 25-16,2-4 11 0,6 4 3 0,0 0-7 16,-8-3 0-16,8 3 2 0,-7 0-4 0,0 0-3 15,-6-3 2-15,6 3-1 0,-6-5 10 0,-7 5-1 16,7 0 7-16,-7-4-3 0,-6 4-2 0,6 0 7 15,-7-3-13-15,0 3 3 0,-5-4 1 0,-1 4 3 16,0-3 2-16,0 3-2 0,0-4 5 0,-7 4-10 16,1-4-1-16,0 1 1 0,0 3 9 0,6-4 2 15,-7 4 1-15,0-3 1 0,8-1 0 0,-1 4-5 16,1-3-11-16,-2 3-4 0,1-4-5 0,1 4-8 16,-2-5 0-16,2 5 2 0,-7-3 3 0,5 3-2 15,-5-3 0-15,-7 3 10 0,6-4-9 0,1 0 1 16,-7 1-1-16,0 3 2 0,1-3-1 15,-2-2-2-15,1 5 4 0,-6-3-5 0,7-1 0 16,-15 4 1-16,7-5 7 0,-5 3 8 0,-1 2 5 16,-6-4 6-16,6 0 8 0,-7 1 6 0,1 3-5 15,-8-4-3-15,8 1-7 0,-7 3-4 0,7-5-4 16,-8 5-4-16,-4-2 2 0,4 2 1 0,2 0 4 16,-8-5 1-16,0 5-3 0,1 0-3 0,-1 0-1 15,1 0-9-15,0 0-5 0,-7 0 0 0,6 0-1 16,-6 0 0-16,6 0-5 0,-6 5 8 0,6-3-1 15,-6 3 2-15,0-2-1 0,8 4-2 0,-8 1 8 16,0-1 1-16,0 5 4 0,6-2 11 0,-6 0 21 16,6 6 14-16,1-2 10 0,-7 4 6 0,13 1 9 15,-6 2 2-15,5 6-8 0,2-5 3 0,-8 7-3 16,7-1 3-16,0 3-9 0,0 1-6 16,0 1-6-16,-6 1-11 0,-1 3-11 0,8 2-9 15,-14 2-5-15,6-1-4 0,-6 0-5 0,0 4-1 16,0-4 1-16,0 5-1 0,-6-5 3 0,-2 0 1 15,2 0 2-15,0 1 2 0,-1-2 3 16,-6 5 1-16,0-2 0 0,7 2 5 0,-8-5 2 16,2 1 6-16,-2 5 11 0,2-5 11 0,-8 4 6 15,13-4 1-15,-5 4-2 0,-2-4 1 16,2 4-11-16,-2-3-9 0,8 3 6 0,-7-4 6 16,7 0-1-16,-2 4 5 0,2 0 14 0,0-4 5 15,6 5-6-15,0-2 6 0,0 6 10 16,0-5-31-16,0 3-61 0,6 0 0 0,0 1 0 15,2 4 0-15,-2-5 0 0,0-3 0 0,1 3 0 16,6 2 0-16,0-5 0 0,-7-1 0 0,8 1 0 16,-2 0 0-16,-5 0 0 0,6 0 0 0,0 0 0 15,-7-4 0-15,8 4 0 0,-8-3 0 16,0-1 0-16,1 0 0 0,-7 0 0 16,0-2 0-16,0-2 0 0,0 1 0 0,0-5 0 15,0 5 0-15,0-8 0 0,0 4 0 0,0-4 0 16,-7-4 0-16,1 4 0 0,6-2 0 15,0-5 0-15,-6 0 0 0,6-4 0 0,0-3 0 16,-7-1 0-16,7 1 0 0,0-4 0 16,-7-3 0-16,7-2 0 0,0 3 0 0,-6-6 0 15,0 4 0-15,-1-3 0 0,-6-1 0 16,0 1 0-16,-7 0 0 0,1-1 0 0,-7-3 0 16,-6 0 0-16,-8 0 0 0,-5 4 0 0,6-4 0 15,-7 0 0-15,-7 3 0 0,2 1 0 0,-2 1 0 16,1-2 0-16,-7 0 0 0,-6 5 0 15,0-1 0-15,-6 0 0 0,0 0 0 0,-2-3 0 16,-11 4 0-16,6-1 0 0,-7 0 0 0,-6 1 0 16,-1-5 0-16,1 5 0 0,-13-4 0 0,1 3 0 15,-8-4 0-15,7 5 0 0,-14-4 0 16,7 3 0-16,1-4 0 0,-7 5 0 16,-1-1 0-16,7-3 0 0,-5 2 0 0,5 3 0 15,-1-2 0-15,-4-4 0 0,-1 4 0 16,-1 1 0-16,-6-1 0 0,7-4 0 0,-7 6 0 15,1-3 0-15,-8 2 0 0,1-2 0 16,-7 7 0-16,7-6 0 0,-6 0 0 0,5 0 0 16,-6 4 0-16,0 1 0 0,1-5 0 15,6 3 0-15,-8 2 0 0,8-2 0 0,0 1 0 16,7 0 0-16,-7 1 0 0,6 2 0 16,0-3 0-16,7-3 0 0,6-1 0 0,0 4 0 15,7-4 0-15,-6 0 0 0,11-3 0 16,1 4 0-16,7-4 0 0,0 2 0 0,7-2 0 15,6 0 0-15,6-1 0 0,0 1 0 0,14 0 0 16,-8-4 0-16,15 3 0 0,5 1 0 16,1-1 0-16,6-3 0 0,5 4 0 0,9-4 0 15,-1 4 0-15,6-4 0 0,0 0 0 16,7 3 0-16,7-3 0 0,0 0 0 16,-2 0 0-16,2 4 0 0,0-4 0 0,6 0 0 15,0 0 0-15,0 0 0 0,0 0 0 16,0 0 0-16,0 0 0 0,0 0 0 15,0 0 0-15,0 0-322 0,0 0-140 0,6 0-194 16,-6-4-274-16,6 1-180 0,-6-1-37 0,14-7 44 16,-8 4 101-16,7-4 191 0,13 1 303 15</inkml:trace>
  <inkml:trace contextRef="#ctx0" brushRef="#br0" timeOffset="185189.96">27978 4382 69 0,'0'-4'306'0,"0"-1"54"0,-6 2 40 0,-1 0-60 16,1-1-13-16,6 0-36 0,-6 1-28 15,-8-5-14-15,8 8 18 0,-7-3 14 16,-7 3 8-16,8 0-6 0,-8 3 2 0,0 1-16 16,1 0-33-16,-7 7-41 0,0 0-31 15,0 7-19-15,-7 3-21 0,1 9-8 0,-7 3-4 16,-1 11 10-16,1 4 3 0,-6 7 6 15,5 3 17-15,-5 12 14 0,6-1 7 0,-1 9 2 16,8 2 11-16,6 1-2 0,7 3-11 16,-1 0-10-16,14 8-5 0,-1-4-9 0,7 4-16 15,13-1-4-15,1-3 3 0,4-4 10 16,9 0-1-16,-1-3-2 0,13-1-124 0,-1-6-11 16,2 0 0-16,-1-5 0 0,0-4 0 15,1-5 0-15,-1-2 0 0,-7-8 0 16,1-5 0-16,-1-1 0 0,-6-8 0 0,0-6 0 15,-7-4 0-15,1-4 0 0,-7-8 0 16,-6-3 0-16,6 0 0 0,-7-7 0 0,-6-4 0 16,0 0-221-16,0-4-251 0,-6-4-133 15,-1 1-153-15,-6-3-176 0,0-1-123 0,1-5-8 16,-8 6 62-16,0 0 131 0,-6-2 187 16,7 1 237-16</inkml:trace>
  <inkml:trace contextRef="#ctx0" brushRef="#br0" timeOffset="185642.96">27529 6579 84 0,'0'7'647'0,"-6"1"149"0,-1 0 82 15,7-5 52-15,-7 3-71 0,7-1-202 0,0 2-203 16,7 4-100-16,0-3-29 0,6 3-6 16,0 0-17-16,0 0-16 0,13 3-22 0,-7-3-22 15,1 0-39-15,6 4-41 0,0-5-35 16,7 2-42-16,-7-1-30 0,-1-1-26 0,1-1-9 15,-6 1-6-15,-7-6-11 0,7 3-15 16,-8-3-28-16,8-4-45 0,-6-4-53 0,-2 0-51 16,1 1-58-16,-6-4-52 0,6-5-37 0,-7-2-31 15,8-1-22-15,-8 0-11 0,7-3 16 16,-7-4 44-16,1 0 53 0,6 0 66 16,-7 0 69-16,2 1 87 0,-2 3 84 0,0-1 67 15,0 1 71-15,1 3 57 0,-7 4 46 16,0 3 16-16,0 1-5 0,-7 4-6 0,7 3-6 15,-6 0-1-15,0 7 2 0,-8 4 9 16,2 3 12-16,-2 5 3 0,-5 2-5 16,6 1-14-16,-6 4-13 0,5-1-160 0,-5 2-92 15,6 2 0-15,6-7 0 0,-5 4 0 16,4-5 0-16,2-2 0 0,0-5 0 0,-1 2 0 16,7-10 0-16,0 2 0 0,0-2 0 15,0-6 0-15,0 0 0 0,7-3 0 0,-7 0 0 16,6-5 0-16,-6 2 0 0,6 1-464 15,-6-6-212-15,0 4-245 0,0-7-207 0,8 2-55 16,-16-2 38-16,8-1 103 0,0-7 193 16,-6 4 277-16</inkml:trace>
  <inkml:trace contextRef="#ctx0" brushRef="#br0" timeOffset="189529.24">28474 5905 143 0,'0'0'217'0,"0"0"8"0,0 0-61 16,0-3-64-16,0 3-42 0,6-8-25 15,-6 5-13-15,7-4-8 0,-1-5-10 0,0 5-15 16,1-8-28-16,0 4-41 0,-1-3-74 16,-6-5-37-16,6 1-16 0,-6 0 1 0</inkml:trace>
  <inkml:trace contextRef="#ctx0" brushRef="#br0" timeOffset="190561.26">27341 12196 268 0,'0'-12'433'0,"6"-2"87"0,-12 3 88 16,6-4 20-16,0 4-52 0,-7-4-39 0,7 9-36 15,-7-6-41-15,1 5-72 0,6 0-87 16,-7 3-75-16,1 0-59 0,6 4-40 0,-7 4-28 16,0 3-9-16,7 4 6 0,-6 7 18 15,0 4 19-15,0 11 8 0,6 1 2 0,-8 6-5 16,2 4-13-16,6 4-23 0,0-1-24 16,-6 4-19-16,6 1-14 0,0-5-20 0,-7-3-9 15,7 0-6-15,0-4-7 0,0-7-25 16,0 1-46-16,0-9-57 0,0-3-68 0,0-4-85 15,0-3-135-15,0-8-168 0,0-7-174 16,7-7-151-16,-7-4-43 0,0-7 25 16,6-5 108-16,-6-9 175 0,0-5 208 0</inkml:trace>
  <inkml:trace contextRef="#ctx0" brushRef="#br0" timeOffset="190764.41">27268 12371 49 0,'0'-25'467'0,"-6"-1"110"0,6 0 106 15,-6 4 97-15,6 4-71 0,-7 3-127 0,7 4-94 16,-6 4-85-16,6 0-94 0,0 3-91 15,0 1-77-15,0 3-52 0,6 3-33 16,1 3-8-16,5 6 4 0,2 7 7 0,5 3 13 16,1 3 12-16,6 9 0 0,-6-2-5 15,5 9-10-15,-5-1-12 0,0 0-13 0,6 4-16 16,-7-4-8-16,1 1-9 0,-1-1-4 16,-6-3-4-16,0-5-9 0,0-2-21 15,-6-4-46-15,-1-4-51 0,0-4-71 0,-6-7-120 16,8-4-144-16,-8-7-147 0,-8-3-118 15,8-8-99-15,-6-4-10 0,0-7 78 16,6-8 128-16,0-6 159 0</inkml:trace>
  <inkml:trace contextRef="#ctx0" brushRef="#br0" timeOffset="190967.4">27582 12390 210 0,'0'-37'493'0,"6"4"110"16,-6 0 109-16,-6 4 60 0,6 4-130 0,0 2-99 16,-8 2-64-16,8 5-75 0,0 2-91 15,-6 7-79-15,6-1-63 0,0 4-45 16,6 8-30-16,2 7-12 0,-8 4 13 0,6 11 17 15,0-1 20-15,1 8 9 0,-1 4 2 16,1 3-8-16,0 4-20 0,-1 3-19 16,-6-3-18-16,6 4-20 0,-6 0-23 0,6-8-12 15,-6 4-13-15,0-7-37 0,8-5-72 0,-8-2-91 16,6-4-137-16,0-8-200 0,1-4-257 16,6-6-189-16,0-8-54 0,7-3 27 15,6-12 107-15,-1 0 182 0,15-4 248 0</inkml:trace>
  <inkml:trace contextRef="#ctx0" brushRef="#br0" timeOffset="191161.69">28207 12572 226 0,'12'0'676'0,"-4"0"132"0,4 0 85 0,-6-3 59 16,1-1-153-16,6 4-224 0,-6-3-193 16,5-5-123-16,2 5-77 0,5-5-59 0,1 5-44 15,0-4-36-15,6-1-27 0,-1 1-56 16,1 0-81-16,0-1-147 0,1 1-212 15,-8 0-269-15,7-1-149 0,-13 1-37 0,0 3 31 16,-6 0 122-16,-7 4 196 0</inkml:trace>
  <inkml:trace contextRef="#ctx0" brushRef="#br0" timeOffset="191323.19">28357 12658 507 0,'-7'14'764'0,"0"-8"105"0,1 6 71 15,-1-8 0-15,7 3-206 0,0-7-241 16,0 4-161-16,0-1-91 0,13-3-62 0,-6 0-50 15,12 0-42-15,1-3-32 0,-1 3-23 16,7-4-13-16,0 4-12 0,1 0-31 0,-1-4-69 16,0 4-109-16,0-3-162 0,-7-1-211 15,1 4-257-15,-7-4-110 0,0 1-10 32,0-2 70-32,-7-1 141 0,-6-2 198 0</inkml:trace>
  <inkml:trace contextRef="#ctx0" brushRef="#br0" timeOffset="191734.11">29880 12228 54 0,'-6'-18'454'0,"-1"-3"88"0,7-2 79 0,0 1 102 16,0 0-76-16,0 3-113 0,0 2-68 15,7 2-46-15,-7 4-51 0,0 4-87 0,0-1-72 16,0 4-56-16,0 4-38 0,0 4-20 16,0 4-2-16,0 5 17 0,0 7 17 15,0 6 27-15,0-1 11 0,0 8 1 0,6 0-7 16,-6 7-16-16,0 0-18 0,0 0-36 15,6 5-16 1,-6-2-16-16,8-2-19 0,-8 3-11 0,0-7-10 16,6-1 9-16,-6-3-12 0,0-3-5 15,0-4-13-15,0-6-37 0,0-4-56 0,6-2-71 16,-6-3-119-16,0-3-192 0,0-8-252 16,7-5-224-16,-7-5-83 0,6-5-3 0,1-4 78 15,6-1 171-15,0-6 252 0</inkml:trace>
  <inkml:trace contextRef="#ctx0" brushRef="#br0" timeOffset="192093.48">30245 12247 129 0,'6'-19'574'0,"2"5"133"16,-2 3 102-16,-6-1 83 0,0 2-130 16,0 2-173-16,0 1-173 0,0 3-118 0,-6 4-84 15,-2 4-67-15,2 3-35 0,0 4-14 0,-1 1 0 16,-6 6-7-16,6 1-5 0,1 6-9 15,0 0-11-15,6 4-14 0,0 0-11 16,0 5-7-16,0-1-5 0,6 0-3 0,7-4 5 16,-7 1 10-16,8-5 12 0,6-3 15 15,-8 0 17-15,8-4 26 0,-1-7 22 0,-5-3 19 16,4 0 17-16,2-8 14 0,7-8 8 16,-9 0 1-16,2-6 6 0,-7-1 10 15,7-7-179-15,-8 0-29 0,2-3 0 0,-8-5 0 0,1 4 0 16,0-7 0-16,-7 5 0 0,-7-2 0 15,0 5 0-15,1-1 0 0,-8 0 0 16,-4 4 0-16,-2 4 0 0,1 3 0 0,-7 1 0 16,-1 3 0-16,1 4 0 0,6-1 0 0,-5 4 0 15,5 0 0-15,8 4-181 0,-8 0-328 16,6 0-117-16,8 0-129 0,-1 0-150 16,7 0-134-16,0-3-21 0,7-1 62 0,-1 0 132 15,8-6 180-15,-2 2 216 0</inkml:trace>
  <inkml:trace contextRef="#ctx0" brushRef="#br0" timeOffset="192952.57">30571 11829 151 0,'13'-26'494'0,"-7"-3"135"0,0 3 117 16,2 0 77-16,-8 1-115 0,0 0-114 16,0 3-88-16,-8 0-103 0,2 3-94 0,0 4-80 15,-1 1-67-15,-6-1-43 0,0 8-37 16,1 0-29-16,-2 3-20 0,1 0-15 0,0 4-10 15,0 4-4-15,7 3-1 0,-2 1-5 16,8-1 0-16,0 4 1 0,0 0 2 0,8 4 1 16,4-1-2-16,2 5 2 0,5-5 1 15,-5 5 1-15,4-1-3 0,2 0 0 0,7 0 0 16,-9 1-1-16,2-5-1 0,-7 5 0 0,7-1 1 16,-8-3-1-16,-4-1 1 0,-2-2 6 15,0 2 14-15,-6-3 19 0,0-1 22 0,-6-1 26 16,-8 1 27-16,8-3 20 0,-13-2 12 15,6 1 9-15,0-6 5 0,-7 0 3 0,8 0 0 16,-2-3 1-16,1 0 1 0,0-2-1 16,0-2-1-16,7-3-6 0,-8 1-108 0,8-1-49 15,0-1 0-15,6 0 0 0,-7 0 0 0,7 0 0 16,7 1 0-16,-7-2 0 0,6 1 0 16,0 4 0-16,2-4 0 0,4 3 0 0,-6 0 0 15,8 2 0-15,-8 2 0 0,7-3 0 16,1 7 0-16,-2-4 0 0,-6 0 0 0,8 0 0 15,-8 4 0-15,7-3 0 0,-6 3 0 0,0 0 0 16,-1-4 0-16,0 4 0 0,-6 0 0 16,6 0 0-16,-6 0 0 0,0 0 0 0,8 0 0 15,-8 0 0-15,0 0 0 0,0 0 0 0,0 0 0 16,0 0 0-16,0 0 0 0,0 0 0 16,0 0 0-16,0 0 0 0,0 0 0 0,0 0 0 15,0 0 0-15,0 0 0 0,0 0 0 16,0 0 0-16,0 0 0 0,0 0 0 0,0 0 0 15,0 0 0-15,0 0 0 0,0 0 0 16,0 0 0-16,0 0 0 0,0 0 0 0,0 0 0 16,0 0 0-16,0 0 0 0,0 0 0 0,0 0 0 15,0-3 0-15,0 3 0 0,0-4 0 16,0 4 0-16,0 0 0 0,0 4 0 0,0-4 0 16,0 0 0-16,0 0 0 0,0 0 0 15,0 0 0-15,0 0 0 0,0 0 0 0,0 3 0 16,0-3 0-16,0 0 0 0,0 0 0 0,0 0 0 15,0 0 0-15,0 0 0 0,0 0 0 16,0 0 0-16,0 0 0 0,0 0 0 0,0 0 0 16,0 0 0-16,0 0 0 0,0 0 0 15,0 0 0-15,0 4 0 0,0-4 0 0,0 0 0 16,0 0 0-16,0 0 0 0,0 0 0 0,0 0 0 16,0 0 0-16,0 0 0 0,0 0 0 15,0 0 0-15,0 0 0 0,0 0 0 0,0 0 0 16,0 0 0-16,0 0 0 0,0 0 0 0,0 0 0 15,0 0 0-15,0 0 0 0,0-4 0 16,-8 4 0-16,8 4 0 0,-6-4-97 0,0 3-326 16,0-3-109-16,-8 4-155 0,1 0-210 15,1 0-165-15,-8-1-35 0,-6 1 40 0,-1 3 110 16,1 1 185-16,-6 0 262 0</inkml:trace>
  <inkml:trace contextRef="#ctx0" brushRef="#br0" timeOffset="193832.47">27347 14378 70 0,'0'-10'461'0,"0"3"87"0,0-5 95 15,-6 2 92-15,6 2-90 0,0 1-114 16,0-1-84-16,0 6-70 0,0 2-84 0,0-5-85 31,-7 10-63-31,7-3-38 0,-7 6-8 0,7 3 5 16,-6 7 18-16,6 4 19 0,0 4 11 15,-7 3 1-15,7 5-16 0,0-2-18 0,0 8-24 16,0-4-25-16,0 6-25 0,0-2-20 16,0-4-9-16,0 1-8 0,7 0-2 0,-7-4-3 15,0-4 0-15,6-3-6 0,-6-5-23 16,7-3-32-16,-7-2-40 0,0-10-68 0,7 2-104 16,-7-8-125-16,6-3-105 0,0-5-96 15,-6-6-76-15,6-5-37 0,-6-3 20 16,8-4 77-16,-8-6 109 0,0-1 147 0,6-4 166 15,-6 0 163-15,6 1 153 0,-6-2 127 16,0 9 92-16,0 0 69 0,0 4 50 0,0 3 21 16,0 0-9-16,0 7-17 0,0 0-43 15,0 4-72-15,0 0-89 0,0 8-74 0,0-1-60 16,7 1-49-16,-1 6-25 0,8 4-10 16,-8 4 7-16,14 5 5 0,-1 2 12 15,1 3 12-15,-1 1 5 0,7 8 1 0,0-5-4 16,-6 4-1-16,6 5-4 0,0-5-9 15,-7 4-5-15,7-4 4 0,-6-3 5 16,-1 0 8-16,1-4 13 0,-7-1 20 0,0-6 28 16,0 0 42-16,-7-4 52 0,1-4 47 15,0-3 26-15,-1-4 8 0,0-8 0 0,2 1-93 0,-8-7-216 16,0-9 0-16,6 2 0 0,-6-8 0 0,-6-1 0 16,6-7 0-16,-8 1 0 0,8-5 0 15,-6 4 0-15,0 1 0 0,-1-1 0 0,7 8 0 16,-7-1 0-16,1 5 0 0,0 6 0 15,6 1 0-15,-7 4 0 0,1-1 0 0,6 8 0 16,-7 0 0-16,0-1-64 0,1 4-524 16,6 1-175-16,-6 3-211 0,6-5-159 0,0 5-23 15,0-2 58-15,6-2 123 0,-6-4 193 16,6 1 269-16</inkml:trace>
  <inkml:trace contextRef="#ctx0" brushRef="#br0" timeOffset="194222.92">27829 14016 279 0,'0'-19'523'0,"-7"1"96"0,7-3 98 15,0-1 40-15,-6 2-162 0,6 0-109 16,6 1-80-16,-6-3-77 0,7 4-82 0,-1-1-69 16,1 4-50-16,-1 1-41 0,8 3-28 15,-2-3-22-15,2 6-13 0,-2 0-8 0,8 1-9 16,-7 5-5-16,7-3 2 0,-8 5 1 15,1 0-3-15,7 5-1 0,-14 1 0 0,8 1 0 16,-8 5 0-16,-6-2 1 0,0 5 1 16,-6-1-1-16,0 5 3 0,-8 3-1 0,-6-4 0 15,7 4 0-15,-6 0-2 0,0-4 4 16,5 1 2-16,1-4 8 0,1-1 6 0,-2 1 4 16,8-5 4-16,0-2 2 0,-2-1-2 15,2 1-2-15,6-5 6 0,0 1 15 16,0 0 13-16,6-1 10 0,2-3 10 0,-2 0 2 15,7 5-11-15,0-10-13 0,6 5-15 16,7 0-14-16,-6-3-15 0,6-1-6 0,1 0-4 16,5 4-19-16,-13-3-33 0,7 3-57 15,0 0-99-15,1 0-145 0,-8 3-186 16,-6 1-205-16,6 0-147 0,-5 4-38 0,-2-1 49 16,2-1 118-16,-2 6 174 0</inkml:trace>
  <inkml:trace contextRef="#ctx0" brushRef="#br0" timeOffset="194429.6">28369 14430 115 0,'-6'15'568'16,"-7"-1"149"-16,6-7 97 0,7 4 79 0,-6-6-115 16,6-2-150-16,0 1-166 0,0-4-131 15,13 0-89-15,-6-4-71 0,11 1-60 0,2-2-44 16,0 2-29-16,-1-5-16 0,7 6-9 0,1-6-14 15,-1 4-35-15,0-3-59 0,-7 3-102 16,1 0-141-16,-8-3-162 0,2 4-180 0,-8 3-146 16,1-5-41-16,-14 10 54 0,1-5 112 15,-8 7 146-15</inkml:trace>
  <inkml:trace contextRef="#ctx0" brushRef="#br0" timeOffset="194632.65">28317 14658 229 0,'-13'14'617'0,"7"-3"108"15,0-1 77-15,-2-1 81 0,8-3-152 0,0-2-147 16,0 0-127-16,8-1-64 0,4-3-37 16,1 0-44-16,0 0-48 0,7-3-43 0,5-5-38 15,2 2-37-15,-1-3-35 0,6 3-34 16,-5-2-25-16,-1-3-20 0,-7 4-15 16,1 0-17-16,0 3-35 0,-8-3-58 0,2 3-83 15,-8 0-130-15,0 4-190 0,-6-3-245 16,0 3-215-16,-6-3-77 0,0 3 13 0,-2 0 92 15,8 0 173-15,-6 0 244 0</inkml:trace>
  <inkml:trace contextRef="#ctx0" brushRef="#br0" timeOffset="195069.98">29711 14393 222 0,'0'-18'378'0,"0"0"58"0,-6 2 54 15,6-1-46-15,6 2-62 0,-6 0-9 0,0 4 22 16,0 5 6-16,0-2-7 0,7 1-21 15,-7 3-46-15,-7 0-63 0,7 1-68 16,0 3-50-16,0 3-34 0,-6 5-12 0,6-1-2 16,0 7 16-16,-7 5 21 0,7-1 15 15,0 8 10-15,0 0 0 0,0 3-3 16,0 4-19-16,7-1-20 0,-7 1-21 0,0 4-18 16,0-4-18-16,6 0-15 0,-6 0-9 15,0-3-13-15,7-5-6 0,-7 1-5 0,0-1-3 16,0-6-3-16,0 0-3 0,6-9-7 15,-6 1-27-15,0 0-51 0,0-7-86 0,6-1-144 16,-6-3-198-16,0-7-227 0,7 0-212 16,0-8-78-16,-1 0 18 0,7-3 108 0,0-4 178 15,6 0 228-15</inkml:trace>
  <inkml:trace contextRef="#ctx0" brushRef="#br0" timeOffset="195432.13">30056 14415 323 0,'0'-11'648'0,"-6"4"111"16,6-4 87-16,-6 3 31 0,-2 5-184 0,2-4-194 16,0 7-154-16,-1-4-96 0,0 8-71 15,-5-4-49-15,5 7-26 0,-6 4-14 0,6 0-10 16,-5 4-8-16,5 0-6 0,0 6-6 16,1 5-9-16,6-1-4 0,-7 5-1 0,14-1-4 15,-7 0-4-15,6 0-1 0,1 1 5 16,6 0 6-16,0-4 9 0,7-5 9 0,-8 1 15 15,8-3 21-15,0-4 12 0,-1-5 21 16,1-2 12-16,0-5 13 0,5-6 0 0,-5-1 2 16,0-7 11-16,-1 0 9 0,-6-4 13 15,0-7-79-15,0 0-115 0,0 0 0 16,-13-7 0-16,6 0 0 0,-12-1 0 0,6 0 0 16,-6 1 0-16,-8 0 0 0,1 4 0 15,-6 2 0-15,6 5 0 0,-13 0 0 0,6 3 0 16,-5 4 0-16,5 4 0 0,-6 3 0 15,7 1 0-15,-1 3 0 0,0 3 0 0,1 1-393 16,5 0-153-16,2 3-136 0,-2-3-194 16,14 3-184-16,-6-4-46 0,6 2 40 0,6-2 103 15,8-3 176-15,-2-3 249 0</inkml:trace>
  <inkml:trace contextRef="#ctx0" brushRef="#br0" timeOffset="195759.66">30316 14052 267 0,'8'-18'602'0,"-8"0"131"0,6 4 100 0,-6-1 60 15,0 4-187-15,0 4-173 0,0-1-139 16,0 0-122-16,0 5-101 0,0 3-67 0,0 3-45 16,0 5-24-16,-6 3-13 0,6 0-4 15,-8 3 4-15,8 1-1 0,-6 4 1 0,0-1-2 16,6-3-2-16,-7 4-5 0,7-5-2 15,-6 0 2-15,6 1 6 0,6-4 19 0,-6-1 24 16,7-2 22-16,-1 1 16 0,0-7 12 16,8-2 1-16,-2 0-16 0,8 0-22 15,-7-2-18-15,13-3-18 0,-6 5-16 0,-1-7-10 16,1 2-5-16,0 2-3 0,-8 0-15 0,2 3-27 16,-8-4-40-16,1 4-59 0,-1 0-86 15,-6 0-112-15,0 0-140 0,0 0-159 0,-6 0-165 16,-7 4-84-16,6-4 11 0,-6 0 72 15,7 3 131-15,-8-3 172 0</inkml:trace>
  <inkml:trace contextRef="#ctx0" brushRef="#br0" timeOffset="196001.38">30454 14060 332 0,'0'-3'604'0,"0"-5"133"16,6 5 96-16,-6-2-15 0,0 3-159 0,0 2-150 15,-6 0-161 1,6 0-120-16,0 7-70 0,0-1-29 0,0 10-3 15,6 2 9-15,-6 4 17 0,0 0 3 16,0 3-9-16,0 1-22 0,6 0-29 0,-6 3-24 16,6-3-24-16,-6 3-18 0,8-6-12 15,-8 2-6-15,6-3-20 0,-6-5-44 0,0 2-62 16,0-4-91-16,0 0-148 0,0-8-215 0,-6-4-256 16,-2 1-105-16,-4-8-16 0,-1-3 47 15,0-1 125-15,-6-2 202 0</inkml:trace>
  <inkml:trace contextRef="#ctx0" brushRef="#br0" timeOffset="196333.58">29574 13877 19 0,'-13'-11'559'16,"7"0"116"-16,-8 0 72 0,2 4 54 0,-8-4-51 15,1 3-235-15,-1 5-173 0,-6 3-93 16,0 0-49-16,-7 3-30 0,-6 8-16 0,7 4-8 16,-7 3 0-16,-1 11 4 0,8 4 8 15,-7 8 7-15,6 6 9 0,7 5 3 0,-6 6 7 16,6 1-4-16,7 3-3 0,-1 9-10 0,6-2-18 16,8 0-11-16,-1 4-12 0,14 0-6 15,6 5-7-15,6-2-8 0,14-2-9 0,-1-4-15 16,14-1-12-16,7-7-16 0,6 1-19 15,-2-5-18-15,9-7-6 0,6-2-20 0,-1-6-43 16,-6-10-55-16,0 1-81 0,1-13-106 16,-8-7-171-16,0-9-201 0,-5-5-220 15,-8-8-174-15,7-7-41 0,-6-6 46 0,6-9 134 16,-6-7 200-16,-1-7 247 0</inkml:trace>
  <inkml:trace contextRef="#ctx0" brushRef="#br0" timeOffset="196692.9">30707 13800 163 0,'0'-26'587'0,"7"0"110"0,-7 5 83 0,0-1 61 16,7 3-143-16,-7 5-179 0,6 0-158 15,1 2-95-15,-1 1-73 0,0 4-52 0,8 3-43 16,-2 4-19-16,8 8-8 0,-1-1-1 15,1 7 9-15,0 8 12 0,6 5 6 0,-1 5 1 16,2 8 0-16,-1 4 1 0,0 7-4 0,-6 8-9 16,-1 3-3-16,1 5-5 0,-8 2 1 15,2 4-2-15,-8 5-4 0,-6-2-4 0,0 5 1 16,0-1-3-16,-6-3-6 0,-8 0-5 16,8-4-1-16,-7-6 4 0,0-5 4 0,0-3 7 15,-7-8 4-15,8-4-1 0,-2-10-4 0,1 0-8 16,7-11-8-16,-7-5-13 0,0-7-10 15,7-2-14-15,-8-9-30 0,8-3-47 16,-7-7-66-16,0-4-76 0,0 0-110 0,7-7-153 16,-2-8-176-16,2 1-195 0,0-8-151 0,12-4-40 15,-6-7 49-15,6 0 126 0,8-7 185 16,-8-4 227-16</inkml:trace>
  <inkml:trace contextRef="#ctx0" brushRef="#br0" timeOffset="197145.95">31046 13437 210 0,'6'-18'544'0,"2"0"110"0,4 0 97 0,1 3 69 16,-6-3-180-16,6 2-128 0,-1 2-105 15,2 3-87-15,-1 4-75 0,6-1-56 0,1 1-42 16,-7 3-28-16,7 4-26 0,5 0-18 0,-5 4-21 15,0 0-12-15,-1 2-12 0,1 2-14 16,0 3-4-16,-8 0-5 0,8 1 1 16,-14 2 5-16,1 4 3 0,-1-3 7 0,-6 3 8 15,-6-3 12-15,-1 3 7 0,-6 0 6 0,-6 1 4 16,5-2 1-16,-5 0-2 0,-7 0-7 16,6-2 2-16,8-1 5 0,-2-3 6 0,1 1 3 15,1-5 5-15,5 0 10 0,0 0 9 16,7-3 10-16,0 0 13 0,0-4 13 0,7 3 7 15,0-3 1-15,5 0-8 0,8 0-15 0,-1-3-20 16,7 3-19-16,1-4-17 0,-1 0-14 16,6 1-11-16,1 3-9 0,-1-8-7 0,-5 8-5 15,5-3-3-15,-6-1-4 0,1 4-1 16,-2-3-2-16,-5 3-1 0,0-5-1 0,-2 5 0 16,-10-3-4-16,4 3-10 0,-5 0-18 15,-7 0-34-15,0 0-53 0,-7 0-88 0,1 3-109 16,0 2-176-16,-14-5-233 0,6 3-275 0,-5-3-111 15,-1 0 0-15,2 0 68 0,-9 0 161 16,7 0 239-16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05:36.89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21459 5854 204 0,'7'0'355'0,"-7"0"73"16,0-4-26-16,0 4 69 0,6 0 30 15,-6 0 12-15,0-3-7 0,0 3-18 16,-6 0-26-16,6 0-47 0,0 0-87 0,0 0-88 16,0 3-69-16,0-3-39 0,0 4-20 15,6-1-7-15,-6 5 7 0,0-1 18 0,0 7 19 16,0 2 11-16,6-2 7 0,-6 5 4 16,0 2 0-16,0 1-14 0,8 4-11 15,-8 4-13-15,0-5-18 0,0 1-17 0,0-1-20 16,0 1-14-16,0-1-17 0,0-2-14 15,0-4-9-15,0-2-11 0,0-2-6 0,6 0-3 16,-6-4-4-16,0-5-7 0,0 2-28 16,0-4-49-16,0-4-67 0,0 0-81 15,-6-4-94-15,6-7-121 0,0 4-138 0,-8-8-156 16,2-4-172-16,0 2-66 0,-1-5 19 16,1-1 87-16,-1-6 143 0,1 4 192 0</inkml:trace>
  <inkml:trace contextRef="#ctx0" brushRef="#br0" timeOffset="234.28">21251 5729 378 0,'-7'-7'588'0,"1"0"138"0,-1-1 100 16,1 1-36-16,6 4-114 0,-7-5-131 16,7 4-127-16,7-3-127 0,-1 3-91 15,1 1-66-15,6-5-48 0,7 5-29 0,-1 3-22 16,13-4-10-16,-6 4-10 0,13-3-5 15,-5 3-2-15,4 0-6 0,1 0-1 0,0 3-12 16,1-3-28-16,-1 0-42 0,-7 4-64 16,-6-4-90-16,-7 3-113 0,1 1-110 0,-7 0-109 15,-6 3-115-15,-1 0-67 0,-12 5 19 16,-1-5 79-16,0 4 101 0,-5 0 125 16</inkml:trace>
  <inkml:trace contextRef="#ctx0" brushRef="#br0" timeOffset="520.98">21785 6036 392 0,'0'-2'665'0,"7"-2"126"16,-7 0 97-16,0 0-13 0,0-3-117 15,-7 3-150-15,7 2-158 0,0-3-101 0,0 1-83 16,0 4-66-16,0 0-63 0,0 0-46 15,0 0-19-15,0 4-3 0,7 3 14 0,-7 4 19 16,0 3 25-16,6 6 22 0,-6-3 7 16,6 2-5-16,-6 3-14 0,0 0-19 15,7 3-19-15,-7-2-22 0,0-1-21 0,0-5-16 16,6 2-11-16,-6 0-10 0,0-8-7 16,0-1-7-1,0 1-17-15,0-3-37 0,0 0-67 0,0-8-92 16,0 2-114-16,-6-4-159 0,6-6-182 15,-7 0-211-15,-5-3-159 0,5-7-27 16,-6 0 51-16,7-8 127 0,-8 0 178 0,8-7 237 16</inkml:trace>
  <inkml:trace contextRef="#ctx0" brushRef="#br0" timeOffset="661.57">21707 5865 323 0,'0'-8'504'15,"-6"1"77"-15,6-1 54 0,0 2-70 16,-8 2-134-16,8 0-148 0,0 1-144 0,8 3-145 15,-8 0-164-15,6 0-182 0,0 3-166 16,0 1-75-16,1 0-4 0,0 2 48 0,-7 2 98 16</inkml:trace>
  <inkml:trace contextRef="#ctx0" brushRef="#br0" timeOffset="1658.94">21916 5972 266 0,'6'3'515'0,"-6"0"80"0,0 1 80 16,0-4 3-16,6 4-89 0,-6 3-118 16,0-3-90-16,6 3-51 0,1 4-50 15,-7 0-55-15,7-1-37 0,-1 6-21 0,1 2-17 16,-1 0-8-16,-6 1-11 0,6 3-13 16,2-1-13-16,-8 1-5 0,6-3-4 0,-6 3-9 15,6-4-8-15,-6 1-7 0,0-5-6 16,6 1-4-16,-6-4 0 0,0 0 16 0,0-3 21 15,8-6 28-15,-8 3 14 0,0-5 7 16,0 0 2-16,0-5-16 0,-8-2-25 0,8-4-37 16,-6 0-21-16,6 1-19 0,-6-9-13 15,6 1-13-15,-6 0-5 0,6-8 0 16,-8 4-2-16,8 0-1 0,0 0-4 0,8 0-2 16,-8 4-10-16,6 0-10 0,-6-1-12 15,6 5-11-15,0-1-9 0,2 5-7 0,4-2-3 16,-5 1 0-16,6 3 4 0,0 2 3 15,-1 1 5-15,2 2 8 0,-1-1 10 0,-6 4 7 16,6 4 7-16,-1-1 7 0,-5 2 10 0,6 1 2 16,-7 2 2-16,8 3 4 0,-8 1 1 15,1-2 0-15,-1 5-1 0,0-1 5 16,1 1 1-16,0 0 8 0,-1-1 9 0,0 4 15 16,-6-3 12-16,8 0 5 0,-8-1 12 15,0 1 0-15,0 0-6 0,6-5-1 0,-6 2-5 16,0-1-2-16,0-5 0 0,0 2 5 15,0-4 15-15,0 0 19 0,0-1 21 0,0-3 21 16,0 4 1-16,0-8-134 0,-6 4 0 16,6-7 0-16,0 0 0 0,-8-1 0 15,8-3 0-15,0 0 0 0,-6-3 0 0,6-1 0 16,6 0 0-16,-6-3 0 0,8-1 0 0,-8 1 0 16,12 0 0-16,-5 0 0 0,6 3 0 15,0-3 0-15,-1 3-49 0,2 0-67 16,5 4 3-16,1 0 5 0,-7 5 9 0,6-2 9 15,-5 4 11-15,-1 0 9 0,-1 4 10 16,2 0 12-16,-8 4 11 0,8 0 8 0,-8 4 6 16,0-2 10-16,1 5 7 0,-1 0 4 15,-6 4 0-15,7 0 4 0,-7 3 2 0,0-3 0 16,6 3-2-16,-6-3 0 0,7-1 1 16,-1 1 0-16,0 0 2 0,2-5 0 15,-2 1 5-15,0-3 3 0,1-5 2 0,-1 2 2 16,7-2-2-16,0-3-5 0,-6-3-2 15,12-5-1-15,-5 0-2 0,-2-3-2 0,1-3 1 16,1 3 3-16,-2-4-4 0,2-3 0 16,-8-1-1-16,0 2-2 0,-6-3 0 0,0 6-1 15,0 1-1-15,0-3-3 0,-6 5-2 16,-6 1 0-16,-2 2 1 0,1 0-1 0,0 5 1 16,-6 3 1-16,5 3 0 0,2 1 0 15,-8 0 1-15,7 7 1 0,0-4 3 0,6 8 0 16,-5-1 1-16,4 1 9 0,8 0 10 15,0 7 10-15,0-4 14 0,0 0 16 16,8 5 14-16,-2-5 10 0,7 1 3 0,0-1 7 16,-7-4 2-16,14 1 0 0,-7-1 1 15,0-3-35-15,6-3-62 16,1-1 0-16,7-3 0 0,-9-4 0 0,9 0 0 16,-1 0 0-16,0-4 0 0,-7 0 0 15,7 1 0-15,-12-1 0 0,-2 0 0 0,1 1 0 16,-6-2 0-16,0 2-148 0,-1 0-197 0,-12-5-129 15,6 5-168-15,-7-5-221 0,0 1-194 16,1-4-56-16,-1 0 36 0,7 1 106 16,0-6 177-16,7 2 257 0</inkml:trace>
  <inkml:trace contextRef="#ctx0" brushRef="#br0" timeOffset="1971.36">23192 5722 495 0,'0'-15'711'0,"0"5"126"16,0-5 88-16,0 7-43 0,0-3-119 15,0 4-218-15,0-1-154 0,0 5-116 16,0 0-83-16,6 3-50 0,-6 0-26 0,6 6 0 16,1 9 4-16,6 0 8 0,1 7 28 15,-8 4 19-15,7 3 3 0,0 0-12 0,0 4-7 16,-1 4-4-16,-4-5-18 0,4 5-23 0,-5 0-26 15,-7-4-19-15,6 0-13 0,1-3-13 16,-7-5-13-16,0 1-12 0,7-4-10 16,-7-1-12-16,0-5-34 0,0-2-47 0,0-8-75 15,-7 2-107-15,7-4-151 0,-7-4-185 16,1-4-215-16,-1-6-226 0,1-2-73 0,-8-6 32 16,8 0 109-16,-6-4 175 0,-2 0 233 15</inkml:trace>
  <inkml:trace contextRef="#ctx0" brushRef="#br0" timeOffset="2533.71">23114 5923 403 0,'-7'-3'647'0,"0"-1"132"0,7 4 89 0,0-3-54 15,0-1-100-15,7 0-150 0,0 1-163 0,6-1-120 16,-1 0-77-16,8 1-55 0,6 3-45 16,7-5-32-16,-1 5-26 0,7-2-12 15,0-3-8-15,1 2-7 0,5-1-6 0,-5 0-5 16,-2 1 1-16,-5-1-3 0,-1-3-2 15,-5 3 1-15,-8-4 14 0,0 5 15 0,-6 0 12 16,1-1 11-16,-14 0 5 0,6-3 2 16,-12 3-13-16,-1 4-12 0,0-3-14 0,-6 3-7 15,1 0-8-15,5 0-6 0,-6 3-1 16,0 1-5-16,0 3 2 0,0 1-4 0,0 3 1 16,0-1 5-16,7 1-1 0,-2 5 4 15,2 2-3-15,0-4 8 0,-1 5 8 16,7-1 6-16,0 1 9 0,7-2 6 0,-1 3 8 15,0-3 2-15,2-2 0 0,4 0-2 16,-5-4-3-16,6 0-5 0,0-4-5 0,7-4-5 16,-8 1-9-16,2-4-3 0,5 0-6 15,-6-4 8-15,0-3 9 0,0-1 5 16,0-2 7-16,0-1 4 0,-6 0 4 0,-1-4-4 16,1 0-7-16,-7-3-4 0,6 3 3 15,-6-3 6-15,0 4 8 0,-6-1 1 0,6 0 7 16,0 4 5-16,0 0-5 0,-7 3-8 15,7 1-11-15,0 4-9 0,0-1-11 16,0 0-10-16,0 4-8 0,0 0-3 0,0 0-3 16,0 0 4-16,0 4 4 0,7 3 12 0,-7 0 17 15,6 5 16-15,0-1 14 0,2 3 12 16,-2 1-54-16,0 0-20 0,7 4 0 0,7-5 0 16,-8 4 0-16,2-3 0 0,-1 0 0 15,6-1 0-15,-6 1 0 0,1-5 0 0,-2 2 0 16,-5-5 0-16,6 0-263 0,-7 1-223 15,1-5-184-15,6-3-194 0,-6 0-192 0,-1-7-61 16,-6 0 30-16,6-1 98 0,2-7 179 16,-8 1 226-16</inkml:trace>
  <inkml:trace contextRef="#ctx0" brushRef="#br0" timeOffset="2831.82">23908 5707 207 0,'-7'-10'639'0,"1"-2"146"0,6 1 104 0,-6 4 30 15,6 0-90-15,0 3-190 0,-7 1-212 16,7-2-138-16,0 5-74 0,0 5-35 0,7 2-4 16,-1 4 6-16,0 3 22 0,1 8 32 15,6 0 12-15,-6 4-4 0,5 3-20 16,-4 1-6-16,4-2-1 0,-6 2-11 0,1 0-188 16,6-1-18-16,-6 0 0 0,-1-3 0 15,0 3 0-15,2-8 0 0,-8 2 0 0,6-4 0 16,-6-5 0-16,0 1 0 0,6-5 0 15,-6 2 0-15,0-5 0 0,0-3 0 0,-6-1-36 16,6-3-421-16,-6-3-144 0,6-5-172 16,-8 1-168-16,8-8-143 0,-6 1-12 0,12-4 63 15,-6-4 137-15,8 0 200 0,4-3 220 16</inkml:trace>
  <inkml:trace contextRef="#ctx0" brushRef="#br0" timeOffset="3450.14">24228 5736 489 0,'6'-7'666'0,"0"0"118"0,-6 3 78 0,6-3-61 16,-6 3-162-16,0 4-160 0,8-3-146 0,-8 6-102 16,0-3-70-16,-8 8-43 0,8-5-33 15,-6 5-23-15,0 0-18 0,0 2-16 16,-8 1-7-16,-5-3-7 0,-1 2-6 0,7 1-3 16,-6 0-1-16,-1 0 0 0,7-3 1 15,-1-1-1-15,2 0-2 0,-1 1 3 0,0-5-4 16,6 0-1-16,1 2 0 0,0-5 0 15,6 3 4-15,-8-3 7 0,8 4 25 0,0-4 24 16,0 3 28-16,8 1 27 0,-2 0 26 16,0-1 10-16,1 1 3 0,-1 3-5 15,8 0-10-15,-2 5-9 0,2-1-6 0,5 0-3 16,-6 0-11-16,0 4-8 0,7-1-4 16,-1 1-2-16,-6-1-7 0,6 1-4 0,1 0-2 15,0 0-1-15,-1-1-4 0,1-3-7 16,0 0-52-16,-1-3-19 0,1-1 0 0,-8-4 0 15,8 1 0-15,0-4 0 0,-1 0 0 16,-6-4 0-16,0 1 0 0,7-4 0 0,-7-1 0 16,0-3 0-16,0 0 0 0,-7-3 0 15,8-1 0-15,-8 0 0 0,-6 0 0 0,0-2 0 16,0-2 0-16,0 1 0 0,-6-1 0 16,-2 5 0-16,-4-2 0 0,5 2 0 0,-6 3 0 15,7 0 0-15,-7 3 0 0,7 5 0 16,-8 0 0-16,8-1 0 0,-8 4 0 15,8 4 0-15,0-1 0 0,-7 0 0 0,6 5 0 16,0 3 0-16,7-4 0 0,-6 9 0 16,6-6 0-16,0 5 0 0,0-1 0 0,0 1 0 15,6 0 0-15,1-1 0 0,0 5 0 16,-1-5 0-16,7 1 0 0,0-4 0 0,0-1 0 16,1 2 0-16,-2-1 0 0,8-3 0 15,-1-5 0-15,1 0 0 0,-1-3 0 0,1 0 0 16,6 0 0-16,-6-3 0 0,-1-4 0 15,1 3 0-15,-1 1 0 0,-6-5 0 0,0 4 0 16,-6 1 0-16,-1-4 0 0,1 3 0 16,-1 0 0-16,-6-3-285 0,-6 3-248 0,6 0-144 15,-13-3-195-15,6 3-196 0,-12-3-48 0,5 0 32 0,-5-1 108 16,-1 2 166-16,-6-6 244 0</inkml:trace>
  <inkml:trace contextRef="#ctx0" brushRef="#br0" timeOffset="4202.29">24846 5854 65 0,'0'-4'312'0,"-6"-4"60"0,-1 2 42 15,0-2-51-15,1 5 15 0,6-5-30 16,-6 5-10-16,-2-1 7 0,8 0-9 0,0 4-9 16,-6-3-23-16,6-1-39 0,0 4-55 15,0 0-60-15,0 0-39 0,0 4-17 0,0-1 1 16,0 1 7-16,6 3 13 0,-6 4 22 16,0 3 26-16,0 1 5 0,8 0-2 15,-8 4-6-15,6-1 1 0,-6 1-4 0,0-1-10 16,6 0-5-16,-6 0-8 0,0-3-3 0,7 3-11 15,-7-7-11-15,0-1-9 0,0 2-6 16,0-1-3-16,0-7 7 0,0 3 17 0,0-4 22 16,0-3 15-16,0 5 5 0,0-10-5 15,-7 5-18-15,7-6-112 0,-6-2-22 0,0-3 0 16,-2-1 0-16,2 2 0 0,6-5 0 16,-6-3 0-16,6 0 0 0,-7-1 0 15,7 1 0-15,7 3 0 0,-7 1 0 0,6-1 0 16,0 0 0-16,2 4 0 0,4-3 0 15,2 7-22-15,-2-4-27 0,8 3 3 0,-1 1 8 16,7 3 10-16,-6 1 8 0,-1 3 7 16,7 0 5-16,-6 3 2 0,-1 1 2 0,1 3-1 15,-6 1 2-15,5 3 2 0,-6-1 9 16,0 1 4-16,-7 5 10 0,8-6 9 0,-8 5 5 16,0-1 7-16,-6 1-2 0,7-4-1 15,-7 4-30-15,6-4-10 0,-6 0 0 16,0 0 0-16,0-4 0 0,0 4-22 0,0-7-132 15,0 3-102-15,0 1-125 0,0-6-183 16,7-2-220-16,-7 5-247 0,13-10-83 16,1 5 13-16,-2-6 81 0,8-2 159 0,5 1 234 15</inkml:trace>
  <inkml:trace contextRef="#ctx0" brushRef="#br0" timeOffset="4374.1">25569 5942 378 0,'6'4'637'0,"1"-1"139"0,-7-3 104 16,6 0-38-16,7 0-78 0,-7 0-132 16,2 0-162-16,4-3-109 0,2 3-85 0,-1 0-68 15,-1 0-56-15,8 0-48 0,-7 0-35 16,7-4-31-16,-1 4-37 0,0 4-51 16,-5-4-71-16,5 0-103 0,-6 0-153 0,-6 0-187 15,5 0-218-15,-4 0-136 0,-8 0-30 16,0 0 54-16,-8-4 125 0,2 4 172 0</inkml:trace>
  <inkml:trace contextRef="#ctx0" brushRef="#br0" timeOffset="4577.18">25634 6019 165 0,'-13'7'451'0,"-1"3"102"16,8-5 124-16,0 2 38 0,-1-3-3 0,7 0-75 16,0-4-64-16,0 3-58 0,7 1-88 15,-1-4-98-15,8 0-81 0,-2 0-62 0,8 0-50 16,-7 0-37-16,13 0-34 0,-6-4-25 15,6 4-12-15,-1 0-10 0,-5-3-8 16,0 3-7-16,-1 0-17 0,-5-4-33 0,-2 4-48 16,-5 0-68-16,6 0-106 0,-13 0-158 15,6 0-198-15,-12 0-219 0,0 0-83 16,-1-4-4-16,0-3 71 0,-5 2 140 0,4 3 203 16</inkml:trace>
  <inkml:trace contextRef="#ctx0" brushRef="#br0" timeOffset="5394.27">29001 5611 173 0,'0'-2'335'0,"0"2"70"16,0-4-2-16,0 4-11 0,0-4 49 0,0 1 9 15,-7-1-11-15,7 4-19 0,0-4-28 16,0 4-41-16,0 0-67 0,0 0-90 0,0 0-69 15,0 4-35-15,0 0-9 0,0 3 11 16,0 8 15-16,0-1 22 0,0 5 22 16,0 2 12-16,0 2-4 0,7 6-10 0,-7-3-8 15,0 3-16-15,0 0-22 0,0-3-26 16,7 3-23-16,-7-8-17 0,0 6-14 0,6-5-10 16,-6-1-8-16,6-2-1 0,-6-5 1 15,0 1-2-15,8-4-1 0,-8 0-7 16,0-3-25-16,0-6-37 0,0 3-69 0,0-2-111 15,0-6-152-15,-8-2-172 0,2-1-180 16,-7-5-140-16,6 1-27 0,-6-6 63 0,1 1 125 16,-2 1 163-16</inkml:trace>
  <inkml:trace contextRef="#ctx0" brushRef="#br0" timeOffset="5644.34">28773 5836 219 0,'-6'3'481'16,"6"-3"100"-16,0 3 96 0,0-3-14 0,6 0-34 15,0 0-104-15,8 5-90 0,-2-5-73 16,8 0-69-16,6 3-63 0,-7-3-50 0,15 0-36 16,-2 4-23-16,1-4-16 0,6 0-18 15,0 0-16-15,-7-4-11 0,7 4-8 0,-6 0-10 16,-7-3-12-16,0 3-4 0,0-5-7 16,-12 5-7-16,-2 0-4 0,1 0-4 15,-6 0-9-15,-7-3-31 0,6 3-50 0,-12 0-79 16,6 0-115-16,-7 0-137 0,0 0-158 15,1 0-154-15,0 0-100 0,0-3 1 0,-2 3 72 16,8 0 115-16,8-4 156 0</inkml:trace>
  <inkml:trace contextRef="#ctx0" brushRef="#br0" timeOffset="6145.32">30109 5557 55 0,'0'-7'350'0,"0"4"74"15,0-5 69-15,0 4-2 0,0-3-11 0,0-4-35 16,-8 4-31-16,8 0-33 0,-6-1-36 16,0 1-43-16,6-4-52 0,-13 3-51 0,6 0-36 15,1 1-28-15,-7 4-29 0,7-5-16 16,-8 5-13-16,1 3-20 0,-6 0-10 16,6 0-10-16,-7 3-1 0,0 5 0 0,1 0 3 15,-1 6 6-15,0 4 5 0,1 1 8 16,0 6 6-16,6 1 9 0,-1 3 9 0,2 4 11 15,-2-3 20-15,8-1 16 0,0 0 15 16,6 1 8-16,0-1 3 0,6-4 4 16,7-3-12-16,-6 0-7 0,5-4-9 0,2 1-10 15,5-4-7-15,1-1-9 0,0-3-2 16,5-4-10-16,-5-2-10 0,6-2-14 0,-6 1-14 16,5-8-16-16,1 4-17 0,-6-3-25 15,0-2-40-15,-1-2-56 0,1 4-74 0,-7-5-86 16,0 1-109-16,0 0-140 0,-7 2-147 15,8-2-154-15,-8 0-158 0,7 0-39 16,-6 3 41-16,5-3 119 0,-5 3 164 0,6-4 195 16</inkml:trace>
  <inkml:trace contextRef="#ctx0" brushRef="#br0" timeOffset="6616.6">30349 5836 14 0,'0'0'472'0,"0"0"164"15,0-4 122-15,0 0 60 0,0 1-13 0,0-5-124 16,0 1-123-16,7 3-125 0,-7-3-92 15,6 0-70-15,1-1-49 0,-1 2-43 0,1-2-37 16,0 1-29-16,-1 3-21 0,6 0-18 16,2-4-19-16,-1 5-16 0,7 3-9 0,-8-3-9 15,8 3-7-15,-7 0-6 0,7 3-2 16,-8-3-3-16,2 8-2 0,5-5-2 0,-12 5-2 16,6-1 1-16,-7 4 1 0,0 0-1 0,2 0 2 15,-8 0 3-15,0 3 7 0,0 0 0 16,-8 1 4-16,2 0 6 0,-7-1 0 15,0 2 2-15,0 2 1 0,-7-3-3 0,8 3-2 16,-8-4-2-16,1 1 4 0,-1 3 10 0,0-3 14 16,1 0 29-16,5-4 30 0,2 0 22 15,-1-4 17-15,6 1 12 0,-6-2 11 0,7-1-1 16,-1-2 10-16,7 1-130 0,0-4-44 16,0 3 0-16,0-3 0 0,7 0 0 0,-1 0 0 15,7 0 0-15,1 0 0 0,4 0 0 16,2 0 0-16,0 0 0 0,5 0 0 0,2 0 0 15,5 0 0-15,-6-3 0 0,7 3 0 16,-7-4 0-16,0 4 0 0,7-3 0 0,-13-2 0 16,6 5 0-16,-7-3 0 0,1 0 0 0,-8-1 0 15,2 0 0-15,-1 1 0 0,-7-1 0 16,0 0 0-16,1-3 0 0,-7 2 0 0,-7-1 0 16,1-2-595-16,-7 1-282 0,0 1-278 0,-6-3-93 15,-1 2 16-15,1 0 94 0,-7-4 185 16,0 3 282-16</inkml:trace>
  <inkml:trace contextRef="#ctx0" brushRef="#br0" timeOffset="8862.56">26949 5631 168 0,'0'3'294'16,"0"1"63"-16,0-4-1 0,-6 0 10 15,6 0 58-15,0 4 18 0,0-4-1 0,0-4-18 16,0 4-18-16,0 0-20 0,0-4-33 16,0 4-54-16,0-3-50 0,0 3-34 0,-6-4-25 15,6 4-21-15,0-4-14 0,0 4-9 16,0-3-20-16,0 3-13 0,-7-4-8 0,7-1-11 16,0 3-17-16,-7 2-17 0,1-4-5 15,0 0-15-15,-1 1-13 0,-6-1-12 0,0 0-5 16,0 4-2-16,0-4-4 0,-1 4-1 15,-5 4-1-15,0-4 2 0,0 8 1 0,-1-5-3 16,0 7 0-16,1 2 0 0,-1 3-1 16,0 0-2-16,1 3 0 0,6 0 2 15,0 4 7-15,-1 1 6 0,8 2 9 0,0-3 14 16,-1 3 12-16,7-3 10 0,7 4 7 16,-7-4 9-16,12 0 6 0,-4 0 0 15,4 0 2-15,2-4-3 0,5-3 2 16,1 3-4-16,-8-2-4 0,8-6 4 0,0 1-1 15,-1-5 5-15,1 2 4 0,-1 0-2 16,1-8-4-16,0 4-7 0,-1-4-9 16,-6-4-9-16,0 4-14 0,0 0-10 0,0-4-13 15,-7 0-17-15,1 4 0 0,0-3-15 16,-7 3-78-16,6-5-77 0,-6 5-92 16,6 0-112-16,-6 0-152 0,0 0-159 0,7 0-174 15,-7-2-155-15,6 2-30 0,-6 0 47 16,7 0 126-16,0 0 174 0,-1 0 218 0</inkml:trace>
  <inkml:trace contextRef="#ctx0" brushRef="#br0" timeOffset="9301.29">27138 5997 56 0,'0'-4'425'16,"0"0"113"-16,0 1 122 0,0-5 40 0,0 5 7 15,0-5-103-15,0 5-91 0,0-5-74 16,0 5-89-16,0-1-78 0,0 1-57 0,0 3-38 15,0-4-37-15,0 4-34 0,0 0-28 16,0 0-29-16,0 0-22 0,0 0-11 16,0 0-3-16,0 4 12 0,0-1 17 0,0 4 30 15,0 1 30-15,7 3 23 0,-7 0 18 16,0 3 7-16,7 1 0 0,-7 4-9 0,0-1-3 16,6 3 4-16,-6-2 4 0,6 3 2 15,-6-4-1-15,7 0-1 0,-7 1-7 16,0-2-13-16,6 0-102 0,-6-3-24 0,0-3 0 15,7 0 0-15,-7-4 0 0,0 0 0 16,0 1 0-16,0-5 0 0,0 0 0 16,0-3 0-16,0 5 0 0,7-5 0 0,-7 3 0 15,0-3 0-15,0 0 0 0,-7 0 0 16,7 0 0-16,0 0 0 0,0-3 0 0,0 3 0 16,0 0 0-16,0 0 0 0,0-5 0 0,0 5 0 15,7-3 0-15,-7 3 0 0,0-3 0 16,0-1 0-16,0 4 0 0,0-4-9 0,0 1-264 15,0-1-45-15,0 0-49 0,0 1-80 16,0-1-114-16,0 0-150 0,0-4-175 0,0 2-100 16,0-2-8-16,0-3 71 0,0-1 138 15,6 3 190-15</inkml:trace>
  <inkml:trace contextRef="#ctx0" brushRef="#br0" timeOffset="10164.79">27418 5648 125 0,'-6'-3'378'0,"6"0"78"15,0 3 59-15,0-4-15 0,-6 4 30 0,6-4-31 16,0 4-45-16,-7-3-37 0,7 3-42 16,0 0-60-16,0 0-77 0,0 0-81 0,0 0-54 15,-7 0-37-15,7 3-24 0,0 1-3 16,0 0 4-16,0 2 13 0,0 6 9 0,0-1 9 16,7 0 13-16,-7 4-2 0,0 3 1 15,0 1 0-15,0-1 2 0,0 0 5 0,0 0 4 16,0 4 3-16,0 0 1 0,7 0 1 15,-7-4-6-15,0 1-8 0,0 3-8 0,0-7-8 16,0-1-8-16,6 0 0 0,-6 2 9 16,0-6 7-16,0-3 7 0,0 1 4 15,0-1 10-15,0-2 11 0,0-3 12 0,0 2 16 16,0-4 18-16,0 4 20 0,0-4 11 16,0-4-167-16,0 4-22 0,0-4 0 15,0-3 0-15,0 0 0 0,0-1 0 0,-6-3 0 16,6 0 0-16,0 0 0 0,0 1 0 15,0-5 0-15,-7 0 0 0,7 4 0 0,0-3 0 16,-7-1 0-16,7 0 0 0,0 1 0 16,0-1 0-16,0 4 0 0,-6-4 0 15,6 1 0-15,0 3 0 0,0 0 0 0,6-4 0 16,-6 4 0-16,0 3 0 0,7-2 0 0,0-1 0 16,-1 3 0-16,6 1 0 0,2-1 0 15,-1-2 0-15,0 6 0 0,0-3 0 0,0 3 0 16,0 0 0-16,7 4 0 0,-7-3 0 15,6 3 0-15,-6 0 0 0,1 3 0 16,-2 1 0-16,1 0 0 0,1 3 0 0,-2 0 0 16,2 0 0-16,-2 1 0 0,-5 3 0 15,6-4 0-15,-6 4 0 0,5 1 0 0,-5-1 0 16,0 0 0-16,-1-1 0 0,7 5 0 16,-6-4 0-16,-7 4 0 0,6-4 0 15,1 3 0-15,-7-3 0 0,6 4 0 0,0-1 0 16,-6-2 0-16,0 2 0 0,0-3 0 0,7 4 0 15,-7-4 0-15,0 0 0 0,0 0 0 0,0 3 0 16,0-3 0-16,0-3 0 0,0 4 0 16,0-6 0-16,0 1 0 0,0 1 0 0,0-4 0 15,0-2 0-15,0 3 0 0,0-5 0 0,0 3 0 16,0-3 0-16,0 4 0 0,0-4 0 16,0 0 0-16,0 0 0 0,-7-4 0 15,7 4 0-15,0-3 0 0,0-2 0 0,-6 3 0 16,0-2 0-16,-1-4-260 0,1 1-499 15,-1 1-356-15,0-3-140 0,1-2-15 16,-7-3 70-16,6-1 148 0,-5 1 247 0,5-4 378 16</inkml:trace>
  <inkml:trace contextRef="#ctx0" brushRef="#br0" timeOffset="13067.41">22879 6865 103 0,'6'-6'322'0,"-6"-6"58"0,7 1 50 15,0-3-49-15,-7 2-41 0,0 1-38 0,6-3-18 16,-6 2 4-16,0-2 21 0,0 3-4 16,0-1-8-16,0 2-6 0,0 2-19 15,0 1-47-15,0 3-60 0,0 1-47 0,0-1-30 16,0 4-31-16,0 0-24 0,0 0-11 15,0 7 6-15,7 1 11 0,-7 3 20 16,0 4 18-16,0 3 17 0,0 4 10 0,6 3 4 16,-6 1 0-16,0 7-3 0,6 0-6 15,-6 4-3-15,0 3-3 0,0 1-1 0,0 2-9 16,0 1-14-16,0 4-9 0,0-5-14 16,-6 1-13-16,0 1-12 0,6-4-8 0,-7-2 0 15,7-2-4-15,0-5-7 0,0 2 0 16,0-8-2-16,0-1 0 0,-6-7-2 0,6 1 0 15,0-8-2-15,0 0-13 0,0-5-29 16,0 3-48-16,0-6-62 0,0-3-93 16,0 0-109-16,-7-3-125 0,0-2-148 0,1-2-152 15,0 0-65-15,-1 0 22 0,0-1 81 16,-5 1 118-16,5-1 166 0</inkml:trace>
  <inkml:trace contextRef="#ctx0" brushRef="#br0" timeOffset="13301.74">22658 7506 84 0,'0'4'390'0,"0"-1"54"15,0 1 57-15,0 0 51 0,6-1-27 16,-6 1-53-16,6 3-38 0,1 0-11 16,6 1-24-16,-6-1-59 0,5 4-88 0,2 0-60 15,-8 4-35-15,7-4-37 0,0 0-28 16,6 1-30-16,-5 2-19 0,-1-3-15 15,0-4-10-15,0 5-9 0,0-6-2 0,-6 5-20 16,5-3-44-16,-5-5-67 0,-7 1-98 16,7-1-116-16,-1 1-153 0,0-4-160 0,1-4-113 15,-7 1-17-15,13-4 55 0,-6-1 93 16,-1-3 141-16</inkml:trace>
  <inkml:trace contextRef="#ctx0" brushRef="#br0" timeOffset="13536.08">23218 7461 279 0,'6'-3'486'0,"0"3"75"0,-6-3 79 0,0 6-2 16,-6-3-95-16,0 8-92 0,-1 0-59 15,0-1-40-15,-5 7-51 0,-1-3-53 0,-1 4-53 16,-5 3-38-16,6 0-29 0,-6 1-28 16,5-1-23-16,2 1-22 0,-2-1-15 0,2-4-12 15,-2 1-8-15,8 0-6 0,-1-4-1 16,1-4-1-16,6 0 5 0,-6-3-2 0,6 3-2 15,-8-7-16-15,8 4-48 0,0-4-92 16,0-4-149-16,0 4-175 0,0-4-218 16,-6 1-150-16,6 3-43 0,0-4 40 0,-6 4 116 15,0 4 164-15</inkml:trace>
  <inkml:trace contextRef="#ctx0" brushRef="#br0" timeOffset="14205.24">21792 8935 201 0,'0'-11'386'0,"0"4"49"15,0-1 48-15,0 0-49 0,0-2-92 0,-7 2-53 16,7 5-14-16,-7-5 4 0,7 2-8 16,-6 2-12-16,0-1-19 0,-1 5-28 0,0-3-34 15,-6 3-40-15,0 3-32 0,0 2-28 16,1-1-8-16,-2 6-9 0,1-3-5 16,-7 9-4-16,8-6 9 0,-2 5 13 0,2 4 5 15,-2-1 3-15,8 3-1 0,-7 5 4 16,7-4-7-16,6 4-10 0,0 0-6 0,0-5-9 15,6 1-5-15,0 0-7 0,1 0 3 16,6-3-4-16,0-1 5 0,1-3 13 16,4-4 15-16,2-5 17 0,-7 2 15 0,7 0 18 15,-1-8 11-15,1 0 7 0,0-4 7 16,-8-3 7-16,8-1 3 0,-7-3 0 16,0-3-7-16,-6-1-14 0,5-4-19 0,-12 1-25 0,7-3-24 15,-7-2-24-15,0 2-17 0,-7 2-9 16,1-4-9-16,0 10-4 0,-1-6-5 0,-6 8-3 15,0 0-4-15,0 1-10 0,0 2-27 16,-7 4-49 0,7 4-59-16,0 0-74 0,0 0-81 0,7 4-106 15,0-1-121-15,-2 5-131 0,2-5-141 16,6 5-120-16,0-5-20 0,6 5 59 0,2-4 121 16,-2-1 165-16,6 2 193 0</inkml:trace>
  <inkml:trace contextRef="#ctx0" brushRef="#br0" timeOffset="14611.43">21883 8979 24 0,'6'-4'419'0,"1"-3"82"15,-7 3 87-15,6-3 84 0,0 0-76 0,2 0-112 16,-2 2-82-16,0 2-66 0,7-1-76 16,-6 1-73-16,6-1-69 0,7 4-36 15,-8 4-21-15,8-4-10 0,-1 7-7 0,1 1-14 16,0-1-5-16,-1 4-5 0,1 3-6 15,-1 1-4-15,0-1-5 0,-5 1 3 0,5 4 0 16,-13-1 0-16,8 0 1 0,-8 1-2 16,-6-1 5-16,6 0 5 0,-12-3 6 0,6 3 9 15,-6-6 18-15,-1 2 19 0,0-3 21 16,1-4 28-16,0 0 25 0,-1-2 19 0,1-5 5 16,-1 0 3-16,0-5-7 0,1-2-20 15,0 0-26-15,-1-4-18 0,0-3-14 16,7-2-15-16,0-2-15 0,0-4-10 0,0 0-2 15,7 0-12-15,0-1-8 0,-1 2-8 16,0 3-3-16,8-1-4 0,-8 1-4 0,7 4-4 16,0 3-4-16,0-1-3 0,7 2-21 15,-7 2-35-15,0 5-49 0,0-1-60 16,-1 4-86-16,2 0-101 0,-1 0-113 0,0 4-138 16,0 3-137-16,-7-3-110 0,8 3-6 15,-8 1 55-15,7 2 108 0,0-2 159 0</inkml:trace>
  <inkml:trace contextRef="#ctx0" brushRef="#br0" timeOffset="15378.52">22599 9038 241 0,'6'-8'466'0,"1"4"90"16,-7-6 106-16,0 2 13 0,0-3-94 16,0 1-83-16,0-2-72 0,-7 1-66 0,1 0-93 15,0 1-78-15,-1-2-56 0,-6 5-42 16,0 3-31-16,0 1-22 0,-7-1-14 0,7 4-12 15,-7 0-5-15,-5 4-3 0,12 3-1 16,-6 0-1-16,-1 0 0 0,6 5-2 16,-5-1 1-16,13 3-2 0,-8 1 0 0,8 3 1 15,0 0 0-15,6 1-4 0,0-1 2 16,0 1 3-16,6-1 1 0,-6 0 1 0,13-4-1 16,-6 1 6-16,-1 0-1 0,7-3 0 15,0-2 6-15,0-2 11 0,7-1 15 16,-7-5 10-16,6 3 14 0,-6-5 12 0,1-5 12 15,5 3 8-15,-6-2 3 0,0-7 5 0,-7 3 0 16,8-2-6-16,-8-1-15 0,0-4-12 16,1-3-11-16,0-1-18 0,-7 1-12 0,0-4-8 15,0 0-6-15,-7-3-4 0,7-1-7 16,-7 0-2-16,7 0-2 0,-6 1 0 16,0 3-1-16,6 0 0 0,-7 4 1 0,7-1 4 15,-7 5 3-15,7 3 5 0,0 0 1 16,-6 3-2-16,6 1-2 0,0 4-2 0,0 3-3 15,0 0 1-15,0 0-7 0,0 7 1 16,6 1-2-16,-6 6 0 0,0-3 0 0,0 3-7 16,7 5 7-16,-7 2-1 0,0-2 4 15,0 3 1-15,7 0-1 0,-1 0 3 0,-6 0-2 0,6 0 3 16,1-4-4-16,-7 1-2 0,13 3 1 0,-7-8-1 16,1 5-2-16,-1-5 3 0,8 1 3 0,-8-5 5 15,8-2 1-15,-8-1 0 0,6 1 2 16,-5-5-5-16,6 1 1 0,0-8-5 0,-7 4 3 15,8-7 1-15,-8 3 0 0,0-3-3 16,1-1 3-16,0-2-3 0,-1-1-4 0,-6-4 0 16,0 4-2-16,0-3 5 0,0-1-2 15,-6 4 1-15,-1 4 0 0,0-5 0 0,1 5 1 16,-6 4-2-16,4-5-2 0,-4 8-3 16,-1-4 6-1,6 4-4-15,-6 4 0 0,7 0 0 0,0 0 0 16,-2 4 1-16,-4 2-4 0,12 1 3 15,-7 4 0-15,7-1 4 0,-7 0 3 0,14 1 1 16,-7 0 0-16,0-1 0 0,7 1 1 16,-1 0-4-16,8-1-1 0,-8-2 0 15,6-1 0-15,2-4 3 0,-1 5 8 0,-1-9-7 16,2 4-27-16,-2-3-37 0,2-4-52 16,5 0-70-16,-5 0-87 0,-2-8-98 15,2 5-95-15,-2-5-81 0,-5-4-84 0,-1-1-57 16,1 1-51-16,-7-2 24 0,7-4 76 0,-14 3 95 15,7 0 124-15</inkml:trace>
  <inkml:trace contextRef="#ctx0" brushRef="#br0" timeOffset="15706.56">22833 9074 118 0,'0'-7'251'0,"-6"-4"91"0,6 4 84 16,-7-1 6-16,7 1-38 0,0 3-24 15,0-2-11-15,0-2-19 0,7 4-39 0,-1 0-36 16,1 0-36-16,0 4-44 0,-1 0-47 16,7 0-41-16,0 4-28 0,0 4-22 15,0 0-7-15,0-2 8 0,1 5 10 0,-2-1-1 16,8 6 8-16,-7-1 2 0,-1 3-1 15,-4-4-12-15,4 4-9 0,-6-3-1 0,-6 4-3 16,8-1 6-16,-8-3 11 0,0-4 13 16,0 3 22-16,-8-6 30 0,8-2 32 0,-6 2 35 15,6-4 26-15,-6 0 10 0,0-4 3 16,-2-4-11-16,8-3-19 0,-6-1-29 0,0 1-30 16,6-8-22-16,-7 1-25 0,7-1-25 15,0-3-22-15,0-4-13 0,0 3-11 0,7-3-12 16,-1 1-8-16,-6 2-9 0,6 1-23 15,2 3-36-15,-2 1-46 0,0 6-58 16,8 1-72-16,-8-1-85 0,7 8-113 0,0-3-131 16,0 3-158-16,7 3-163 0,-8-3-47 15,8 4 30-15,6 0 100 0,-7-4 142 16,8 3 197-16</inkml:trace>
  <inkml:trace contextRef="#ctx0" brushRef="#br0" timeOffset="16378.33">23667 8971 469 0,'0'-7'654'0,"0"0"103"0,-7-4 77 0,1 3-24 16,0 1-169-16,-8-4-166 0,1 4-129 15,-6 0-90-15,6 2-62 0,-7-2-58 0,7 7-37 16,-6-3-23-16,0 3-16 0,5 3-8 16,1 2-15-16,0 2-11 0,0 4-8 0,1 3-8 15,4 1-3-15,2 3-1 0,0 0 3 16,-1 1 9-16,7 4 8 0,7-6 9 0,-7 5 10 15,6-3 8-15,0-1 6 0,2-4 0 16,4 1 2-16,1 0-1 0,0-4-5 0,0-4-3 16,7 0-7-16,-7 0-6 0,6-7-7 15,1 0-4-15,-7 0-5 0,7-2-3 0,-8-6 0 16,1-3-1-16,-6 0-2 0,0-4-3 16,-1-3-2-16,-6 0-7 0,0-4-12 15,-6 0-3-15,-1-1-5 0,0 1-3 16,-6 0-2-16,7 4 2 0,-7 0 7 0,6 3 0 15,-5 4 2-15,5 0 2 0,0 3 0 0,1 1-18 16,-1 4-27-16,7 0-14 0,0-2-11 16,0 5-9-16,0 5-14 0,7-2 6 15,-1 5 5-15,8-6-8 0,-2 6-9 0,2 0-15 16,-2-1-5-16,1 0-3 0,7-3 11 16,-7-1 13-16,6 2 16 0,-5-5 23 15,-1 0 24-15,-7 0 28 0,8-8 20 0,-8 4 26 16,0-7 25-16,-6 0 15 0,7 1 15 15,-7-9 2-15,0 5 9 0,0-9 5 0,0 5 0 16,0-4 5-16,-7 4 1 0,7 0 0 16,0 0-2-16,-6 2-6 0,6 2-6 0,0 2-13 15,0 5-12-15,0 0-15 0,-6 3-15 16,6 1-16-16,0 6-13 0,0 1-7 0,0 7-3 16,0 4-2-16,0 7 5 0,0 4 9 15,0 3 17-15,0 4 19 0,0 0 18 0,0 4 22 16,0 2 18-16,6 2 13 0,-6-4 4 15,0 3 1-15,6-3 3 0,-6-1 0 0,0-3-5 16,7-3-10-16,-7-1-10 0,6-4-17 16,-6-6-19-16,0-2-16 0,0-5-15 15,7 2-11-15,-7-6-18 0,0-5-7 0,0 4 0 16,0-7-13-16,0 5-73 0,0-10-75 16,0 3-109-16,0-3-157 0,0 2-221 15,-7-5-274-15,7-3-176 0,0 4-46 0,-6-4 43 16,-1 0 122-16,1 0 210 0,0 0 295 0</inkml:trace>
  <inkml:trace contextRef="#ctx0" brushRef="#br0" timeOffset="16909.43">24520 8700 242 0,'0'-3'327'0,"-6"-1"35"16,6 0-43-16,0 1-26 0,-7-1-40 16,7 4-40-16,0-4-10 0,0 1-4 15,0 3 24-15,0-4 47 0,0 4 33 0,0-3 22 16,-6 3 4-16,6-5 11 0,0 2-9 15,0 0-33-15,0 3-33 0,0-4-27 16,0 4-29-16,0 0-38 0,0 0-38 0,-7 0-43 16,7 7-29-16,0-4-12 0,0 9 4 15,-6 6 11-15,6-4 17 0,0 9 21 0,0 3 10 16,0-1-1-16,0 4-15 0,6 1-11 16,-6-1-18-16,0 1-20 0,7-1-17 0,-7 0-15 15,6-4 2-15,-6 1-6 0,7-4-6 16,-7-3-18-16,0-1-38 0,0-3-53 0,6-1-67 15,-6-3-68-15,0-4-108 0,0-3-133 0,0 0-157 16,-6-8-164-16,-1 0-90 0,1-7-13 16,-1 1 70-16,1-1 125 0,-7-4 185 15</inkml:trace>
  <inkml:trace contextRef="#ctx0" brushRef="#br0" timeOffset="17737.32">24358 8906 80 0,'-7'-7'458'15,"0"-1"100"-15,-6 5 111 0,13-5 98 16,-6 4-97-16,0 0-127 0,6 1-98 0,0 0-92 15,6-1-96-15,0 4-106 0,1-5-65 16,6 5-42-16,6-3-20 0,1 3-11 16,0 0-13-16,5 0 0 0,1 0 2 0,1 0-4 15,-1 0 2-15,0 0 2 0,0-3 0 16,-7-1 4-16,1 0-5 0,-7 1 1 0,0-1-2 16,0-3-3-16,-7-1-1 0,1-3 1 15,-7 0-1-15,0 0 3 0,0-3 2 16,-7 3 9-16,7-3 14 0,-6-2 9 0,6 5 9 15,-7 1 4-15,1-2 4 0,6 1-2 16,-6 4-10-16,6 0-10 0,0 3-9 16,-7 1-3-16,7-2-8 0,0 2-6 0,0 3-5 15,0 0-1-15,0 0 3 0,0 8-5 16,0-5 4-16,7 8 3 0,-7 4 0 0,6 0 0 16,-6-1-2-16,6 9 1 0,-6-2 15 15,7 2 12-15,-1 2 15 0,-6 0 24 0,7 1 25 16,-7 4 21-16,7-1 8 0,-1 0 15 15,-6-4 5-15,6 1-11 0,-6 0-11 16,7-4-5-16,-7 0-6 0,7-4-13 0,-7-3-5 16,0-1 4-16,0-7 15 0,6 5 16 15,-6-9 18-15,0 1 9 0,0 0-1 0,0-8-10 16,0 0-22-16,0-3-29 0,0-1-34 16,0-6-24-16,0-1-13 0,0-3-12 0,0 0-8 15,7 0-8-15,-7-1-9 0,6 1-7 16,1-1-7-16,-1 5-7 0,-6 3-7 0,13 0-6 15,-7 7-6-15,2-3-3 0,-2 7 0 16,7 0 2-16,0 4 9 0,-7-1 10 0,1 8 11 16,5-4 9-16,-4 4 8 0,-2 0 6 15,0 4 1-15,1-4 5 0,6 4 0 16,-7 0 3-16,1-4-2 0,-1 0 0 0,1 0 0 16,6-5 0-16,-7 2 1 0,8-4 2 15,-8-1 1-15,7 1 2 0,7-4 0 0,-8-4 0 16,8 1 0-16,0-4-1 0,-7-1 0 15,-1-3 1-15,2 0-3 0,-2-3 1 16,-4-1-4-16,-2 0-2 0,0-3-2 0,-6 4-3 16,0-2 2-16,-6 6-1 0,6-5-1 15,-14 7-1-15,8 1-1 0,-6 4 4 0,-2-1-2 16,1 0 0-16,7 8 1 0,-8 0 3 16,2-1 0-16,6 4-1 0,-2 5 0 15,2-1 3-15,6-1 6 0,0 1 10 0,6 4 14 16,2 0 18-16,-2-3 16 0,6-2 16 15,2 1 14-15,5 0 15 0,1 0 21 0,0-4 9 16,5-3-68-16,7 3-70 0,1-7 0 16,1 0 0-16,-2 0 0 0,-7-3 0 0,9-1 0 15,-9 0 0-15,1 1 0 0,-6-1 0 16,-7 0 0-16,0-3 0 0,0 2 0 0,-7 3 0 16,-6-2 0-16,-6 4-169 0,0-4-336 15,-14 4-189-15,1 0-234 0,-7 0-186 0,-7 4-41 16,-7 0 45-16,-5-2 113 0,-1 7 189 15,-12 2 270-15</inkml:trace>
  <inkml:trace contextRef="#ctx0" brushRef="#br0" timeOffset="18507.41">23426 10254 177 0,'0'-8'332'0,"7"1"58"15,-1 3-8-15,-6-3-1 0,6-3-31 16,2 1-18-16,-8 3 14 0,6-5 4 0,-6 3-3 16,6-2-18-16,-6-2-20 0,0 1-40 15,0-3-63-15,0-1-54 0,0 0-43 0,0 4-19 16,-6-3-20-16,0 3-19 0,-2-1-18 16,-4 2-9-16,-2 2-2 0,2 4-5 0,-8 4-7 15,-6 0 3-15,7 4-3 0,-8 0 3 16,7 7 0-16,-5 1 0 0,5 2 0 15,0 0-3-15,8 5 2 0,-2-2 1 0,8 6 0 16,0-2-6-16,6 2 0 0,0-4-1 16,6 2 2-16,0-3-1 0,8-3 3 0,-2 0 3 15,8-1 6-15,-7-7 2 0,7 1 5 16,6-5 9-16,-7 2 9 0,1-10 12 0,0 2 16 16,-1-1 17-16,-6-3 15 0,0 1 11 15,0-6 3-15,-6 4 1 0,-1-3-7 16,0-3-10-16,2 3-18 0,-8-4-15 15,0 5-12-15,0-2-8 0,0 5-5 0,0 0-10 16,0-1-4-16,-8 0-8 0,8 8-8 16,0-2-9-16,0 2-6 0,0 0-2 0,8 2-3 15,-8 10 2-15,0-1 1 0,6-1 3 16,0 9 1-16,1-4-1 0,-1 7 0 0,1-5 2 16,-1 6-1-16,7-4-1 0,-7 3 2 15,8 0 9-15,-8-1 16 0,1-3 12 16,-1 1 9-16,1 4 13 0,-1-10 8 0,1 1 3 15,-7 3 3-15,0-3 2 0,0-3 8 16,-7-1 7-16,7-2 7 0,-6-1-2 0,-7 0-9 16,6-3-9-16,-5-1-16 0,-2 2-16 15,-5-5-16-15,-1-5-11 0,8 5-5 0,-8-3-10 16,-6-4-4-16,6 3-9 0,1-3-34 0,-7-1-56 16,6 1-76-16,1-1-86 0,-1-2-119 15,7 0-159-15,-7-2-181 0,14-3-196 16,-8 0-102-16,14-3-3 0,0 0 68 0,0 0 142 15,8-4 199-15</inkml:trace>
  <inkml:trace contextRef="#ctx0" brushRef="#br0" timeOffset="19116.66">23453 10129 66 0,'12'-7'461'0,"-5"0"99"15,6-1 109-15,-7 1 97 0,7 0-97 0,1-1-123 16,5 5-94-16,-6-1-73 0,6 0-90 15,1 4-81-15,-7 0-58 0,6 4-38 0,8 0-27 16,-8-1-18-16,0 5-16 0,1-1-15 16,-1 4-9-16,1 0-6 0,-7 4-1 0,7-5-5 15,-8 5 0-15,-4-1 1 0,-2 2 2 16,-6-2 3-16,0 5 0 0,0-9 2 16,-6 5 4-16,-2-3 7 0,-4-2 3 0,5 0 7 15,-6-5 8-15,0 2 14 0,7-2 12 0,0-5 7 16,-8 0 1-16,8 0 0 0,-1-9-8 15,1 1-14-15,-1 2-18 0,7-5-13 0,0-4-12 16,0 0-9-16,7-2-6 0,-1-2-6 16,7 1-5-16,1-5-5 0,-2 5-4 15,1 3-1-15,7 1-1 0,-8-1 3 0,2 4 1 16,-1 4 4-16,6 0-2 0,-12 4 3 16,6-2 1-16,0 5-2 0,-7 5 2 0,1-2 0 15,0 4 9-15,-1 3-3 0,-6 2 0 16,6 3 0-16,1-1 0 0,-7 4 0 15,7 1-2-15,-7-1 1 0,6 1 1 0,1-1-3 16,-1 0 4-16,0-3 3 0,2 3 8 16,4-3 15-16,-6-3 12 0,8-3 21 15,-1-1 19-15,-1-5 18 0,2 2 11 0,-2-5 4 16,2 0 3-16,-1-5-3 0,0-2-12 16,0 0-9-16,-7-4-9 0,0-1-7 0,2-2-15 15,-8-4-15-15,0 3-9 0,-8-7-12 16,2 4-9-16,-6-3-13 0,-2 2-3 0,1 1-2 15,-7-1 2-15,2 5 0 0,-2-2-4 16,0 6-1-16,1 3-13 0,-1 4-28 16,1-2-45-16,-1 5-54 0,7 5-61 0,-6-2-66 15,5 4-78-15,8 0-93 0,-7 4-111 16,7-3-132-16,6 3-145 0,0-4-83 0,6 3 9 16,-6-2 80-16,13-1 131 0,-7 1 175 15</inkml:trace>
  <inkml:trace contextRef="#ctx0" brushRef="#br0" timeOffset="19632.15">24169 10093 336 0,'6'0'574'0,"-6"-5"112"16,0 5 69-16,6-3-48 0,-6 3-148 16,0 0-145-16,0 3-128 0,0 2-95 0,-6-2-49 15,6 5-24-15,0 3-8 0,0-1-10 16,6 2-15-16,-6 2-12 0,7 1-16 15,-7 3-15-15,7-3-14 0,-1 4-12 0,1-5-4 16,-1 4-4-16,8-6-5 0,-8-2 0 16,0 0 3-16,8-2 1 0,-8 1-2 0,7-7 2 15,0-2 2-15,0-2-2 0,-7-3-2 16,8-2-1-16,-8-1-4 0,0-3-2 0,1-3 2 16,-1-1 0-16,1 1-2 0,-7-5 3 15,7 1 4-15,-7-1 7 0,0 5 16 16,0 3 7-16,0-1 4 0,0 2 1 0,0 3 2 15,0-1-7-15,-7 5-19 0,7-1 0 16,0 4-9-16,0 0-1 0,0 4-4 0,0 3-1 16,-7 0 2-16,14 4-5 0,-7 0 4 15,0 4-1-15,7-1 2 0,-7 1 8 16,6 0 12-16,0-5 17 0,1 6 15 0,0-6 18 16,-1 1 28-16,7-3 28 0,-6 0 15 15,6-2 10-15,-1-2 4 0,8-4-1 0,-6 0-13 16,5-4-18-16,0 1-14 0,-6-5-9 15,1 1-3-15,-2-4-6 0,1 0-2 16,0-4-4-16,-6 1-7 0,-1-1-13 0,-6-3-15 16,0-1-13-16,-6 1-14 0,6-4-8 0,-13 3-10 15,6 2-4-15,-12 2-3 0,5 0-5 16,2 0-19-16,-8 4-35 0,7 4-52 0,-7 3-68 16,8 1-77-16,-8-1-96 0,7 4-119 15,0 4-142-15,6-4-161 0,1 3-165 16,0-3-47-16,6 4 35 0,0-4 103 0,0 0 157 15,6 0 203-15</inkml:trace>
  <inkml:trace contextRef="#ctx0" brushRef="#br0" timeOffset="19913.34">24670 9869 420 0,'6'-12'699'0,"1"6"128"15,0-5 95-15,-1 3 16 0,-6 1-158 16,7 0-180-16,-7 0-159 0,0 3-113 15,0 0-92-15,0 4-72 0,0 0-59 0,6 4-25 16,-6 3 3-16,7 0 11 0,-7 12 17 16,6-2 20-16,1 2 11 0,-7 6-11 0,6 2-16 15,0-2-17-15,2 1-18 0,-8 3-19 16,6 0-17-16,0-3-12 0,-6 4-11 0,7-1-9 16,-7-4-24-16,6 2-38 0,-6-6-57 15,0-3-80-15,0 1-96 0,7-8-125 0,-7 0-166 16,0-3-202-16,0-8-192 0,0-5-53 15,0-2 25-15,0-4 88 0,-7-3 166 16,1-2 226-16</inkml:trace>
  <inkml:trace contextRef="#ctx0" brushRef="#br0" timeOffset="20445.34">24637 9982 113 0,'-6'-10'522'0,"-7"2"128"0,6 1 102 0,1 0 53 0,6 3-112 15,-6-4-168-15,6 5-146 0,0-1-125 16,6 1-99-16,0-1-66 0,1 1-42 0,6 3-20 15,0 0-19-15,7-4-8 0,-8 4-14 16,8 0-7-16,-7 0-5 0,7 0-7 16,-8-4 6-16,-4 4 7 0,4-4 13 0,-5 1 17 15,-7 3 23-15,6-7 31 0,-6 2 25 16,0 5 26-16,7-3 27 0,-7-1 13 0,0 1 2 16,-7-1-11-16,7 4-15 0,0-4-25 15,0 4-27-15,0 0-25 0,0 0-22 16,0 4-16-16,0 3-7 0,7 0 9 0,-7 5 14 15,6-1 24-15,1 3 21 0,-7 5 21 0,6 3 13 16,0 0 3-16,2-1 1 0,-2 5-14 16,0 1-11-16,-6-7-1 0,7 7 2 0,0-5-4 15,-1-1-9-15,-6 2-5 0,6-5-3 16,-6-4-10-16,7-2-5 0,-7-2 7 16,0-2 23-16,0-5 23 0,0 1 12 15,0-4 2-15,0 0-52 0,0-4-70 0,0-3 0 16,-7-4 0-16,7 1 0 0,0-5 0 15,-6-4 0-15,6 1 0 0,6-4 0 0,-6 0 0 16,7 4 0-16,-1-1 0 0,1 2 0 16,0 0-49-16,-1 7 9 0,7 0 10 0,0 3 9 15,0-2 7-15,7 6 6 0,-8 3 2 16,8 0 1-16,-7 3 1 0,7 6 1 16,-8-2 1-16,2 3 1 0,-2 0 3 0,2 2 0 15,-8 3 2-15,7 0 2 0,-6 3-2 16,0-4 0-16,-1 1 1 0,-6-4 0 0,6 4-1 15,-6-5 0-15,6-2-12 0,-6 0-23 16,0-1-28-16,0 0-46 0,0-4-61 0,0 1-86 16,0-4-103-16,-6 0-143 0,0-4-173 15,0 1-210-15,-1-8-140 0,0 0-21 0,7-4 57 16,-6-3 134-16,-1-1 187 0,7-2 244 16</inkml:trace>
  <inkml:trace contextRef="#ctx0" brushRef="#br0" timeOffset="21257.62">25921 8557 403 0,'0'-3'524'0,"-7"-4"89"0,0-1 92 0,7 1-46 15,0-4-126-15,0 0-98 0,0 0-66 16,0 0-70-16,0-1-79 0,7 5-59 16,0-4-49-16,5 4-35 0,-5 0-27 0,6 4-16 15,0 3-17-15,1 3-7 0,-2 4-4 0,1 5-2 16,0 1 8-16,0 10 17 0,-7 3 26 16,2 3 29-16,-2 8 28 0,-6 7 26 0,0-1 12 15,-6 5-1-15,6 0-11 0,-8 3-21 16,2 0-22-16,0 1-22 0,-1-1-17 15,7-4-17-15,-6 1-14 0,6-4-6 0,6 0-7 16,-6-7-5-16,7-1-1 0,-1-3 0 16,0-7 1-16,8-4 0 0,-2-4-2 0,2-3 2 15,-1-8 0-15,0-3-1 0,0-4 1 16,0-4 6-16,0-3 11 0,0 0 10 16,0-4 8-16,-6-4 11 0,-1 0 10 0,0 1 11 15,2-1 5-15,-8 4 3 0,6 0 0 16,-6-1-3-16,0 6-9 0,0-2-18 15,0 5-18-15,0 3-17 0,0 0-8 0,0 3-9 16,-6 8-3-16,6 4 1 0,-8 3 3 16,8 8 14-16,-6 4 14 0,6 2 10 0,0 8 12 15,6 4 5-15,-6 4 3 0,8 0-3 16,-8-1-14-16,6 5-10 0,-6-1-9 0,6 0-6 16,-6 0-2-16,0 1-4 0,0-5-1 15,-6 1 2-15,6-4 4 0,-6-4 9 0,-2 0 8 16,-4-3 7-16,5-1 13 0,-6-6 9 15,0-4 10-15,0-1-51 0,6-6-21 0,-5-1 0 16,5-3 0-16,-6-8 0 0,6 0 0 16,-5-4 0-16,-2 2 0 0,2-10 0 0,-8 2 0 15,0-4 0-15,1 0 0 0,-7-4 0 16,-1 0 0-16,1-4 0 0,-6 0 0 16,6-3 0-16,-1-1 0 0,8 5 0 0,0-8-223 15,6 4-276-15,-1-4-177 0,14 0-220 16,8-7-199-16,4-1-53 0,1 1 35 15,13-8 111-15,0 5 194 0,7-5 260 0</inkml:trace>
  <inkml:trace contextRef="#ctx0" brushRef="#br0" timeOffset="21476.39">26461 9412 190 0,'6'-5'663'0,"1"2"137"16,0-1 92-16,-1 0 71 0,0 1-135 15,8-1-210-15,-1-3-201 0,-7 3-121 0,14 1-81 16,-8-1-64-16,8 4-50 0,0-3-34 16,-1-2-25-16,1 5-16 0,6 0-14 0,-7-3-30 15,1 3-60-15,0 0-82 0,-7-4-120 16,0 4-146-16,0 0-173 0,-7 0-182 16,-6 0-93-16,0 0 0 0,-6 0 80 0,-7 0 122 15,0 4 164-15</inkml:trace>
  <inkml:trace contextRef="#ctx0" brushRef="#br0" timeOffset="21695.02">26500 9513 206 0,'-7'12'590'15,"1"-5"135"-15,0 0 108 0,6-3 69 16,0 3-118-16,0-3-146 0,6-4-148 0,7 0-108 16,0 0-81-16,7 0-63 0,-1 0-59 0,1-4-33 15,-1 4-23-15,7-3-23 0,0-1-23 16,1 0-26-16,-8 1-19 0,7-1-12 15,-13 0-7-15,7 1-6 0,-7-1-14 0,-7 1-31 16,8-2-50-16,-14 2-72 0,6-4-118 16,-6 3-164-16,-6-3-183 0,6 3-203 0,-8-3-113 15,-4-5-12-15,5 2 67 0,1 0 142 16,-1-2 179-16</inkml:trace>
  <inkml:trace contextRef="#ctx0" brushRef="#br0" timeOffset="22076.64">26708 9158 341 0,'0'-3'708'0,"-6"-5"128"0,6 5 78 0,-6-1 20 15,6 4-188-15,-7-3-227 0,7 3-190 0,7 0-112 16,-7 3-53-16,6 1-32 0,7 3-15 16,0 4-7-16,7 3-10 0,-1-2-17 0,7 1-20 15,0 7-16-15,1-6-17 0,-1 5-12 16,6-1-7-16,-6-3-2 0,6-5-2 15,-6 6-3-15,-6-5 1 0,6-1-2 0,-7-2-2 16,-5 3 1-16,-2-8-2 0,2 4 0 16,-8 1 0-16,-6-1-1 0,7 1 0 0,-7-1 5 15,-7 4 12-15,1 0 16 0,-8 3 16 16,2 1 19-16,-2 0 20 0,2 2 14 0,-8 3 9 16,1 2 7-16,-1-1 2 0,0-3-3 15,7 5-6-15,-6-4-9 0,0-1-10 16,5 0-15-16,1-4-16 0,1 5-13 0,-2-8-13 15,2 0-11-15,4-1-10 0,2-3-14 16,0-2-32-16,-1 2-53 0,7-7-74 0,0 3-92 16,0-6-135-16,7-1-189 0,-7-7-245 15,12 0-192-15,2-7-57 0,-1 0 22 0,13-8 97 16,-6 1 180-16,12-1 260 0</inkml:trace>
  <inkml:trace contextRef="#ctx0" brushRef="#br0" timeOffset="22895.01">27854 9074 27 0,'0'-3'330'0,"0"3"91"0,0 0 75 15,-6-4-37-15,6 4 44 0,0 0-10 16,0-4-33 0,0 4-37-16,0 0-34 0,0 0-32 15,0 0-46-15,0 0-62 0,0 0-56 0,0 0-39 16,0 0-28-16,6 0-15 0,-6 4-12 16,-6 0-5-16,6-1 4 0,0 5 7 0,-6-2 6 15,6 2 3-15,0 3 2 0,-7 0 9 16,7 3 9-16,0 1 10 0,0 4-1 15,0-1 2-15,0-1 2 0,0 6 2 0,0-1-2 16,0 4-3-16,0-4 2 0,0 0-2 16,0 4-6-16,0-5-9 0,0 2-12 15,7-2-117-15,-7-2 0 0,0-1 0 0,0-3 0 16,6 0 0-16,-6-4 0 0,0-4 0 0,0 0 0 16,0-3 0-16,0-1 0 0,0 1 0 15,0-4 0-15,0 0 0 0,0-4 0 0,0 1 0 16,0-4 0-16,-6-1 0 0,6 1 0 15,-7-8 0-15,7 4 0 0,0-7 0 16,-6-1 0-16,6 1 0 0,-7 0 0 0,1-4 0 16,6 0 0-16,-7 0 0 0,7 0 0 15,-6 4 0-15,6-4 0 0,0 3 0 0,0-3 0 16,6 1 0-16,-6 3 0 0,7-1 0 16,-1 1 0-16,7-1 0 0,0 1 0 0,1 3 0 15,-2 1 0-15,8-1 0 0,-1 4 0 0,1 0 0 16,-7 1 0-16,6 2 0 0,1 0 0 15,-7 1 0-15,7 3 0 0,-1 0 0 16,-6 4 0-16,0 0 0 0,7 0 0 0,-7 4 0 16,0 0 0-16,0 3 0 0,0-3 0 0,0 3 0 15,-7 4 0-15,8 0 0 0,-8-1 0 16,7 6 0-16,-7-1 0 0,1 3 0 16,0 0 0-16,-1 1 0 0,0-1 0 0,-6 1 0 15,8 2 0-15,-8-3 0 0,6 4 0 16,-6-3 0-16,0-1 0 0,6 4 0 0,-6-3 0 15,0-1 0-15,0-4 0 0,-6 4 0 16,6-3 0-16,0-4 0 0,0 4 0 0,0-7 0 16,0 2 0-16,0-6 0 0,0 2 0 0,0-1 0 15,0-2 0-15,0 1 0 0,0-4 0 16,-6 0 0-16,6 5 0 0,0-5 0 16,0 0 0-16,0 0 0 0,0 0 0 0,0 0 0 15,0 0 0-15,0-5 0 0,-8 1 0 16,8 1 0-16,-6-2-343 0,0-1-669 15,-1-2-258-15,-6-3-78 0,6 4 39 0,-5-7 128 16,-2 3 244-16,2-4 361 0</inkml:trace>
  <inkml:trace contextRef="#ctx0" brushRef="#br0" timeOffset="25006.95">29821 8059 153 0,'8'4'382'16,"-2"-4"70"-16,0-4 62 0,1 4-48 0,-7-3 23 16,0-4-51-16,0 2-28 0,0-1-24 15,0 1-19-15,0-2-36 0,0 3-56 0,-7 1-56 16,7 0-50-16,-6 3-41 0,0 3-35 16,-8 0-20-16,8 8-1 0,-14 5 5 0,7 2 11 15,-7 8 14-15,1 3 15 0,0 3 7 16,-8 9-1-16,7 2 2 0,2 6-4 15,-2 6 0-15,1 0-3 0,5 3-9 16,2 5-10-16,4-2-12 0,8 6-8 0,0-6-10 16,0-1-10-16,14-2-6 0,-2-3-9 0,2 0-3 15,5-8-5-15,1 1-9 0,0-7-9 16,6-1-5-16,-1-7-2 0,1-1-13 16,1-7-27-16,-1-5-42 0,-6-3-52 0,5-5-68 15,-5-5-79-15,0-3-107 0,-1-8-122 16,-6-3-131-16,0-5-152 0,0-5-113 0,0-3-16 15,-7-5 65-15,1 0 118 0,0-4 160 16</inkml:trace>
  <inkml:trace contextRef="#ctx0" brushRef="#br0" timeOffset="25335">30147 8513 9 0,'7'-14'514'0,"-1"3"150"0,-6-3 100 15,7 3 81-15,-7-1-65 0,0 5-148 0,7 0-164 16,-7 2-133-16,0 2-94 0,0 0-78 16,0 3-58-16,0 3-31 0,0 5-6 0,6-1 17 15,-6 7 15-15,0 9 22 0,0-1 19 16,6 3 12-16,-6 9 11 0,7-2 1 0,-7 9 4 16,0-5 2-16,0 8 1 0,0-3-10 15,0-1-18-15,0 0-19 0,0 0-22 16,-7-3-21-16,7-4-21 0,0 0-16 0,0-8-17 15,7 1-9-15,-7-5-6 0,0-1-3 16,0-3-11-16,0-5-18 0,0-5-27 0,0 0-53 16,0-3-78-16,7 0-92 0,-7-8-107 15,0 0-149-15,0-3-161 0,6-4-153 16,0-3-135-16,1-1-20 0,-1-3 53 0,8-1 133 16,-8 1 171-16,8-4 195 0</inkml:trace>
  <inkml:trace contextRef="#ctx0" brushRef="#br0" timeOffset="25569.32">30362 8832 380 0,'7'-7'572'0,"-1"0"127"0,-6-1 101 0,7 5-25 16,-7-5-117-16,0 5-114 0,7 0-118 15,-7 3-109-15,0 0-75 0,0 3-44 0,6 4-27 16,-6 0-12-16,0 4-2 0,6 0-1 16,0 4-12-16,-6 4-17 0,8-5-16 0,-8 5-18 15,6-1-14-15,0-4-14 0,-6 5-16 16,7-5-15-16,-7 1-15 0,0-4-22 15,6 0-41-15,-6-4-52 0,0 1-62 0,0 0-96 16,0-6-151-16,-6-2-181 0,-1 0-181 16,1-7-150-16,0 0-43 0,-8-4 38 0,2 0 123 15,-2-8 178-15,1 1 208 0</inkml:trace>
  <inkml:trace contextRef="#ctx0" brushRef="#br0" timeOffset="25678.67">30336 8642 67 0,'0'-7'374'15,"6"-2"40"-15,-6 7 19 0,0-2-40 16,0-3-169-16,0 3-195 0,7 4-173 0,-7-4-148 16,7 4-75-16,-1 0-28 0,1 4 20 15,-1-4 58-15</inkml:trace>
  <inkml:trace contextRef="#ctx0" brushRef="#br0" timeOffset="26414.29">30545 8686 65 0,'6'3'447'15,"-6"5"71"-15,0-8 55 0,6 3 71 16,-6 1-84-16,0 4-98 0,7-1-66 0,0 0-35 16,-7 0-27-16,6 4-46 0,1 4-48 0,-1 0-23 15,-6 4-26-15,6-2-16 0,2 5-14 16,-2 0-19-16,0 0-24 0,0 1-27 16,-6-2-18-16,8 2-12 0,-2-2-6 0,-6-3-5 15,6 1-4-15,-6-4-5 0,0-1-3 0,7 1-3 16,-7-9 3-16,0 6 17 0,0-4 30 0,0-5 33 15,6 1 27-15,-6-4 14 0,-6 0-1 16,6-4-15-16,0-3-34 0,-7 0-38 16,7-2-30-16,0-4-18 0,-6-1-10 0,6-2-6 15,-6-2-4-15,6-1 0 0,0-2-3 0,0-1-4 16,0 3-6-16,6-2-10 0,0 2-10 16,1 1-15-16,-1-1-17 0,1 5-17 0,6-1-10 15,-1 0-6-15,8 5 4 0,-6-1 8 0,5 3 15 16,1 0 17-16,-8 6 16 0,8 2 11 15,-7 2 6-15,0 3 3 0,0 2 5 0,1 4 1 16,-2 3 2-16,-5 1 3 0,-1 0 4 16,1 7 2-16,-1-5 2 0,1 2 3 0,-7 4 5 15,0-5 6-15,6 3 2 0,-6-2 3 16,0-1 4-16,6 0-2 0,-6-3-5 0,8 3-1 16,-2-6-5-16,-6-1 0 0,13 0-1 0,-7-4 0 15,7 0 2-15,-6-3-2 0,6-4 1 16,6-4-1-16,-5 1-3 0,5-1-3 0,1-7-1 15,0 0-1-15,-8 0-3 0,8-4 0 16,-7-3 0-16,-1-1-1 0,2 1-1 0,-1-3 0 16,-7-2 3-16,1 4-2 0,-7 1 1 0,0 1 1 15,0 2-3-15,-7 0 0 0,1 0-1 16,-1 1-2-16,1 3 2 0,-8 3 0 16,2 1 1-16,5 4-4 0,-6 3 1 0,0 0-1 15,1 3-1-15,-2 4 0 0,1 1 3 0,0 3-1 16,7 3 1-16,-7 1-1 0,6 3 3 15,0-3 0-15,7 4 8 0,0-1 15 0,0 0 20 16,0 1 15-16,7-5 11 0,0 4 11 0,-1-3 4 16,1-1 2-16,5-2-6 0,-5-2 7 15,6-2-1-15,1 3 0 0,5-7-8 0,-6 3-10 16,6-7-14-16,7 4-17 0,-6-4-13 16,-1-4-13-16,-5 4-9 0,5-5-23 0,-6 3-32 15,0 2-39-15,-7-4-56 0,8 0-74 0,-8 4-92 16,-6-3-113-16,6 3-136 0,-6-4-148 15,-6 4-157-15,6-4-113 0,0 0-4 16,0 4 79-16,6-2 136 0,1-3 173 0,0 5 203 16</inkml:trace>
  <inkml:trace contextRef="#ctx0" brushRef="#br0" timeOffset="26867.3">31535 8928 448 0,'0'-8'584'16,"-7"1"99"-16,1-5 82 0,-1 2-51 0,0-1-147 15,-5-3-120-15,-2 2-98 0,2 1-85 16,-2 4-67-16,1-4-52 0,1 4-38 0,-2 3-25 16,-6 0-21-16,8 1-10 0,-8 3-16 15,7 3-15-15,1 5-4 0,-8-1-9 0,7 4-5 16,6 4-3-16,-6 0 1 0,7 2 1 16,-1 1 1-16,0 1 8 0,7-1 12 0,0 1 3 15,0-1 1-15,7 0 6 0,0 1 4 0,-1-5 1 16,0 1 1-16,8-5 7 0,-1 2 8 15,-1-4 1-15,2-5 2 0,-2 1 4 0,8 0-2 16,-7-8 2-16,1 0 8 0,4 1 9 16,-4-5 6-16,-8 1 6 0,7-4 4 0,1 0-2 15,-8-4-7-15,0 4-2 0,1-7 4 0,0 3 3 16,-7 1 8-16,6-1 11 0,-6 4 12 16,6 0 3-16,-6 4-9 0,0-1-11 15,0 0-20-15,0 6-23 0,0-3-21 0,0 5-20 16,0-3-15-16,0 6-8 0,0-3-2 0,0 7 1 15,0 1 4-15,0 0 0 0,7 3 4 16,-7 4 2-16,7-5 0 0,-7 8-2 0,6-2-2 16,1-2-1-16,-1 1 0 0,0-1-2 15,2 1-15-15,-2-4-33 0,0 4-47 0,0-4-61 16,1-5-80-16,-7 2-97 0,7-1-135 0,-1-3-160 16,-6-4-183-16,0 0-161 0,7-4-38 15,-7 1 35-15,0-4 118 0,0-4 172 16,-7 0 224-16</inkml:trace>
  <inkml:trace contextRef="#ctx0" brushRef="#br0" timeOffset="27243.22">31587 8862 316 0,'0'-11'598'0,"0"0"127"15,6 0 94-15,-6 0-13 0,7 0-106 16,-1 0-141-16,0 3-146 0,8-2-113 16,-2 6-83-16,2-3-64 0,-1 7-49 0,7-4-36 15,-2 8-23-15,2-1-13 0,7 1-8 0,-8 3-8 16,0 5-7-16,8-2-3 0,-8 5-2 15,0-4-3-15,-5 3-1 0,-1 5 3 0,0-5 7 16,-7 4 5-16,7-3 12 0,-13 4 9 16,6-4 12-16,-6-1 11 0,-6 0 10 0,0 2 14 15,-1-6 10-15,1 1 14 0,-1 0 22 16,-6-4 20-16,7-3 21 0,0 4 14 0,-8-8 17 16,8 0 19-16,-1 0 12 0,0 0 4 15,1-4-31-15,0-4-205 0,6-2 0 0,-7 2 0 16,7-3 0-16,0-4 0 0,0 1 0 0,0-1 0 15,7-3 0-15,-1 3 0 0,0-4 0 16,1 1 0-16,0 4 0 0,5-1 0 0,-4 1 0 16,4 3 0-16,-5 0 0 0,6 3 0 15,-7 1 0-15,7 0 0 0,-7 4 0 0,8-2 0 16,-8 2-75-16,1 3-319 0,-1 0-91 0,-6-4-125 16,7 4-150-16,0-3-167 0,-1-1-109 15,-6 0-7-15,6 1 72 0,-6-5 142 16,7 0 195-16,-7-2 228 0</inkml:trace>
  <inkml:trace contextRef="#ctx0" brushRef="#br0" timeOffset="27586.88">32088 8324 29 0,'0'-16'538'0,"0"5"140"0,7-4 86 0,-7 5 59 16,6-1-85-16,1 3-178 0,6 2-174 15,-7 2-118-15,8-1-74 0,5 5-47 0,0 5-25 16,0 2-15-16,1 4-12 0,6 3-10 16,1 5-2-16,-1 3 12 0,-7 7 12 0,7 0 10 15,0 8 11-15,-6-1 10 0,-7 5 3 0,7-1-9 16,-8 8-14-16,-5-4-15 0,-7 4-10 16,0-1-8-16,0 1-6 0,-7-4-4 0,-5 0-2 15,-2-4 1-15,-5-3 5 0,5-1 7 16,-4-3 10-16,-2 0 10 0,0-7 3 0,1-4-4 15,5 0-8-15,2-8-12 0,-2 1-15 16,1-4-16-16,7-4-10 0,6-3-8 0,-6 0-9 16,-1-1-26-16,7-6-46 0,0-1-70 0,-7 0-104 15,7 1-128-15,0-4-185 0,-6-1-200 16,6 4-223-16,-6-3-136 0,-2 3-8 0,2 1 68 16,-7-1 156-16,0 0 202 0,-6 4 254 15</inkml:trace>
  <inkml:trace contextRef="#ctx0" brushRef="#br0" timeOffset="28118.02">29770 9675 384 0,'-20'4'630'0,"7"-4"115"16,0 0 82-16,7 0-53 0,-1 0-82 0,1 0-146 15,6 0-154-15,0 0-88 0,6-4-50 16,7 4-34-16,0 0-20 0,13-4-8 0,0 1 4 15,14 3 1-15,5-5-1 0,7 2-8 16,13 0-6-16,0-1-14 0,7 0-17 16,6 1-19-16,7-5-18 0,-1 1-22 0,1 0-24 15,12 0-22-15,8-1-15 0,-1 0-14 0,0-3-6 16,7 4-3-16,0 0-4 0,-1-4 1 16,1 3-1-16,7 1 3 0,-8-4 0 0,1 4 6 15,-7 0 12-15,1 0 15 0,-8-1 13 16,1 1 16-16,-7 3-62 0,-6-3-7 0,-8 0 0 15,2 3 0-15,-14-1 0 0,-6 3 0 0,-14-3 0 16,-6 2 0-16,-7 0 0 0,-6 3 0 16,-12-4 0-16,-1 0 0 0,-13 0 0 0,-7 2 0 15,-5-3 0-15,-14 5-15 0,-7-4-357 16,1 4-82-16,-15 0-105 0,2 0-123 0,-1 4-157 16,-13-4-163-16,8 5-36 0,-15-3 41 0,1-2 116 15,-6 4 165-15,-8 4 213 0</inkml:trace>
  <inkml:trace contextRef="#ctx0" brushRef="#br0" timeOffset="28524.24">30232 9785 251 0,'-52'8'378'0,"6"-1"49"0,-6-4 12 0,6 1-33 16,8 3-45-16,-1-3-20 0,-1-1-2 15,15-3 10-15,-2 4 17 0,8 0 9 16,6-4-14-16,7 0-22 0,6 0-20 0,0 0-21 16,19 0-22-16,0-4-21 0,14 4-14 15,12-4-3-15,8 1-1 0,5-1 3 0,14 1-2 16,6-1-1-16,7 0-9 0,6 1-19 16,13-1-20-16,0 1-22 0,7 3-80 0,-1-5-87 15,-5 5 0-15,5-3 0 0,1 3 0 16,0 0 0-16,-1 0 0 0,-5 0 0 0,-1 0 0 15,0 0 0-15,-6 0 0 0,-6 0 0 16,-8-4 0-16,1 4 0 0,-14-3 0 0,-6-1 0 16,-6 4 0-16,-1-4 0 0,-12 1 0 0,-1-1 0 15,-12 0 0-15,-7 4 0 0,0-3 0 16,-6-2 0-16,-7 5 0 0,0-2 0 0,-6 2 0 16,-1 0 0-16,-6 0 0 0,0 0 0 15,-6 0 0-15,-8 0 0 0,-5 0 0 0,-1 0 0 16,-6 2-421-16,0-2-634 0,0 0-228 0,-7-2-60 15,1-3 37-15,-1 2 133 0,1-5 250 16,6-3 397-16</inkml:trace>
  <inkml:trace contextRef="#ctx0" brushRef="#br0" timeOffset="41257.36">28545 9917 219 0,'0'4'350'0,"0"-1"49"16,0-3-31-16,0 4-20 0,-6-4-24 15,6 0-39-15,0 0-33 0,0-4 2 0,0 4 21 16,0-3 7-16,0-1-4 0,0 0-9 0,0-3-4 16,0 2-4-16,0 3-33 0,0-3-27 0,0 2-26 15,-7 3-26-15,7 0-31 0,0 3-37 16,-7 2-17-16,1 5-5 0,-7 2-5 16,-6 5 0-16,-1 6 5 0,-7-2 3 0,2 9-1 15,-1-1-3-15,-13 4-2 0,6 0 0 16,0 4-3-16,-6 0-4 0,7 3-3 0,-7-4-1 15,7 1-2-15,-1-5-6 0,1 2-9 16,-1-5-4-16,7 1-5 0,0-5-2 0,-1-3-6 16,8-4-1-16,6-3-3 0,0-1-4 15,0-2 1-15,6-5-1 0,1 0 2 0,0 1-1 32,6-8-6-32,0 0-29 0,0 0-51 15,6-8-73-15,0 1-108 0,7 0-130 0,1-5-134 16,5 2-123-16,0-5-93 0,8 1-74 15,-1-4 29-15,0-1 90 0,7-3 120 0,-1-4 139 0</inkml:trace>
  <inkml:trace contextRef="#ctx0" brushRef="#br0" timeOffset="41538.57">28474 10162 29 0,'6'-4'420'0,"7"1"89"16,-7-1 79-16,1-3 73 0,-7 7-97 15,7-4-105-15,-7 8-67 0,0-1-49 0,-7 5-30 16,0 3-31-16,1 4-27 0,-13 3-19 15,-7 8-13-15,0 3-13 0,-7-1-29 0,-6 6-26 16,6-1-23-16,-6 4-9 0,0-1-12 16,-7 1-7-16,7 3 3 0,0-3 5 0,7-1 10 15,-7 1 4-15,7-3-1 0,5-2 0 0,-5-3-11 16,12-3-9-16,-6-5-14 0,7 2-20 16,5-8-14-16,2-1-17 0,-2-3-12 15,8 0-8-15,-1-4-2 0,1-2-2 0,6 1-3 16,-7-6-3-16,7 4-8 0,0-4-37 15,-6-4-77-15,6 4-97 0,0-3-130 16,0 0-190-16,0-2-222 0,0 1-199 0,0 1-91 16,0 0 9-16,-7-5 81 0,7 1 168 15,-6 0 215-15</inkml:trace>
  <inkml:trace contextRef="#ctx0" brushRef="#br0" timeOffset="42802.76">26832 6447 287 0,'-6'4'392'0,"-1"-1"45"0,1-3 1 16,-1 5-52-16,1-3-77 0,6-2-59 0,0 5-29 15,-7-5-8-15,7 0 3 0,0 3 13 16,7-3 14-16,-1 0 1 0,1 0-12 0,6 0-19 16,7 0-29-16,-8 0-46 0,14 0-37 15,-6-3-32-15,6 3-18 0,0-5-11 16,0 3-3-16,0-3 2 0,-6 2-7 0,5-4 5 15,1 3 1-15,1-2-4 0,-7-3-6 16,-1 6-5-16,0-5-4 0,-6 5 5 16,1-1 8-16,-8 0 7 0,0 4 3 0,-6-3 0 15,-6 3-2-15,0 3-7 0,-8 1-13 16,1 0-10-16,-6-1-3 0,-7 5-5 0,0-1 0 16,0 0 0-16,-7 1-1 0,1 2 3 15,-1-3-4-15,1 1 1 0,-1 4 2 16,1-5-3-16,6 3 1 0,-7-2-4 0,1-1 3 15,5 1 0-15,1-1-1 0,6-3 2 16,1 3-1-16,0-4 3 0,12 2-1 0,-6-5 2 16,6 3 3-16,1 1 0 0,0-4 4 15,6 0-4-15,0 3 3 0,6-3 1 0,7 0 1 16,7 0-1-16,-1 0-1 0,0 0 0 16,8-3-4-16,5-1 1 0,1 1-4 0,-7-2 1 15,6-2 1-15,1 0-3 0,-7 0 4 16,0 3-5-16,0-3 2 0,-7 0 0 0,1 2-3 15,-7 2 4-15,-6-1-4 0,-1 4-5 16,1-3-22-16,-7 3-74 0,0 3-136 16,0-3-209-16,-7 4-223 0,7-1-153 0,-6 2-65 15,-1-5 28-15,7 3 113 0,0-3 194 16</inkml:trace>
  <inkml:trace contextRef="#ctx0" brushRef="#br0" timeOffset="43431.4">29861 6417 280 0,'-13'8'398'0,"0"-4"40"16,-1 1-8-16,2-5-41 0,-2 2-60 16,2-2-42-16,5 4 2 0,-6 0 23 0,6-4 15 15,1 0 3-15,0 3-22 0,-1-3-26 16,7 4-42-16,0-1-37 0,0-3-19 0,7 5-11 15,-1-3-3-15,14-2-13 0,-1 5-14 16,13-5-19-16,14 0-25 0,0-5-27 16,12 3-21-16,1-3-18 0,6 2-12 0,0-1-8 15,7-3 6-15,-7 3 6 0,0 2 9 0,-6-3 7 16,0 1 8-16,-8 1 12 0,2-2 9 16,-7 2 5-16,-7 0 5 0,-1 3 5 0,-11-4 3 15,-1 4 4-15,-7-4 1 0,-6 4-4 16,0-3-10-16,-7 3-12 0,1-3-11 0,-7 3-17 15,-7-5-18-15,1 2-21 0,-7-1-43 16,0 4-81-16,-6-4-106 0,-1 1-189 0,-6-1-231 16,-1 1-271-16,-5-1-127 0,7 0-11 0,-15 1 58 15,7-1 166-15,-5-4 218 0</inkml:trace>
  <inkml:trace contextRef="#ctx0" brushRef="#br0" timeOffset="55547.88">28174 8613 327 0,'6'-8'405'0,"-6"2"64"0,0-2 9 16,0 4-20-16,0 0-54 0,0 0-64 0,0 1-43 16,0 3-17-16,0 3-23 0,-6 1-25 15,6 7-20-15,-6-4-1 0,-1 8-10 0,0 0-33 16,-5 3-33-16,-2 4-27 0,8-4-21 15,-7 8-23-15,0-4-17 0,6 0-15 0,-5 4-9 16,-2-4-10-16,8-4-7 0,-7 0 1 16,6-4-7-16,0 1 3 0,1-4 0 0,0-3 4 15,6 0-2-15,-6-6 0 0,-2-2 2 16,2 0-6-16,6-2-1 0,-6-6-3 16,6-3 1-16,-7 0 0 0,7-4-1 0,0-3-1 15,-7 0-2-15,7-4 3 0,0 4-2 16,0-1 5-16,0 4-1 0,0 4 5 0,7 0 7 15,-7 4 1-15,0-1 5 0,0 5 3 16,0 3 14-16,0 0 16 0,7 8 16 0,-1-1 17 16,-6 4 17-16,14 3 9 0,-8-2-4 15,6 6-10-15,-5-4-12 0,6 5-14 16,0-1-22-16,7-3-14 0,-7-1-11 0,0 1-3 16,6-4-9-16,-5 0 0 0,-2-1-3 15,2-2-4-15,-8 0 3 0,7-5-6 0,-7 1 1 16,-6 0-6-16,7-4-8 0,-7 0-39 15,0 0-84-15,0-4-146 0,0 0-199 0,-7-3-243 16,7-5-173-16,-13 2-59 0,7-1 31 16,-7-7 118-16,6-4 187 0</inkml:trace>
  <inkml:trace contextRef="#ctx0" brushRef="#br1" timeOffset="-111807.56">27621 6498 21 0,'-7'-3'44'0,"0"3"-47"16</inkml:trace>
  <inkml:trace contextRef="#ctx0" brushRef="#br1" timeOffset="-111352.45">27217 6736 36 0,'0'0'34'0,"0"-2"-49"16</inkml:trace>
  <inkml:trace contextRef="#ctx0" brushRef="#br1" timeOffset="-111149.36">29353 6744 57 0,'26'8'307'0,"-14"-1"39"0,2-3 21 0,-1-4-94 16,0 3-42-16,-6-3-114 0,-7-3-116 16,6 3-117-16,-6-4-128 0,-6 0-69 0,-1-3-33 15,0 3 7-15,-6-4 41 0</inkml:trace>
  <inkml:trace contextRef="#ctx0" brushRef="#br1" timeOffset="-110735.92">27705 6923 306 0,'0'8'450'0,"0"-4"36"0,0-4 21 16,0 3-98-16,0-3-139 0,0 0-127 0,0 0-87 15,0 0-75-15,0-3-83 0,0 3-99 16,7 0-126-16,-7-4-92 0,6 4-32 15,0-3 12-15,8-5 50 0</inkml:trace>
  <inkml:trace contextRef="#ctx0" brushRef="#br1" timeOffset="-110093.79">29770 6884 273 0,'6'7'601'15,"-6"-7"74"-15,7 3 58 0,-14-6 37 0,7 3-203 16,0-5-187-16,0 5-113 0,0-2-51 16,7 2-37-16,-7-5-22 0,0 5-16 0,0-3-24 15,0 3-18-15,0 0-23 0,0 0-20 16,0 0-20-16,0 0-17 0,0 3-12 0,0-3-14 15,0 5 1-15,0-5 5 0,0 2-3 16,0 3 3-16,0-5 2 0,0 3 7 16,6 1-6-16,-6 0-4 0,0-4 1 0,0 4-1 15,0-1 2-15,0-3-2 0,0 4 3 16,0-4-1-16,0 0 4 0,0 3-1 16,0-3 9-16,0 0 10 0,0 0 7 0,0 0 13 15,0 0 3-15,0 0 0 0,0 0-3 16,0 0-7-16,0 0-6 0,0 0-10 0,0 0-6 15,0 4-2-15,0-4-2 0,0 0-4 16,0 0-2-16,0 0-5 0,0 0 2 16,0 0-1-16,0 0 0 0,0 0-1 0,0 0 2 15,0 0 1-15,0 0-3 0,0 0 3 16,0 0-3-16,0 3 0 0,0-3 1 0,0 0 1 16,0 0 2-16,0 0 0 0,0 0 0 15,0 0-1-15,0 0 0 0,0 0-1 0,0 0 1 16,0 0-3-16,0 0 4 0,-6 0 7 15,6 0-4-15,0 0 0 0,0 0-4 16,0 0 2-16,0 0-3 0,0 0-6 0,0 0 3 16,0 0 1-16,0 0 1 0,0 0 1 15,0 0-1-15,0 0 1 0,0 0-1 0,6 0 0 16,-6 0 1-16,0 0-2 0,0 0 2 16,0 0 1-16,0 0 0 0,0 0-2 0,0 0-2 15,0 0-10-15,0 0-23 0,0 0-35 16,0 0-55-16,0 0-81 0,-6-3-115 0,6 3-127 15,0 0-141-15,-7-4-153 0,1 1-45 16,-1-1 29-16,7-3 88 0,-7-1 124 16,1 0 155-16</inkml:trace>
  <inkml:trace contextRef="#ctx0" brushRef="#br1" timeOffset="-102102.54">30330 6411 119 0,'0'0'281'0,"6"0"54"0,-6 0-22 0,6 0-13 15,-6 0 18-15,0 0-23 0,7 0-20 16,-7 0-6-16,0-4 10 0,0 4 3 0,0 0-4 16,0 0-18-16,0 0-21 0,0 4-17 15,0-4-26-15,-7 6-19 0,7-1-8 0,-6 7 2 16,0-2 2-16,0 0-7 0,-8 5-5 16,1 0-13-16,0 4-15 0,-6 2-9 0,5-3-12 15,-5 5-7-15,-1 3-7 0,1-6-2 16,-7 7-1-16,6-1-5 0,1-1-4 15,0 1-5-15,-1-5-3 0,7 6-7 0,-7-5-5 16,8-1-8-16,-2-2-10 0,1-2-8 16,6 0-7-16,-5-4-9 0,5-1-7 0,1-2-7 15,-1-2 1-15,7-1-3 0,-7-3-1 16,7-1 1-16,-6 1-1 0,6-4 2 0,0 0-18 16,0 0-34-16,0-4-53 0,0 1-73 15,0-1-106-15,0-3-152 0,0-1-165 16,0-2-163-16,0-2-151 0,0 1-33 0,6-3 47 15,-6-1 122-15,0 0 162 0,0-3 188 16</inkml:trace>
  <inkml:trace contextRef="#ctx0" brushRef="#br1" timeOffset="-101569.24">29932 6425 238 0,'0'0'388'0,"0"-3"59"16,0 3-13-16,-6 0-6 0,6-5-52 16,0 5-41-16,0 0-15 0,-7 0-1 0,7 0 9 15,0 0 0-15,0 0-10 0,0 0-35 0,0 0-39 16,0 5-21-16,0-5-15 0,0 3-4 15,0 1-3-15,7 3 9 0,-1 1 9 0,1 2-4 16,-1 2-6-16,8 3-1 0,-2-5 0 16,2 9 0-16,5-1 1 0,1 4 1 15,6-4 0-15,0 5-2 0,-1 2-7 0,8-3-147 16,0 0-54-16,0 3 0 0,6 1 0 16,-7-3 0-16,7 2 0 0,0 1 0 0,1-5 0 15,-8 1 0-15,1 0 0 0,-7-3 0 16,0-2 0-16,-7-1 0 0,1-2 0 0,-8-2 0 15,2-2 0-15,-1-2 0 0,-7-1 0 0,0-3 0 16,2-1 0-16,-2 4 0 0,-6-7 0 16,6 5 0-16,-6-5 0 0,0 0 0 0,0 0 0 15,0 3 0-15,6-3 0 0,-6-3 0 16,0 3 0-16,0 0 0 0,0 0 0 16,0-5 0-16,0 5 0 0,0-4 0 0,0-2 0 0,0 2 0 15,0 0 0-15,-6-3 0 0,6 3-120 16,-6-3-365-16,0-1-142 0,6 1-158 0,-8 0-160 15,2 0-125-15,-7-1-9 0,7 0 65 16,-8 1 141-16,8 0 200 0,-6 4 224 0</inkml:trace>
  <inkml:trace contextRef="#ctx0" brushRef="#br1" timeOffset="-97875.27">26754 6597 91 0,'0'0'185'0,"0"0"-20"0,0 0-65 16,0 0-52-16,7 0-38 0,-7 0-30 16,0 5-5-16,0-5 5 0,0 0 27 15,0 3 15-15,0-3 11 0,0 0 11 0,0 4-9 16,-7-4-5-16,7 0 3 0,0 2 9 15,-6-2 13-15,6 0 16 0,0 0 15 0,0 0 13 16,0 0 8-16,-7 0 7 0,7 0 0 16,0 0-1-16,0 0-7 0,-6 0-5 15,6 0-10-15,0 0-7 0,0 0-5 0,0 0-11 16,0-2-9-16,0 2-13 0,0 0-7 16,0 0-12-16,0 0-12 0,0-4-9 0,0 4-12 15,0-3-14-15,0 3-16 0,0 0-13 16,0 0-16-16,0 0-12 0,6 0-7 0,-6 0 0 15,0 0 8-15,7 0 6 0,-7 0 8 16,0 0 11-16,6 0 10 0,-6 0 7 16,7 0 4-16,-7 0 1 0,0 0-1 0,6 0-1 15,-6-5-6-15,6 5-4 0,-6 0-6 16,0-3-4-16,8 3-7 0,-8 0-7 0,6 0-7 16,-6 0-11-16,0 0-13 0,0 0-17 15,0 0-32-15,0 0-30 0,0 0-6 0,0 0 7 16</inkml:trace>
  <inkml:trace contextRef="#ctx0" brushRef="#br1" timeOffset="-90605.3">27516 6228 95 0,'0'0'320'0,"0"3"27"16,0 1 14-16,0 0-62 0,0-1-103 0,0 1-71 15,0 3-36-15,7 1-10 0,-1 3 0 16,1-1 1-16,-1 1 1 0,7 0-2 0,0 1-3 16,1 2-6-16,-2-3-3 0,8 4-4 15,-7 0-2-15,7-5-5 0,-1 6 3 16,1-6 7-16,-1 0 5 0,0-2 10 0,1 1 12 15,-1-7 20-15,1 2 10 0,-6-4 8 0,5 0 6 16,0-4 3-16,0 2-7 0,1-3-17 16,0-7-6-16,-1 6-16 0,1-5-12 15,-7 0-12-15,6 0-7 0,-6-4-7 0,7 0-7 16,-6 1 2-16,4-4-3 0,-4-1 0 16,5 1-2-16,-5 0 1 0,-2-4-7 15,2 0-1-15,-2-1-4 0,1-2-4 0,-6 3 4 16,6-3-1-16,-7-1 4 0,1 3-5 0,0-2 0 15,-1-1-6-15,-6 4-9 0,6-3 3 16,-6 3 6-16,0-3 3 0,-6 2 3 0,6 2-5 16,-6-2 8-16,-1 1-5 0,0 0-7 15,1 0-10-15,0 0 0 0,-1 1 3 16,-6-5-2-16,6 7-6 0,-5-3 10 0,5 0 8 16,-6 1 1-16,-1-1-3 0,8 3 3 15,-7-3-1-15,0 4-13 0,0-1-7 0,1 1-4 16,-2 4 0-16,1-1-1 0,0 0 1 15,0 4-1-15,-7 1 0 0,8-1 2 0,-2-1-3 16,-5 1-4-16,6 3 0 0,-6 2 1 16,5-2-1-16,-5 1 1 15,-1 0 2-15,8 3-1 0,-8 0-2 0,0 1 0 16,1 3 1-16,-1-4 0 0,7 0 0 16,-13 4 3-16,13 0-1 0,-6 0 0 0,-1 4-1 15,0 0 1-15,1-4-1 0,-1 3 1 16,1 1 0-16,-1 0-2 0,0-1 2 0,1 5-3 15,0-5 1-15,6 5 0 0,-7-5 0 16,0 5 4-16,8 2-2 0,-2-2-1 0,-5 3 2 16,5-1 1-16,2 2 0 0,6-1 0 15,-8 0 0-15,1 4 0 0,0-1-3 0,0-3 0 16,7 4 3-16,-8 3-1 0,8-2-2 16,0 1 0-16,-1 5 0 0,1-3-4 15,-1-1-1-15,0 0 6 0,1 4 2 0,0-4 1 16,0 5-2-16,6-5 0 15,-8 4-1-15,2-4 0 0,6 4-1 0,-6-4 1 16,-1 4 1-16,7-4 4 0,-7 5-3 16,7-2-1-16,0-2 0 0,0 3-1 0,0 0 2 15,0 1 1-15,7-2 2 0,-7 1-3 16,7-4 4-16,-1 4 0 0,0 0-3 0,2-4-3 16,-2 4 4-16,0 1-2 0,7-2-1 15,0-2-1-15,0 3 5 0,1-4 0 0,4 0-3 16,-4 0 2-16,5 0 5 0,1 1 3 15,0-5-5-15,-1 2 3 0,7-2 2 0,-6-3-1 16,6 1-3-16,-7-6-3 0,7 5 5 16,-6-8-2-16,6 5 0 0,-7-4-1 15,1 1 1-15,-7-3 2 0,7 2-2 0,-8 0 1 16,2-4 0-16,-2 0 4 0,2 0 0 16,-1 0 0-16,-1 0 7 0,2 0 4 0,-8-4 2 15,0 4 3-15,8-4 0 0,-8 4 3 16,1-2-5-16,-1 2-1 0,0-5-1 0,-6 5-5 15,7 0-2-15,-7-4-3 0,7 4-2 16,-7 0-5-16,0 0-4 0,0 0 2 16,6-3-2-16,-6 3 1 0,0 0 1 0,0 0-4 15,0 0 3-15,0 0-4 0,0 0 2 16,0 0-8-16,0 0 1 0,0 0 5 0,0 0 2 16,0 0 4-16,0 0 3 0,0 0 9 15,0 0 1-15,0 0 1 0,0 0-3 16,0 0-5-16,0 0-1 0,0 0-4 0,0 0-2 15,0 0-3-15,0 0 0 0,0 0 2 16,0 0 0-16,0 0-2 0,0 0 0 0,0 0-2 16,6 0 8-16,-6-5 3 0,0 5 5 15,0 0 7-15,0 0 2 0,0 0 4 16,0 0-2-16,0 0-6 0,0 0-4 0,0 0-5 16,0 0 0-16,0 0-5 0,0 0 0 15,-6 0 0-15,6 0-3 0,0 0-2 0,0 0 0 16,0 0-2-16,0 0-2 0,0 0-4 15,0 0 3-15,0 0 2 0,0 0 0 16,0 0 1-16,0 0-5 0,0 0 4 0,0 0 2 16,0 0 1-16,0 0-1 0,0 0 3 15,0 0 4-15,0 0-4 0,0 0 0 0,0 0 3 16,0 0-1-16,0 0-3 0,0 0 4 16,0 0 2-16,0 0-3 0,0-3-7 0,0 3-7 15,0-3-23-15,0-1-43 0,0 0-59 16,0-2-94-16,-6-2-132 0,-1-3-146 0,0 0-145 15,1-3-132-15,-7-1-86 0,0 0 18 16,0 1 93-16,-7-5 131 0,8 4 154 16</inkml:trace>
  <inkml:trace contextRef="#ctx0" brushRef="#br1" timeOffset="-89635.34">27301 5503 46 0,'0'0'186'0,"0"-5"2"16,0 5-50-16,0-3-12 0,0-1 19 15,-7 4-20-15,7-3-21 0,0 3-7 0,0-4-1 16,-6 4-1-16,6-4-8 0,0 4-6 16,0-3-5-16,0 3-7 0,0 0-6 15,0-4-3-15,0 4-1 0,0 0 4 0,0 0 9 16,-6 0 10-16,6 0 11 0,0-4 13 15,0 4 13-15,0 0 9 0,0 0 11 0,0 0 15 16,0 0 25-16,0-3 24 0,0 3 14 16,0-5 8-16,0 5-2 0,0-2-4 15,0-3-19-15,0 5-25 0,0-3-21 0,0 3-14 16,0 0-16-16,-6-3-17 0,6 3-17 16,0-5-31-16,0 5-10 0,0 0-12 0,-8 5-13 15,8-5-10-15,-6 6-8 0,6 1 11 16,-13 1-2-16,7 7 8 0,-1-1 6 0,-6 5 7 15,1 3 12-15,-2 3 8 0,-6 1 1 16,7 7-2-16,-6 0 2 0,0 3 2 0,-8 1-6 16,1 0-2-16,6 3 0 0,-5 1-2 15,-7-2-4-15,5 6-2 0,-5-1 4 0,6-4 2 16,-7 4 2-16,1-4 1 0,-1 1 1 16,7-1-3-16,0-3-2 0,0-4-1 0,-1-1-4 15,1-3 0-15,7 1-2 0,6 0-2 16,-6-9-6-16,5 4-4 0,1-2-8 15,0-4-5-15,7-1-5 0,-7-4-5 0,7 1 0 16,-2-4-2-16,2 0-2 16,6-4 0-16,-6 0 2 0,6 1 0 15,0-4 1-15,-7-1 1 0,7-3 2 0,0 4-1 16,0-4-8-16,0-4-30 0,0 1-49 16,0-4-65-16,0-5-86 0,0 1-114 0,7-7-134 15,-7 0-127-15,6-4-108 0,-6 0-112 16,6-5-20-16,-6 2 61 0,8 0 109 15,-8-4 140-15,6 2 149 0</inkml:trace>
  <inkml:trace contextRef="#ctx0" brushRef="#br1" timeOffset="-88599.78">26455 5400 86 0,'6'0'145'0,"-6"-4"-16"16,0 4-25-16,0-4 3 0,6 4 16 0,-6-3 18 15,0 3 2-15,0-4-11 0,0 4-11 16,0-4-3-16,0 4 1 0,0-3 4 0,0 3 8 16,0-4 6-16,0 0 5 0,0 4 2 15,0-3 6-15,7 3 4 0,-7-4-3 16,0 4 6-16,0-4 17 0,0 4 18 0,0-3 10 15,0 0 6-15,-7 3-2 0,7-5-6 16,0 2-29-16,0 3-29 0,0-4-21 0,0 4-23 16,0-3-14-16,0 3-12 0,0-4 0 15,0 4-4-15,0-4 2 0,0 4 5 0,0 0 4 16,0-3-2-16,0 3-6 0,0 0-5 16,0 0-11-16,0 0-9 0,0 0-6 15,0 0-5-15,0 0-7 0,-6 0 2 0,6 0-2 16,0 0 0-16,0 0-1 0,0 0 2 15,0 0 6-15,0 0 2 0,0 0 2 0,0 0-1 16,0 0 2-16,0 0-7 0,0 0-10 16,0 0-9-16,0 0-3 0,0 0-3 0,0 0-8 15,0 0-3-15,0 0 3 0,0 3 6 16,0-3-5-16,0 0-1 0,0 0 3 0,0 0 0 16,0 0-2-16,0 4-1 0,0-4 1 15,0 4 2-15,6-4-2 0,-6 3 9 0,7 1 10 16,-7 4 11-16,7-5 12 0,-1 4 9 15,0 0 8-15,1 4 1 0,0-3-5 16,-1 3-5-16,1 0-6 0,6 3-1 0,-7-3 0 16,7 4-2-16,1 3 3 0,-8-3 4 15,7 4-1-15,0-1-5 0,0 3-3 0,-1-2 0 16,2 6-3-16,6-2-2 0,-7 2 0 16,6 4 1-16,-6-3 2 0,7 3-2 0,-7-3-4 15,6 3-6-15,-6 1-5 0,7-1-7 16,-7 0-1-16,6-4-3 0,-6 5 1 0,7 0 1 15,-7-1 5-15,0-4 6 0,0 5 3 16,0-4 5-16,0 3 8 0,0-4 3 0,0-3 0 16,0 5 0-16,0-6-1 0,-6 2-5 15,5-3-6-15,-4 3-4 0,-2-5 0 16,6 0 0-16,-5 1 2 0,6-1 2 0,-6-3 0 16,5-1-2-16,-4 1 0 0,-2-4-3 15,0 4-7-15,0-7-2 0,2-2-3 0,-2 2 0 16,-6-2 0-16,6-1 8 0,-6 2 13 15,7-7 14-15,-7 5 18 0,0-5 17 0,0 2 15 16,6-2 10-16,-6 0-89 0,0 0-19 16,0 0 0-16,0 0 0 0,0 0 0 0,0-2 0 15,0 2 0-15,0-5 0 0,7 5 0 16,-7-4 0-16,0 4 0 0,0-8 0 16,0 5 0-16,0 0 0 0,0-5 0 0,0 2 0 15,-7 1 0-15,7-2-81 0,-6 0-329 16,-1 3-97-16,1-3-133 0,0 3-169 15,-2 1-196-15,-4-1-66 0,6 1 21 0,-2-2 84 16,-4 1 159-16,-1 1 217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06:49.15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19994 3157 10 0,'0'-3'333'0,"0"0"65"16,0-2 54-16,-7-2 4 0,7 0-18 16,-6 3-35-16,6-3-23 0,-6 3-21 15,6 1-25-15,0-1-42 0,0 4-56 0,0-3-72 16,0 3-36-16,0 3-13 0,6 1 2 16,-6 3 4-16,6 4 5 0,-6 3 16 0,7 2 3 15,-1-2-16-15,1 8-19 0,-7-4-7 16,7 4-5-16,-1 0-8 0,0 0-13 0,-6 0 2 15,6 0 3-15,-6 0-2 0,8-4-3 16,-2 1-8-16,-6-2-9 0,0 0-7 16,0-7-7-16,6 0 1 0,-6-3 13 0,0 1 19 15,0-3 27-15,-6 2 20 0,6-7 5 16,0 0-3-16,0 0-17 0,-6-4-22 0,6-4-30 16,-8 0-25-16,8-2-15 0,-6-5-9 15,0 1-3-15,6-1-3 0,-6-4-1 16,6 2-2-16,0-5-1 0,6 0-1 0,-6 4-3 15,6-5 3-15,0 1-1 0,2 0-3 16,4 4 2-16,2 0 0 0,-8-2 2 16,7 3-3-16,0 2 1 0,0 1 1 0,0 3 1 15,0-1 1-15,0 5-1 0,0 0 0 16,-6 0 0-16,5 7 0 0,2-4-1 0,-8 8-6 16,7-4 2-16,0 7 2 0,0 0 4 15,1 0-1-15,-2 5 2 0,-5-1 7 0,6-1-3 16,-7 6 0-16,7 2-4 0,-6-3 4 15,0 3-1-15,-1 3 1 0,0-2 1 0,1-1 0 16,0 4 1-16,-7-3 1 0,6-1 0 16,1 1-2-16,-7-1 1 0,6-1 3 0,-6-2-5 15,0-4 0-15,6 4-2 0,-6-8-1 16,0 4-6-16,0-4-11 0,0-3-35 0,0 4-69 16,0-8-105-16,0 0-157 0,0 0-194 15,7-5-216-15,-7-2-197 0,0-3-55 16,7 0 38-16,-1-2 125 0,0-3 180 0,8 0 217 15</inkml:trace>
  <inkml:trace contextRef="#ctx0" brushRef="#br0" timeOffset="203.11">20717 3220 21 0,'0'3'527'0,"6"1"131"15,-6-4 92-15,0 0 66 0,0 0-70 16,7 0-183-16,-1 0-171 0,1 0-115 15,6-4-84-15,-1 4-62 0,2-3-46 0,-1 3-32 16,7-4-27-16,0 4-12 0,-8-3-9 16,8 3-7-16,-1 0-14 0,-5 0-91 0,-2 0-140 15,1 0-186-15,0 0-196 0,-6 0-146 16,-1 0-69-16,-6 0 45 0,0 0 124 0,-6 3 172 16</inkml:trace>
  <inkml:trace contextRef="#ctx0" brushRef="#br0" timeOffset="409.49">20756 3388 314 0,'-6'11'509'0,"-1"-3"93"0,7-1 92 15,0-2-2-15,0-3-102 0,0-2-101 0,7 4-76 16,-1-8-72-16,0 4-65 0,8-2-83 0,5-3-55 16,-6 1-39-16,6-4-26 0,1 5-22 15,0 0-26-15,-1-5-12 0,1 5-12 16,-1 0-21-16,-6-6-72 0,0 6-124 0,1-1-160 15,-2 1-182-15,-6-1-197 0,2 1-94 16,-2-5 12-16,0 5 93 0,1-4 144 0,-1-2 176 16</inkml:trace>
  <inkml:trace contextRef="#ctx0" brushRef="#br0" timeOffset="768.68">21446 2982 492 0,'7'-8'652'0,"-1"-3"115"0,1 5 84 16,-7-3-57-16,0 6-171 0,0-1-166 16,6 1-142-16,-6 3-98 0,0 3-60 15,-6 1-33-15,6 3-7 0,-7 8 8 0,7 0 6 16,-13-1-3-16,7 9-16 0,-7-1-16 0,7 3-22 16,-8 1-13-16,-6 3-7 0,8 1-5 15,-1-2 2-15,-1-2 12 0,8 0 11 16,0 0 13-16,-1-8 7 0,0 1 17 0,1-4 17 15,6-5 8-15,0 0 10 0,6-5 2 16,1-1-1-16,0-4-13 0,5-4-16 0,8-4-25 16,-1 1-22-16,7 0-20 0,1-4-15 15,-1-1-15-15,0 5-9 0,6-4-2 16,1 0-5-16,-7 3-3 0,7 1-2 0,-7 0 1 16,-7 4-1-16,7-5-5 0,-12 4-7 15,4 1-21-15,-11 3-39 0,0-4-59 0,-1 4-76 16,1 0-100-16,-7 0-138 0,0 0-169 15,-7 4-173-15,1-4-177 0,-1 0-78 0,0 0 20 16,-5 0 102-16,6-4 165 0,-2 4 200 16</inkml:trace>
  <inkml:trace contextRef="#ctx0" brushRef="#br0" timeOffset="1034.67">21636 3052 538 0,'0'-8'720'0,"-8"-3"111"16,2 4 85-16,6 0-51 0,-6 3-154 0,-1 0-204 15,0 4-131-15,7 4-60 0,-6 2-34 0,6 10-19 16,-7 2 4-16,7 4 8 0,-6 8-4 16,6 2-15-16,6 5-11 0,1 3-20 15,-7 4-27-15,6 5-69 0,8-6-129 0,-8 1 0 16,0-1 0-16,2-2 0 0,-2-1 0 16,0-7 0-16,0-4 0 0,1 2 0 0,-7-10 0 15,7-3 0-15,-7 0 0 0,6-6 0 0,-6-5 0 16,0-4 0-16,0 1-131 0,0-8-261 15,0 1-145-15,-6-4-172 0,-1-1-172 16,0 1-171-16,1 0-35 0,-14-1 43 0,-6 1 118 16,1 0 181-16,-8 3 219 0</inkml:trace>
  <inkml:trace contextRef="#ctx0" brushRef="#br0" timeOffset="1712.03">20267 4029 203 0,'-26'15'665'16,"0"-4"117"-16,7 0 69 0,5-4 44 0,8-2-140 15,6-2-223-15,6-3-159 0,2-3-69 0,17-2-22 16,1 2 4-16,14-1 3 0,11-3-5 16,8 0-19-16,12-1-26 0,14 2-36 15,0-6-45-15,13 4-40 0,-1-3-39 0,8 0-32 16,-1 0-20-16,7 0-9 0,-7 1-5 15,7-1-9-15,-7 0-4 0,-7 0-2 0,1-4 2 16,-7 0-1-16,-6-2 2 0,-6-3 4 16,-8 2 1-16,-6-4 1 0,-6-4-1 15,-1-2 2-15,-5-5 3 0,-8-4-2 0,0-3 4 16,-5-4 0-16,-1-8-1 0,-7-6-2 16,-6-2-4-16,0-1-2 0,-7-1 1 0,-5-1 2 15,-1-3 6-15,-13 4 6 0,0 3 4 16,-7-3 3-16,-13 3-1 0,-5 1-6 0,-7 3-6 15,-14 0-9-15,-7 0-5 0,-12 8-1 0,0-2-1 16,-13 2 2-16,-13 7-2 0,0 0 2 0,-20 3-2 16,-7 4-2-16,1 7 0 0,-7 1 0 15,-6 3 4-15,0 7 1 0,0 5 0 0,-1 5 0 16,1 5-1-16,0 5 2 0,0 5 0 16,0 8 0-16,-7 4 0 0,7 4 0 0,0 6 1 15,-1 10-1-15,7 5 0 0,0 8 1 16,8 3-5-16,5 4 3 0,13 8-2 0,7 3 0 0,20 1 2 15,5 6 0-15,21 1 5 0,12 2-1 16,13 3-3 0,14-5 1-16,12 0 3 0,14-5 8 15,13 0 13-15,5-2 30 0,8-2 31 0,13-1-2 16,6-5-85-16,6 0 0 0,8-8 0 16,12-2 0-16,1-9 0 0,5-3 0 15,1-7 0-15,5-4 0 0,-5-8 0 0,0-7 0 16,0-3 0-16,-1-8 0 0,1-7 0 0,0-3 0 15,-7-8 0-15,0 0 0 0,-12-4 0 16,-8-3 0-16,-12 0 0 0,-1-1 0 0,-19 5 0 16,0-1 0-16,-13 0 0 0,-6 1 0 15,-7 2 0-15,-13 2-272 0,0-2-663 0,-13 2-289 16,-7-1-126-16,-12 3 10 0,-7 2 121 16,-14-3 239-16,2 9 367 0</inkml:trace>
  <inkml:trace contextRef="#ctx0" brushRef="#br0" timeOffset="15088.42">11931 8943 176 0,'7'-5'355'0,"-1"2"58"16,-6-1 57-16,0 1-54 0,0-1-46 15,0 0-37-15,0 1-8 0,0-5-4 0,0 5-9 16,0-2-23-16,6 3-24 0,-6-3-33 16,0 5-44-16,0-3-47 0,-6 3-32 0,6 0-3 15,0 8 6-15,0-6 14 0,-6 10 15 16,-1 3 14-16,-6 3 6 0,0 0-18 0,0 8-12 16,-6-4-23-16,5 4-16 0,-6 3-16 0,1 0-17 15,0 0-8-15,6 1-14 0,-7-4-3 16,7-1-2-16,0 1-3 0,0-4-2 15,0-4-6-15,6 0-4 0,-5-3-4 0,5-4-5 16,0-1-3-16,7 2 0 0,-6-5 3 16,6-3 2-16,-6 0-1 0,6-4-2 0,0 3-5 15,0-3-27-15,-7 0-48 0,7-3-63 16,0-1-84-16,0-3-121 0,-6-1-142 16,6 0-134-16,0-2-105 0,0-5-105 0,0 4-2 15,-7-3 76-15,7-1 120 0,0 4 147 16</inkml:trace>
  <inkml:trace contextRef="#ctx0" brushRef="#br0" timeOffset="15392.59">11592 9114 98 0,'0'-7'355'0,"-6"0"65"0,-1 0 65 15,7 2 25-15,-6-1-68 0,6 2-31 16,-6 0-17-16,6 1-42 0,0 3-52 0,0 0-60 16,0 0-53-16,6 0-34 0,7 3-18 15,-7 5 1-15,7-2 5 0,0 6 6 16,7 2 3-16,-7 1-15 0,7 0-13 0,-8 3-15 15,8-4-10-15,0 5-13 0,-1-4-20 16,1 3-11-16,0-3-7 0,-1-1 0 0,0-3 2 16,0 0 6-16,-5 0 11 0,6-4 7 15,-8 4 4-15,1-6-2 0,-6 1-2 0,6-1-8 16,-7-3-13-16,1-2-11 0,-7 5-8 16,7-2-5-16,-7-3-5 0,0 0-9 15,0 0-1-15,0 0-16 0,0 0-34 0,-7-3-62 16,7-2-99-16,-7 3-159 0,1-3-232 15,0 2-257-15,6 0-111 0,-14-5-17 16,8 0 54-16,-7 5 142 0,7-4 216 0</inkml:trace>
  <inkml:trace contextRef="#ctx0" brushRef="#br0" timeOffset="21867.79">24950 2312 322 0,'-6'-11'472'0,"6"-1"84"16,0 1 102-16,-7 4-11 0,7 0-75 16,-6 3-69-16,6 1-61 0,-7-2-65 0,7 5-74 15,0 0-66-15,-7 8-40 0,7-1-13 16,0 8 4-16,0-1 8 0,0 9-1 0,7 2-12 15,0 5-9-15,-1 3-15 0,1 4-18 0,5-1-13 16,-4 4-22-16,4 0-12 0,1 1-27 16,0-1-19-16,0-4-15 0,1-3-14 0,-8 1-6 15,6-1-10-15,-4-8 0 0,-2-3-2 0,7 0-8 16,-7-4-32-16,-6-3-54 0,7 0-65 16,-7-5-89-16,0-1-130 0,-7-6-178 15,7-3-175-15,-6-3-183 0,-7-6-63 0,7-1 21 16,-8-5 95-16,2-3 168 0,-2-4 199 0</inkml:trace>
  <inkml:trace contextRef="#ctx0" brushRef="#br0" timeOffset="22411.87">24859 2451 138 0,'-7'-12'485'0,"1"1"100"16,-7-3 104-16,6 2 88 0,1 2-128 15,0-1-118-15,-2 0-82 0,2 4-65 0,6-4-75 16,-6 3-76-16,6 2-51 0,0 1-42 15,-7-2-29-15,7 4-33 0,0-1-26 0,0 4-17 0,0-4-12 0,7 1-10 16,-7-2-1-16,6 2-1 0,0 0 2 16,8-4 3-16,-1 2 4 0,6-6-2 0,-6 4 0 15,13 0 1-15,-6 0-4 0,6-1-4 0,-7-3-11 16,7 4 7-16,1 3-1 0,-7-3-2 16,6 3-2-16,-7 4-3 0,1 0 5 0,-2 0-3 15,-4 7 1-15,-1 1-3 0,0 3 2 16,0 4 4-16,-7-1-1 0,-6 4 1 0,0 5 3 15,0 3 5-15,-6-1-5 0,0 0-1 0,-8 1-1 16,-5 4 0-16,5-5-6 0,2 1-2 16,-8-4 0-16,7-1 3 0,1-6 2 0,4 1-2 15,2-3 2 1,0-5 3-16,0-2 5 0,6-1 3 0,-8-2 2 0,8-6 4 0,8-2 7 0,-2 3-2 16,0-6-1-16,8 1-3 0,-8-1 0 0,13-3-7 15,-5 4-4-15,4-4-4 0,2 4 1 16,0 4 3-16,-1-5-1 0,1 4 2 0,0 1 2 15,5 3 6-15,-11 3 4 0,6 1 3 16,-8-1 7-16,8 5 12 0,-13 3 14 0,5 0 11 16,-6 3 10-16,2 1 8 0,-8 0 4 15,0 3-4-15,-8 1-6 0,-4 2-12 0,-1 2-9 16,0-2-13-16,0-3-12 0,-7 5-9 16,-6-1-6-16,7-4-4 0,-7 0-7 0,6 1-2 15,-6-5-3-15,-1 1-3 0,2-4-9 16,5-3-30-16,-6-1-52 0,14-4-74 0,-8-3-100 15,7-3-142-15,6-9-168 0,7 1-167 0,0-7-132 16,7 0-89-16,-1-4 18 0,7-4 97 16,1 1 152-16,4-5 181 0</inkml:trace>
  <inkml:trace contextRef="#ctx0" brushRef="#br0" timeOffset="23070.96">25191 2569 35 0,'6'-9'420'16,"8"6"92"-16,-8 3 98 0,1 0 113 0,-7 0-67 15,6 0-82-15,0 3-57 0,-6 1-41 16,8 1-59-16,-2-3-78 0,-6-2-60 0,6 4-41 15,0 0-38-15,8-4-37 0,-8 3-30 16,7-6-32-16,1 3-28 0,-2-4-24 0,2 0-19 16,-2 2-9-16,1-7-11 0,1-2-2 15,-2 4-2-15,2-3-2 0,-8-2-1 0,7-2-3 16,-6 3 4-16,-1-4-2 0,-6 0 0 0,0 1-1 16,-6-1 6-16,6 0 5 0,-14 1-1 15,8 3-1-15,-7 3 1 0,6 1 0 0,-12 0-9 16,6 7-2-16,0-4 1 0,-7 8 3 0,1-1-3 15,6 5 1-15,-6-1 8 0,5 3 0 16,2 5-1-16,-2 0 4 0,8-1 8 16,-7 5 5-1,13-1 9-15,-7 5 10 0,7-2 10 0,0 5 9 16,7 0 11-16,-1-1 7 0,1-2 1 16,5 2-4-16,-4-3-4 0,4 0-8 0,8-4-2 15,-7-3-7-15,7 0-7 0,-2-5-6 0,2 2-6 16,0-9-9-16,-1 1-6 0,1 0-7 15,6-8-10-15,-7 0-20 0,1-7-43 0,-7 1-67 16,7-1-72-16,-7-5-84 0,6-2-89 16,-5-3-91-16,-2-2-79 0,1 2-57 0,-6-5-51 15,6 0-19-15,-7 0 24 0,0 4 70 0,2-3 105 16,-8 3 121-16,0 4 138 0,0-4 144 16,-8 3 116-16,2 1 95 0,0 3 79 15,-1 1 87-15,-6 3 66 0,7 0 40 0,-7 0 12 16,7 3-16-16,-8 5-27 0,8-5-62 0,-7 4-72 15,6 4-67-15,1-3-53 0,-1 3-35 16,1 0-27-16,-1 3-8 0,0 1-5 0,7 1-3 16,0-2 2-16,7 4 2 0,0-3 2 15,-1 3-3-15,7 0-1 0,7 1-2 0,0-1 4 16,-1 0 2-16,0 1 7 0,8-2 7 16,-8 2 8-16,7-1 16 0,-6 4 12 0,-1 0 9 15,1-4 5-15,-1 9 4 0,-6-5 2 0,-7 4 2 16,8-5-3-16,-14 5-2 0,0-1-7 15,0 5-12-15,-6-5-13 0,-8 1-20 0,1 4-18 16,0-5-18-16,0-3-13 0,-7 3-11 16,1-2-8-16,6-5-4 0,-6 0-24 0,-1-3-47 15,0 0-75-15,1-4-98 0,6 0-113 0,-6-8-173 16,5 1-190-16,1-7-190 0,0-1-131 16,7-7-9-16,-1 0 55 0,7 0 144 15,0-8 194-15,0 1 226 0</inkml:trace>
  <inkml:trace contextRef="#ctx0" brushRef="#br0" timeOffset="23305.28">25706 2077 334 0,'6'-14'665'0,"1"-1"135"0,-7 4 104 15,6 3 54-15,-6 0-181 0,0 6-204 16,0-3-154-16,0 2-102 0,0 6-65 0,7 2-34 16,-1 5-7-16,1 1 8 0,-1 7 19 15,8 1 0-15,-8 3-15 0,7 0-28 0,0 3-28 16,0 5-24-16,-1-4-32 0,-4 3-30 15,4 0-21-15,2 0-14 0,-2-3-14 0,-5-3-22 16,-1 2-10-16,8-7-42 0,-8 0-65 16,0-3-95-16,-6-4-98 0,7 0-132 0,0-8-178 15,-7 2-198-15,0-10-176 0,0 2-73 16,-7-5 13-16,0-3 89 0,1-4 163 0,-7 1 222 16</inkml:trace>
  <inkml:trace contextRef="#ctx0" brushRef="#br0" timeOffset="23508.36">25771 2278 372 0,'-14'-3'620'0,"8"-1"138"15,-7-3 108-15,7 3-3 0,6 1-134 0,-7-2-125 16,7 2-136-16,0-1-101 0,7-3-78 16,-1 3-50-16,7-3-38 0,7 0-28 15,-1 0-20-15,1-1-23 0,6 1-21 0,0 0-23 16,-7-4-20-16,7 2-13 0,0 3-19 0,-6-2-12 16,-1 1-9-16,1 1-7 0,-7 1-14 0,-6 1-30 15,6 4-55-15,-7-3-70 0,0 6-94 16,2-3-144-16,-8 4-183 0,0 1-186 15,6-3-164-15,-6 2-49 0,0 0 34 0,0-1 111 16,6 1 175-16,0 0 205 0</inkml:trace>
  <inkml:trace contextRef="#ctx0" brushRef="#br0" timeOffset="23836.44">26422 1974 439 0,'0'-14'685'0,"0"-1"113"16,-6 0 101-16,-2 1 28 0,8-4-191 15,-6 3-182-15,-6 1-129 0,5 2-87 0,-6-3-79 16,0 8-61-16,-1-4-47 0,2 7-37 16,-8 1-27-16,1 3-23 0,-1 3-23 0,0 1-16 15,1 4-10-15,-1 6-8 0,2 1-5 16,4 3 0-16,-6 1 4 0,7 2-1 0,7 1 8 16,-7 4 15-16,13-1 17 0,-7 2 15 0,7-2 20 15,0 1 24-15,7-4 18 0,0 3 9 16,5-3 7-16,1 0 1 0,1-3-4 0,-2-1-10 15,8-3-10-15,0-5-16 0,-1 1-19 16,1-3-80-16,0-1 0 0,5-4 0 0,-5-3 0 16,6-3 0-16,-7-1 0 0,1-3 0 0,6 0 0 15,-6-1-25-15,-1 1-204 0,-6-4-99 16,6 0-114-16,-5 0-128 0,-1-1-133 16,6 2-114-16,-6-5-80 0,1 4-64 0,-2 0 33 15,-5 0 101-15,6-3 154 0,0 3 171 0</inkml:trace>
  <inkml:trace contextRef="#ctx0" brushRef="#br0" timeOffset="24258.17">26650 1982 373 0,'0'-11'507'0,"-7"-4"129"0,1 4 123 0,0-4-21 16,-2 4-62-16,-4 0-60 0,5 4-62 15,-6-4-86-15,0 8-97 0,1-5-77 0,-8 5-60 16,7 3-43-16,0 0-35 0,-7 3-36 16,7 5-28-16,-7 3-17 0,8-1-17 0,-1 1-17 15,6 8-18-15,-6-5-1 0,7 5-7 0,-2 2-4 16,8-2-3-16,0-1-4 0,0 1 3 15,8-1-5-15,4-3 3 0,-5-1-2 16,6 1 0-16,0-4 0 0,0 0 1 0,6-4 0 16,-5-2 1-16,-1-3 1 0,6-2-1 0,0-2 2 15,-5-3-3-15,-1-2 0 0,0-4 2 16,-7 0 12-16,1 0 15 0,-1-4 15 0,0 1 21 16,-6-1 23-16,0 4 21 0,0-4 20 15,0 0 11-15,-6 1 1 0,6 3 0 0,-6 4-10 16,6-1-129-16,-7 1-6 0,7 3 0 0,0 1 0 15,0-1 0-15,-6 4 0 0,6 0 0 16,0 4 0-16,0-1 0 0,6 5 0 0,-6 3 0 16,7-1 0-16,-1 1 0 0,0 0 0 0,2 1 0 15,-2-1 0-15,7 0 0 0,0-1 0 16,-6 2 0-16,5-5 0 0,2 0 0 0,-2 1 0 16,2-5 0-16,-1 1 0 0,0-4 0 15,0 0-167-15,7-4-203 0,-8 1-117 16,1-5-147-16,7-3-139 0,-8 1-125 0,2-5-96 15,-1-4-9-15,-6 1 69 0,5-1 142 0,-5-2 172 16,-1-1 188-16</inkml:trace>
  <inkml:trace contextRef="#ctx0" brushRef="#br0" timeOffset="24778.72">26884 1824 74 0,'-6'-15'414'0,"-7"1"119"0,0 2 130 0,-1-2 89 16,2 7-36-16,-1-4-66 0,0 4-61 16,0-1-73-16,-1 5-97 0,2-1-95 15,5 0-73-15,1 0-61 0,-1 4-48 0,1-2-36 16,6 2-28-16,0 0-23 0,0 2-17 0,6 2-9 15,7 0 0-15,0 0-3 0,1 3-5 16,5-1-3-16,0 3-3 0,0-2 1 0,1 4-2 16,6-1 2-16,-6 2 5 0,-7-1 5 15,7 3 5-15,-8 1 4 0,1 0 10 0,-6-1 7 16,0 1 9-16,-7 0 3 0,0-1 3 0,0 1-3 16,-7 0-12-16,0-4-11 0,1 3-9 15,-1-3-9-15,-5 0-10 0,-2-4-5 0,8 1-1 16,0-5-2-16,-8 1-2 0,14 0 8 0,-6-4 12 15,-1 0 10-15,7 0 7 0,0-4 7 16,0 4 7-16,7-4-7 0,-7 1-9 0,13-5-8 16,-6 5-9-16,5-4-7 0,2-1-7 0,5-3-1 15,1 4-2-15,0-4-3 0,-2-4 0 16,2 4 0-16,-1-3-1 0,7-1 2 16,-6 1 0-16,0-5 1 0,-7 1 0 0,7 3-2 15,-8-3 3-15,-5 3 1 0,-1-3-1 0,1 0-3 16,0 3 0-16,-7-4 0 0,-7 5 0 15,0-1-2-15,1 0-1 0,-1 5 2 0,-5 2-1 16,-2 1 0-16,2 3-2 0,-8 4 2 0,7 0-1 16,-1 4 0-16,2 0 3 0,-2 3 5 15,2 0 13-15,5 5 14 0,1-2 14 0,-1 5 16 16,7 3 12-16,0 1 6 0,0-1-3 16,7 0-27-16,-1 0-51 0,1 1 0 0,5-1 0 15,2-3 0-15,-2-1 0 0,2 1 0 0,5-4 0 16,-5 0 0-16,5-7 0 0,0-1 0 15,1-3-29-15,-1-3-289 0,1-4-173 0,6-4-229 16,-7-5-227-16,7-2-175 0,1-3-33 0,-1-5 60 16,6 0 138-16,1 1 215 0,-1-5 249 15</inkml:trace>
  <inkml:trace contextRef="#ctx0" brushRef="#br0" timeOffset="24974.1">27744 1483 483 0,'-6'0'713'0,"6"0"141"0,0 0 110 15,-7 0-24-15,7 0-131 0,0 0-166 0,0 0-172 16,0 0-125-16,7-3-99 0,-1-1-79 0,1 4-58 16,5-3-48-16,2-1-27 0,6-3-17 15,-8-1-15-15,8 5-33 0,-7-4-53 0,7-1-69 16,-8 0-94-16,8 5-127 0,-7-5-133 16,-7 5-126-16,8 0-98 0,-14-1-66 0,6 4-33 0,-12 0 59 0,-1 4 102 15,-6 2 136-15,0 5 139 0</inkml:trace>
  <inkml:trace contextRef="#ctx0" brushRef="#br0" timeOffset="25161.43">27744 1583 342 0,'-13'13'476'0,"0"6"109"0,7-8 119 16,-1 1-27-16,0-2-52 0,1-2-48 0,0-1-43 15,-1-3-59-15,7-1-75 0,0 1-65 16,7-1-58-16,-7-3-48 0,12-3-46 0,-5-1-44 16,0 1-41-16,5-1-39 0,2-3-26 0,-1-1-18 15,6 1-9-15,-6-4-20 0,1 4-33 16,-2-1-56-16,1-3-75 0,-6 1-111 15,6-1-151-15,-7-5-158 0,0 6-143 0,-6-5-138 16,8 4-26-16,-8-4 56 0,-8 1 120 0,8 0 159 16,-6-5 165-16</inkml:trace>
  <inkml:trace contextRef="#ctx0" brushRef="#br0" timeOffset="25398.05">27783 1304 44 0,'-6'-10'446'0,"-1"2"107"15,7 0 114-15,-7-3 95 0,7 4-79 0,0-1-117 16,0 1-79-16,7 4-68 0,0-5-82 15,-1 5-67-15,0 3-52 0,8 0-27 0,-1 0-17 16,6 3-13-16,0 5-6 0,1-1-6 16,0 4-2-1,-1 0 4-15,-5 4 10 0,5-1 5 0,-6 5-2 0,0-1 1 0,-7 0-3 0,1 4-15 16,-7-4-25-16,0 4-22 0,-7-3-17 0,1 3-20 16,-1 0-18-16,-5-4-19 0,-2 4-17 0,2-4-47 15,-2-4-74-15,1 1-98 0,1 1-120 16,-2-5-169-16,8-4-213 0,0-4-221 0,6 1-134 15,0-8-9-15,6-6 61 0,7-1 141 16,6-8 203-16,8-3 252 0</inkml:trace>
  <inkml:trace contextRef="#ctx0" brushRef="#br0" timeOffset="26716.36">28389 1315 10 0,'6'4'567'0,"1"-2"175"15,-7 3 114-15,6-5 83 0,-6 4-55 0,0-1-149 16,0-3-176-16,7 0-121 0,-7 0-71 15,7 4-44-15,-1-4-34 0,0-4-46 16,8 4-43-16,-2-3-47 0,2-6-38 0,5 7-38 16,1-6-28-16,-1-3-21 0,-6 5-12 0,7-6-7 15,-7-3-6-15,-1 5 0 0,2-5 1 16,-8-4-4-16,1 1-1 0,-1 0-4 0,-6 0 3 16,-6-1-1-16,-1 1 0 0,1-1-1 0,-8 5-1 15,2 3 5-15,-8 0-3 0,1 7 5 16,-1-3-5-16,-6 7 2 0,0 0 1 0,-1 3-7 15,9 1 4-15,-9 3-2 0,7 4 6 16,2 5-2-16,4-2 2 0,-5 1 11 0,12 2 14 16,0 1 17-16,1 1 23 0,0 4 26 0,6-5 26 15,6 0 17-15,0 0-3 0,1 1-132 16,6-1 0-16,0-3 0 0,7-1 0 16,0-3 0-16,-1 0 0 0,1-3 0 0,-2-1 0 15,2 0 0-15,7-7 0 0,-8 0 0 0,7 0 0 16,-6 0 0-16,6-3 0 0,-6-5 0 15,-1 5 0-15,1-5 0 0,-2-3 0 0,-4 4-66 16,-1-4-303-16,-6 0-92 0,6 0-86 16,-7-4-90-16,0 0-74 0,1-2-55 0,-7-2-19 31,0 1 16-31,0-1 60 0,0 1 112 0,-7-4 144 0,7 5 163 0,-6-6 152 0,0 4 145 16,-1 1 141-16,1 0 117 0,-1 3 90 0,0-3 94 15,1 4 74-15,0-2 36 0,-2 5-4 0,8-4-21 16,-6 5-34-16,6 2-61 0,-6-2-74 15,6 3-61-15,0-2-47 0,0 6-44 16,0-4-43-16,0 3-44 0,6 4-27 0,0 0-25 16,2 0-13-16,4 4-8 0,-5 0-5 0,6 2 6 15,0 3 11-15,7 1 14 0,-8 5 10 16,2 4 11-16,5-2 15 0,-6 6 7 0,0-1-5 16,1 3-5-16,-2-3-6 0,1 0-3 15,0 0 0-15,-6 0-74 0,-1-3-29 0,0-5 0 16,2 0 0-16,-2-2 0 0,-6-1 0 15,6-4 0-15,-6-3 0 0,0-1 0 0,0 1 0 16,0-8 0-16,0 1 0 0,0-1 0 0,0-7 0 16,-6 0 0-16,6-4 0 0,-6 1 0 15,6-9 0-15,0 5 0 0,0-4 0 0,0 0 0 16,0 0 0-16,0 5 0 0,6-2 0 0,-6 4 0 16,6 5 0-16,1-2 0 0,0 1 0 15,5 4 0-15,1 0 0 0,1 2 0 0,-2 2 0 16,8-1 0-16,-7 1 0 0,0-1 0 15,6 0 0-15,-5 1 0 0,-1 3 0 0,0-4 0 16,0 1 0-16,-7-1 0 0,8-3 0 0,-8-1 0 16,-6 1 0-16,6 0 0 0,-6-4 0 15,0 2 0-15,-6-1 0 0,6-5 0 0,-6 5 0 16,-8-2 0-16,8 2 0 0,-1 3 0 16,-6-5 0-16,0 5 0 0,1 3 0 0,4 4 0 15,-4-3 0-15,-2 6 0 0,8-3 0 0,-7 4 0 16,7 3 0-16,-1 5 0 0,0-5 0 15,7 7 0-15,0 2 0 0,0-2 0 16,7 4 0-16,0 0 0 0,-1 1 0 0,7-1 0 16,0 0 0-16,0 0 0 0,7-3 0 0,-1 4 0 15,1-5 0-15,6-3 0 0,0-4 0 16,7 1 0-16,-7-5 0 0,6 1 0 0,-5-8 0 16,-2-2 0-16,-5-2 0 0,0-3 0 15,-2 0 0-15,-11-3 0 0,6-2 0 0,-13-5 0 0,7 2 0 16,-14-2 0-16,7-5 0 0,-6 4 0 15,-1-1 0-15,0 5 0 0,1 0 0 0,0 3 0 16,0 1 0-16,-2 3 0 0,2-1 0 16,0 5 0-16,6 4 0 0,0-1 0 0,-7 4 0 15,14 4 0-15,-7-1 0 0,6 4 0 16,0 5 0-16,8 2 0 0,-2 1 0 0,2 3 0 16,-1 1 0-1,0-1 0-15,-6-1 0 0,5 3 0 16,-6-6 0-16,8 5 0 0,-8-5 0 0,1 0 0 15,-7-2 0-15,6-5 0 0,-6 0 0 0,0 1 0 16,0-5 0-16,0-3 0 0,0 0 0 16,-6-7 0-16,-1 0 0 0,1-4 0 0,0-1 0 15,-2-6 0-15,2 1 0 0,0-6 0 0,0-6 0 16,6 3 0-16,-7-3 0 0,14 0 0 0,-7 3 0 16,6 4 0-16,0 0 0 0,0 5 0 0,2 0 0 15,4 7 0-15,8 0 0 0,-7 5 0 16,13 2 0-16,0 6 0 0,1 2 0 0,-2 1 0 15,7 5 0-15,-6 4 0 0,1 4 0 0,-1 3 0 16,-6-1 0-16,-1 1 0 0,1 4 0 0,-1-1 0 16,0-3 0-16,-5 3 0 0,-8 2 0 15,1-5 0-15,-1 0 0 0,-6-3 0 0,0-2 0 16,-6 1 0-16,-1-6-358 0,-6-1-592 0,6 0-274 16,-12-11-110-16,0 0 7 0,-1-7 113 15,1-1 236-15,-7-6 396 0</inkml:trace>
  <inkml:trace contextRef="#ctx0" brushRef="#br0" timeOffset="36066.47">30831 1473 416 0,'-20'-8'676'0,"1"-3"149"0,6 3 121 16,0 1 13-16,7 0-115 0,-1 0-135 0,7-4-144 15,0 4-104-15,7-1-79 0,5-3-60 16,8 0-38-16,-1 0-21 0,15 0-19 0,-2-3-26 16,1-1-141-16,5 0-77 0,1 0 0 0,0 1 0 15,7-1 0-15,-7-3 0 0,0 3 0 0,-6 1 0 16,0-1 0-16,-1 0 0 0,-6 5 0 15,-7-1 0-15,1 0 0 0,-7 3 0 0,-7 2 0 16,2-2 0-16,-2 4 0 0,-12-1 0 0,-2 2-207 16,-11 6-301-16,6-3-220 0,-13 5-287 15,0 2-140-15,-6 0-16 0,-8 5 55 0,1-1 125 16,-13 0 217-16,-7 3 323 0</inkml:trace>
  <inkml:trace contextRef="#ctx0" brushRef="#br0" timeOffset="36955.35">25517 6997 289 0,'0'-4'413'0,"-7"0"64"0,1-3 27 16,6 4 6-16,-7-4-43 0,7 2-37 15,-6 1-28-15,6 1-29 0,0 0-38 16,0 3-56-16,-7-4-56 0,7 4-45 0,0-4-33 16,0 4-23-16,-7-3-15 0,7 3-13 15,0-4-8-15,0 4-6 0,-6-4 0 0,6 4-4 16,-6-3-3-16,-1-1-6 0,0 1-4 16,1-2-10-16,-7 2-3 0,7 3-4 15,-8-4 1-15,2 4 1 0,5-3 4 0,0 3 3 16,-5 0 0-16,5-4 0 0,0 4-6 15,7 0-10-15,-6 0-8 0,-1-3-10 16,7 3-6-16,0 0-7 0,0 0-1 0,-6 0-1 16,6 0-6-16,0 0-1 0,0 3-3 15,6 1 6-15,-6 3 11 0,7 4 20 0,-1 0 21 16,1 4 19-16,0 3 18 0,5 4 12 16,2 0-2-16,-8 0-10 0,7 0-16 0,0 0-13 15,0 0-16-15,0 0-14 0,0 0-12 16,-7 1-6-16,8-9-5 0,-8 1-4 0,1-1 1 15,-1-3-5-15,1-1 2 0,-1-1-1 16,-6-3 1-16,7-2-3 0,-7 0-21 0,0-4-37 16,0 0-58-16,-7 0-64 0,1 0-82 15,-1-4-105-15,1-3-127 0,-1 4-118 0,1-6-121 16,-1 2-126-16,0-4-41 0,7 4 43 16,-6-7 114-16,0 3 139 0,6 0 164 0</inkml:trace>
  <inkml:trace contextRef="#ctx0" brushRef="#br0" timeOffset="41640.41">28375 2869 395 0,'0'2'525'0,"8"6"86"0,-8-8 77 0,0 4-66 16,6 0-98-16,-6-4-107 0,0 3-79 0,6-3-68 15,1 0-55-15,-1-3-47 0,8-1-36 16,-2 0-27-16,8-4-16 0,6 1-14 0,-7-4-19 16,14 0-17-16,-7-4-14 0,6 1-10 15,1 0-10-15,-7 3-19 0,7-4-49 0,-13 5-83 0,6-2-126 16,-14 5-140-16,2 3-131 0,-14 4-117 0,0 8-87 15,-14-2 12-15,2 9 89 0,-2 0 122 16,-11 7 121-16</inkml:trace>
  <inkml:trace contextRef="#ctx0" brushRef="#br0" timeOffset="41796.87">28552 3007 152 0,'-13'22'348'0,"6"-3"37"16,7-1 44-16,0-3-39 0,0-1-78 16,0 1-45-16,7-4-1 0,-1-4 23 15,7-3 2-15,-6-1-20 0,12-3-26 0,-5-3-33 16,5-4-51-16,7-4-51 0,-6-5-45 15,-1 2-38-15,7-4-68 0,-6 0-95 0,-1-1-113 16,-6 1-148-16,0 1-135 0,0-6-105 0,-13 4-15 16,7-2 52-16,-14-2 93 0,7 5 130 0</inkml:trace>
  <inkml:trace contextRef="#ctx0" brushRef="#br0" timeOffset="41984.05">28695 2641 89 0,'0'-14'464'0,"0"3"81"16,0-4 69-16,7 4 61 0,-7 0-122 15,6 1-124-15,0 1-77 0,8-2-41 0,-2 8-31 16,2-1-29-16,5 0-19 0,1 4-15 16,0 8-7-16,-1-1-19 0,7 4-26 0,0 4-22 15,-6 0-36-15,-1 7-19 0,-6 3-25 0,0-3-20 16,0 7-11-16,-6-2-11 0,-7 2 2 16,6 3-16-16,-6-6-42 0,-6 3-73 0,6-3-131 15,0-4-154-15,-7-4-206 0,7-3-198 16,-7-8-101-16,7-3-2 0,0-4 92 0,0-11 132 15,7-1 194-15</inkml:trace>
  <inkml:trace contextRef="#ctx0" brushRef="#br0" timeOffset="42327.81">29275 2341 336 0,'6'-18'630'0,"1"-4"106"0,-7 7 82 0,-7 0 45 15,7 1-211-15,-6 6-178 0,-1 1-126 0,0 3-94 16,1 4-66-16,-6 4-46 0,4 3-14 15,-4 4-6-15,5 4 3 0,0 4 4 0,1 2 2 16,-1 5-10-16,7-4-21 0,0 7-20 0,7-4-15 16,6 2-17-16,-6-6-6 0,13 2-4 15,-8-2 4-15,8-6 8 0,5-1 13 0,-5-3 13 16,6-3 9-16,1-8 7 0,-1 0 2 16,-1-4 0-16,-5-7-3 0,6 1 6 0,-6-5 5 15,-7-4 4-15,7 1 4 0,-14-4-1 0,6 0-1 16,-12-4-17-16,0 4-13 0,-6 0-14 15,0-3-13-15,-8 3-33 0,-5 4-18 0,-1 3 0 16,0 4 0-16,-5 0 0 0,-1 7 0 0,0 1-71 16,0 3-83-16,-1 3-85 0,9 4-97 15,4 1-119-15,1-1-136 0,7 5-150 0,-1-5-150 16,7 4-105-16,7-4-3 0,6 0 77 16,-1 0 136-16,2-2 185 0,5-2 205 0</inkml:trace>
  <inkml:trace contextRef="#ctx0" brushRef="#br0" timeOffset="43156.62">29815 2132 272 0,'14'-15'577'0,"-14"0"114"0,0-3 96 0,-8 7 60 15,2-4-195-15,-7 8-154 0,-6 0-115 16,-1 0-98-16,1 7-90 0,-1 0-69 0,1 3-44 16,-1 5-22-16,0-1-26 0,1 8-11 0,-1-4-11 15,8 7-4-15,4 0 1 0,2 0-13 16,0 4 10-16,12 1-4 0,0-1 7 0,2-4 2 15,4 4-3-15,8-7 5 0,-1 3-2 0,1-7-1 16,6-3 0-16,0-1-3 0,-7-4 0 0,8-3 0 16,-1-3 2-16,-6-2 6 0,5-5 8 15,-12-1 18-15,6-4 18 0,-5-3 19 0,-1-1 8 16,-7 1 12-16,-6-4 5 0,0 0-1 16,-6-4-6-16,-1-2-11 0,-5 2-6 0,-8-7-13 15,7-1-8-15,-7 2-5 0,0-1-7 16,1 3 3-16,6 1 15 0,-6 3 7 0,-1 1 5 15,7 6 4-15,0 5-1 0,7-1-10 16,-1 4-17-16,1 4-13 0,-1 3-12 0,7 1-13 16,0 3-6-16,0 3-1 0,7 5-4 15,-1 3 2-15,7 7 1 0,0 0 1 0,0 0 0 16,0 9 0-16,7-2 1 0,-1 0-1 0,0 5-2 16,1-2 1-16,0-2 0 0,5 0-10 15,-5 0-38-15,6-4-48 0,1 0-71 0,-1-8-72 16,-1 1-95-16,9-4-118 0,-9-6-118 15,7-3-123-15,-5-4-83 0,-1-7-37 0,0 2 34 16,0-8 111-16,0 1 170 0,-7-4 205 0,-5-5 201 16,-2 2 175-16,-5-5 133 0,0 0 95 15,-1-3 90-15,-6 3 59 0,0-3 31 0,-6 4 7 16,-1-1-8-16,-6 8-40 0,1-1-71 16,-2 4-70-16,-6 5-61 0,1 2-65 0,6 5-57 15,-6 3-35-15,-1 3-27 0,0 0-18 0,1 9-12 16,5-1 1-16,2 3-6 0,-1 5 0 15,6-1-2-15,1 4-6 0,-1 0-6 16,14 0-5-16,-7-4-1 0,13 1-2 0,-7-2-5 16,7 2-1-16,7-8 0 0,-7 1 2 0,6-5 0 15,1 0-1-15,-7-7-1 0,7 0-3 16,-1-7-2-16,-6 0 1 0,0-9-1 0,-7 2-3 16,-6-8 1-16,8 0-1 0,-16-4 4 15,2-3-4-15,-7-4-1 0,0-4 5 0,-6 0 1 16,-1-2 7-16,-6-6 11 0,6 2 30 0,-5 2 43 15,5 4 31-15,0 5 30 0,1 6 27 16,-1 0 9-16,7 8-25 0,6 4-37 0,1 6-32 16,6 5-28-16,0 3-30 0,6 11-11 0,8 3 8 15,6 8 14-15,-1 4 20 0,7 7 18 16,0-1 14-16,0 5-7 0,7 4-23 16,-1 2-73-16,-6 2 0 0,7 2 0 0,-7-3 0 15,-1 0 0-15,-5-4 0 0,0 1 0 0,-1-5 0 16,-5-6 0-16,-8-1-168 0,0-3-132 15,-6-1-138-15,-6-7-191 0,0-3-230 0,-8 0-201 16,-5-9-52-16,-7 3 24 0,-13-2 98 16,-1-3 180-16,-11-4 260 0</inkml:trace>
  <inkml:trace contextRef="#ctx0" brushRef="#br0" timeOffset="44035.96">25347 4902 168 0,'-6'-16'398'0,"6"2"65"16,-6-1 55-16,-8-3-21 0,8 3-54 15,0 1-32-15,-1-1-19 0,0 4-21 0,1 0-29 16,-1 4-40-16,1 0-65 0,6 3-77 0,-6 4-55 15,6 0-40-15,0 6-28 0,0 3-14 16,0 5-10-16,6 5-3 0,0-1-2 16,1 3-1-16,-1 2 2 0,8 3 7 15,-2-4 4-15,8-1 6 0,-7-2 5 0,7-1 7 16,-1-3 9-16,0-4 5 0,1-1 6 0,6-6 7 16,-7 0 1-16,1-4 0 0,-7-4-7 15,7-3-10-15,-8-5-12 0,2-5-9 16,-1 2-8-16,-7-7-3 0,1 0 1 0,-1 0 5 15,-6-4 17-15,-6 0 4 0,6 1 2 16,-7 0 2-16,-6-1 3 0,1 4 5 0,4 4-9 16,-4-1 0-16,5 4 1 0,1 5 1 15,-7 2-10-15,6 1-13 0,7 7-8 16,-6 0-6-16,6 4-5 0,0 7-5 0,6-1 0 16,1 1 0-16,-1 4 0 0,7 1 3 0,0-2-4 15,1-1-1-15,5 3 0 0,-6-5 1 16,6 4-2-16,1-8 0 0,0 0-1 0,-1 0 4 15,1-3 6-15,-1-4 6 0,-6-4 8 16,7 1 9-16,-1-5 20 0,-5-2 20 16,-2-1 16-16,1-4 14 0,-6-3 6 0,-1-1 8 15,1 1-2-15,-7-1-9 0,-7 1-17 0,1 0-10 16,-7-4-13-16,0 4-11 0,-7 2-17 16,-6-2-14-16,0 4-2 0,7 2-10 15,-7 6-5-15,-1-2-12 0,7 8-38 0,-5 0-57 16,12 4-69-16,0 3-85 0,-1 5-117 15,2 2-152-15,12-3-165 0,-7 4-158 0,7-1-109 16,7 1-7-16,-1-3 70 0,0-2 135 16,8-3 185-16</inkml:trace>
  <inkml:trace contextRef="#ctx0" brushRef="#br0" timeOffset="44945.54">25875 4495 365 0,'0'-11'614'15,"-7"4"76"-15,-5-4 63 0,-2 4 13 0,2 2-215 16,-2 2-181-16,-5 3-113 0,6 0-71 16,0 3-56-16,-1 4-49 0,8 1-36 15,0 0-18-15,-1 6-16 0,1 1-1 0,6-1-14 16,6 5 7-16,1-1 9 0,-1 1 0 16,8-5 5-16,-2 5 9 0,8-5 16 0,-1-3 8 15,7 0 11-15,-6-3 18 0,6-1 17 16,-7-4 24-16,1-3 21 0,6-3 16 0,-13-4 17 15,7 2 14-15,-8-5 9 0,-5 2-4 16,6-3 5-16,-6 1-5 0,-7-1-19 16,0-1-21-16,0 2-22 0,-7-2-28 0,1-2-30 15,-8 3-21-15,2 0-14 0,-2 0-15 0,-5 3-8 16,-1-3-7-16,1 4-4 0,0 0-2 16,-1 3-1-16,1 1-1 0,5-5-1 15,2 8-1-15,-2-3-8 0,8-2-12 0,-1 5-20 16,1-2-21-16,6-3-17 0,0 2-11 15,0-5 2-15,6 1 8 0,1 0 16 0,5-1 22 16,2-3 16-16,-1 0 13 0,6 4 7 16,-6-3 0-16,7 1 4 0,0-1-1 0,5 3 0 15,-5-1 0-15,0 1-2 0,6 0 4 16,-7 7 1-16,1-4 0 0,6 4 1 16,-7 4 1-16,1-2 2 0,0 3 0 0,-1 2-1 15,-6 1 0-15,0 3-1 0,1 0 1 16,-8 3 1-16,0-3-1 0,0 3 4 15,-6 1 1-15,0 0 0 0,0-1 0 0,-6 2 0 16,0-5 0-16,6-1-1 0,-6-2 1 16,-2-1 8-16,-4 0 10 0,5-7 8 0,0 4 5 15,-6-8 1-15,7 4 5 0,-7-7-5 16,6 0-8-16,1-4-8 0,0-4-5 16,-1-4-5-16,0 1-6 0,7-4-4 0,0 4-4 15,0 0-12-15,0 0-33 0,7-1-49 16,-7 5-66-16,7-1-77 0,-1 5-93 0,0-3-108 15,1 3-117-15,0 2-113 0,-1-3-81 16,7 4-37-16,-7 0 0 0,8 0 48 0,-2 3 106 16,-4-3 167-16,4 4 192 0,-6-6 185 15,1 6 168-15,0-1 149 0,-1 1 122 16,-6-5 91-16,0 5 65 0,0-1 17 16,-6 4-14-16,-1-3-38 0,-6 3-51 0,7 0-69 15,-8 3-90-15,2 1-70 0,-2-1-47 16,1 5-25-16,1-1-21 0,-2 1-19 0,8-1-17 15,0 0-15-15,-1 4-11 0,0-4-9 16,7 0-2-16,7 1 1 0,-7-1 9 0,13 0 12 16,-7-3 12-16,14 4 10 0,-1-5 7 15,1 2 6-15,6-3 0 0,0 2-4 0,1-4-4 16,5 0 0-16,-6 4 10 0,-1-4 7 16,2 0 4-16,-1 4 4 0,-6-1 4 0,-1 1-1 15,-6 2-9-15,0-1-4 0,-7 2 2 16,1 1-3-16,-7 3-7 0,0-5-8 0,-7 10-11 15,-5-6-15-15,-1 1-13 0,-1 5-13 16,-6-6-7-16,8 1-7 0,-14 1-5 16,7-2-17-16,-1-2-46 0,0-1-70 0,1-3-79 15,-1-4-113-15,8 0-157 0,-2-8-192 16,1-3-174-16,0-4-101 0,6-3-13 0,1-8 65 16,0-2 133-16,6-6 194 0</inkml:trace>
  <inkml:trace contextRef="#ctx0" brushRef="#br0" timeOffset="45148.58">26305 3992 423 0,'6'-25'592'16,"1"3"118"-16,0 0 92 0,-7 4-36 0,6 0-149 16,-6 2-115-16,6 2-119 0,-6 7-104 15,6-1-75-15,-6 1-38 0,8 7-11 0,-2 0-4 16,7 7 16-16,0 1 17 0,0 6 9 0,-1 1-9 16,8 4-19-16,-6 3-18 0,5 3-23 15,1 1-24-15,-1 4-21 0,1-2-18 16,-1 6-17-16,0-5-14 0,1 4-11 0,0 1-15 15,-7-7-52-15,-1 0-83 0,2-2-118 16,-8-3-182-16,1-7-229 0,-7-1-239 0,-7-2-130 16,-5-4-14-16,-2-6 67 0,-5-2 152 15,-1-2 215-15</inkml:trace>
  <inkml:trace contextRef="#ctx0" brushRef="#br0" timeOffset="45289.17">26435 4168 444 0,'0'-6'613'0,"0"-5"88"16,0-1 61-16,0 1-51 0,0 0-186 15,7 1-165-15,6-5-122 0,-1 4-81 16,8-4-58-16,6 1-47 0,0 0-38 0,1-3-76 16,5 3-140-16,1-1-194 0,-1 1-219 15,1 0-114-15,-1-2-46 0,-6 2 33 16,1 0 112-16,-2-1 179 0</inkml:trace>
  <inkml:trace contextRef="#ctx0" brushRef="#br0" timeOffset="46054.81">27093 3648 125 0,'-6'-14'539'0,"-2"-4"107"16,2 3 107-16,-6-4 86 0,-2 4-117 0,8 5-163 15,-7-1-121-15,-1 0-84 0,2 8-92 16,-2-2-72-16,2 5-52 0,-2 0-36 0,8 5-20 16,-7 2-12-16,0 4-8 0,6 3 2 15,-5 4 4-15,5 4 7 0,0 1-3 0,7 2 10 16,0 5 5-16,0-1-1 0,0 0-7 15,0 4-10-15,7-4-6 0,6 1-17 0,-7-5-12 16,8 2-10-16,-2-6-5 0,1-3-6 16,1 1-3-16,6-8-1 0,5-7 0 0,1-1 0 15,0-6-3-15,0-6-5 0,7-1-16 16,-7-8-16-16,7-1-16 0,-7-3-9 16,-7-3-5-16,7-1 4 0,-12 0 12 0,-2-3 16 15,1 4 15-15,-6-2 7 0,-1 6 7 16,-6-2 4-16,-6 6 14 0,6 2 15 0,-7 0 13 15,-6 4 9-15,7 5 4 0,-8-3-2 16,2 9-9-16,-1 0-16 0,-1 9-11 0,2-3-9 16,-2 2-6-16,2 6-2 0,5-3-6 15,0 7 1-15,1-3-2 0,-1 0-1 16,7 2 2-16,7 0 2 0,-7-3 1 0,6-3 1 16,1 0 0-16,0-4 5 0,-1-4-5 15,8 1 2-15,-8-4 1 0,6 0-2 0,-5-4-2 16,0 1 0-16,-1-1-2 0,1 1 0 0,-1-4-1 0,0 3 0 0,-6-1 1 0,8 2 1 31,-2 3 1-31,-6 0 0 0,6 0-2 16,0 3 3-16,8 2-3 0,-8-1 1 0,7-4 0 15,1 3 0-15,-2-3 3 0,2 0-2 16,-2 0 4-16,1 0-3 0,-6-7 3 16,6 2-4-16,-7-1-1 0,0-2 1 0,-6 2 1 15,8-7 2-15,-8 3-4 0,0-1 3 16,0 0-2-16,-8-4 1 0,2 1-8 0,6-1 1 15,-6 0 3-15,0 1 1 0,6-6 1 16,0 6-1-16,-7-1 4 0,7 1 0 16,0 3-3-16,7 1-1 0,-7 1-2 0,6-1-4 15,6 6 1-15,-4 1 1 0,4-1 2 16,8 4-1-16,-7 0 2 0,7 4 5 0,-8 3 0 16,2 0-2-16,-1 5 5 0,0 2 2 15,-7 0 3-15,1 2 0 0,-7 1 1 16,6 3 2-16,-12-3-3 0,6 1-17 0,-7-3-40 15,7-1-67-15,-6 1-94 0,-1-4-141 16,1-3-184-16,-7-5-216 0,6-3-182 0,0-3-50 16,-5-5 30-16,5-6 108 0,0-1 164 15,1-11 220-15</inkml:trace>
  <inkml:trace contextRef="#ctx0" brushRef="#br0" timeOffset="46226.62">27471 3282 414 0,'0'-30'710'0,"0"5"109"0,0 3 94 16,-7 1 68-16,7 6-242 0,-6 0-229 0,6 5-133 0,0 1-100 0,6 6-53 0,7-1-35 31,7 8-19-31,-1 3-8 0,1 5-6 0,6 2 34 0,0 0-49 0,0 9-42 0,-1-2-31 31,-5 5-23-31,7 0-26 0,-8 3-82 0,-6 1-66 0,0-1-110 0,0 0-184 32,-6-2-257-32,-1-3-269 0,-12 2-107 0,-1-7-4 0,-6-1 73 0,-6-4 164 0,-7-2 246 31</inkml:trace>
  <inkml:trace contextRef="#ctx0" brushRef="#br0" timeOffset="46398.36">27497 3513 495 0,'-7'-7'775'16,"7"-4"91"-16,-7 0 64 0,14-4 57 31,0 0-273-31,-1 0-265 0,14-5-136 0,-1 0-67 0,7-2-44 0,0 1-43 0,7-1-31 32,-7 0-29-32,13-1-21 0,-13-2-19 15,7 6-18-15,-7-3-15 0,0 8-11 0,-7-1-16 0,-6 5-28 0,0 2-50 0,-7 3-67 31,2 3-103-31,-8 2-155 0,0 2-186 0,-14 6-201 0,8 4-118 0,-14 2-19 0,1 1 55 16,-1 3 132-16,-6 1 183 0</inkml:trace>
  <inkml:trace contextRef="#ctx0" brushRef="#br0" timeOffset="46960.73">29308 4403 92 0,'-20'14'483'0,"7"-2"76"15,-7-1 50-15,0-4 57 0,8 0-95 16,-2 0-118-16,8-2-67 0,-1-2-33 0,1 1-18 16,6-4-41-16,0 0-62 0,6-4-57 15,7 1-56-15,1-4-37 0,6-5-32 0,-2-3-18 16,9 0-14-16,-1-3-12 0,0 4-22 31,0-1-42-31,-7 1-56 0,1 3-84 0,-1 2-97 0,-5 7-80 0,-8-2-65 0,-6 8-36 31,0 3 3-31,-6 8 49 0,-1-1 78 0,-6 8 76 0,0-4 80 0,-1 8 77 0,2-3 67 32,-1 2 60-32,0-6 47 0,6-2 39 0,1 2 42 0,6-5 37 0,-7-6 43 0,7 3 40 31,7-7 38-31,-1-1 12 0,1-3-9 0,6-3-31 0,6-1-45 0,-5-7-66 15,5 3-64-15,1-6-41 0,6-1-30 0,-7-3-37 16,7 0-58-16,-6-1-77 0,-1 1-103 16,1-4-137-16,-8 0-135 0,-4 0-111 0,-2 0-25 15,-6-5 38-15,-6 2 81 0,6 0 122 16</inkml:trace>
  <inkml:trace contextRef="#ctx0" brushRef="#br0" timeOffset="47132.57">29523 4142 5 0,'-8'-14'431'0,"-4"3"109"0,5 1 101 0,7-2 83 16,-6 2-66-16,-1 3-137 0,7-1-117 0,0 4-96 15,0 1-88-15,7-5-66 0,-1 8-41 16,1-3-14-16,5 3 5 0,8 0 10 16,-7 3 11-16,7 1 9 0,6 3-7 0,-6 5-8 0,-1-2-17 15,1 1-14-15,-2 4-18 0,-4 3-24 16,-1 1-7-16,0 3-10 0,-6 0-8 16,-7-1-3-16,0 5-13 0,-7-4-45 15,1 3-96-15,-1-3-152 0,0-3-201 0,1-1-222 16,0-7-160-16,-2-3-47 0,2-5 43 15,6-3 124-15,0-7 186 0</inkml:trace>
  <inkml:trace contextRef="#ctx0" brushRef="#br0" timeOffset="48323.19">30056 3887 489 0,'0'4'764'0,"0"-4"91"0,0 0 62 16,0 0 44-16,0 0-250 0,-6 0-240 0,6 0-129 31,0 0-70-31,0 0-44 0,0 0-44 0,6-4-49 0,-6 4-42 0,7-3-33 0,-1-5-22 31,14 0-16-31,-8 1-12 0,2-4-7 0,-1 0-5 0,0 0-2 0,0 0 3 0,-7 1-6 32,1-2-5-32,-7 1-2 0,0 0-4 0,-7 4-2 0,1-5-3 0,-7 6 3 0,0 1 7 15,-14 2 4-15,8 0 2 0,-7 3 1 16,0 3 4-16,6 0 3 0,-5 5 1 0,5 0 1 15,0 3-1-15,7-1 4 0,0 1-4 16,0 5 0-16,7 1 1 0,0-2 1 16,6 3 7-16,6-4 9 0,-6 6 9 0,13-2 5 15,0-4 5-15,0 1 3 0,7 0 1 16,-1-4 1-16,7-4 1 0,0 0 1 0,0-3-1 16,7-4-2-16,-7-4-6 0,6 0-8 31,1-6-8-31,-7 3-8 0,0-5-6 0,-7-2-3 0,7-1 1 0,-12 0 2 0,5 1-3 15,-13-2 1-15,8 2 0 0,-14-4-2 0,6 0-3 16,-6-1-3-16,-6 1 1 0,0 0 1 16,-2-5 1-16,2 6 0 0,0-6 1 0,-7 5 1 15,6 3-2-15,0 1 0 0,1-1-4 16,0 1 2-16,0 6 1 0,6-2-1 16,-8 2 5-16,8 3-4 0,0-1-1 0,0 6-3 15,8-3 2-15,-2 6-2 0,0-3 0 16,7 3 3-16,7 0 0 0,-8 5 1 15,8 1 3-15,-7-3 1 0,7 5-1 0,0 0 0 16,-2 0 2-16,-4 0 0 0,-1-4-3 16,0 5-1-16,0-9 3 0,-7 4 5 0,0 1 3 15,-6-5 8-15,8 1 2 0,-8 0 4 0,0-4 0 16,-8 0-2-16,2 0-4 0,0 0-5 16,0 0-2-16,-1-8-3 0,0 5 0 15,7-1-3-15,-6-3 0 0,6 0 0 0,0-1-5 16,0 1-1-16,0-4-2 0,6 3 1 31,1-2-1-31,6-1 3 0,-1 0 0 0,2-4-4 0,-1 4 4 0,0-3-1 0,0-2-1 16,7 2-2-16,-14 0 1 0,7-1 2 0,-6 0 0 15,-1 1-1-15,1-1 2 0,-1 1-1 0,-6-2-1 16,0 2 0-16,-6 4 0 0,-1-2-2 16,1 4 0-16,-1 1 2 0,0 0-2 0,-5 4 1 15,-2-2 0-15,2 5 1 0,5 5-3 16,-6-2 1-16,6 0 0 0,1 8 0 15,0 0 1-15,-2 0 0 0,2 7 0 0,6-3 5 16,6 0 1-16,2 4 2 0,-2-5 0 16,0 1-2-16,8 0 3 0,5-1-2 0,-5-3 1 15,4-1-1-15,2-1 2 0,-1-6-1 16,1 0-10-16,6-3-23 0,-6 0-32 0,5-3-43 16,-5-5-45-16,0 1-44 0,-1-4-37 0,1 4-10 15,-7-7 1-15,0 2 17 0,-6-2 25 31,-1-4 35-31,0-1 38 0,-6 1 28 0,-6-4 29 0,6 3 28 0,-6 1 29 0,6-1 30 16,-7 5 29-16,1 0 32 0,6 3 22 0,-7 0 19 16,7 3-4-16,0 2-13 0,-7 1-24 15,7 5-25-15,7-3-22 0,-7 6-20 0,7 2-7 16,-1-2-4-16,1 8 11 0,5-5 2 0,2 10 7 16,-2-5 5-16,2 6 7 0,-1-2 3 15,-7-1-5-15,7 3 4 0,0-7 5 0,-7 0 13 16,2 2 3-16,-2-4 10 0,-6-1 14 15,6 0 21 1,-6-4 21-16,0 1 16 0,0-4 15 0,-6 0 3 16,6 0-9-16,-6-4-22 0,-8-3-28 15,8-3-27-15,-1-3-23 0,-6-1-17 0,7-4-12 16,-1-4-13-16,7-4-3 0,-6 5-2 16,12-5-2-16,-6 3-1 0,7 2 0 0,-1-2 7 15,1 6-4-15,6 2-4 0,-1 0 0 0,2 4-1 16,-1 5-2-16,6-3-2 0,-6 6 5 15,7 3 0-15,0 0 0 0,-7 8 1 0,6-4 3 16,-6 6 1-16,7-3-3 0,-7 4 1 16,0 0-1-16,0 4-5 0,-7-5-26 0,8 5-56 15,-2-4-77-15,-5 0-97 0,-1-4-126 0,1 1-178 16,6 0-212-16,-7-8-209 0,1 0-61 16,0-3 23-16,5-5 87 0,-5-4 162 15,6-2 226-15</inkml:trace>
  <inkml:trace contextRef="#ctx0" brushRef="#br0" timeOffset="48824.27">31385 2920 175 0,'0'-16'616'0,"-7"2"126"0,1 0 83 15,-1 2 68-15,-6 1-124 0,7 4-205 0,-8 3-157 16,8 1-104-16,-7-1-65 0,7 8-54 0,-8-1-41 16,8 5-24-16,0-1-18 0,-1 0-12 15,0 5-7-15,7-1-11 0,0 0-14 0,0 4-15 16,7-5-9-16,6 1-10 0,-7 0-7 0,8-4-2 15,-1 1-2-15,-1-1 1 0,2-3-3 0,-2-4 2 16,2 3 3-16,-1-3 13 0,-1-3 18 16,-4-1 16-16,-2 0 16 0,0-7 14 0,0 4 13 15,-6-4 0-15,0 0-7 0,8-4-14 0,-8 1-13 16,0-4-16-16,0-1-20 0,0-3-14 0,6 4-9 16,-6-4-4-16,6 4 4 0,1-1-1 0,-1 1 2 15,1 4 0-15,0 2-1 0,-1 1-4 16,7 4-6-16,0 3 1 0,0 1-3 0,7 3 0 15,-8 0-2-15,8 3 1 0,0 5-3 0,-7 2 1 16,-1 1 2-16,2 0-3 0,-2 1 5 0,-4 2 3 16,-8 1-2-16,6 0 7 0,-6-1 9 15,-6 1 9-15,6-5 13 0,-8 2 18 0,2-1 26 16,0-4 27-16,0 0 40 0,-2-2 8 0,2-3-159 16,-7-2 0-16,7 0 0 0,-1-2 0 0,0-3 0 15,1-2 0-15,0-4 0 0,0-3 0 0,-2-1 0 16,8-3 0-16,-6-4 0 0,6-1 0 15,0-2 0-15,-6-1 0 0,6-3 0 0,6 3 0 16,-6 1 0-16,0 3 0 0,0 3 0 0,0 1 0 16,0 3 0-16,0 1 0 0,0 6 0 15,0 1 0-15,0 4-323 0,0 3-170 0,-6 0-78 16,-1 3-107-16,7 1-127 0,-13 7-137 0,0-4-56 16,0 4 27-16,0 0 86 0,-7 0 147 0,7 0 194 15</inkml:trace>
  <inkml:trace contextRef="#ctx0" brushRef="#br0" timeOffset="49060.76">31216 2726 532 0,'-14'6'701'0,"2"-1"90"0,-2-2 56 0,1 1-52 15,7-4-211-15,-1 7-196 0,1-4-122 0,-1 6-56 16,1 1-14-16,6 5-1 0,0-1 7 0,0 5 4 16,6 2-1-16,1 6-9 0,-1-2-25 15,7 4-24-15,0 0-29 0,1 1-29 0,5-1-26 16,0 1-19-16,8-5-17 0,-1 1-10 0,0-4-7 15,-1-1-3-15,1-2-3 0,1-4-1 0,-1-5-9 16,0-1-28-16,-7-6-51 0,7 0-71 16,0-6-109-16,1 0-141 0,-7-9-177 0,5-2-183 15,-5-2-157-15,0-5-39 0,-8-2 52 0,2-2 109 16,-8-4 167-16,0-4 203 0</inkml:trace>
  <inkml:trace contextRef="#ctx0" brushRef="#br0" timeOffset="49296.65">31665 2564 298 0,'-7'-22'684'0,"7"0"120"0,0 0 83 0,-6 0 68 16,6 4-175-16,0-4-222 0,0 7-148 0,6-4-94 16,1 5-66-16,-1 0-51 0,8 3-35 0,4 0-18 15,2 7-7-15,0 0 4 0,13 4 8 0,-7 8 5 16,6-1-5-16,1 4-17 0,-7 7-19 16,7 1-21-16,-8 2-20 0,1 5-20 0,-6 0-15 15,0 3-12-15,-7 4-10 0,-7-4-6 0,0 4-16 16,1-4-39-16,-7 5-60 0,0-5-83 0,-7-4-115 15,7 2-169-15,-6-6-208 0,0-2-221 0,-1-8-139 16,7 0-22-16,-6-8 59 0,6-3 139 16,0-7 203-16,0 0 249 0</inkml:trace>
  <inkml:trace contextRef="#ctx0" brushRef="#br0" timeOffset="49624.69">32486 2135 370 0,'-14'-7'731'0,"8"-4"106"16,-13 4 64-16,-1-1 52 0,0 1-210 0,1 4-272 16,-1 3-156-16,0 0-87 0,8 3-50 0,-8 4-32 15,1 1-19-15,5 6-9 0,2 1-8 0,5 0-9 16,-6 2-11-16,13 3-12 0,0 2-20 16,6-1-19-16,8-3-11 0,-2 1-8 0,8-1-3 15,0-3-4-15,5 0-5 0,1-8 0 0,1 0-1 16,-1-2 4-16,6-2 3 0,-5-6 18 0,-1-2 30 15,-7-2 36-15,7-4 40 0,-12 0 38 16,4 1 28-16,-4-6 15 0,-8 2-2 0,1-5-19 16,-7 1-71-16,0-1-127 0,-7-2 0 0,-6 3 0 15,0-5 0-15,-7 5 0 0,1 0 0 0,-1 3 0 16,-6 1 0-16,0 6 0 0,1 1 0 16,5 4 0-16,-6 3-61 0,6 0-237 0,1 3-83 15,-1 4-71-15,7 1-81 0,7-1-107 0,6 0-139 16,0 5-145-16,0-2-42 0,13-3 28 0,-7 1 89 15,14-5 144-15,-1 1 199 0</inkml:trace>
  <inkml:trace contextRef="#ctx0" brushRef="#br0" timeOffset="50476.75">32824 1992 376 0,'13'-15'674'0,"-13"-2"111"0,6 6 88 0,-12-4 32 15,0 0-205-15,-1 4-216 0,-6 1-144 0,0-1-99 16,-7 7-77-16,8-3-53 0,-8 7-36 0,1 0-22 15,5 3-13-15,-5 1-10 0,6 3-8 0,6 4-7 16,-5 4-3-16,4 3-3 0,8 0-3 0,0 1 1 16,8 2-4-16,-2 1 3 0,7-3-5 15,0-1 3-15,0 1-5 0,7-5 2 0,-8 1 5 0,8-4-4 16,-1-4 7-16,1 0 2 0,-7-3 16 0,7-4 11 16,-1 0 27-16,0-4 27 0,-5-3 30 15,-1 0 31-15,0-4 31 0,-6 0 18 0,-1-4 4 31,0-3-7-31,-6 0-14 0,0-5-24 0,-6 1-35 16,0-3-31-16,-1-4-29 0,-6 4-20 0,0-9-18 16,-1 1-9-16,-5 0-6 0,6 0-4 0,-6 4-4 15,5-1-3-15,2 1 0 0,-2 7 0 0,2 0 1 16,5 7-2-16,0 1 1 0,1 3 0 16,6 4-3-16,-7 0-2 0,7 7-3 0,0 0 1 15,7 2-1-15,-7 6 3 0,6 3 2 0,8 7 1 16,-8 1 0-16,7-1 2 0,0 4 0 15,0 5-2-15,0-2 0 0,6 0-2 0,1 1 0 16,-6 3-4-16,5-7-20 0,7 3-33 0,-6-2-41 16,-1-4-50-16,1-2-58 0,-1 2-52 0,0-8-42 15,8 0-29-15,-8-5-22 0,0-1-13 0,1-5-1 16,0 0 3-16,5-8 25 0,-5 1 44 0,0-4 53 16,-7 0 63-16,7-4 69 0,-8-2 79 0,-5-2 75 15,0-4 56-15,-1-2 45 0,-6 3 36 0,0-7 23 16,0 3 8-16,-6 1 1 0,-1 0-2 0,0 2-2 15,1 4-11-15,-8 1-11 0,2 0-22 16,-1 7-29-16,-7 0-31 0,8 7-29 0,-8 1-25 0,7 3-17 16,0 0-11-16,0 7-10 0,-7 0-2 15,14 0-5-15,-8 8-2 0,8 0 2 0,0-1-3 16,6 5 0-16,0-1-1 0,6 4 2 0,0 0-2 16,8-3-1-16,-8-1 1 0,14 0 0 0,-7 1 1 15,0-5 1-15,6 1-1 0,-5-5 5 16,5-2 7-16,-6-4 16 0,0 0 23 0,-1-4 35 15,2-4 35-15,-8 0 31 0,8-4 26 0,-8-2 8 16,0-5-4-16,-6 1-20 0,0-5-24 0,0 1-30 16,-6-4-30-16,-7 0-22 0,0-4-20 0,-7-3-17 15,1 0-11-15,-1 0-3 0,-6-5-4 0,0-3-3 16,7 5 0-16,-7-1 5 0,6 4-2 0,1 0-5 16,-1 6-3-16,7 1-2 0,0 7 1 0,0 1-9 15,6 7 3-15,7-1 2 0,-6 8 2 16,6 0 0-16,0 11 0 0,6 0 3 0,1 11 3 15,12 0 19-15,1 11 30 0,0 1 0 0,5 2-48 16,8 4 0-16,-7 0 0 0,6 4 0 0,1-4 0 0,-7 5 0 0,0-5 0 0,0 0 0 0,-6-3 0 16,6 0 0-16,-13-5 0 0,0-2 0 0,0-8 0 15,0 3 0-15,-7-7 0 0,2-3 0 0,-8 0 0 16,0-4 0-16,0-3 0 0,-8-5-264 0,2 1-239 31,-7-1-168-31,0-3-223 0,-6-3-198 0,-7-1-51 16,-7 1 41-16,1-2 113 0,-8-2 185 0,-5 0 257 15</inkml:trace>
  <inkml:trace contextRef="#ctx0" brushRef="#br0" timeOffset="50884.49">26761 6565 19 0,'-20'3'105'0,"1"1"-49"16,-1-1-91-16,0 1-62 0</inkml:trace>
  <inkml:trace contextRef="#ctx0" brushRef="#br0" timeOffset="51437.85">26363 6184 199 0,'-12'-15'505'0,"-2"0"81"0,2 4 86 16,-2-3 79-16,1-1-162 0,1 4-101 0,-2 4-64 15,2-4-54-15,4 4-75 0,2 2-74 16,6 5-69-16,-6 0-57 0,6 8-40 0,0 3-21 15,0 7-1-15,6 4 7 0,0 7 14 16,2 1 15-16,-2 10 11 0,0 1 10 16,0 6-1-16,2 1-2 0,4-1-8 0,-5 0-13 15,-1-2-10-15,8-4-5 0,-8-4 7 0,0-5-5 16,0-3-3-16,2-3-3 0,-2-8 3 16,-6 0 3-16,6-7 14 0,-6 0 27 15,0-6 20-15,0-3 12 0,0-4-4 0,0-6-10 16,0-3-29-16,-6-4-34 0,0-7-22 15,-2-3-14-15,2-5-6 0,-6-2-5 0,5-9-2 16,-6-3 1-16,0-1-1 0,-1-2-1 16,2 4 1-16,6 2 1 0,-8 1 10 15,8 7 9-15,-7-1 9 0,6 9 3 0,0 7 1 16,7-1-4-16,0 5-7 0,0 3-10 16,0 7-9-16,7 4-2 0,6 4-4 0,0 7 3 15,7 3 0-15,0 5 2 0,5 4-1 16,-5-3 0-16,6 7-1 0,0-2 0 0,-1 1 0 15,2 0-7-15,-1 3 4 0,0-4 4 0,-6-3-11 16,6 0-34-16,-7 0-50 0,1-3-63 16,-7-1-87-16,0-4-107 0,-7-2-116 0,7-1-110 15,-13-4-114-15,0 0-90 0,-6-3-76 0,-7 4-3 16,-7-5 71-16,0 4 113 0,1-3 148 16,-7 0 150-16</inkml:trace>
  <inkml:trace contextRef="#ctx0" brushRef="#br0" timeOffset="52459.5">26408 6584 143 0,'-25'2'401'0,"5"-2"101"16,0 5 104-16,8-5 71 0,-1 0-60 0,0-5-67 15,0 5-63-15,7-2-70 0,6 2-85 16,-8-5-102-16,16-2-80 0,-8 0-54 0,12-4-37 16,1-1-15-16,1-2-11 0,4-4-4 15,9-4-1-15,-1 0-2 0,6-4-3 0,1 0-4 16,-1 1-2-16,1 3 3 0,-1-4-2 16,-5 4 22-16,-8 0 30 0,0 7 30 15,-5 0 31-15,-1 5 14 0,-13-1 14 0,7 0-11 16,-7-1-27-16,-7 6-28 0,7-2-23 15,-7 2-18-15,1 1-12 0,0-2-6 0,-2 2-4 16,8 3-3-16,-6 2-5 0,6-4-6 16,-6 4-7-16,12 0-7 0,-6 4-3 15,6-4-4-15,8 7 1 0,-1 0 3 0,7 4 2 16,-1 0 1-16,7 4-1 0,-6 3 2 16,6-4-1-16,0 5-1 0,0 4-2 0,-1-5 1 15,-5-1 0-15,6 6 1 0,-13-9 2 16,7 5 1-16,0-5 3 0,-14-3 7 0,7 0 26 15,-7-3 31-15,1-1 37 0,0-4 24 16,-7-3 14-16,0-3 1 0,0-1-19 0,-7-3-31 16,0-4-36-1,-6-7-22-15,7-1-17 0,-7-2-10 0,0-2-7 16,0-6-3-16,0 3-2 0,0-3-2 16,7 0-2-16,-8 3 1 0,8 1-2 0,6 2-2 15,-6 5-2-15,6 4-5 0,0-1 1 16,0 8-2-16,6-4 1 0,0 3-1 15,8 5 2-15,-2-1-4 0,1 4-5 0,1-3-9 16,-2 3-10-16,8 0-8 0,-7 0-7 16,7-5-2-16,-8 2 3 0,8 0 6 0,0-5 13 0,-7 1 10 15,7-4 9-15,-8 4 6 0,-6-5 7 0,2 1 4 16,-2 0 0-16,-6 0-2 0,-6-3 4 16,-2 3-1-16,-4 0-1 0,-2 0-1 15,2 0-1-15,-1 3 2 0,-1 5-4 0,-4-4 2 16,4 3-2-16,1 4 3 0,0 0-2 15,0 4 0-15,0-1-2 0,6 4 0 16,-5 5 1-16,12-1-2 0,-7 3 2 0,7 4 1 0,0 1 3 0,7 3 2 16,-1 0 3-16,0 0 3 0,8 0 3 15,-8 0 0-15,7-4 3 0,7 4-2 16,-8-8-3-16,8 5-2 0,-7-8 0 0,7 4 2 16,0-8-3-16,-2 0-2 0,2-7-7 15,7 0-22-15,-15 0-41 0,8-7-44 0,-1 0-40 16,-5-5-34-16,-2-2-26 0,-4 0-10 15,-2-5 2-15,0 1 2 0,-6-1 8 0,-6-3 11 16,0 1 19-16,-2-5 26 0,-4 4 33 16,5 0 42-16,-6 0 48 0,0 3 45 15,7 1 36-15,-8 0 30 0,8 3 24 0,0 1 12 16,-1-1-6-16,0 4-14 0,7 0-17 16,0 4-24-16,7-1-20 0,-7 1-12 0,13 3-9 15,0 4-6-15,0 0-3 0,6 0 0 16,1 4 0-16,6 3 0 0,0 1-1 0,1 2 6 15,-2 1 3-15,1 5 6 0,0 2 3 16,0-4 6-16,-6 5 7 0,-1-5 9 16,-5 4 9-16,-2 1 16 0,-5-5 19 0,0 5 26 15,-7-4 27-15,0-5 29 0,0 2 31 16,-7-5 26-16,0 0 12 0,1-4 3 0,0-3-6 16,-2 0-18-16,-4-3-61 0,-1-8-159 15,0 0 0-15,0-3 0 0,7-5 0 0,-8-3 0 16,2-4 0-16,5-3 0 0,0-4 0 15,1 0 0-15,6 0 0 0,0 0 0 0,6 5 0 16,-6-3 0-16,7 10 0 0,6-1-83 16,-1 3-252-16,2 5-83 0,5-1-100 0,7 4-130 15,0 0-144-15,7 0-126 0,-7-1-80 16,7 6 13-16,-7-1 86 0,6-1 156 16,-5 4 197-16</inkml:trace>
  <inkml:trace contextRef="#ctx0" brushRef="#br0" timeOffset="53531.13">27763 5547 89 0,'0'-5'583'0,"0"2"132"0,-12-4 95 0,-1-1 80 16,-1 1-76-16,2 0-193 0,-8 0-164 0,1 2-105 16,-1 2-78-16,-6-1-69 0,6 4-58 15,1 0-42-15,-1 7-37 0,1 1-24 16,-1 3-16-16,7 4-11 0,0 3-6 0,0 4-5 16,6 0-2-16,1 4-2 0,0-1 0 15,12 4-2-15,-6-3 3 0,6 0-2 16,8 0 2-16,-2-5 0 0,8-2 1 0,0-1 3 15,-7-3-1-15,13-8 2 0,-7 0 1 0,1-4 6 16,0-3 3-16,-1-3 2 0,-6-4 6 16,6-4 12-16,-5 0 19 0,-2-7 21 15,2-1 16-15,-8 1 13 0,-6-3 7 0,7-6 4 16,-14 2-10-16,7-1-10 0,-6-3 4 16,-1 3 5-16,0 4 7 0,1 0 6 0,0 4 13 15,6 3 1-15,-7 1-15 0,0 7-19 16,7-1-23-16,0 1-71 0,0 7-6 0,0 0 0 15,7 3 0-15,-7 4 0 0,13 1 0 16,-7 7 0-16,8-4 0 0,-1 7 0 0,6-4 0 16,0 6 0-16,1-6 0 0,0-1 0 15,-1-1 0-15,7-1 0 0,0-3 0 16,-6-5 0-16,6 0 0 0,-7-6 0 0,1 0 0 16,-1-5 0-16,7-3 0 0,-12-3 0 15,5-5 0-15,-5 1 0 0,-8-1 0 0,0 1 0 16,1-7 0-16,-7 3 0 0,0-5 0 15,-7 2 0-15,1-4 0 16,-8 7 0-16,2-4 0 0,-1 8 0 16,-7 0 0-16,0 4 0 0,8 6 0 0,-8 0 0 15,7 5 0-15,-7 3 0 0,8 7 0 16,-2 0 0-16,1 5 0 0,7 2 0 0,0 1 0 16,-1 3 0-16,7-3 0 0,0 3 0 15,7-3-2-15,-1-1-6 0,7 1-3 0,-7-4-4 16,14-1-3-16,-7-2-4 0,0-4-8 15,6 0 3-15,-5-4 3 0,-2 0 6 0,2-4 9 16,-2 0 4-16,2-4 11 0,-8 1-1 16,1 1 2-16,-7-6 0 0,6 1 2 15,-6 0 6-15,0 0 6 0,0 4 6 0,0-4 2 16,0 4 1-16,0 3-6 0,0-3-15 16,6 7-9-16,-6-4 0 0,8 8 0 0,-2-1-1 15,0 5-4-15,8-1 3 0,-2 4 3 16,1 4 0-16,1-1-3 0,5 4 2 15,0 0 0-15,-6 5 2 0,7-1 1 0,0 4-1 16,-8-1-1-16,8 2-1 0,-13 0 0 16,5 4 0-16,-4-6 0 0,-8 5 0 0,0-5 0 15,0 0 0-15,-8-2 0 0,2-5 0 16,0-3 0-16,-1-4 0 0,1 0 0 16,-8-8 0-16,8-3 0 0,-6-3 0 0,4-8 0 15,-4-4 0-15,5-3 0 0,0-8 0 0,1-3 0 16,-1-5 0-16,7-2 0 0,0-4 0 0,7-4 0 15,-7 0 0-15,6 4 0 0,8-5 0 16,-8 2 0-16,0 2 0 0,2 5 0 16,-2-1 0-16,0 8 0 0,-6 3 0 0,0 1 0 15,-6 5 0-15,6 7 0 0,-6-1 0 0,-2 6 0 16,2 4 0-16,-7 0 0 0,6 12 0 16,1-5 0-16,-7 8-2 0,13 4-4 15,-6 0 0-15,6 3 1 0,0 0 0 0,6 0 2 16,0 5 3-16,1-5 4 0,13 1 8 15,-8-1-1-15,14-4-11 0,1 1 0 0,-1-8 0 16,6 0 0-16,-5 1 0 0,5-8 0 16,1 0 0-16,-1-8 0 0,1 1 0 0,-1-3 0 15,1-5 0-15,-1 0 0 0,-6-4 0 16,7 1 0-16,-13 4 0 0,-1-5 0 16,1 8 0-16,-8-3 0 0,2 3 0 0,-8 0 0 15,0 3 0-15,1 1 0 0,-7 2 0 16,7-1 0-16,-14 6 0 0,0-4 0 0,1 4 0 15,-14 4 0-15,1 2-183 0,-7 3-695 16,-6 2-321-16,-1 0-110 0,-6 3 10 0,-7 1 93 16,-6-4 185-16,-7 4 303 0</inkml:trace>
  <inkml:trace contextRef="#ctx0" brushRef="#br0" timeOffset="67880.23">24228 3052 232 0,'0'-8'311'0,"6"-3"32"0,-6 4-25 15,0-4-36-15,6 0-30 0,-6 3-25 16,0 1-11-16,0 0 9 0,0 2 19 0,6-1 3 16,-6 2-3-16,0 0-8 0,0 4-19 15,0 0-32-15,0 0-47 0,-6 0-44 0,6 4-43 0,0 0-24 0,0-1-11 16,-6 8-8-16,0 0 4 0,-2 4 6 0,2 3 14 16,0 5 4-16,-7-2 6 0,-1 4 14 15,2 5 18-15,-2 4 7 0,2-2-6 16,-2 1 0-16,1 0 1 0,1 1-13 15,-2 1-25-15,2-5-11 0,-2-1-1 0,8 2-7 16,-1-11-10-16,1 7-2 0,0-9 0 16,6 0 0-16,-8-3-6 0,8-5 3 0,0 2 4 0,-6-5-1 15,6-3-2-15,0-1-1 0,0-3 1 16,-6 0 0-16,6 0-5 0,0-3-6 16,0-1-41-16,0-3-92 0,0 0-107 15,-6-2-127-15,6-1-129 0,0-1-119 0,0 0-83 16,-8-4 21-16,8 5 74 0,-6-10 109 15,6 6 119-15</inkml:trace>
  <inkml:trace contextRef="#ctx0" brushRef="#br0" timeOffset="68290.38">23875 3132 199 0,'-6'0'299'16,"0"-4"34"-16,6 4 4 0,-7 0-80 0,7-3-56 16,0 3-36-16,0 0-31 0,0 0-29 15,0 0-29-15,0 3-23 0,7-3-1 0,-7 4 4 16,6-1 16-16,7 1 27 0,0 1 26 16,0 2 24-16,7-1 8 0,0 2 22 15,5-2 23-15,-5 7 4 0,6-3 3 0,0 1-3 16,0 0-12-16,-1 0-26 0,8-3-36 15,-7 2-21-15,0 2-23 0,7-2-21 0,-7-2-7 16,0-1 0-16,1 0 5 0,-1 0 2 16,-1-2-1-16,1-2 0 0,-6 2 0 0,6-5-13 15,-7 0-15-15,1 0-11 0,0 0-14 16,-1 0-2-16,-6 0-4 0,0 0-5 16,-7-5-1-16,8 5-4 0,-8 0 7 0,1 0-7 15,-7 0-4-15,0 0-2 0,0 0-2 16,0 0-18-16,0 0-51 0,-7 0-105 0,7 0-137 31,-6 0-173-31,0 5-205 0,-2-5-91 0,2 0-7 16,0 0 76-16,-7 3 123 0,6 0 168 15</inkml:trace>
  <inkml:trace contextRef="#ctx0" brushRef="#br0" timeOffset="69336.55">25830 6645 188 0,'0'-3'336'0,"0"-5"43"15,0 5 30-15,0-5-53 0,0 4-43 16,0-4-33-16,0 6-15 0,0-2-10 16,0 1-14-16,0 3-23 0,0-5-35 0,0 5-30 15,0 0-37-15,0 0-33 0,0 0-31 16,0 5-22-16,0-5-14 0,-8 7 12 0,8 0 39 15,0 5 28-15,0-2 35 0,-6 5 31 16,0 3 14-16,-1 3-7 0,1 2-30 16,-1-2-13-16,1 6-22 0,-1 2-14 0,-5 1 2 15,4-5 1-15,-4 7 5 0,5-2-8 16,-6-4 1-16,7 2-11 0,-7 2-12 0,6-4-13 16,0-4-11-16,1 0-10 0,6-4-12 15,-6 1-7-15,6-5-3 0,-7 1-5 31,7-4-2-31,0-4 0 0,0 0-2 0,0-2-2 0,0-3-1 0,0 3 2 0,0-5 1 32,0 0-1-32,0 0-1 0,0 0-3 0,0-5-21 0,0-2-53 0,0 4-95 0,0-5-135 31,0-3-146-31,0 1-156 0,0-2-136 0,-7 5-87 0,7-8 20 0,-6 5 96 0,0-1 130 31,-1 0 147-31</inkml:trace>
  <inkml:trace contextRef="#ctx0" brushRef="#br0" timeOffset="69824.52">25458 6788 280 0,'0'-3'400'0,"-7"-1"58"15,7 4 49-15,-6-3-54 0,6-2-48 16,0 5-31-16,-6 0-40 0,6 0-31 16,0 0-41-16,6 0-40 0,-6 0-22 0,6 0-16 15,1 5 11-15,6-5-5 0,0 3 0 16,0-3-10-16,7 4-27 0,5-1-21 0,2 4-23 16,5-3-11-16,-6 3-8 0,13-3-4 15,-6 3-4-15,6 1-3 0,-6-1 2 16,6 0 5-16,-7 1 5 0,1-5 1 0,6 6-1 15,-7-7-3-15,-6 2-3 0,7 0 0 0,-7-1-2 16,0 1 0-16,-6-4-1 0,-1 3 3 16,1-3-4-16,-7 0 1 0,6 0-2 15,-12 0 1-15,6 0 3 0,-6 0 0 0,5-3 0 16,-4 3-5-16,-2 0-3 0,-6 0-7 16,6 0-9-16,-6-4-8 0,6 4-9 0,-6 0-10 15,0 0-7-15,0-3-4 0,0 3-6 0,0-4-7 16,0 4-4-16,0-4 1 0,0 4-6 15,0-2-4-15,0 2-5 0,-6-5-11 0,6 1-23 16,0 1-41-16,-6 3-65 0,0-5-84 16,6 2-90-16,-8 0-120 0,-4-1-152 0,5 0-149 15,0 1-139-15,-6 0-94 0,7-2 2 16,-7 1 76-16,6 4 150 0,1-3 176 16</inkml:trace>
  <inkml:trace contextRef="#ctx0" brushRef="#br0" timeOffset="73882.17">24540 4385 247 0,'-14'-3'306'0,"8"-6"24"0,0 3 4 0,-1-5-72 16,1 3-55-16,-1 5-25 0,7-6 2 15,-6 3 9-15,6-1-8 0,0 3-6 0,0 0-14 16,0 0-20-16,0 4-19 0,0-2-28 16,0 2-29-16,0 0-25 0,6 2-18 15,-6 6-13-15,13-1-9 0,-6 3-3 0,5 10 1 16,2-3-5-16,5 9 36 0,-6 4 44 0,14 7 46 16,-8 3 50-16,7 7 48 0,0 11 41 15,7 5-5-15,-7 11-19 0,6-1-30 16,-6 8-39-16,7-1-31 0,-7 1-31 0,7 3-24 15,-7-3-16-15,0 0-10 0,-1-5-11 16,-5 0-13-16,6-5-10 0,-7-9-2 0,1-3-4 16,6-8-4-16,-6-3-1 0,-1-8-3 15,1-4-1-15,-7-3-1 0,0-8 1 0,6-6-1 16,-11-1 1-16,-2-6 1 0,0-5-8 16,-6-3-1-16,0-1-20 0,0-6-44 15,0-1-85-15,-6-7-140 0,-8 0-157 0,8-4-173 16,-7-6-174-16,0-2-55 0,-6-6 29 15,-1-8 108-15,7 1 148 0,-7-8 164 16</inkml:trace>
  <inkml:trace contextRef="#ctx0" brushRef="#br0" timeOffset="75992.09">24605 4359 182 0,'-6'-11'306'0,"-2"4"15"0,2 0 18 16,0-1-98-16,-1 1-83 0,7-1-44 16,0-2-11-16,0 2-5 0,0-3-11 15,0 0-13-15,7 0-4 0,-1-3-1 0,8 0-4 16,-2-2-1-16,8-2-1 0,6-4-7 15,0 0-5-15,7 0-8 0,6-3-12 16,6-4 1-16,1-1-2 0,-1 0 0 0,8 1 3 16,-1-3 4-16,-1-5 2 0,8 4-4 0,-6 0 2 0,5-4 3 0,1 4 0 0,0-3 2 31,-8 2 19-31,8-3 21 0,0 1 9 16,-1-1 14-16,7 0 7 0,-6 2 5 0,0-6-10 0,-1 4-12 0,1-3-5 0,0 3-17 15,0-2-13-15,-2 2-7 0,2 0-9 16,0-4-11-16,-7 6 3 0,7 1 11 0,-7-3 9 15,6 4 0-15,-6-3-2 0,1 7 1 0,5-5-13 16,-6 1-10-16,0 4-10 0,-6 0-9 31,6-1-2-31,-6 1 1 0,-1-4 0 0,1 4-4 16,-1 0-4-16,1-1 6 0,-1 1 5 0,2 0-4 0,-2 0-1 0,1-2 3 0,-7 6 0 16,6-4 6-16,1 4-3 0,-1-4 3 0,1 3 8 15,-1 3-6-15,1-2 3 0,-7 3-4 31,0 0 4-31,1 0 5 0,-1 0-9 0,-7 3 4 16,1 1 0-16,-1 0 0 0,1-1-7 0,-1 1-10 0,1 0 1 0,-1 0-1 0,1 0-2 16,-1-1-4-16,1 2 4 0,-1 1 6 0,8-2 1 15,-8 0 2-15,7-1 1 0,-6 1 5 16,6 0-7-16,0 0-2 0,0-1-2 0,0 1-6 16,0-1 4-16,1-3-3 0,-2 4 3 0,1 0-5 15,-6 0 5-15,6-5 4 0,0 5-8 16,-6-4 0-16,-1 4 1 0,1 0 0 0,-1-1-3 15,7 1 3-15,-13 0 3 0,7-1 0 16,-1 4 7-16,1-2 5 0,-1 2 4 0,-5-4 3 16,5 4-2-16,-6-3-2 0,7 4-5 15,-1-1-1-15,-5-4-1 0,5 4-8 0,1-2 8 16,-1 2 3-16,1-3-6 0,-1 4-5 0,2-5-3 16,-9 4-3-16,7-3-3 0,1 3-1 15,-7 1 2-15,6-5 0 0,-5 5-1 0,-1-2 13 16,0 2-3-16,0 3-3 0,1-3 4 15,-9-1-1-15,9 5 6 0,-1-6-8 0,0 1 1 16,0 1 3-16,-1-1-6 0,2 1-4 16,-1-5 0-16,0 1-3 0,0-1 1 0,7 1 1 15,-7-1 3-15,6 2 3 0,-5-2-4 16,-2 1 1-16,8 0 1 0,-7 0-8 0,-6 2 1 16,6-2 0-16,-6 4 4 0,-1 2 0 0,-6 2-1 15,6-5 1-15,-5 8 3 0,-8-5 3 16,7 2-1-16,0 3-1 0,-7-1-1 0,7 1-2 15,-6-4 1-15,0 4-3 0,-1 3 2 0,0-4 4 16,1 6 1-16,0-3-3 0,-1-2 1 16,-6 7 3-16,0-4-9 0,0 4-2 15,0-4 0-15,0 4 12 0,0 0-5 0,0 4-2 16,6-4 4-16,-6 4 0 0,0-4 1 0,0 7-10 16,0-2 2-16,0-3 0 0,7 3 3 15,-7 2 0-15,6-4-1 0,-6 5 0 0,7-6 4 16,0 7-2-16,-1-1-6 0,0 2 1 0,-6-3 0 15,8 5 6-15,-2-2-2 0,0 5-2 16,0 0 6-16,1-1 2 0,0 4 4 0,6 1-4 16,-7 3 8-16,14 0 15 0,-8 3 2 15,8 0 0-15,0 1 0 0,5 4 6 0,2-5-8 16,-1 5-5-16,0-5-2 0,0 1-1 16,1 4-2-16,-2-1-6 0,-5 0-1 0,6-4-5 0,-6 5 2 15,5-4-3-15,-5 4-2 0,6-5 2 16,-6 0 1-16,-1 1 0 0,1-4-3 0,-1 4-5 15,-6 0-1-15,6-5-1 0,-5 2 0 0,-2 2 2 32,2-3 4-32,-1 4 6 0,0-1 2 15,-7-3 1-15,7 0 1 0,-7 0 6 0,2-4 9 16,-2-3 9-16,0 0 8 0,7-1 6 0,-6-3 4 16,-7 0 0-16,6-3-7 0,1-1-7 15,-1 0-7-15,-6-3-7 0,0 3-5 0,7-3-1 16,-7 0-2-16,0-1-4 0,0 5-2 0,-7-5 2 15,7 1-1-15,-6 3-3 0,-1 0-3 16,1 1 1-16,-7 2 0 0,0 2-4 0,-1-1-1 0,2 3 0 16,-8 1-4-16,1 0 0 0,-1 4-1 15,0-5 0-15,1 4 1 0,-1 0 2 0,1 1-2 16,0-1 1-16,-8 4 0 0,7 0-2 0,-5 0 0 16,-1 0 1-16,6 0 4 0,-6 3-1 15,-7-2 3-15,1 2 0 0,6 0-1 0,-7 1-3 16,-6 4 0-16,7-5-3 0,-7 5 1 0,-7 3 6 15,1-4 0-15,-1 4-3 0,-13 0 1 16,8 0 0-16,-8 0-1 0,-6 0-3 0,6 0 2 16,-6 4 3-16,6-5-1 0,-6 5 2 15,7 0 0-15,-7-1 2 0,6 1-2 0,-6 3-2 16,6-3 0-16,-6 4-1 0,-1-2-4 16,1 3 1-16,0 1-2 0,0-3 3 0,0 4 1 15,0 0 4-15,0-4 0 0,0 0 1 16,-1 5 2-16,1-6-3 0,6 2-2 0,-6-1-3 15,0 4 5-15,0-3-1 0,0-1 0 16,7 4-1-16,-1-4 2 0,0 1 0 16,8 3 0-16,-2-4 1 0,1 0 4 0,7 0 5 15,-1 1 3-15,7-1 2 0,0-3 2 16,-7 3-2-16,14-3-2 0,-7-1-1 0,0 1 2 16,6-4-1-16,-6 4 1 0,0-4 0 15,0-1 5-15,0 6-3 0,-1-6-3 0,8 1 1 16,-7 0-2-16,0 3-2 0,-1-2-5 15,2 2-2-15,-1-2 2 0,0-2-4 0,-1 0-2 16,1 5-3-16,7-3 0 0,-7-1-1 16,7 0-3-16,-8 0 1 0,7 0-2 15,1 0 2-15,-7-4 0 0,6 0 2 0,-5 4-2 16,-8-4 0-16,7 1 0 0,-7 3 0 16,1 0-2-16,-2-4 0 0,2 4 1 0,0 1 1 15,-1-2-2-15,1 5 2 0,-1-8 1 16,1 4 2-16,-1 0 0 0,7 0-2 0,-7-4 5 0,7 4-3 0,-6-3-1 0,5 3-1 31,1-4-1-31,0-4 2 0,1 5-1 0,-2-4-1 0,1 3 0 0,0-4 1 0,-1 1 1 16,2 0-3-16,-1-1-1 0,-7 1 2 15,13-1 1-15,-6 1-1 0,0-3 4 0,1 2 4 16,5-7 4-16,0 3 5 0,0-1 3 0,8-6 5 16,-1 4 3-16,0-7 2 0,-1 4 3 15,7-4-2-15,2 0 3 0,-2 0 1 16,1 1 6-16,-7-2 3 0,6 1 3 0,0 0 1 15,-5 4-2-15,5-1 0 0,-7-3-6 16,1 4-1-16,7 0-3 0,-7-4 7 0,6 3 10 16,8-7 11-16,-2 4 7 0,1-4-22 15,7-2-49-15,-1-2 0 0,0 1 0 0,1-4 0 16,6 4 0-16,0-4 0 0,0 3 0 16,0-3 0-16,0 0 0 0,0 0 0 15,0 0 0-15,0-3 0 0,0 3 0 0,0 0 0 16,0-4 0-16,6 4 0 0,-6 0 0 15,0-4 0-15,0 4 0 0,0 0 0 0,7 0 0 16,-7-3 0-16,0 3 0 0,0 0 0 16,0-5 0-16,0 3 0 0,0-3 0 15,7 2 0-15,-7-5 0 0,0 1-134 0,0 3-178 16,0-3-108-16,0-4-141 0,0 4-143 16,6-4-145-16,1 0-141 0,-7-1-36 0,6-2 45 15,-6 3 118-15,0-3 168 0,0-1 196 16</inkml:trace>
  <inkml:trace contextRef="#ctx0" brushRef="#br0" timeOffset="77491.74">23595 5286 189 0,'0'-4'328'0,"-6"1"41"16,6-1 21-16,0 1-55 0,-6-2-51 0,6 2-25 15,-7-4-5-15,0 3-7 0,1 0-20 16,6 1-9-16,-7-1-13 0,1 0-23 0,-1 1-29 16,1 3-27-16,-1-4-14 0,-5 4-21 15,4 0-28-15,2 0-14 0,0 4-10 0,-7-1-6 16,6 1-6-16,-6 0-9 16,7 3-2-16,-8 0-9 0,2 0-2 0,5 1 4 15,-6 3 7-15,0-4 4 0,7 4 12 0,-8 1 12 16,8-1 2-16,0 3 6 0,-1-2 4 15,0 2 3-15,1 0 1 0,6 1 8 16,-6 3 1-16,6 0-5 0,0 1 6 0,0 3 3 16,6 3-4-16,-6-2-6 0,6 3 9 15,1 2 7-15,0 2 1 0,5-1-3 0,-5 0 0 16,6 5 5-16,0-5-4 0,0 0-7 16,0 0-10-16,1-3-2 0,-2 3 5 0,8-3-1 15,-7 0 4-15,7-4 8 0,-1 3 8 16,-6-7 5-16,6 1-4 0,1-1 4 0,-7-2-4 15,6-3-10-15,1-1-5 0,-1-5-8 16,7 0 1-16,-6-3-3 0,7 0-4 16,-8-4-3-16,0-4 2 0,8 0 1 0,-8-3-9 15,0 0-7-15,1-1-6 0,-1-3-2 16,1-4-5-16,0 4 0 0,-1-3 6 0,-5-1 2 16,4-3 4-16,-4-1 2 0,-1 1 8 15,-1-1-2-15,-4 1-6 0,4-3 3 0,-6 2 4 16,2-3 2-16,-2-3-1 0,0 3 3 15,-6-1 3-15,0-2-7 0,0 3-3 16,-6-4-6-16,0 1-5 0,-2-2-7 0,2 2-8 16,-6 0-1-16,-2 3-6 0,1-4-3 15,0 1-2-15,0 3 1 0,-7-1 2 16,8 2 2-16,-8-1 4 0,1 3 3 0,-1 1-1 16,0 0 1-16,1 3-10 0,-1 1-8 15,0-1 0-15,1 0 0 0,0 1 0 0,-8 2 0 16,8 5 0-16,-1-4 0 0,1 4 0 15,0 0 0-15,-1-4 0 0,1 7 0 0,-1-3 0 16,0 3 0-16,7 0 0 0,-6 4 0 16,6-3 0-16,-1 3 0 0,-5 3 0 0,6-3 0 15,-6 4 0-15,5 0 0 0,-5 3 0 16,6-3 0-16,-6 2 0 0,5 2 0 0,2 3 0 16,-2 0 0-16,2-4 0 0,-2 5 0 15,1-2 0-15,7 1 0 0,0 5 0 16,-2-6 0-16,-4 1 0 0,12 0 0 0,-6 1 0 15,-1-2 0-15,7 1 0 0,-7-4 0 16,7 1 0-16,0-5 0 0,0 5 0 0,-6-5 0 16,6 1 0-16,0-4 0 0,0 4 0 15,0-1 0-15,0-3 0 0,0 0 0 0,0 0 0 16,0 0 0-16,0 3-154 0,0-3-139 16,0 0-101-16,0 5-151 0,-7-5-166 0,7 3-177 15,0 1-144-15,-6-1-22 0,0 1 47 16,-8 0 133-16,1-1 186 0,0 2 225 0</inkml:trace>
  <inkml:trace contextRef="#ctx0" brushRef="#br0" timeOffset="94904.7">11671 6272 35 0,'-7'7'292'0,"7"-4"41"0,0 1 21 16,0 3-80-16,0-7-53 0,0 4-57 16,0 0-58-16,0-1-30 0,7 4-9 0,-1-2 1 15,0 2 12-15,1 0 10 0,6-3 12 16,0 3 22-16,7 0 14 0,6 1 16 16,0-1-9-16,0-3-2 0,7 0-4 0,5-1-16 15,8-3-12-15,6 0-20 0,7-3-1 16,-1-5-13-16,7 1-20 0,0-5-11 0,0 2-16 15,0-5-11-15,0 0-10 0,1-3-2 16,-1-1 1-16,1-2-2 0,-8-5-2 16,7 4 2-16,-6-7-1 0,0 0-2 0,-8-1-2 15,8 1-2-15,-7-4 8 0,-7 0-3 16,1 0 0-16,0-3-2 0,-7-1 0 0,-6 0-3 16,-1-7-10-16,-5 4 4 0,-2-7 1 15,-5 3 2-15,0-5-2 0,-2 6 6 16,-4-5 4-16,-8 1 18 0,7-2 12 0,-13 5 10 15,0-3 5-15,0 7 4 0,0-4-4 16,-13 4-17-16,7 0-10 0,-14-1-4 0,0 4-5 16,1-3-4-16,-13 4 0 0,-1-1-4 15,-5 4-5-15,-9-4-5 0,-5 8-1 16,1-3 0-16,-8 5 3 0,0 2 6 0,-6-1-3 16,0 4 0-16,6 4 0 0,-6 3-2 0,-1 0 2 15,1 5-6-15,-6 2 3 0,6 1-4 16,-6 7 1-16,5-4-4 0,1 8-4 0,0-1 12 15,0 9 0-15,6-4 3 0,-6 6 0 16,6-1 6-16,1 7 0 0,-1 2-12 16,7-1-6-16,-6 5 3 0,-1 0-6 0,0 3 0 15,7 0-1-15,0 4-3 0,0-3-3 16,6 2-5-16,1 2 3 0,-1-1 2 16,7-1 2-16,0 1 1 0,7 4 11 0,-1-4 6 15,7 3 4-15,0 1 1 0,6 0-2 0,1 0 4 16,-1 2-4-16,1 3-2 0,5 2 1 15,2 3-1-15,-2-3 4 0,8 4 0 0,0-8 1 16,-1 4 2-16,7-4-5 0,7 0 0 16,-7-4-1-16,12-2 2 0,-4-1 3 0,4 0 2 15,8-3 2-15,-7-2-2 0,7 2 1 16,-2-1-4-16,2 0-1 0,7 5-1 0,-1-6 4 16,-1 2 2-16,1-1 4 0,7 1 8 15,-1-5 9-15,1-3 8 0,7 1 4 16,-2-2 4-16,1-3 3 0,1-3 9 0,-1 0 0 15,0-4-2-15,-1-3-5 0,8-2 0 16,-7-2-5-16,0 0-11 0,1-1 5 0,5-3-14 16,-6-3 3-16,1-5 7 0,-8 2 6 0,1-2 6 15,5-3-12-15,-11 0 5 0,5 0-2 16,-6-1-13-16,-7-2-10 0,1 3-9 0,0 3-2 16,-7-2 5-16,0 2 9 0,-6 1 8 15,-7 3 6-15,6-3 0 0,-6 4-3 16,0-2-13-16,0 2-50 0,-6 3-105 0,6-3-137 15,-7 3-179-15,-6-4-223 0,6 4-115 16,-13 0-24-16,8 0 65 0,-8 0 114 16,1 0 167-16</inkml:trace>
  <inkml:trace contextRef="#ctx0" brushRef="#br0" timeOffset="95709.91">10322 7371 32 0,'-6'-8'255'0,"6"1"25"0,-6 0 21 15,6-1-65-15,-7 1-54 0,7 3-38 16,-7-2-19-16,7 6-7 0,0-5-9 16,0 2-13-16,0-2-15 0,0 5-14 0,-6 0-13 15,6 0-10-15,0 0-4 0,0 8 0 16,0-3 3-16,0 5 10 0,0 1 14 0,0 4 16 15,6-1 5-15,-6 9 16 0,0-6 13 16,0 10 15-16,7-7 11 0,-7 11 11 0,7-6 12 16,-7 8 11-16,6-4 2 0,0 8-11 15,-6-4-18-15,6 0-13 0,2 0-18 16,-2-4-24-16,-6 1-18 0,6-1-7 16,1-4-8-16,-1 1-15 0,1 0-9 0,0-3-7 15,-1-6-5-15,0 1-9 0,0 1-4 16,2-4 0-16,-8-1-2 0,6-3-3 0,-6-4-2 15,6 5-2-15,-6-9-4 0,0 4 1 16,0-3-1-16,0-1 4 0,0 2-2 0,0-5 0 16,0 3-2-16,0-3-2 0,-6 0-5 15,6 0-55-15,-6 0-82 0,-2 0-100 16,2-3-113-16,0 3-122 0,-7-5-112 0,6 5-80 16,1-3 14-16,-1-1 67 0,-5 0 95 15,4 1 113-15</inkml:trace>
  <inkml:trace contextRef="#ctx0" brushRef="#br0" timeOffset="96303.96">10218 7770 63 0,'0'-7'270'0,"-6"3"37"0,6 0 34 16,-7 1-61-16,7 0-49 0,-7-2-19 0,1 2-11 16,6 3-6-16,-6-5-5 0,6 2-4 15,-6 3-12-15,6 0-20 0,0-4-25 16,0 4-25-16,-8 0-26 0,16 0-27 0,-8 0-16 16,0 4-6-16,6-4-1 0,-6 8-2 15,6-5 4-15,0 5 17 0,1 3 14 16,0 0 8-16,6 0 10 0,-7 3 5 0,8 5 1 15,-2-1-2-15,1 3-1 0,-6 2 1 0,12 3-4 16,-12-1 0-16,6 4 2 0,-1-3-9 16,2-1-10-16,-1 2-9 0,0-2 1 15,-6-3 6-15,5 0-5 0,-6 0-2 0,8-8 5 16,-8 4 2-16,1-5-3 0,0 1-4 16,-7-7 7-16,6-1 1 0,-6 3 9 0,7-6 9 15,-7 1 11-15,0 0 13 0,6-1 5 16,-6-3 2-16,0 0-13 0,0 0-20 15,0-3-14-15,0-5-20 0,6 5-15 0,-6-8-9 16,0 0-7-16,7-1 0 0,0-6-4 16,-1 0-3-16,0-4 0 0,8 0 0 15,-1-7 2-15,0 0-2 0,0-2 0 0,-1-1 5 16,8 3-1-16,0-4 4 0,-1 6 7 16,-5-2 6-16,-2 8 3 0,2-2-2 0,-1 6 0 15,-7 2-5-15,7 4-4 0,-6 0-7 16,-7 4-2-16,6-1-2 0,-6 5-2 0,6-5-1 15,-6 8-7-15,0-4-4 0,-6 8-47 16,6-4-103-16,-6 3-173 0,-1 2-244 16,0 3-243-16,1-2-127 0,-7 2-25 0,0-1 66 15,0 1 154-15,-7-1 232 0</inkml:trace>
  <inkml:trace contextRef="#ctx0" brushRef="#br0" timeOffset="99462.01">5633 6902 153 0,'0'-8'330'0,"-6"5"41"0,6-4 36 16,-6 2-68-16,6 2-90 0,0-1-54 15,0 4-38-15,0 0-25 0,0 4-15 16,0-1-10-16,0 4 6 0,-8 5 10 0,8 6 10 16,0-3 11-16,-6 7-7 0,0 4-16 15,-1-1-21-15,0 5-23 0,-6-1-25 0,7 0-21 16,-7 4-13-16,0 1-5 0,0-5-3 16,6-4 23-16,-6 0 17 0,7-2 16 0,-1-5 18 15,1-4 19-15,6-3 15 0,-7 1-13 16,7-4-11-16,7-5-17 0,-7-3-6 15,13 0-21-15,-7-3-17 0,14-10-10 0,-7 6-10 16,7-4 2-16,-1 1-12 0,7-1-2 16,-6-4-2-16,-1 5-6 0,7-2 6 0,-6 1-3 15,-1 0-5-15,1 1 4 0,0 6-5 16,-2-4 2-16,-4 5-36 0,-1-5-97 16,7 5-123-16,-14 3-144 0,7-3-131 0,-6 3-131 15,-1-5-37-15,0 2 60 0,-6 3 107 16,7-5 132-16</inkml:trace>
  <inkml:trace contextRef="#ctx0" brushRef="#br0" timeOffset="99742.68">5783 7016 243 0,'0'-12'352'0,"-6"5"47"0,-2 3 44 0,8 0-98 16,-6-3-81-16,6 7-48 0,0-3-40 15,0 3-29-15,0 0-23 0,0 3-5 16,6 4 16-16,-6 1 25 0,8 6 33 0,-2 1 12 15,0 3 1-15,1 5-17 0,-1 2-24 16,8 5-27-16,-8-1-31 0,0 4-22 0,1 0-13 16,0 0-15-16,-1 0-15 0,0-5-13 15,-6 2-8-15,7 0-1 0,0-4-8 0,-1-9-1 16,1 5-3-16,-7-7-1 0,6 0 13 16,0 0-15-16,2-4-4 0,-8-4-6 0,6 0-2 15,-6 0-4-15,6-7-54 0,0 4-108 16,-6-8-162-16,7-3-180 0,0-4-154 0,-1 0-79 15,1-7-5-15,-1-4 93 0,-6-4 151 16</inkml:trace>
  <inkml:trace contextRef="#ctx0" brushRef="#br0" timeOffset="99914.51">6089 6946 371 0,'0'-11'457'0,"-6"-4"48"0,6 8 36 16,-7 0-102-16,0-1-143 0,7 4-98 0,-6 1-61 15,0 3-47-15,6-5-38 0,0 5-34 16,0 0-63-16,0 0-110 0,0 0-131 16,0 5-146-16,6-5-74 0,-6 0-33 0,6 0 26 15,1 0 89-15</inkml:trace>
  <inkml:trace contextRef="#ctx0" brushRef="#br0" timeOffset="100180.08">6414 6619 401 0,'8'0'477'0,"-8"0"41"0,0 0 41 16,0 9-74-16,-8-3-94 0,8 2-44 0,-6 6-11 15,0 5 0-15,-1-2-7 0,0 6-27 16,1 6-45-16,0 0-48 0,-1 4-41 0,1 3-30 16,-1 6-21-16,0-3-23 0,7 5-23 15,-6 0-17-15,0 4-8 0,6-4-11 16,0-4-8-16,0 1-7 0,0-5-4 0,0-3-4 15,0-3-8-15,6-5 0 0,-6-6-4 16,0-1-4-16,6-3-5 0,-6-4-16 16,7 0-74-16,0-8-155 0,-1-3-201 0,-6 0-214 15,13-11-164-15,-13 0-73 0,13-3 29 16,-6-8 128-16,-1-1 187 0</inkml:trace>
  <inkml:trace contextRef="#ctx0" brushRef="#br0" timeOffset="100336.3">6590 7034 205 0,'0'-4'480'0,"0"4"63"0,0-4 53 0,-6 4 18 16,0 4-172-16,-1-4-140 0,0 0-82 15,-5 4-60-15,12-4-54 0,-7 2-46 0,0 3-45 16,7-5-96-16,0 0-150 0,7 0-189 16,-7 0-131-16,7-5-69 0,-1 3-25 0,0-6 59 15,1 1 131-15</inkml:trace>
  <inkml:trace contextRef="#ctx0" brushRef="#br0" timeOffset="100742.43">6786 6736 35 0,'-7'-7'411'0,"1"0"63"0,0-4 62 0,-2 4 65 16,-4-5-105-16,5 5-110 0,1-3-64 15,-1-1-37-15,0 0-42 0,7 0-52 0,-6 0-51 16,6-1-32-16,6 4-35 0,1-1-26 15,0 1-18-15,6 0-13 0,-1 1-4 16,2 3-7-16,-1 4 0 0,6 0-3 0,1 0-3 16,-7 4 1-16,7 3 1 0,-1 4-2 15,-6 1 3-15,0-2 5 0,1 5 8 0,-8-1 5 16,6 5 2-16,-5-1 9 0,-7 4-2 16,0 0 3-16,-7 4 2 0,1 0-1 15,0-1 2-15,-8 1-7 0,8 1 3 0,-13-2 2 16,5-3 9-16,2-5 17 0,-2 2 20 15,8-4 20-15,0-5 20 0,-1 2 12 16,0-5 4-16,1 0-7 0,6-3-16 0,0-1-14 16,-7 1-19-16,14-4-20 0,-7 0-17 15,0 0-14-15,6-4-14 0,8 1-6 0,-2-1-3 16,2-3-4-16,5 3-1 0,1-3-3 16,0-1 1-16,-2 4-5 0,2-2-2 0,-1-2-1 15,1 1-10-15,6 0-40 0,-6 3-86 16,5-7-132-16,2 7-174 0,-7-3-193 0,-1 0-187 15,0-1-63-15,1 0 33 0,-7 6 106 16,7-6 159-16,-8 1 190 0</inkml:trace>
  <inkml:trace contextRef="#ctx0" brushRef="#br0" timeOffset="100961.13">7404 6704 448 0,'-6'0'578'0,"6"3"62"15,0-3 46-15,0-3-62 0,-6 3-200 0,6 0-156 16,0-4-94-16,6 4-56 0,-6-3-43 16,6-2-33-16,1-2-18 0,6 4-9 15,-7-4-9-15,8-1-7 0,-1 1-8 0,6 0-42 16,-6-1-93-16,1 1-146 0,-2 3-148 16,1 1-148-16,0 0-77 0,-6 3 2 15,-7 0 70-15,6 3 134 0</inkml:trace>
  <inkml:trace contextRef="#ctx0" brushRef="#br0" timeOffset="101148.59">7463 6850 391 0,'0'11'465'0,"-6"-3"51"16,-1-1 51-16,1 1-64 0,6-1-96 16,-7-4-50-16,7 1-35 0,0-4-29 0,0 4-42 15,0-8-61-15,0 4-69 0,7-4-52 16,-1 1-34-16,1-4-24 0,6-1-16 0,-7-3-25 15,13 0-92-15,-5-1-133 0,5 2-157 16,-6-5-189-16,0 1-97 0,7 3-34 0,-7-3 61 16,0-1 117-16,6 4 153 0</inkml:trace>
  <inkml:trace contextRef="#ctx0" brushRef="#br0" timeOffset="101351.93">7841 6631 77 0,'0'3'475'0,"0"1"83"0,0-4 65 16,0 0 50-16,0 0-125 0,-7 0-161 16,7 0-114-16,7-4-74 0,-7 1-58 0,0-5-49 15,7 1-44-15,5 0-19 0,-5 0-12 16,6-4-7-16,0-1-10 0,7 1-5 16,0 0 2-16,-2 1-39 0,2 2-75 0,-7-3-100 15,7 4-118-15,-8-1-113 0,-4 5-141 16,4-1-48-16,-12 4 35 0,0 4 77 0,0 3 110 15</inkml:trace>
  <inkml:trace contextRef="#ctx0" brushRef="#br0" timeOffset="101534">7880 6744 200 0,'-6'11'338'0,"-1"0"39"16,0-4 40-16,7-2-83 0,0-2-82 15,-6 1-56-15,6-4-38 0,6 0-35 0,-6 0-35 0,7-4-36 0,0-4-24 16,5 1-11-16,-5 0-6 0,13 0-4 15,-8-1-7-15,8-2-3 0,0-2-40 0,5 1-84 16,-5 0-105-16,0 0-129 0,6-3-67 16,-7 3-33-16,1-5 21 0,-1 6 72 0</inkml:trace>
  <inkml:trace contextRef="#ctx0" brushRef="#br0" timeOffset="102361.92">8323 6400 351 0,'-7'-3'432'0,"7"-2"35"16,0 5 35-16,-6-3-99 0,0 3-118 0,6 0-70 16,-8 0-39-16,2 3-23 0,6 2-20 15,-6-2-21-15,6 4-17 0,-6 3-16 16,6 2-11-16,0 3-11 0,0-5-8 0,0 9-10 16,0-1-8-16,6 1-2 0,0-1 9 15,0 1 14-15,2-1 4 0,4 1 8 16,-5-1 9-16,6-4 6 0,0-2 1 0,0-2-7 15,6-3 2-15,-5-4-1 0,5 2-7 16,-6-5-14-16,6-5-5 0,1 2-9 0,-7-4-7 16,7-3-11-16,0-2-2 0,-8-2-2 15,8-4-4-15,-7-1-10 0,-1 1 10 0,-4-5 19 16,4 5 14-16,-5-4 27 0,-7 4 26 16,7-1 32-16,-7 1 3 0,-7 3 5 0,7-2-7 15,-7 1-15-15,-5 6-18 0,4-5-16 16,-4 7-9-16,-1 1-13 0,0 0-10 0,0 3-9 15,-1 1-8-15,-5 3-7 0,6 3-11 16,-6-3-4-16,5 4-6 0,2 3-3 0,-2-4 0 16,2 6-3-16,-1-6 0 0,6 1-2 15,0-1 3-15,1 1 3 0,0 0-5 16,-1-1 4-16,7 1-2 0,-7-4 1 0,7 3-1 16,-6 1-3-16,6-4 2 0,0 4-3 15,-6-4 2-15,6 3-1 0,0-3 2 16,0 0-1-16,0 5 1 0,-7-5 0 0,7 0 1 15,0 3 1-15,0-3-1 0,0 3-1 16,0-3 0-16,0 4 0 0,0 0 0 0,0-4 0 16,0 3 1-16,0-3 1 0,0 3 1 15,0-3-2-15,0 5-1 0,0-5 0 0,0 3-1 16,0-3 0-16,0 0 0 0,0 0 2 16,0 4-3-16,0-4 1 0,0 0 2 15,0 0 1-15,0 0-1 0,0 0 0 0,0 0 2 16,0 0 1-16,-7 0-1 0,7 0-3 15,0 0 3-15,0 0-2 0,-6 0 3 0,6 0-3 16,0 0-2-16,0 0 1 0,0 0 0 16,-7 0-2-16,7 0 0 0,0 0 2 0,0 0-1 15,0 0 2-15,0 0-1 0,0 0-1 16,0 0 0-16,0 0-3 0,0 0 4 16,0 0-2-16,0 0 2 0,0 0 0 15,0 0-3-15,0 0 3 0,0 0-2 0,0 5 1 16,0-5 1-16,0 0 0 0,0 2 4 15,0-2-2-15,0 0-1 0,0 0-1 0,0 4 0 16,0-4-1-16,0 0 0 0,0 0-2 16,0 0 2-16,0 0 0 0,0 0 1 0,0 0 0 15,0 0 0-15,0 0 2 0,0 0-4 16,0 0-2-16,0 0-10 0,-6 0-33 16,6 0-60-16,0 0-89 0,0 4-137 0,0-4-169 15,-6 0-184-15,-2 3-149 0,2 4-39 16,-6 0 40-16,-2 1 112 0,1 4 157 0</inkml:trace>
  <inkml:trace contextRef="#ctx0" brushRef="#br0" timeOffset="103473.4">6545 10100 126 0,'-33'-15'176'0,"8"4"-22"0,-2-4-50 16,1 1-36-16,6 0-18 0,-6 2-14 15,7-3-8-15,-1 5-7 0,8-2-9 0,-8 5-5 16,7-4-5-16,-7 4-2 0,8 0 0 15,-2-5 0-15,1 5 1 0,0 0-1 16,7-4 0-16,-7-1 1 0,7 2 1 0,-2-1 0 16,2 0 0-16,0-1 4 0,-1 2 10 0,0 0 17 15,7-2 15-15,0 5 18 0,-6 0 22 16,6-1 18-16,0 5 13 0,-6-1 1 0,6-4 4 16,0 5-2-16,0-1-4 0,0 1-3 15,-7-1-4-15,7-3-1 0,0 3-3 0,0 0-2 16,0 1-4-16,0-4-8 0,0 2-5 15,0 2-8-15,0-1-4 0,0 4-7 16,0-4-8-16,0 1-8 0,7 3-9 16,-7 0-3-16,0-4 2 0,6 4 6 0,0 4 11 15,8-4 14-15,-8 0 12 0,8 3 6 0,5-3 10 16,0 4 2-16,8 0 0 0,-2-1-1 16,1 2 2-16,7-5 7 0,6 0-5 15,0 2-4-15,6-2-5 0,1-2-10 0,7 2-15 16,-2-5-13-16,2 2-12 0,5-1-15 15,7-3-12-15,0-1-5 0,0 1-5 0,8-1-3 16,-2-2-6-16,0 3 3 0,2-1 2 16,-2-3-3-16,-6 3 0 0,0 2 2 0,-6-5 3 15,-1 3-5-15,-5 1 0 0,-2 0-1 16,2 0 2-16,-15-1-3 0,9 0 1 16,-15 6 2-16,1-7 13 0,-7 6 21 0,0-4 22 15,-7 3 28-15,-5-3 23 0,-2 3 25 16,1 1 14-16,-6 3 1 0,-1-5-7 0,1 2-13 15,-7 3-17-15,6 0-21 0,-6 0-23 16,0 0-23-16,0 0-17 0,-6 0-16 0,-1 0-13 16,1 3-23-16,-8 5-39 0,8-1-51 15,-6 1-88-15,-2 2-148 0,1-1-178 0,0 1-203 16,0 1-129-16,0-5-39 0,6 6 45 16,-5-7 121-16,5-2 171 0</inkml:trace>
  <inkml:trace contextRef="#ctx0" brushRef="#br0" timeOffset="106613.39">15187 7557 252 0,'0'0'359'0,"7"0"43"0,-7 0-22 0,0 0-23 16,0-3-28-16,-7-1-28 0,7 1-2 15,-6-2 10-15,0-2-1 0,6 0-5 0,-8 0-13 16,-4-1-30-16,5 1-35 0,1 0-28 16,-7 3-20-16,6-3-26 0,-5 3-28 15,-2 1-22-15,8 3-17 0,-14 3-17 0,7 1-8 16,1 3-8-16,-8 1-1 0,0 6-6 15,7 1-6-15,-7 3-4 0,1 4-5 16,6 0 1-16,0 3-1 0,0 5-3 0,0-1 5 16,7 0 2-16,-2 5 4 0,8-1 0 15,0 0 2-15,8-1 3 0,-2 1-1 0,0-2 1 16,7-6 0-16,7 0 2 0,-7-6 2 16,13-1 1-16,-6-4-2 0,6-2 0 0,0-9-3 15,0 0-3-15,-1-3-6 0,2-3-2 16,5-5-5-16,-6-2-6 0,0-1 0 0,7 0-6 15,-13-4-5-15,6 4-3 0,-7-4 0 16,1 5-3-16,-8-1-2 0,2 3 0 0,-8 2-1 16,1-3-5-16,-1 6-17 0,-6-2-39 15,6 2-65-15,-6 0-104 0,0-1-144 16,0 4-153-16,0-4-153 0,0 1-129 0,0-1-69 16,0 0 32-16,0 0 111 0,8-3 137 15,-8 4 157-15</inkml:trace>
  <inkml:trace contextRef="#ctx0" brushRef="#br0" timeOffset="106878.85">15473 7700 147 0,'0'-7'388'0,"-6"-4"64"15,6 4 69-15,0-5 16 0,-6 5-40 16,6 0-27-16,0 0-10 0,-6 0-10 0,6 3-34 16,0 1-60-16,-7-1-81 0,7-1-71 0,0 5-64 15,0 0-42-15,0 5-25 0,0-1-9 0,0 3 4 16,7 3 4-16,-7 5 13 0,6 0 5 15,-6 7-1-15,6-4-1 0,0 8-11 16,2-1-1-16,-2 1 3 0,0 0-1 0,1-1-1 16,6 1-5-16,-6-1-5 0,-1-2-4 15,8-5-14-15,-8 0-14 0,0 1-8 0,0-9-10 16,1 1-5-16,0-3-5 0,-1-2-3 16,-6 3-4-16,0-6-10 0,0-3-20 15,0 0-55-15,0-3-82 0,-6-6-133 0,6-1-177 16,-7-1-206-16,0-7-203 0,1-1-81 15,0-2 11-15,6-1 95 0,-6-4 161 16,6 0 200-16</inkml:trace>
  <inkml:trace contextRef="#ctx0" brushRef="#br0" timeOffset="107581.88">15435 7180 251 0,'-19'-26'375'0,"-7"1"38"0,-1 3 49 0,1 3-63 16,0 1-101-16,-7 4-31 0,1-1-10 0,-1 4 3 16,1 0-8-16,-7 3-4 0,7 1-11 15,-8 0-22-15,7 3-17 0,-5 0-27 16,5 1-30-16,0 3-27 0,1 3-23 0,-1 5-15 16,1-1-6-16,-1 5-1 0,1 2-5 15,6 5-7-15,-7 2-4 0,7 5-8 0,-6 3-7 16,5 5-8-16,1-2-1 0,6 8-2 15,-5-4-2-15,5 5 8 0,-6 0 4 16,13 2 7-16,-7 1 6 0,8 4 7 0,-2 0 11 16,8-1-1-16,0 5-1 0,6-1-2 15,-7 0-4-15,14 4 0 0,-7 0-2 16,12 5 0-16,-6-3 2 0,8 2 4 0,-1 0-1 16,7-5-6-16,0 5-4 0,5-3-5 0,1-2-3 15,6-2 2-15,8-1 2 0,-1-4 11 16,0-3 7-16,7 0 14 0,5-4 13 0,-5-6 6 15,6-1 5-15,0-4 4 0,1-4 2 16,5-6-7-16,1-1-9 0,0-4-12 0,-1-6-14 16,0 0-17-16,7-8-13 0,1-4-11 15,-7-3-12-15,6-5-4 0,-6-6-2 0,-2-4-6 16,2-4-2-16,0-3-3 0,-7-7 0 16,1-1 0-16,-2-3 0 0,-11-4 3 15,5-4 3-15,-6 1 2 0,-13-1 11 0,0 0 17 16,-6-3 17-16,-7-4 12 0,-1 3 18 15,-12-3 13-15,0 0 4 0,-6-3-44 0,0 3-55 16,-14 0 0-16,1 0 0 0,-1-3 0 16,-12 6 0-16,5-3 0 0,-11 1 0 0,-1 2 0 15,-1 5 0-15,-5-4 0 0,0 7 0 16,-8 0 0-16,1 2 0 0,7 10 0 16,-8 0 0-16,7 5 0 0,-5 1 0 0,5 9 0 15,7-1 0-15,-6 6 0 0,5 1 0 16,7 4 0-16,1 3 0 0,6 1 0 0,0 6 0 15,7-3 0-15,-1 7 0 0,1 1 0 0,5 3 0 16,8 4 0-16,-8-1 0 0,8 5-162 16,6-1-258-16,0 3-148 0,0 2-187 0,0-1-196 15,6-1-132-15,-6 2-12 0,8-1 56 16,-8-4 132-16,0 0 211 0,0 1 250 16</inkml:trace>
  <inkml:trace contextRef="#ctx0" brushRef="#br0" timeOffset="109831.77">13794 13108 215 0,'0'0'296'0,"0"0"22"0,0 0 13 16,-7 0-104-16,7 0-59 0,0 0-24 16,-7 0-8-16,7 3-7 0,0-3-14 0,0 0-15 15,0 0-14-15,0 0-16 0,0 0-13 16,0 0-13-16,0 0-11 0,0 0-10 0,0 0-6 15,0 0-4-15,0 0-1 0,0 0-3 16,0 0 0-16,0 0-2 0,0 0 0 0,0 0-1 16,0 0-3-16,0 0-3 0,0 0-6 15,0 0-1-15,0 0-35 0,0 4-83 16,0-4-107-16,0 0-126 0,0 0-63 0,0 0-33 16,0 0 14-16,0 0 73 0</inkml:trace>
  <inkml:trace contextRef="#ctx0" brushRef="#br0" timeOffset="110596.8">16021 12064 13 0,'0'-8'275'16,"-6"5"45"-16,-1-5 39 0,7 2-10 15,-6-2-45-15,-1 0-13 0,0 1-4 0,1-1 21 16,0 5 17-16,-8-5-4 0,8 5-25 15,-1-1-22-15,-6 1-23 0,0 3-45 0,1 3-38 16,-2-3-28-16,1 7-15 0,0 1-12 16,-6 3-7-16,-1-1-2 0,7 5-3 0,-6 4-9 15,6 3-5-15,-1-1-5 0,2 5-6 16,5 0-4-16,0 0 0 0,1 3 1 16,6-3-1-16,6 3-1 0,1-3-3 0,0-1-5 15,5 0-6-15,2-2-3 0,5-1-2 16,1-4 0-16,0 0 5 0,-1-3 0 0,7-5-4 15,0-1-3-15,-7-1-8 0,7-6-10 16,0-2-10-16,1-2-7 0,-1-3-3 0,0 2-5 16,-7-9-1-16,1 5-6 0,0 0-9 15,-1-4-27-15,0 0-68 0,-6 0-110 0,1 0-166 16,-2 0-193-16,-5 0-199 0,0 0-144 16,-1-1-23-16,0 2 60 0,1-1 143 15,-7 0 183-15</inkml:trace>
  <inkml:trace contextRef="#ctx0" brushRef="#br0" timeOffset="111080.98">16321 12155 280 0,'-7'0'457'16,"1"-8"62"-16,-1 5 79 0,0-1-2 16,1 1-90-16,6-5-79 0,-6 1-46 0,6 0-38 15,0 0-60-15,0-4-67 0,0 3-67 16,6-3-34-16,0-1-28 0,1 2-21 0,6 3-18 15,0-3-16-15,1 2-9 0,-2 0-9 16,8 4-7-16,-1 1-2 0,1 3-3 16,0 0 0-16,-1 3-1 0,-6 4 1 0,6 1-1 15,-5 3 0-15,-2 4 2 0,-5 0 2 16,-1 3 1-16,1 4 2 0,-7 0 3 0,0 3 1 16,0 2-1-16,-7-2 1 0,-6 0 0 15,7 5 2-15,-7-2 11 0,6-2 13 0,-5 0 20 16,-2 0 17-16,8-4 22 0,-7-4 19 15,7-6 9-15,-2 2 7 0,8-8-2 0,-6 3 0 16,0-1-10-16,6-6-6 0,0 2-11 16,0 0-13-16,0-4-9 0,6 0-15 15,0 0-8-15,8-4-16 0,5-2-9 0,-5-2-5 16,5-4-12-16,7 1-4 0,-6 0-4 16,6-3-1-16,-7-1-2 0,7 0-1 0,0-3 1 15,-6 4-2-15,6-1-4 0,-7-4 0 16,1 4 3-16,-7 5-1 0,0-1-1 0,0 0-1 15,-7 4 3-15,1-1-5 0,0 5-10 16,-7-1-42-16,0 0-68 0,-7 1-87 16,0 0-123-16,1-2-160 0,0 2-173 0,-1-6-128 15,0 7-114-15,1-9-9 0,-1 4 73 0,1-5 135 16,-8 1 169-16</inkml:trace>
  <inkml:trace contextRef="#ctx0" brushRef="#br0" timeOffset="111658.96">16692 11840 305 0,'-6'-11'458'16,"6"0"81"-16,-7 4 95 0,7-1-21 15,-7 1-84-15,7 4-70 0,-6-1-58 0,6 0-65 16,0 1-88-16,0 3-75 0,0 0-52 16,0 3-30-16,6 1-19 0,1 3-8 0,0 5-1 15,-1-2 1-15,6 1 0 0,-4 4-1 16,4 3 0-16,1 1 5 0,1-2-1 0,-2 1-6 15,-5 1-8-15,6-1-1 0,0-3-4 16,0 4-4-16,-6-5-1 0,5 1 0 16,-5-5 2-16,0 3-2 0,-1-3 3 0,0-3 6 15,-6 1 0-15,8-1 11 0,-8-3 13 16,0-1 20-16,0-3 10 0,0 4 3 0,0-4 0 16,0-4-11-16,-8 4-12 0,2-3-26 15,0-6-18-15,-1 7-12 0,0-9-9 16,-5 3-8-16,5-3-11 0,-6 0-1 0,6 0-2 15,-5-4-2-15,-2 1-1 0,8-1 3 16,-7 0 1-16,6-3 0 0,1 4 0 16,-1-4-1-16,7-1 0 0,0 4 0 0,0-7 2 15,0 4 0-15,7 0-2 0,-1 0 1 16,1-1-1-16,0 1-3 0,5 3 0 0,-5-4 0 16,6 5 2-16,0 3-1 0,0 1 3 0,-6-2 1 15,5 5-1-15,2 3-1 0,-2 1-1 16,2 3 2-16,-1 0-1 0,0 3 0 0,-7 5 2 15,13-2 1-15,-11 6 4 0,4 2-4 16,1-3 0-16,1 8 1 0,-8-2 3 16,6 3 4-16,-4-2 3 0,4 1 5 0,-5-2 5 15,6 2 14-15,-6-1 6 0,-1 1 2 16,7-2-3-16,-6-1-1 0,-1-2-5 0,0-3-14 16,1 0-7-16,0 0-7 0,-7-4-1 15,6 1-2-15,-6-5-2 0,0 5-3 16,7-5-6-16,-7-3-11 0,0 0-36 0,0 4-79 15,-7-8-114-15,7 4-179 0,0-3-224 16,-6-1-245-16,6-3-145 0,0-4-18 0,6-1 63 16,-6 2 155-16,13-9 213 0</inkml:trace>
  <inkml:trace contextRef="#ctx0" brushRef="#br0" timeOffset="111971.39">17382 11484 25 0,'-7'-6'466'0,"7"-5"111"0,0 0 112 16,-6-1 98-16,6 5-61 0,-6 0-132 0,6 3-102 15,0-3-87-15,-6 3-97 0,6 4-85 16,0-3-53-16,6 6-31 0,-6 1-16 0,12 3-5 16,-5 4 4-16,6 3-2 0,-6 2-9 15,5 1-18-15,2 2-16 0,-1 3-16 16,0-4-13-16,0 4-13 0,0 4-9 0,0-8-9 15,0 4-3-15,-6-3-8 0,5-1-3 16,-5-3 0-16,6-1-3 0,-6-3 0 0,-1 0-5 16,-6-4 2-16,6 1-7 0,-6-5-26 15,0 1-65-15,0-4-106 0,0 0-159 16,-6-4-190-16,0 1-206 0,-8-5-160 0,1 4-34 16,1-3 53-16,-2 0 135 0,-5 0 177 15,-1 3 202-15</inkml:trace>
  <inkml:trace contextRef="#ctx0" brushRef="#br0" timeOffset="112190.09">17265 11697 106 0,'-7'0'492'0,"-6"4"100"0,13-4 82 15,-6 0 73-15,6-4-125 0,0 0-134 0,6 1-106 16,1-9-82-16,6 6-69 0,6-5-64 16,1-4-52-16,6 4-38 0,-7-7-20 0,7 2-18 15,1 2-9-15,5-4-8 0,-6 3-6 16,1-3-7-16,-1 3-1 0,-7 1-2 15,1 0-4-15,0 2-2 0,-8 4-2 0,1 2-2 16,-6 1-7-16,-1 2-23 0,1 3-71 16,-7 0-126-16,6 0-158 0,-6 3-161 0,-6-3-175 15,6 5-71-15,0-2 23 0,-7-3 100 16,7 3 141-16</inkml:trace>
  <inkml:trace contextRef="#ctx0" brushRef="#br0" timeOffset="112596.32">18092 11103 182 0,'0'-14'460'16,"-7"-1"51"-16,1 0 63 0,-7 1 60 0,6 0-140 15,1 2-99-15,-7 1-44 0,0 0-13 16,0 4-30-16,7-1-51 0,-8 1-40 0,2 4-39 15,-2-1-34-15,1 4-28 0,1 4-28 16,4 3-29-16,-4 1-22 0,-1 6-7 0,0 1-1 16,0 6-1-16,6 1 1 0,0 1 3 15,1 2 7-15,6 0 2 0,0 5 5 16,0 0 8-16,6-1 11 0,1 0 14 0,0 0 11 16,6 1 4-16,-7-5 5 0,8 1 0 15,-2 0-6-15,2-5-6 0,5-2-9 0,1-1-2 16,-2-3-6-16,2-4-6 0,0-3-4 15,-1-2 0-15,7-1-9 0,-6-1-9 16,0-8-11-16,5-1-8 0,-5 2-5 0,0-8-14 16,-1 3 0-16,1-3-2 0,0 1-2 15,-8-1-6-15,1 0-6 0,1 4-14 0,-8-5-54 16,0 5-85-16,1 0-129 0,-7-1-186 16,7 1-215-16,-7 0-232 0,0-4-79 15,0 4 16-15,0 0 95 0,0-6 170 0,0 3 212 16</inkml:trace>
  <inkml:trace contextRef="#ctx0" brushRef="#br0" timeOffset="113127.43">18346 11173 352 0,'-7'-7'492'0,"1"-1"66"0,-1 1 77 0,-5-4-16 16,12 0-120-16,-7 0-79 0,7 0-51 15,-7 0-54-15,7-3-53 0,0 3-71 0,7-4-52 16,0 4-42-16,-1-3-27 0,7 2-9 15,0-2-23-15,0 3-11 0,1-1-11 16,5 2-7-16,0 2-5 0,0 1-5 0,-5 0-2 16,6 3-3-16,-1 1 2 0,1 6-1 15,-1-3 1-15,-6 7-1 0,0 1 5 0,0 3 7 16,0-1 0-16,-7 5 6 0,2 4 13 16,-8-1 10-16,-8 4 2 0,8 0 2 15,-6 3 3-15,-7-2-3 0,0-2-2 0,6-2 7 16,-5-1 8-16,5 1 11 0,-6-4 13 15,7-5 20-15,-1-2 8 0,0-1-1 0,7-3-2 16,0-4-5-16,-6 0-9 0,12-4-15 16,-6 0-13-16,7-3-5 0,0 0-6 15,-1 0-7-15,0-5-5 0,8 5-3 0,-2 0-6 16,8-1-3-16,-7 0-5 0,7 1-4 16,-1 4 5-16,1-1 5 0,-8 0 4 0,8 4 1 15,0 4 3-15,-7 0 11 0,0 3 8 16,0 4 8-16,-7 0 15 0,0 4 17 0,-6 0 16 15,0 7 7-15,-6-4 1 0,0 7-5 16,-7-3-11-16,6 5-6 0,-12-2-12 0,5 0-5 16,2-2-6-16,-8-5-4 0,7-1-6 15,0-2-58-15,-6 1-4 0,5-5 0 0,2-1 0 16,5-2 0-16,-6-5 0 0,6 1 0 16,-5 0 0-16,5-4 0 0,0 3 0 0,-5-3 0 15,5 0-132-15,-6 4-162 0,0-4-147 16,0 3-204-16,0-3-241 0,-7 0-202 15,1 5-47-15,-7-5 42 0,-7 3 111 0,1-3 193 16,-8 4 253-16</inkml:trace>
  <inkml:trace contextRef="#ctx0" brushRef="#br0" timeOffset="113674.1">14960 12283 121 0,'-20'-11'326'16,"0"1"41"-16,7-5 41 0,1 4-40 16,-2 0-89-16,1 2-41 0,7 0-25 0,6 1-27 15,-7 0-30-15,7 6-16 0,0-3 18 16,7 5 32-16,-1 5 33 0,7 2 33 0,1 4 31 15,5 3 17-15,0 4-9 0,1 8-22 16,6 6-23-16,0 5-18 0,0 12-4 16,7 5 1-16,5 5-12 0,2 7-24 0,-7 4-18 15,5 3-20-15,1 0-19 0,1 1-23 0,-1 2-18 16,0-2-8-16,-7-5-3 0,1-3-2 16,-1-4-8-16,1-3-10 0,-7-8-11 15,0-3-7-15,0-8-11 0,-7 0-11 0,1-6-8 16,-6-9-8-16,5-3 1 0,-13-4-9 15,1-3-8-15,0-8-17 0,-7-3-57 16,-7-4-77-16,0-8-103 0,1-6-145 0,-7-8-184 16,7-5-203-16,-14-5-170 0,0-12-44 15,1 0 34-15,-1-7 115 0,0-4 176 0,-5 0 208 16</inkml:trace>
  <inkml:trace contextRef="#ctx0" brushRef="#br0" timeOffset="114580.15">15110 12565 35 0,'-20'-29'395'16,"-6"4"72"-16,7-5 60 0,-1 5 61 16,6-1-94-16,2 0-74 0,-1 5-28 0,6-2-32 15,0 2-24-15,1-6-31 0,6 6-47 16,0-1-50-16,6 0-39 0,8-4-25 0,5 1-22 16,1-5-20-16,6 1-10 0,13-5-8 15,0-3-8-15,7-3-8 0,5 1-7 0,15-9-5 16,5-4-10-16,14-2-7 0,-1-1-9 15,7-8-4-15,7 5 4 0,7-5 0 0,-1-3 0 16,0 5-5-16,7-6-2 0,0 1-7 16,6 0-13-16,-13-3 2 0,7-1-8 0,-7 5 0 15,7-2 2-15,-7 2 2 0,7 2 4 16,-7-3-6-16,0 7 1 0,0 2 1 0,-6-2 1 16,-7 3 0-16,0 5-1 0,-6-4 1 15,-7 4-1-15,0 4-1 0,0-2-1 0,-7 6-1 16,-5-1-2-16,-7 4 1 0,-1 3 2 15,-6 0 1-15,-6 4 2 0,-7-1-2 0,0 7 3 16,-6-3 2-16,-7 8-3 0,0 0 0 16,0 3-1-16,-7 1-4 0,1-1 10 0,0 9 5 15,-8 0 3-15,8-7 3 0,-7 11 1 16,-7-2 6-16,8 5-11 0,-2 0-5 16,-5 3-1-16,6 0-1 0,-6 6 8 0,-1 5 15 15,8 0 11-15,-2 8 15 0,1-2 10 16,0 10 12-16,7-2-1 0,-1 4-1 0,7 8 4 15,7 0-1-15,-1 3 0 0,7 4 5 16,7 4 5-16,-1-1 0 0,2 5-3 0,5-1-5 16,-7-3-5-16,1 3-1 0,-1-4-2 15,-6 5 2-15,1-5 0 0,-1 1 4 0,-7-4 3 16,1 0-5-16,-7 0-9 0,0 0-6 16,-1-4-6-16,-5 0-8 0,0 1-13 0,-7-5-35 15,0 1 0-15,0-4 0 0,-7 1 0 16,-6-2 0-16,0-3 0 0,0 0 0 15,-6-3 0-15,-7 0 0 0,0 0 0 0,0 0 0 16,-7-1 0-16,-6 0 0 0,-6 5 0 0,-1-4 0 16,-6 3 0-16,-7 0 0 0,-5 7 0 15,-8-2 0-15,-6 6 0 0,-7 4 0 16,-6 0 0-16,-7 7 0 0,-6 4 0 0,-13 0 0 16,-1 7 0-16,1 0 0 0,-13 8 0 0,0 0 0 15,0-1 0-15,0 9 0 0,-14 2 0 16,-6 4 0-16,1 8 0 0,-8-4 0 0,8 4 0 15,-1-2 0-15,7-1 0 0,-8 3 0 16,8 2 0-16,7-5 0 0,5-5 0 0,8-4 0 16,5-3 0-16,8-7 0 0,6-1 0 15,6-7 0-15,1-3 0 0,11-3 0 0,2-5 0 16,6-4 0-16,13-6 0 0,0-1 0 16,12-10 0-16,2-2 0 0,11-6 0 0,1 0 0 15,7-7 0-15,-1-4 0 0,8 0 0 0,-2-3 0 16,8-5 0-16,0 1 0 0,-1-1 0 15,0-3 0-15,1 0 0 0,6 0 0 16,0-3 0-16,-7 3 0 0,7-4 0 0,0 1 0 16,-6-1 0-16,6 0-202 0,0-4-335 15,-6 5-218-15,6-4-256 0,0 3-143 16,0-7-14-16,-8 4 64 0,8-8 132 0,0 5 220 16,-6-9 296-16</inkml:trace>
  <inkml:trace contextRef="#ctx0" brushRef="#br0" timeOffset="125367.29">22997 10620 112 0,'0'8'198'0,"6"-5"9"0,-6 0-3 0,6 6-44 15,0-6-26-15,-6 4-9 0,8-3-4 31,-2-1 1-31,0 5 12 0,-6-5 17 0,7 1 20 0,-1-1 17 0,-6-3 21 0,7 4 21 16,-7-4 18-16,7 0 27 0,-7 0 21 0,6 0 8 16,-6-4-8-16,0 4-13 0,6-3-24 15,-6-1-40-15,0 1-40 0,6-5-27 16,-6 5-21-16,0-4-22 0,8-5-17 0,-8 5-17 16,0-4-9-16,0 0-12 0,-8 1-7 31,8 2-2-31,-6-3-1 0,6 0-2 0,-12 4-7 0,5-1-5 0,0 1-5 0,-6-1-8 31,-7 1-7-31,8 3-6 0,-8 4-2 0,-6 0 1 0,7 0-1 0,-7 4 2 0,-1 3 0 31,1 1 1-31,7 2-1 0,-7 2-1 0,6 2 3 0,0 4-2 0,1 1-1 0,6 4 1 16,0-2 1-16,1 5 4 0,4-1 4 0,2 4 13 16,0-3 12-16,12 4 13 0,-6-2 6 31,6-2 6-31,8 4 1 0,-8-8-4 0,7 0 0 0,7 0-1 0,-8 0 1 0,8-7-3 15,0-1 2-15,-1-3-4 0,-5 1-7 16,12-5-8-16,-7-4-8 0,-6 0-8 0,6 2-9 16,1-5-7-16,0-5 0 0,-7 5-4 15,-1-3-5-15,-4 3-8 0,4-3-44 16,-6-2-73-16,8 3-126 0,-8-6-174 0,1 4-181 16,-1-3-180-16,1-1-146 0,0 1-26 31,-1-1 70-31,6 1 146 0,-4 0 169 0,-2 0 180 0</inkml:trace>
  <inkml:trace contextRef="#ctx0" brushRef="#br0" timeOffset="125835.53">23204 10909 230 0,'0'-3'431'0,"-6"-2"71"16,6 3 85-16,-6-2 8 0,6 0-51 16,-7 0-58-16,7-3-39 0,0 3-34 15,-6 2-58-15,6-7-83 0,0 6-70 0,0-5-47 16,6 5-40-16,1-5-38 0,-1 2-24 15,7 1-19-15,0 1-14 0,1 1-10 0,-2 0-5 16,8 3-2-16,-1 0 0 0,-5 3-1 16,5 0 1-16,-6 1 4 0,6 4 1 0,-5 3 3 15,-2 0 3-15,2 3 6 0,-8 1 3 16,1 3 2-16,-1 5 1 0,0-2 3 16,-6 5 0-16,-6-4 0 0,0 8-3 0,-7-5-5 15,-1 1-3-15,2-1-5 0,-8-3-1 16,-6 4-4-16,7-5 2 0,-7 2 1 0,6-4 11 15,-7-5 12-15,8 1 18 0,0-5 27 16,6-2 29-16,-1-1 26 0,8 0 23 0,-7-3 20 16,13-4 2-16,-7 4-5 0,1-4-20 15,6 3-18-15,0-3-29 0,0-3-28 0,6 3-23 16,1 0-21-16,6-4-9 0,-7 4-11 16,14-4-7-16,-7 4-4 0,7-3-1 15,0 3-1-15,-1-4-4 0,1 0 2 0,-2 4 1 16,2-3 2-16,0 0-2 0,-7 3-1 15,7-5 0-15,-8 5-1 0,2-4-2 16,-8 4-1-16,7 0-6 0,-7 0-6 0,-6 0-19 16,7-3-40-16,-7 3-59 0,0 0-81 0,0 0-94 15,0-3-133-15,0-1-158 0,0 0-160 16,0 1-148-16,0-5-58 0,0-2 25 16,7-2 103-16,-7-2 153 0,6-5 189 15</inkml:trace>
  <inkml:trace contextRef="#ctx0" brushRef="#br0" timeOffset="126397.87">23485 10865 213 0,'0'-18'388'0,"-7"-1"60"0,7 2 69 0,0-1-40 15,-6-1-35-15,6 4-17 0,0 5-13 16,0-6-19-16,0 9-39 0,0-4-45 16,0 8-64-16,0-5-68 0,0 5-54 0,0 3-35 15,0-4-26-15,6 8-23 0,-6-1-10 16,7 5-3-16,-1 4 1 0,1-3 1 0,-1 7 1 15,0 2 2-15,2 0-1 0,-2 0 2 16,0 4 1-16,1 0 0 0,-1-4-1 0,1 4 6 16,-1-3 7-16,-6-1 8 0,7 1 4 15,-1-5 5-15,-6-3 2 0,0 0 7 16,7 0 7-16,-7-4 14 0,0-3 23 0,0 0 22 16,0-1 14-16,0-3-1 0,0 0-11 15,0-3-20-15,0-5-30 0,-7 5-30 0,7-9-21 16,-6 2-15-16,-1-5-7 0,1 1-7 15,-1-5-3-15,1 4-4 0,6-3-1 0,-7 1 2 16,7-3 2-16,0 6 2 0,0-4-1 16,0 3 0-16,7 1-2 0,-1-1 0 0,1 4-4 15,6 0 0-15,0-1-1 0,0 1 2 16,0 2-1-16,6 0 0 0,1 1 0 16,-7 2 3-16,7-2-1 0,-8 8-3 0,8-3 1 15,-7 3-1-15,7 0 0 0,-7 3-1 16,0 1 1-16,0 3 1 0,7 1 1 0,-14 4 1 15,7-3-1-15,0 2 1 0,-7 1 4 16,1 2 3-16,-1 1 3 0,1 0 4 0,0-1 5 16,-7 4 5-16,6-3 1 0,-6 0 0 15,6 3-1-15,-6-3-4 0,0-1-3 16,0 1-7-16,0-4-5 0,0 0 0 0,0 0-3 16,0 0-5-16,0-4-9 0,0 0-21 15,0 1-51-15,0-4-81 0,0-1-108 0,0 1-165 16,7-8-202-16,0 4-195 0,-1-3-150 15,7-4-29-15,7-1 51 0,0-3 138 16,5 0 195-16,-5 0 205 0</inkml:trace>
  <inkml:trace contextRef="#ctx0" brushRef="#br0" timeOffset="126679.05">24331 10678 313 0,'7'-14'537'0,"-1"0"119"16,-6 2 111-16,7-2 7 0,-7 2-120 0,7 1-105 15,-7 1-79-15,6 2-91 0,-6 1-92 16,6 0-72-16,-6 3-57 0,0 1-40 0,7 3-24 16,0 3-13-16,-7 4-5 0,6 1 5 15,0 6 6-15,1 1 5 0,0 4-2 16,-7 3 4-16,6 3-2 0,-6 1-2 0,7 3-5 16,-7-3-15-16,6 3-11 0,-6 0-18 15,0 0-10-15,0-3-11 0,0 0-11 0,0 0-2 16,6-4-4-16,-6-4-3 0,0-4-2 15,0 1-7-15,0-8-4 0,0 1-47 0,0-1-75 16,0-7-107-16,0-4-140 0,-6-3-165 16,6 0-178-16,-6-8-127 0,-1 0-84 0,1 1 21 15,-1-8 101-15,-6 3 143 0,0 1 170 16</inkml:trace>
  <inkml:trace contextRef="#ctx0" brushRef="#br0" timeOffset="126882.12">24260 10796 138 0,'-6'-3'359'0,"-8"-1"75"16,8 0 75-16,0 0-19 0,-2 1-34 15,2 3-14-15,6-4-13 0,6 4-27 0,2-4-35 16,-2 4-42-16,6 0-54 0,8 0-60 16,-7 0-53-16,7 0-42 0,0 0-34 0,-1 0-25 15,7 0-16-15,-6-3-12 0,-1 3-10 16,7 0-6-16,-6-4-8 0,0 0-4 0,-8 4 0 16,8-3-2-16,-7-2-17 0,-1 5-47 15,-4 0-100-15,4-2-138 0,-5 2-163 0,-7-5-176 16,6 5-135-16,-6 0-34 0,7-3 62 15,-7 3 112-15,6-4 152 0</inkml:trace>
  <inkml:trace contextRef="#ctx0" brushRef="#br0" timeOffset="127225.8">25179 10518 427 0,'6'-11'565'0,"-6"-3"103"0,0-3 107 0,0 7-45 16,-6-5-125-16,-2 1-104 0,2 3-85 0,0 0-76 16,-1 0-80-16,-6 0-59 0,0 4-44 15,-1 3-34-15,2 0-29 0,-8 4-23 16,7 4-20-16,-7 0-12 0,2 3-6 16,-2 4 2-16,7 4 6 0,-7-1 7 0,8 9 2 15,-2-5 12-15,1 4 17 0,7 3 15 0,6 1 12 16,0-1 13-16,0 4 12 0,6-2-1 15,1 2-13-15,-1-8-12 0,8 5-19 16,-2-4-21-16,1 1-17 0,0-5-13 0,6-4-8 16,1 1-13-16,0 0-2 0,-1-4-5 15,1-5-2-15,0 3-6 0,-1-3-8 0,1-2-27 16,-8-4-64-16,8 4-95 0,-7-8-156 16,0 4-199-16,0-7-222 0,1 4-224 0,-2-6-71 15,2 3 24-15,-8-5 118 0,7 3 183 16,0-2 216-16</inkml:trace>
  <inkml:trace contextRef="#ctx0" brushRef="#br0" timeOffset="127725.69">25374 10687 110 0,'0'-9'538'16,"0"-1"133"-16,-7-1 104 0,7-3 78 0,0 2-113 16,0-2-163-16,7 3-132 0,-7-4-107 15,6 4-90-15,0 0-69 0,1-1-48 0,6 2-37 16,0 2-29-16,0-3-26 0,0 4-15 15,7-1-10-15,-1 5-6 0,-6 0-6 16,7-1-1-16,-1 4 2 0,1 0-2 0,-7 4-1 16,0-1 1-16,0 0 1 0,-1 2 0 15,-4 2 0-15,-2 0-2 0,0 4 3 16,-6-4 3-16,0 5 1 0,0-2-1 0,-6 1 1 16,0 0 2-16,-8 1-2 0,8-1 0 15,-7 0-2-15,0-1 1 0,0-2 1 0,-1 3 0 16,2-4-3-16,5-3 0 0,1 3 2 15,-1-4 4-15,7 1 3 0,0-4 4 0,0 0 9 16,0 0 4-16,7 0 1 0,-1-4-4 16,7 4-3-16,1-3-3 0,-2 3-5 0,1 0-3 15,7 0 2-15,-8 3 1 0,8 1 11 16,0 1 16-16,-7 1 23 0,0 2 19 0,0 3 19 16,0 3 15-16,-6 1 0 0,-1-5 4 15,-6 9-7-15,0-4-5 0,-6 0-7 16,-1-1-5-16,-6-3-4 0,0 4-10 0,-6-4-13 15,-1 3-13-15,1-3-16 0,-1 0-12 16,0-3-8-16,1-2-5 0,-7 2-9 0,6-3-1 16,7-1-3-16,-7-1-6 0,1-3-10 15,6 0-13-15,0 0-48 0,0 0-75 16,0 0-95-16,0 0-133 0,0 0-187 0,7 0-225 16,-8-3-215-16,1 3-65 0,1 0 23 15,-8 0 99-15,0 0 173 0,-5 0 227 0</inkml:trace>
  <inkml:trace contextRef="#ctx0" brushRef="#br0" timeOffset="128274.93">22462 11426 219 0,'-19'0'432'0,"-1"-7"56"0,0 3 49 16,8 1-34-16,-1-2-49 0,6 2-40 0,0-1-30 15,1 1-14-15,0-1-18 0,6 0-30 16,0 1-55-16,6 3-46 0,7-4-23 0,0 0-6 15,13 4 2-15,7-3 6 0,-1 3 10 16,14 0 4-16,6 0-4 0,13 0 5 0,0 0-2 16,6 0-5-16,14 3-13 0,6-3-12 15,14 0-18-15,-1 4-24 0,7 0-13 0,6-1-19 16,-6-3-18-16,6 4-17 0,1 0-8 16,5-4-44-16,1 3-22 0,-8-3 0 0,8 0 0 15,-6 0 0-15,-1-3 0 0,-6 3 0 16,-1-4 0-16,1 0 0 0,-13 1 0 15,-7-5 0 1,-12 1 0-16,-8 0 0 0,-6 0 0 16,-6-1 0-16,-7 1 0 0,-7-1 0 0,-12 0 0 15,-1 2 0-15,-5-2 0 0,-8 1 0 16,0 3 0-16,-5-3 0 0,-8 3 0 0,1 1 0 16,-1-1 0-16,-6 0 0 0,-6 1 0 15,-1-1 0-15,-6 4 0 0,-6 0 0 0,-1 0 0 16,-6 4-404-16,0-4-332 0,-7 7-265 15,8-3-178-15,-8 3-39 0,7 0 56 0,-6 1 131 16,5 3 229-16,1-5 289 0</inkml:trace>
  <inkml:trace contextRef="#ctx0" brushRef="#br0" timeOffset="129285.6">24755 11397 76 0,'-6'3'132'0,"-2"-3"-24"0,8 0-35 16,-6 0-45-16,6 4-39 0,-6-4-27 0,6 0-15 0,0 0-6 15,0 3 0-15,0-3 16 0,0 0 22 0,0 0 27 16,0 0 29-16,0 0 20 0,0 0 10 15,0 0 1-15,0-3-4 0,0 3-12 16,0-4-18-16,0 1-6 0,0-1 5 0,0 0 10 16,0 1 6-16,-7-1 7 0,7-3 9 15,0 3 11-15,-6 1-1 0,6-5 2 0,-7 5 5 16,7-1 11-16,0 0 9 0,-6 1 1 16,6-1 14-16,-7 4 10 0,7-3 11 0,0 3 4 15,-6-5 7-15,6 5 7 0,0-3 7 16,0 3 6-16,0 0 9 0,0 0 8 15,0 0 10-15,0 0 8 0,0 0-3 0,0 0-7 16,0 0-15-16,0 0-22 0,0 0-18 16,0 0-17-16,0 0-5 0,6 3 2 0,1 2 6 15,-1-5 5-15,7 3-1 0,0 1-5 16,1-1-12-16,11 1-10 0,1 0-13 16,0-4-10-16,13 3-7 0,1 1-9 0,-1-4-4 15,6 4-8-15,7-4-6 0,-6 3-3 16,6-3-4-16,0 4-1 0,1-4-9 0,-2 0-4 15,-5 3-4-15,-1-3 0 0,1 0-2 16,-7 0 0-16,0 0 3 0,-7 0 6 0,1 0 4 16,-7 0 2-16,0 0 9 0,-6 0 4 0,-7 0 12 15,0 0 4-15,0 0 6 0,-7 0 7 16,1 0-1-16,-7 0-4 0,7-3-8 0,-7 3-8 16,0 0-14-16,0 0-16 0,0-4-16 15,-7 1-13-15,0 3-22 0,1-4-45 16,0 0-66-16,-8 4-100 0,2 0-131 0,5-3-153 15,-13 3-153-15,8 0-147 0,-2 3-66 16,-5-3 33-16,6 4 100 0,-6 0 139 0,5-1 159 16</inkml:trace>
  <inkml:trace contextRef="#ctx0" brushRef="#br0" timeOffset="130447.21">24214 11953 136 0,'-6'0'231'16,"6"5"9"-16,0-5-24 0,0 0-28 15,-7 3-19-15,7-3-7 0,-6 0 0 16,6 4 0-16,-7-4 3 0,0 0 0 0,7 0 6 16,-6 3 1-16,6-3 4 0,-6 0 11 0,6 0 17 15,0 0 30-15,0 0 18 0,-7 0 22 16,7 0 11-16,0 0-1 0,0 0-11 15,0 0-35-15,-7 0-32 0,7 0-35 0,0-3-24 16,-6 3-20-16,6-4-15 0,0 1-7 16,-6 3 0-16,6-5 0 0,0 2-1 15,-7-1 0-15,7 1-2 0,0-1-3 0,-7 0-5 16,7 1-6-16,0-1-9 0,0 0-11 16,0 1-7-16,0-2-7 0,0-2-9 0,0 4-8 15,7-5-7-15,0 1-8 0,-1 0-8 16,7-1-4-16,-6 1-1 0,5 0-4 15,8 0-1-15,-7-1 1 0,1 1 0 0,4 0-1 16,-4-1-4-16,5 5 2 0,-5-1-2 16,4 0-1-16,2 1-1 0,-7 0 0 0,1 3-1 15,5 3 2-15,-6 0 1 0,0 1 1 16,0 0 1-16,0 3 1 0,0 4 1 0,-6 0 2 16,5 0 2-16,-4 3 5 0,-2 1 6 15,0 0 3-15,-6 0 5 0,0 3 0 16,0 1 1-16,-6 2-2 0,6 1 1 0,-14 0-2 15,8 0-2-15,-7-1-4 0,0 2-2 16,-6 0-1-16,-1-2-9 0,0 1 1 0,1 0 4 16,-1-3 4-16,0-1-1 0,2-4 2 15,-9 1 10-15,7-4 4 0,2 4 2 0,-2-8 8 16,0 0 13-16,7 1 12 0,-7-2 5 16,8-1 7-16,5-1 13 0,-6-1 8 0,6-3 0 15,1 3-1-15,0-3 0 0,6 0-41 16,-8 0-57-16,8 4 0 0,0-4 0 15,8 0 0-15,-8 0 0 0,12 0 0 0,-5 0 0 16,13 4 0-16,-1-4 0 0,7 0 0 16,0-4 0-16,0 4 0 0,7 0 0 15,-1-4 0-15,7 4 0 0,1-3 0 0,-1 0 0 16,-1-1 0-16,8-1 0 0,-7 2 0 16,0 0 0-16,1 3 0 0,-1-4 0 0,-7 0 0 15,1 4 0-15,-7-3 0 0,0-1 0 16,-7 4 0-16,1-4 0 0,-7 4 0 0,0 0 0 15,-7-3 0-15,1 3 0 0,-1 0 0 16,-6-4 0-16,0 4 0 0,0-3 0 0,0 3 0 16,-6-4 0-16,-1 0 0 0,-5 0 0 15,-2 1 0-15,2-1 0 0,-2-3-545 0,1 4-369 16,-6-2-273-16,0 2-89 0,-1-6 23 16,0 3 104-16,1-1 216 0,-1 0 290 0</inkml:trace>
  <inkml:trace contextRef="#ctx0" brushRef="#br0" timeOffset="134474">26969 10657 305 0,'0'0'584'0,"-7"-4"116"0,7 4 75 16,-6-3-45-16,6 3-86 0,0 3-135 15,-7 1-127-15,7-1-75 0,-6 5-38 0,6 6-19 16,-6 1-10-16,6 3-17 0,-7 4-9 16,7 4-11-16,0 4-7 0,0-1-8 0,0 3-17 15,0 5-12-15,0 0-14 0,0-1-19 16,7 1-20-16,-7-1-21 0,0-2-15 15,0-2-19-15,0-3-16 0,0-3-9 0,0 0-8 16,0 0-8-16,0-8-3 0,6 1-8 16,-6-4-7-16,0-1-20 0,-6-7-45 0,6 0-69 15,0-7-91-15,-7 0-125 0,0 0-175 16,1-7-202-16,-7-4-184 0,6 1-104 16,-12-5 1-16,6 4 79 0,0-4 156 0,-7 0 202 15</inkml:trace>
  <inkml:trace contextRef="#ctx0" brushRef="#br0" timeOffset="134677.1">26728 11111 125 0,'-6'-4'607'0,"-1"4"145"0,7 0 109 0,0 0 84 16,7-4-92-16,-1 4-166 0,1-3-169 15,6 3-118-15,6 0-86 0,1-4-71 16,6 4-65-16,7-3-55 0,5-1-41 0,1 0-23 16,0-3-20-16,7 0-13 0,-1 0-9 15,1-1-7-15,0 0-6 0,-14-3-8 0,8 0-5 16,-14 1-16-16,-7-1-39 0,-5 0-61 15,-2 4-88-15,-12-5-149 0,-6 1-197 0,-14 0-221 16,1 1-152-16,-13-1-41 0,-15 0 37 16,2-1 121-16,-13 2 187 0,-1-5 227 0</inkml:trace>
  <inkml:trace contextRef="#ctx0" brushRef="#br0" timeOffset="135475.54">16998 7605 153 0,'-6'-3'450'0,"-2"-2"88"16,2 2 66-16,0 0-26 0,6-2-60 15,0 5-135-15,0 0-82 0,0 0-42 16,0 5-30-16,0 1-20 0,6 2 11 15,0 3 5-15,2 4-10 0,-2-1-21 0,7 4-13 16,-6-3-15-16,-1 4-21 0,7-1-7 16,0-4-2-1,-6 1-5-15,5 4-1 0,2-8-1 0,-1 0 11 16,0-4 5-16,0 0 4 0,7-3 5 16,5-8 2-16,1-3 1 0,0-4-8 0,13-7-7 15,7-4-9-15,7-4-7 0,-2-7-10 16,14 0-14-16,0-3-12 0,7-5-13 15,0-3-13-15,6 0-15 0,0 1-39 16,7-1-10-16,-8-4 0 0,-4 7 0 0,-8 0 0 16,0 5 0-16,-13 4 0 0,-7 7 0 0,-12 2 0 0,-1 1 0 0,-12 7 0 0,0 4 0 15,-7 4 0-15,-1-1 0 0,-4 5-69 16,-8 3-215-16,-8 7-173 0,2 1-261 0,0 2-305 16,-7 5-152-16,-7 7-17 0,0 0 68 15,1 3 146-15,-1 1 252 0,1 4 312 0</inkml:trace>
  <inkml:trace contextRef="#ctx0" brushRef="#br0" timeOffset="137052.71">28513 10547 110 0,'6'3'256'0,"-6"-3"45"15,6 0-22-15,-6 0-35 0,7-3-1 16,0 3-5-16,-7-4-10 0,6 0 7 0,-6-3 32 15,7 3 38-15,-7 1 30 0,6-4 12 16,-6-1 1-16,7 1-1 0,-7 0-20 16,0-1-42-16,-7-4-42 0,7 6-27 0,-6-5-23 15,-1 3-31-15,-6 1-27 0,0 0-11 16,-7 3-6-16,1 0-4 0,-1 1-3 0,-6 3-5 16,7 3 2-16,-7 1-11 0,0 3-10 15,0 4-9-15,-1 4-8 0,1 3-4 0,7 5-6 16,-1-2 2-16,8 5 3 0,-2 3 3 15,2 0 3-15,5 2-1 0,7-3-3 16,7 2-5-16,-1-1-8 0,8-3-5 0,4-1-7 16,2 1-8-16,7-5-6 0,-2 2-2 15,8-5-2-15,0-3 1 0,-1 0 0 0,7-8 3 16,-6 5-2-16,-1-9 1 0,1 0-5 16,-7 1-6-16,0-4-4 0,0 0-6 0,-7 0-2 0,-5-4-6 15,-2 1-6-15,2 0-24 0,-8-1-57 16,-6-1-84-16,7-3-108 0,-1 2-160 0,-6-2-202 15,0 1-210-15,0 1-163 0,6-6-34 16,-6 1 46-16,0 3 131 0,7-3 188 0,0 4 224 16</inkml:trace>
  <inkml:trace contextRef="#ctx0" brushRef="#br0" timeOffset="137309.91">28981 10690 111 0,'0'-3'613'16,"7"-6"146"-16,-7 6 106 0,0-4 84 0,0 3-96 15,0 0-187-15,0 4-188 0,0 0-110 16,0 4-72-16,-7 3-45 0,7 4-30 16,0 8-5-16,0-5-8 0,-6 8-10 0,6 0-15 15,0 0-19-15,0 4-21 0,6-1-20 16,-6 5-13-16,0-5-11 0,0 2-15 0,7-6-14 16,-7 5-11-16,6-5-16 0,-6-2-16 15,7-4-11-15,-7 3-6 0,7-7-4 16,-7-3-7-16,0-2-5 0,0 3-14 0,0-6-46 15,0-3-85-15,-7 3-115 0,0-6-137 16,1 3-205-16,-7-3-243 0,0-6-221 0,-6 6-57 16,-1 0 40-16,1-2 101 0,-7 5 190 15,-1 0 246-15</inkml:trace>
  <inkml:trace contextRef="#ctx0" brushRef="#br0" timeOffset="137640.1">28180 11232 438 0,'-19'4'765'0,"0"-4"99"16,-1 0 80-16,7 0 79 0,-7 0-220 0,14 0-245 16,0 0-132-16,-2 0-63 0,8 0-43 15,8 0-43-15,-2 0-34 0,14 0-30 0,5-4-23 16,8 4-19-16,13 0-20 0,6-4-22 15,-1 1-20-15,22 3-17 0,-8-4-16 16,12 4-40-16,-4-3-36 0,4-1 0 0,-5 0 0 16,6 0 0-16,-6 4 0 0,-7-3 0 0,1-1 0 15,-9 0 0-15,-4 1 0 0,-7 0 0 16,-14-2 0-16,-5 2 0 0,-9 3 0 16,-4-5 0-16,-1 5 0 0,-13 0 0 0,-7 0 0 15,1 0-193-15,-8 5-104 0,-4-2-98 0,-2 5-138 16,-7-1-159-16,1 4-163 0,7 0-146 15,-1 0-34-15,-6 0 35 0,6 3 116 16,8 1 180-16,-8 3 217 0</inkml:trace>
  <inkml:trace contextRef="#ctx0" brushRef="#br0" timeOffset="138195.47">28754 11601 364 0,'-14'5'545'0,"2"-2"108"0,-2-3 108 15,2 0-18-15,5 0-100 0,-6 0-102 16,6-8-83-16,-5 5-72 0,4-1-70 0,2 1-51 16,0-1-45-16,6-3-22 0,-6 3-19 15,6-3-25-15,0 0-21 0,0 3-21 0,6-3-18 16,0-1-14-16,0 1-13 0,2-4-5 16,11 4-10-16,-6-1-6 0,6 1-3 0,1 0 1 15,0 0 5-15,-1 2 4 0,1-1 7 16,0 6 4-16,-1-5 3 0,0 5 6 15,0 0 0-15,1 5 2 0,0-2-1 0,-1 5-2 16,1 2-2-16,-7 5 0 0,6-4-1 16,1 7-5-16,-7-3-5 0,-7 3-19 0,2 0-40 15,-2 5 0-15,-6-5 0 0,-6 4 0 16,-8-1 0-16,1 5 0 0,-7-4 0 0,1 3 0 16,-7 2 0-16,0-5 0 0,-6 0 0 15,-1-4 0-15,7 4 0 0,-7-8 0 0,7 5 0 16,6-8 0-16,1-1 0 0,0 2 0 15,6-5 0-15,6-3 0 0,0 3 0 0,1-3 0 16,0-1 0-16,6-3 0 0,6 0 0 16,7 0 0-16,0 0 0 0,6 0 0 0,7 0 0 15,7-3 0-15,-1 3 0 0,8-4 0 16,-1 1 0-16,0-1 0 0,7 0 0 16,-7 1 0-16,6-1 0 0,1 0 0 0,-7 1 0 15,0-2 0-15,0 5 0 0,-6-2 0 16,-1 2 0-16,-5 0 0 0,-2-5 0 15,-5 5 0-15,-7 0 0 0,0 0 0 0,-1 0 0 0,-4 0 0 0,-8-3 0 32,0 3 0-32,-8 0 0 0,2 0 0 15,-6 0 0-15,-2 0 0 0,-5 0-660 0,-1-3-412 16,-6 3-211-16,0-5-45 0,-7 2 65 16,-6-1 142-16,7-3 265 0,-7 4 366 0</inkml:trace>
  <inkml:trace contextRef="#ctx0" brushRef="#br0" timeOffset="141731.26">28728 8308 259 0,'0'-7'458'0,"0"-4"85"0,0 3 83 16,-7 1-33-16,0 0-38 0,7 3-79 15,-6 4-72-15,0 0-55 0,-1 0-55 0,7 8-56 16,-6 2-47-16,-1 5-22 0,7 4-6 16,-7 7-12-16,7 3 7 0,0 7-3 0,0 8 6 15,0 4 1-15,0 7-3 0,7 7-4 16,-7 4-21-16,0 3-17 0,0 1-23 0,0 0-21 15,0 0-21-15,0-1-12 0,0 1-11 16,0-8-8-16,0-3-7 0,0-4-3 0,0-5-3 16,7-5-1-16,-7-4-3 0,0-9-5 15,0-7-4-15,0-2-26 0,0-5-59 0,0-7-83 16,0-7-109-16,-7-4-139 0,7-4-151 16,0-4-141-16,-7-2-102 0,1-1-75 15,0 0 23-15,-2-4 98 0,-4 4 132 0,-1-4 152 16</inkml:trace>
  <inkml:trace contextRef="#ctx0" brushRef="#br0" timeOffset="142028.04">28493 9345 76 0,'-6'0'399'15,"-1"0"72"-15,1-3 60 0,-1 3 23 16,7 3-36-16,0-3-44 0,0 8-32 0,7-5-15 16,-1 9-7-16,1 2-24 0,-1 0-58 0,7 8-50 15,0-3-39-15,0 7-37 0,7-4-36 16,-7 3-23-16,6 1-25 0,-5-5-20 15,5 2-15-15,-6-4-1 0,6-6 4 0,-5 1 4 16,-2-5 9-16,2-1 4 0,-1-8 3 16,-1-5-2-16,2 2-6 0,-2-8-7 0,2-7-6 15,-8-1-5-15,7-6-8 0,0-1-9 16,-6-4-10-16,5 0-12 0,-4 3-14 16,-2-4-11-16,0 2-8 0,1 3-10 0,-1 1-2 15,-6 3-3-15,7 0-3 0,-7 7-10 16,6 1-44-16,-6-1-76 0,0 3-107 0,7 2-143 15,-1 0-210-15,0-2-249 0,2 1-214 16,4-3-60-16,2-1 33 0,-2-4 104 0,8-3 192 16,-1 0 247-16</inkml:trace>
  <inkml:trace contextRef="#ctx0" brushRef="#br0" timeOffset="144547.67">29405 8432 32 0,'0'0'607'0,"-6"-3"154"0,6 3 90 0,-8 0 62 16,8 0-66-16,0 0-192 0,0 0-228 0,0 0-130 15,0 0-73-15,0 0-46 0,8 0-42 16,4 0-31-16,-5 0-26 0,6-3-21 16,0-1-16-16,7 0-10 0,-8 1-10 0,8-5-5 15,-7 1-3-15,1-4-4 0,-8 0-3 16,6 4 0-16,-5-4-3 0,-7-4-36 0,0 4 15 15,-7 1 12-15,1-2 6 0,0 1 5 16,-8 0 2-16,2 3 40 0,-8 5-10 16,7 3-4-16,-7 0 2 0,1 0 1 0,-1 3 2 15,0 5 2-15,2 3 7 0,4 0 3 0,-5 3 6 16,5 2 5-16,2 2 9 0,6 0 3 16,-2 4 1-16,2-4 0 0,6 8-4 15,0-4-6-15,6 0-11 0,2 0-7 0,-2 0-1 16,6 0-3-16,-5 0-1 0,6-4-2 15,0 1-1-15,7-6-1 0,0-1-8 0,-1-1-9 16,1-3-6-16,-2-2-1 0,2-1-6 16,0-5-2-16,7-5-3 0,-9 2 1 0,9-4-3 15,-7-4 2-15,-2 4 0 0,2-8 4 16,-7 0-2-16,1 1-2 0,-2-1 1 16,2-4-2-16,-14-2-1 0,6 3-1 0,-6-5 0 15,0 2 0-15,0 2 2 0,-6-4 1 16,6 2 0-16,-8 3 1 0,2-1-1 0,0 1-1 15,0 0-1-15,6-1 0 0,-7 5 1 16,7-1 4-16,-7 4 5 0,7 0 5 0,0 4 1 16,0-1 2-16,7 2 1 0,-7 2-4 15,7 4-3-15,-1 0-4 0,0 4-4 0,8-1-1 16,-2 8-2-16,2-4-1 0,-1 7 6 16,-1-2-5-16,2 6 3 0,-2-4-1 15,2 5-1-15,-1-1 3 0,-7 1-5 0,7-1 7 16,-6-3 4-16,5-1 3 0,-4-2 7 15,-8-2 12-15,6-3 20 0,0-2 27 0,-6 1 9 16,0-6-90-16,0 0 0 0,0 0 0 16,-6-6 0-16,6-2 0 0,-6-3 0 0,6-1 0 15,0-5 0-15,-8 2 0 0,8-3 0 16,0 4 0-16,8-1 0 0,-8-4 0 0,6 9 0 16,0-6 0-16,1 5 0 0,-1 4 0 15,7-1 0-15,0 1 0 0,1 0 0 0,5 3 0 16,0-3 0-16,-6 3 0 0,7 1 0 15,0 0 0-15,-7-1 0 0,-1-1 0 16,-5-1 0-16,6 2 0 0,-7 0 0 0,-6-3 0 16,8 3 0-16,-8-3 0 0,-8 0 0 15,8-1 0-15,-12-3 0 0,5 5 0 16,0-7 0-16,-5 6 0 0,-1 0 0 0,6 0 0 16,-6-1 0-16,7 5 0 0,-8-1 0 15,8 4 0-15,-1 0 0 0,1 4 0 0,-1-1 0 16,1 5 0-16,6 3 0 0,-7-1 0 0,7 5 0 15,0 0 0-15,0 4 0 0,7-1 0 16,-7 1 0-16,6-2 0 0,1 1 0 0,6 1 0 16,-7-1 0-16,8 1 0 0,-2-4 0 15,2 0 0-15,5-1 0 0,1-3 0 16,-8-4 0-16,8 0 0 0,-7-3 0 0,7 0 0 16,-8-4 0-16,2-4 0 0,-1 0 0 15,-7-3 0-15,7 0 0 0,-6-1 0 0,-1-3 0 16,1-3 0-16,0-1 0 0,-7 1 0 15,0-1 0-15,6 0 0 0,-6 1 0 0,0-1 0 16,0 4 0-16,0 3 0 0,0-2 0 16,0 5 0-16,0-1 0 0,0 2 0 0,0 4 0 15,0 0 0-15,6 0 0 0,1 4 0 16,0 2 0-16,-1 3 0 0,0 1 0 0,1-3 0 16,-1 4 0-16,1 1 0 0,0 2 0 15,-1-3 0-15,0 1 0 0,2-5 0 0,-2 4 0 16,-6-4 0-16,6 0 0 0,0-3 0 15,-6-1 0-15,0 2 0 0,7-5 0 0,-7 3 0 16,0-6 0-16,0-2 0 0,7 5 0 0,-7-7 0 16,0 4 0-16,0-8 0 0,0 3 0 15,0-2 0-15,-7-2 0 0,7-3 0 0,0 0 0 16,0-3 0-16,-7 1 0 0,7-2 0 16,0-3 0-16,7 0 0 0,-7-1 0 15,7 2 0-15,-1 3 0 0,1-1 0 0,-1 9 0 16,0-5 0-16,2 7 0 0,4-3 0 15,1 8 0-15,0-2 0 0,7 5 0 16,-7 0 0-16,-1 8 0 0,8-4 0 0,-7 7 0 0,1 0 0 16,-2 0 0-16,-6 4 0 0,2-1 0 15,4 1 0-15,-5 3 0 0,-7-2 0 16,7 1 0-16,-7-2 0 0,0 3 0 0,0 1 0 16,0-5 0-16,0 1 0 0,0 3 0 15,0-7 0-15,0 4 0 0,0-5 0 0,0 2 0 0,0-1 0 16,0-4 0-16,0 0 0 0,0 1 0 15,-7-5 0-15,7 1 0 0,0 0 0 0,0-4 0 16,0 3 0-16,0 1 0 0,0-4 0 16,0 0 0-16,0-4 0 0,0 4 0 0,0-3 0 0,0 3 0 15,0 0 0-15,0-4 0 0,0 4 0 16,0-4 0-16,0 1 0 0,0 0 0 0,0-2 0 16,0 5 0-16,0-3 0 0,0 3 0 15,7-4 0-15,-7 4 0 0,0 0 0 0,0-3 0 16,0 3 0-16,0 0 0 0,0 0 0 0,0 0 0 15,0 0 0-15,0 0 0 0,0 0 0 16,0 0 0-16,0 0 0 0,0 0 0 0,0 0 0 16,0 0 0-16,0 0 0 0,0 0 0 15,0 0 0-15,0 0 0 0,0 0 0 0,0 0 0 16,0 0 0-16,0 0 0 0,0-4 0 0,0 4 0 16,0 0 0-16,0 0 0 0,0 0 0 15,0 0 0-15,0 0 0 0,0 0 0 0,0 0 0 16,0 0 0-16,0 0 0 0,0 0 0 15,0 0 0-15,0 0 0 0,0 0 0 0,0 0 0 16,0 0 0-16,0 4 0 0,0-4 0 0,0 0 0 16,0 0 0-16,0 0 0 0,0 0 0 15,0 0 0-15,0 0 0 0,0 0 0 0,0 0 0 16,0 0 0-16,0 0 0 0,0 0 0 16,0 0 0-16,0 0 0 0,0 0 0 0,0 0 0 15,0 0 0-15,0 0 0 0,0 0 0 0,0 0 0 16,0 0 0-16,0 0 0 0,0 0 0 15,0 0 0-15,0 0 0 0,0 0 0 0,0 0 0 16,0 0 0-16,0 0 0 0,0 0 0 16,0 0 0-16,0 0 0 0,0 0 0 0,0 0 0 15,0 0 0-15,0 0 0 0,0 0 0 0,0 0 0 16,0 0 0-16,0 0 0 0,0 0 0 16,0 0 0-16,0 0 0 0,0 0 0 0,0 0 0 15,0 0 0-15,0 0 0 0,0 0 0 16,0 0 0-16,0 0 0 0,0 0 0 0,0 0 0 15,0 0 0-15,0 0 0 0,0 0 0 0,0 0 0 16,0 0 0-16,0 0 0 0,0 0 0 16,0 0 0-16,0 0 0 0,0 0 0 0,0 0 0 15,-7 0 0-15,7 0 0 0,0 0 0 16,0 0 0-16,0 0 0 0,0 0 0 0,0 0 0 16,0 0 0-16,0 0 0 0,0 0 0 0,0 0 0 15,0 0 0-15,0 0 0 0,0 0 0 16,0 0 0-16,0 0 0 0,0 0 0 0,0 0 0 15,0 0 0-15,0 0 0 0,0 0 0 0,0 0 0 16,0 0 0-16,0 0 0 0,0 0 0 16,0 0 0-16,-7-4 0 0,7 4 0 0,0 0 0 15,0 0 0-15,0 0 0 0,0 0 0 16,0 0 0-16,0 0 0 0,0 0 0 0,0 0 0 16,0 0 0-16,0 0 0 0,0 0 0 15,0 0 0-15,0 0 0 0,0 0 0 0,-6 0 0 16,6 0 0-16,0 0 0 0,0 0 0 0,0 0 0 15,0 0 0-15,0 0 0 0,0 0 0 16,0 0 0-16,0 0 0 0,0 0 0 0,0 0 0 16,0 0 0-16,0 0 0 0,0 0 0 15,0 0 0-15,0 0 0 0,0 0 0 0,0 4 0 16,0-4 0-16,0 0 0 0,0 0 0 16,0 0 0-16,0 0 0 0,0 0 0 0,0 0 0 15,0 0 0-15,-6 0 0 0,6 0 0 16,0 0 0-16,0 0 0 0,0 0 0 0,0 0 0 15,0 0 0-15,0 0 0 0,0 0 0 16,0 0 0-16,0 0 0 0,0 0 0 16,0 0 0-16,0 0 0 0,0 0 0 0,6 0 0 15,-6 0 0-15,0 0 0 0,0 0 0 16,0 0 0-16,0 0 0 0,0 0 0 0,0 0 0 16,0 0 0-16,0 0 0 0,0 0 0 0,0 0 0 15,0 0 0-15,0 0 0 0,0 0 0 16,0 0 0-16,0 0 0 0,0 0 0 0,0 0 0 15,0 0 0-15,0 0 0 0,0 0 0 16,0 0 0-16,0 0 0 0,0 0 0 16,0 0 0-16,0 0 0 0,0 0 0 0,0 0 0 15,0 0 0-15,0 0 0 0,0 0 0 16,0 0 0-16,0 0 0 0,0 0 0 0,0 0 0 16,0 0 0-16,0 0 0 0,0 0 0 15,0 0 0-15,-6 0 0 0,6-4 0 0,0 0 0 16,0 4 0-16,0-3 0 0,-8-5 0 0,2 0 0 15,0 1-419-15,0-4-360 0,-8 0-287 16,8-4-149-16,-7 1-11 0,-7-7 75 16,8-2 146-16,-8 0 230 0,0-2 310 0</inkml:trace>
  <inkml:trace contextRef="#ctx0" brushRef="#br0" timeOffset="145345.79">24690 8334 136 0,'-7'-18'402'0,"0"3"69"16,1 1 67-16,6-1 7 0,-6 4 20 16,-1-3-51-16,0 5-27 0,1 3-29 15,6-2-41-15,-7 5-72 0,7 3-83 0,0 3-55 16,-6 5-38-16,6 7-18 0,0 2 0 0,0 6 2 16,6 6 4-16,-6 0-5 0,0 8-3 15,0 3-8-15,0 4-17 0,7 3-14 16,-7 5-22-16,0-1-21 0,6 1-18 0,-6-5-13 15,0 1-4-15,7-8-13 0,-7 0-2 16,7-3-5-16,-7-4-4 0,6-8-1 0,-6 1-7 16,0-8-3-16,0-3-13 0,0-4-37 15,0-3-60-15,0-5-73 0,0-3-84 0,0-3-124 16,-6-5-141-16,-1-3-121 0,0 1-94 16,1-6-70-16,-7 2-33 0,7-5 63 15,-1 5 114-15,0-1 144 0,1 0 142 16</inkml:trace>
  <inkml:trace contextRef="#ctx0" brushRef="#br0" timeOffset="145658.26">24559 8821 179 0,'-6'-11'340'0,"6"4"60"0,0 0 52 0,0-1-59 16,0 1-53-16,0 4-35 0,6-1 1 15,-6 4 23-15,7 0 15 0,-1 4 9 16,7-1 1-16,-7 9-2 0,8-2-30 0,-1 5-54 16,0-1-44-16,0 5-35 0,7 2-25 15,-8 1-19-15,2 1-11 0,-1-2-9 0,0 2-12 16,-7-2-8-16,7-2-2 0,-7-4 5 15,2-1 4-15,-2 1 10 0,0-9 17 0,1 3 17 16,-1-6 1-16,1 1-2 0,-7-8-2 0,13-3-5 16,-7-4-16-16,0-4-20 0,2-3-10 15,-2-4-6-15,7 0-12 0,-6-3-16 0,-1-1-60 16,7 0-8-16,-7-3 0 0,1 3 0 16,0 0 0-16,-1 4 0 0,0 1 0 15,1 5 0-15,0-2 0 0,-7 7 0 0,0 1 0 16,0 2 0-16,0 1-79 0,0 3-206 15,0 0-136-15,0-3-197 0,0 3-234 0,0 1-220 16,0-1-63-16,0-4 31 0,0 2 99 16,0-5 183-16,6 0 243 0</inkml:trace>
  <inkml:trace contextRef="#ctx0" brushRef="#br0" timeOffset="146033.16">25159 8007 476 0,'-7'-14'620'0,"7"-4"129"16,-7 3 99-16,7 4-49 0,-6 0-155 15,6 4-134-15,-7 4-129 0,1-1-111 0,6 8-84 16,-6 6-55-16,6 1-33 0,0 4-15 16,0 3-12-16,0 1-14 0,0 2-12 15,6 1-14-15,0 1-10 0,7-5-6 0,1 0-5 16,-2-3-2-16,2-1-2 0,-2-3 0 15,2-3 1-15,5-5 6 0,-5 1 5 16,-2-8 6-16,8 1 20 0,-7-1 28 0,-7-7 25 16,8 0 24-16,-8-3 22 0,0-1 17 15,0-7 2-15,-6 4-14 0,0-5-19 16,-6 1-22-16,0-3-22 0,0 3-21 0,-8 4-20 16,1 0-15-16,1 3-8 0,-2 5-10 0,-6-2-8 15,1 7-14-15,6 10-18 0,-6-2-50 16,5 6-71-16,-5 1-93 0,6 1-139 15,6 3-193-15,1 5-210 0,6-4-195 0,6-1-56 16,1 1 21-16,-1-5 106 0,8-2 183 16,6-1 218-16</inkml:trace>
  <inkml:trace contextRef="#ctx0" brushRef="#br0" timeOffset="146423.7">25601 7850 233 0,'6'-14'509'0,"-12"3"117"0,6-4 133 15,-6 4 45-15,-7 0-133 0,6 1-115 16,-6 2-101-16,1 4-97 0,-2 4-121 0,-5 0-82 16,6 8-52-16,0-1-34 0,-1 4-20 15,2 0-17-15,5 4-9 0,0 3-7 0,7-4-6 16,0 8-3-16,7-8 1 0,0 9-1 16,5-8-3-16,2 4-4 0,-1-9 0 0,6 5-1 15,-6-8-4-15,7 0 3 0,-1-7-2 16,-6 0 3-16,6-3 4 0,-5-4 11 15,-8-5 25-15,8 1 31 0,-8-3 36 0,1-1 30 16,-7-2 27-16,0-6 16 0,0 0-1 16,-7 2-19-16,1-5-26 0,-8 1-19 0,2-5-16 15,-2 4-15-15,1 1-8 0,7-1 1 16,-7 4 6-16,6 4 0 0,1 4-6 16,0-2-11-16,-2 10-15 0,8-2-13 0,-6 8-15 15,6 3-11-15,0 5-6 0,0 3-2 0,6 8 1 16,2-1-2-16,-2 4 2 0,0 3 0 15,7 1-3-15,0 3-11 0,0 1-33 16,1-2-73-16,5 2-98 0,1-1-128 0,-1-2-182 16,0-6-215-16,1-3-205 0,6-3-104 15,1-4 3-15,-8-3 77 0,7-5 158 0,6-3 210 16</inkml:trace>
  <inkml:trace contextRef="#ctx0" brushRef="#br0" timeOffset="146814.2">26077 7766 234 0,'-6'-22'590'0,"-2"0"172"15,2 4 129-15,-6 0 53 0,-2 4-125 0,-5 2-126 16,-1 1-151-16,0 7-145 0,8 1-109 16,-8 3-74-16,1 3-49 0,5 5-37 0,2 7-30 15,-2-5-19-15,8 5-17 0,-1 3-19 16,7 0-14-16,0 2-9 0,0-3-10 16,13-2-5-16,-6 3-6 0,6-4 1 0,-7-2-1 15,8-1 2-15,-2-4 1 0,1-3-2 16,1-4 2-16,-2 0 1 0,2-8-2 0,-8-3-1 15,0 1 1-15,-6-5 4 0,0-3 9 16,0-4 13-16,-6 0 13 0,0-4 10 0,0 0 9 16,-2-3 13-16,2 0 13 0,-7 3 4 15,6 3 11-15,1 6 3 0,6-1-4 0,-7 6-13 16,7 5-19-16,7 3-18 0,-1 8-21 16,1 3-13-16,6 12-3 0,7-1-4 0,-8 7 2 15,8 9-1-15,-7-2 2 0,7 9 0 16,-8-1-4-16,2 4-2 0,-1 0-3 15,0-4 0-15,-6 5-2 0,5-9-5 0,-5 1-3 16,0-5-8-16,-1-3-32 0,0-2-65 16,1-9-83-16,-7 0-98 0,6-7-165 15,-6 0-244-15,0-7-279 0,0-1-118 0,0-6-16 16,0-1 53-16,-13 0 141 0,7-3 237 16</inkml:trace>
  <inkml:trace contextRef="#ctx0" brushRef="#br0" timeOffset="148219.6">23485 15466 23 0,'-20'-7'229'0,"0"4"44"16,1-1 0-16,0 0-44 0,-1 1-6 15,1-1 9-15,-1 0-28 0,0 4-21 0,1-3-11 16,5 3-15-16,2 0-22 0,-1 0-22 16,0 3-18-16,0-3-11 0,7 4 0 0,-2 0 8 0,8-1 21 15,-6 5 19-15,6-5 31 0,6 4 34 16,2 1 21-16,4-3 2 0,8 1-4 16,5 2-13-16,2-5-23 0,5 5-30 0,14-4-21 15,-1-1-11-15,8 1-10 0,5-1 3 16,7 1 3-16,14-4-3 0,5 0-9 0,7 4-10 15,14-4-8-15,5 0-10 0,14-4-8 16,0 4-8-16,13 0-6 0,13-4 0 0,-1 1 4 16,1-1 3-16,13 1 5 0,6-6 2 15,7 6 8-15,-1-4 16 0,15 0 5 0,-7 4 3 16,12-5 7-16,0-1 12 0,-7 3 5 16,8-2-3-16,-7 1-3 0,-6 0-2 15,-1 0-4-15,-13-4-13 0,1 3-10 0,-14-2-15 16,0-2-9-16,-19 1-16 0,-6 0-14 15,-15 1-8-15,-11 2-10 0,-21-3-3 0,-12 3-8 16,-13 2-16-16,-14 1-35 0,-13-2-55 16,-18 4-66-16,-8-1-73 0,-12 4-75 15,-14 0-89-15,-6 4-105 0,-7-1-121 0,-5 4-126 16,-9 4-134-16,-4 0-30 0,-8 5 45 16,-6 2 107-16,-7 0 160 0,-12 4 184 0</inkml:trace>
  <inkml:trace contextRef="#ctx0" brushRef="#br0" timeOffset="149127.6">25575 16204 173 0,'-6'-5'310'0,"6"-2"51"16,-7 0 13-16,7-1-44 0,-6 2-27 16,6-3-14-16,-6 2 18 0,6-3 20 0,-8 2 4 15,8 1-4-15,0-5-14 0,0 6-27 16,0-5-47-16,8 0-58 0,-2 2-36 0,0 0-28 16,7 1-15-16,0-2-17 0,6 2-8 15,1-4-4-15,0 5-7 0,-1 4-1 0,7-1-1 16,1 1-3-16,5 3 2 0,-6 3 0 0,0 1 4 15,1 3-1-15,-1 4-6 0,-7 3 8 16,1 2 2-16,-1 2 3 0,-6 4 0 16,-7 0 4-16,1 3 7 0,-1 4-1 0,-12 1 0 15,-1 0-2-15,-5 2-6 0,-8 0-10 0,0 2-11 16,-5-1-12-16,-1 0-10 0,-7 0-11 16,7-4-6-16,-7 1-2 0,1-1-3 0,6-3 3 15,0-5 2-15,-1 1 14 0,1-3 15 16,7-4 17-16,6-1 22 0,0-6 19 0,7 2 13 15,-2-2 7-15,2-4-1 0,0-1-8 0,6-3-15 16,0 0-22-16,6 0-19 0,0-3-18 16,8-1-15-16,5-4-10 0,1 1-11 0,6 0 1 15,7 0-2-15,-1-4-1 0,1 4 4 0,5-1 4 16,2-3 8-16,-1 3 3 0,0 2 4 16,-7-3 9-16,7 2 8 0,1 4 10 0,-8-5 11 15,1 5 5-15,-1-1 6 0,1 1-64 16,-7 3-9-16,0-4 0 0,1 4 0 0,-9-4 0 15,-4 4 0-15,-1-3 0 0,-1 3 0 16,-4 0 0-16,-2 0 0 0,0 0 0 0,0-5 0 16,-6 5 0-16,8 0 0 0,-8 0 0 15,0 0 0-15,0 0 0 0,0 0 0 0,0-3 0 16,0 3 0-16,6 0 0 0,-6 0 0 0,0 0 0 16,0 0 0-16,0 0 0 0,0 0 0 15,0 0 0-15,0 0 0 0,0 3 0 0,0-3 0 16,0 0 0-16,0 0 0 0,0 0 0 15,0 0 0-15,6 5 0 0,-6-5 0 0,0 0 0 16,0 3 0-16,0-3 0 0,0 0 0 0,0 0 0 16,0 4 0-16,0-4 0 0,0 0 0 15,0 0 0-15,0 0 0 0,0 0 0 0,-6 0 0 16,6 0 0-16,-6-4 0 0,-2 4 0 16,2-3-106-16,-6 3-237 0,-2-5-56 0,1 2-61 15,-7 0-83-15,8-1-127 0,-2-3-132 0,-5 4-139 16,-1-9-34-16,8 5 43 0,-8-8 107 15,0 5 173-15,1-10 193 0</inkml:trace>
  <inkml:trace contextRef="#ctx0" brushRef="#br0" timeOffset="149893.15">23498 14437 349 0,'0'-3'426'0,"-7"-4"62"0,7-1 49 16,0-3-26-16,-6 4-36 0,-1-1-27 0,1 1-14 15,-1-1-21-15,1-2-32 0,-8 6-62 16,2 1-59-16,-2-1-37 0,-5 4-37 0,-1 4-21 16,1-1-16-16,-7 1-16 0,6 6-14 15,-6 2-14-15,0 6-3 0,7 1-5 0,-1 2-2 16,7 5-1-16,0 3-2 0,0 4-4 15,7 0 1-15,6 0 3 0,0 4 2 16,6 0-2-16,1-5-3 0,5 5-1 0,2-3-7 16,6-5-16-16,-1-4-16 0,1 1-12 15,6-1-10-15,-7-2-8 0,7-6-8 0,-6-2-3 16,6 0-6-16,-7-8-12 0,7 0-39 16,-6-3-63-16,-1 0-80 0,7-8-98 15,-6 0-142-15,-1-6-168 0,1-1-151 0,0-3-123 16,-8-1-81-16,2 4 12 0,-8-8 100 15,0 4 153-15,1 4 178 0</inkml:trace>
  <inkml:trace contextRef="#ctx0" brushRef="#br0" timeOffset="150319.28">23641 14779 327 0,'0'-5'427'0,"0"2"59"0,-7-2 63 0,7 3-63 16,0-6-39-16,0 4-27 0,0-3-14 15,0 3-19-15,0-3-34 0,7 3-51 0,-7-3-69 16,7 0-55-16,-1-1-42 0,0 5-29 0,8-5-17 15,-8 1-18-15,7 0-17 0,7 3-7 16,-8-3-8-16,2 3-10 0,5 4-6 16,-6-3-1-16,6 6-3 0,-5-3-2 0,6 8 8 15,-8-1 2-15,1 0 7 0,-6 8 8 16,6-1 15-16,-7 1 15 0,-6 7 6 0,0 1 17 16,0-2 9-16,-6 8 2 0,0-3-9 15,-1 3-12-15,-6-3-11 0,0 3-16 0,-7-3-16 16,8 3-12-16,-8-3-3 0,7-5-2 15,0-2-3-15,0 0 1 0,7-5 17 16,-8-3 28-16,8-3 28 0,6-2 28 16,-7 3 18-16,7-6 7 0,0-3-12 0,0 3-21 15,7-6-27-15,-1 3-28 0,0-3-19 16,8-2-14-16,-1-2-8 0,6 4-6 0,-6-5-3 16,7 5-2-16,0-1-2 0,5-3-1 15,-5 3 0-15,0 1-2 0,6-1 0 0,-7 0-2 16,1 0 0-16,-1 1-2 0,1-1-1 15,0 0-1-15,-8 4-6 0,2-3-20 0,-8 0-36 32,0 3-62-32,1-5-82 0,-7 2-101 0,0-2-146 0,0 2-189 0,-7-4-195 0,7-1-175 15,-6-3-45-15,0 1 36 0,6-5 117 16,-8-4 189-16,8-2 220 0</inkml:trace>
  <inkml:trace contextRef="#ctx0" brushRef="#br0" timeOffset="150865.99">24129 14577 418 0,'-6'-15'501'16,"6"0"90"-16,0 4 105 0,0 0-44 0,0 4-101 15,0 0-73-15,0-1-61 0,0 4-78 16,0 1-98-16,0 3-85 0,0 0-55 16,6 0-28-16,-6 7-8 0,7 1 8 0,6 3 12 15,-7 0 15-15,8 3 8 0,-8 5 4 16,0-1-3-16,1 4-9 0,6 1-8 15,-6-2-6-15,-1 1-6 0,0-1-1 0,-6 2 8 16,8-5 13-16,-2 0 10 0,-6-4 6 16,0 2 2-16,0-5 7 0,6 0 7 0,-6-4 10 15,0-3 18-15,0-1 14 0,0-3 4 16,0 0-11-16,-6 0-15 0,6-7-32 0,0 0-113 16,-6-4-7-16,-2-3 0 0,8-1 0 15,-6-4 0-15,6-3 0 0,-6 1 0 16,6-2 0-16,0-2 0 0,6 3 0 0,-6-4 0 15,6 4 0-15,2 0 0 0,-2 3 0 0,6-2 0 16,2 7 0-16,-1-5 0 0,0 4 0 16,6 5 0-16,-5-6 0 0,5 9 0 15,-6 0 0-15,6 0 0 0,-5 2 0 0,-2 5 0 16,2 0 0-16,-1 0 0 0,-1 5 0 16,2 2 0-16,-2 0 0 0,2 4 0 0,-8 1 0 15,7 1 0-15,-6 3 0 0,-1 2 0 16,7 0 0-16,-7 0 0 0,2 4 0 15,-2-4 0-15,7 4 0 0,-7 1 0 0,1-5 0 16,6 4 0-16,-7-4 0 0,0 0 0 0,2-3 0 16,-2 1 0-16,0-3 0 0,-6-1 0 15,7-2 0-15,0-2 0 0,-7-1-302 0,0-3-126 16,6 0-176-16,-6-4-211 0,6-4-228 16,1 0-69-16,-1-3 11 0,1-1 66 0,6 0 169 15,7 2 247-15</inkml:trace>
  <inkml:trace contextRef="#ctx0" brushRef="#br0" timeOffset="151131.56">25224 14493 191 0,'0'-8'613'0,"0"0"142"0,0 2 115 15,0-1 84-15,0 2-147 0,0 2-170 0,0-1-172 16,-7 0-129-16,7 4-94 0,0 4-53 15,0 0-31-15,0 4-10 0,0 2 9 16,7 1 16-16,-7 3 7 0,6 5-10 0,-6 3-14 16,6 0-20-16,2 0-25 0,-2 3-27 15,-6-2-24-15,6 3-20 0,0-1-14 16,2 0-12-16,-2 1-5 0,-6-4-9 0,6 1-30 16,-6-2-56-16,0-3-80 0,0 1-96 15,-6-9-151-15,6 2-203 0,0-5-214 0,-6-3-177 16,6-8-44-16,-8 0 33 0,2-3 115 15,0-1 191-15,0-6 232 0</inkml:trace>
  <inkml:trace contextRef="#ctx0" brushRef="#br0" timeOffset="151350.75">25139 14708 78 0,'-13'-3'580'0,"7"3"161"0,-2-3 120 0,8-2 85 16,-6 1-85-16,6 4-156 0,0-3-183 0,0 0-131 15,6-1-97-15,2 0-61 0,4 4-47 16,1-3-34-16,7-1-23 0,0 0-21 0,6 1-19 15,-7-1-20-15,7 1-19 0,0-1-17 16,1 0-12-16,-9 0-5 0,9 1-4 16,-7-1-5-16,-1 0-7 0,-6 1-7 0,0 0-31 31,0 3-51-31,-13 0-64 0,7-5-92 0,-7 5-159 0,0 5-202 0,-7-5-206 0,7 0-141 16,-13 0-37-16,6 0 40 0,1 0 135 0,-7 0 195 15,6-5 226-15</inkml:trace>
  <inkml:trace contextRef="#ctx0" brushRef="#br0" timeOffset="151819.43">26129 14427 61 0,'13'-5'241'0,"0"2"30"0,0-4 11 16,0 3-38-16,1 0-25 0,-2 1 4 16,1-1 18-16,-6 0 27 0,-1 1 28 15,1 3 39-15,-1-4 24 0,-6 4 0 0,0-3-10 16,0 3-16-16,-6 0-25 0,-7 0-41 15,6 0-34-15,-12 3-16 0,5 1-100 0,-5-1 27 16,-1 5 7-16,1-1-3 0,0 4-4 16,-1 0-11-16,1 7 84 0,5 0-44 0,-6 1-23 15,8 4-11-15,-1 2-3 0,6-3 6 16,0 3 4-16,1 4 6 0,12-3 5 0,-6 0 1 16,7 0 0-16,6 3-9 0,6-6-10 15,1-2-11-15,6 1-24 0,1-4-104 0,-1 0 0 16,6-3 0-16,-5-4 0 0,-2-3 0 15,1-1 0-15,0-4 0 0,-6-3 0 16,-1 0 0-16,-5-3 0 0,4-1 0 0,-4-4-264 16,-8 1-115-16,7 0-112 0,-6-4-128 15,0 4-117-15,-1-4-108 0,0 0-99 0,-6 0-28 16,6 3 53-16,-6-2 131 0,8 2 156 16,-2-3 172-16</inkml:trace>
  <inkml:trace contextRef="#ctx0" brushRef="#br0" timeOffset="152314.1">26435 14687 289 0,'0'-4'514'15,"-7"-7"131"-15,7 4 117 0,-6 0 12 0,6-1-103 16,0-3-92-16,0 4-84 0,0-4-97 0,0 4-100 16,6-5-74-16,1 5-56 0,0-1-45 15,6-2-36-15,-1 5-26 0,2-1-17 0,-2 2-15 16,8 0-9-16,-7 1-7 0,7 3 1 16,0 0 0-16,-1 3 6 0,-6 1 6 15,0 3 10-15,-1 1 7 0,2 2 8 0,-8 1 14 16,1 5 9-16,-7-1 6 0,0-1 6 15,-7 1 1-15,-5-1-5 0,4 4-14 0,-11 0-11 16,6-3-16-16,-6 3-13 0,-1-3-10 16,7 0-4-16,0 0-5 0,0-4-4 15,0-4 2-15,6 0 1 0,7-3 4 0,-6-1 0 16,6 1 1-16,0-4 1 0,6-4-2 16,1 4 1-16,6-7-1 0,-6 4 1 15,12-1 4-15,-6 0 7 16,7 1 8-16,6-1 8 0,-7 4 8 15,7 0 6-15,-6 4 5 0,6-1 0 0,-7 5 3 16,1-1 4-16,-7 4 8 0,0 0 8 16,0-1 8-16,-7 5 8 0,2-4 8 0,-8 4-54 15,0 4-52-15,0-8 0 0,-8 4 0 0,-4-1 0 16,-1 0 0-16,0-3 0 0,0 0 0 16,-1-3 0-16,-5-2 0 0,0 2 0 0,-1-4 0 15,7-1 0-15,-7 1 0 0,1-4 0 16,-1 0 0-16,8-4 0 0,-8 1 0 0,0-1 0 15,7 1 0-15,-7-2 0 0,1-1 0 16,6 2 0-16,-6 0 0 0,5 1 0 16,2-1-293-16,-2 0-224 0,2 0-182 0,5 1-222 15,7-1-177-15,7-3-36 0,-1 0 46 16,6-1 110-16,8-2 192 0,0-1 263 0</inkml:trace>
  <inkml:trace contextRef="#ctx0" brushRef="#br0" timeOffset="152767.12">27314 14346 407 0,'0'-5'529'0,"0"-1"94"0,-6-2 101 16,6 5-38-16,0-5-102 0,0 8-85 0,-7-2-71 16,7-3-70-16,0 5-76 0,0 0-54 15,0 5-35-15,0-3-13 0,0 9 5 0,0 3 15 16,0 2 12-16,7 5 8 0,-7 2 6 15,6 3-1-15,1 3-6 0,-1-3-14 0,1 3-15 16,0 0-23-16,-1 0-31 0,6 0-26 16,-4-3-27-16,-2 0-23 0,0 0-28 0,1-5-32 15,-7-2 0-15,6-1 0 0,-6-3 0 16,7-4-41-16,-7-5-72 0,0-1-79 16,0-2-94-16,-7-3-114 0,7-3-156 0,-6-8-182 15,-7 0-214-15,7-4-101 0,-8-3 0 16,2-1 69-16,-2-2 149 0,8-1 205 0</inkml:trace>
  <inkml:trace contextRef="#ctx0" brushRef="#br0" timeOffset="152954.59">27197 14522 170 0,'-6'0'580'0,"-1"0"137"16,7 0 93-16,0-4 77 0,0 4-139 0,0 0-141 16,13-4-135-16,1 4-103 0,-2 0-67 15,8-3-53-15,5 3-46 0,1-3-40 0,7-2-32 16,-1 5-21-16,8-4-19 0,-1 1-17 15,0 0-17-15,-7 3-16 0,8-4-13 16,-15 0-10-16,2 1-5 0,-1 3-12 0,-14-5-23 16,2 5-41-16,-1 0-58 0,-6 0-83 15,-7 0-159-15,0 0-201 0,0 5-212 0,-7-5-154 16,7 3-45-16,-7-3 28 0,1 4 127 16,6-4 190-16,6 4 225 0</inkml:trace>
  <inkml:trace contextRef="#ctx0" brushRef="#br0" timeOffset="153320.43">28168 14361 393 0,'0'-12'519'15,"0"-2"97"-15,-7 3 118 0,7 1-20 16,-7 1-119-16,-5-2-78 0,5 4-55 0,-6 0-69 15,0 4-91-15,0-2-67 0,0 2-46 16,-7 3-33-16,7 3-22 0,0 2-11 16,-6 1-8-16,5 2-5 0,8 6-5 0,-7-3 7 0,6 8 6 15,-6-1 10-15,7 4 10 0,0 0 7 16,6 0 7-16,-7 0 7 0,14 3-3 0,-7-2-4 16,6-1 0-16,0-4-1 0,1 4-3 0,6-4-80 15,0-3-68-15,1-1 0 0,-2 2 0 16,8-6 0-16,-1-2 0 0,1-1 0 0,0 0 0 15,-1-7 0-15,1 0 0 0,-1 0 0 32,0 0 0-32,-6-3 0 0,7-1 0 0,-6-3-303 15,-2 4-157-15,1-2-159 0,0-3-177 16,0 1-191-16,-7 0-98 0,8 0 5 0,-8 3 73 16,7-3 162-16,-6 0 212 0</inkml:trace>
  <inkml:trace contextRef="#ctx0" brushRef="#br0" timeOffset="153632.85">28454 14499 22 0,'-6'0'500'0,"6"-3"161"0,0-4 132 0,-8 3 100 15,8 1-63-15,-6 3-148 0,6-5-137 16,0 5-123-16,0 5-92 0,-6-2-45 0,6 5-14 16,0-2 8-16,6 9 13 0,-6 0 7 0,0-1-5 15,0 9-23-15,6-2-28 0,-6 6-23 16,8 2-161-16,-8-4-59 0,0 9 0 0,0-6 0 15,6 2 0-15,-6 3 0 0,0-8 0 16,6 1 0-16,-6 0 0 0,0-8 0 16,7 1 0-16,-7-8 0 0,7 4 0 15,-7-9 0-15,6 2 0 0,-6-5 0 0,7-3 0 16,-1 0 0-16,-6-3 0 0,6-1 0 16,1 0 0-16,-7-2 0 0,7 2 0 0,-7-7 0 15,6 3 0-15,-6 0-389 0,6-3-259 16,-6 1-268-16,0-1-217 0,7 0-67 0,-7-4 35 15,0 4 95-15,-7 0 200 0,7 0 290 16</inkml:trace>
  <inkml:trace contextRef="#ctx0" brushRef="#br0" timeOffset="155431.51">27152 13508 353 0,'25'-5'448'16,"1"-2"32"-16,-6 0 16 0,0-1-111 0,-14 1-153 16,7-1-106-16,-13 1-58 0,0-4-31 15,-6 4-15-15,-1 0-9 0,-6-5-6 16,-6 5-4-16,-7-4 1 0,-1 0-2 0,-5 1 0 16,-1-2-1-16,-5 2 1 0,-9-5 1 15,2 3-3-15,-7-2 2 0,-7 3-6 0,1-1 5 16,-7-2 7-16,-7 3 17 0,0 0 31 0,-6 0 27 15,0 4 37-15,0 0 37 0,-7-1 26 16,0 5 10-16,-6-1-12 0,0 4-17 16,0 0-27-16,-1 4-35 0,-5-1-32 0,6 2-23 15,-7 2-17-15,1 3-21 0,-7 5-6 16,-1 0 0-16,1-1-2 0,-7 8 0 0,1-4 2 16,-1 5 14-16,0 3 13 0,0-5 4 15,-6 9 7-15,6-5 10 0,-5 5 7 0,4-1 14 16,1 4 0-16,7 0 10 0,1 4 2 15,5 0-5-15,-7-1-3 0,14 9-19 16,-6-2-11-16,5 1-15 0,7 7-9 0,1 0-8 16,6 4-5-16,-1 1 1 0,2-2 1 0,-2 5 4 15,8 3 4-15,-1 1 4 0,0-1 4 16,7 3 1-16,0-3 1 0,6 8-2 16,1 0-6-16,6 0-3 0,6 3-2 0,1-4 1 15,-1 4-1-15,7 1 3 0,7-5 7 16,-1 5 0-16,13-1 3 0,-6 4-1 0,7 0-2 15,5 4-3-15,2-4-3 0,6 3-1 16,-2 1 2-16,8-1 1 0,8-3 3 0,-2 4 2 31,6 0 2-31,2-5 1 0,5 5-4 0,1-5-2 0,0 5-3 0,6-3-2 0,6-6 1 16,1 6 1-16,6-6-1 0,6 6-2 16,1-6-2-16,6 2-3 0,0 3-3 0,0-7-3 15,13 3 1-15,-6-3 8 0,6-4 11 0,0 0 7 16,6-7 12-16,2 3 8 0,4-8 3 31,2 5 1-31,6-8-5 0,-1 1-4 0,7-1-9 0,-6-4-10 0,6 2 5 0,7-6 3 0,-7-2 9 16,14-1 11-16,-8-4 9 0,13-2 11 15,-5-2-3-15,5-2 2 0,8-1-3 0,-7-7-9 16,12 0-10-16,-5-4-10 0,6-3-6 0,6-4-9 16,-7 0-10-16,7-4-4 0,-6-3-3 0,6 0-4 15,1-4-1-15,-1-4-5 0,-6-3-1 0,6 0 0 16,-13-1 1-16,7-3 0 0,-6-4-1 15,5 0-2-15,-6-3-3 0,0-1 3 0,1 2 0 16,-7-9 1-16,-1 0 2 0,1 0 1 0,-1-3-1 31,-5 0-3-31,5-4 2 0,-12 0 0 0,6-4 1 0,-6 1-1 0,-1-4 4 0,2-4 4 16,-2 0 6-16,1-4 4 0,-7 1 3 0,0-5 3 16,-6-3 5-16,-1-4-1 0,1 1 1 0,-6-4-2 15,-8-4-1-15,0 0-2 0,2-4 0 16,-8 1 0-16,0-1-3 0,-7 0-2 0,1-3-2 15,-1 0 1-15,-6-4-4 0,1 0-3 16,-8 4-4-16,-5-5-2 0,5 2 2 16,-7 2-3-16,-5-2 1 0,-1-1-1 0,2-4-3 15,-9 0 2-15,-5 1-2 0,0-4-3 16,-7 3-2-16,-7 0 3 0,0 2 4 0,-6-2 0 16,-6 4 1-16,0-1 3 0,-7-3 2 0,-7 2-3 15,0-2-2-15,-5 0-3 0,-1 0 2 16,-7 5-1-16,-7-1 0 0,2-1 0 0,-1 5 1 15,-7 1 2-15,1-2 2 0,-8 0 2 16,-5 5 4-16,6 3 5 0,-14-4 1 16,1 8 2-1,0 0-2-15,-13-1-1 0,0 8-4 16,-7 1-5-16,1 3-3 0,-7-1-5 0,-7 8 0 16,7-3-3-16,-7 3 0 0,-6 3 0 15,0 1 0-15,-1-1 1 0,-5 5-3 16,-1 3-2-16,0 0 4 0,1 3 9 0,5 4 14 15,-5 1 10-15,-2 3-8 0,2 0-25 0,-1 8 0 16,7-1 0-16,0 0 0 0,0 8 0 16,6-4 0-16,-7 7 0 0,8 1 0 15,-1 3 0-15,7 3 0 0,-6 1 0 0,5 3 0 16,8 1 0-16,-1 2 0 0,1 6 0 16,11-2 0-16,-4 1 0 0,12 3 0 0,0 0 0 15,6 1 0-15,7-1 0 0,7 0 0 16,-2 1 0-16,15-4 0 0,6-1 0 0,7 1 0 15,-1-4-31-15,14-4-354 0,12 0-168 16,0 0-244-16,14-2-266 0,13-10-105 0,-1 2-4 16,13-4 69-16,1-4 164 0,7-7 275 15</inkml:trace>
  <inkml:trace contextRef="#ctx0" brushRef="#br0" timeOffset="163475.94">26181 15144 161 0,'6'0'266'0,"2"0"42"0,-2 0-21 0,-6 0-18 15,6 0 28-15,-6 4-29 0,6-4-41 16,-6 0-42-16,0 0-25 0,0 4-9 0,0-1 1 16,-6 1 8-16,6 3 15 0,0 1 19 15,-6 3 7-15,0-5-8 0,6 10-11 0,-8-5-23 16,2 4-29-16,0 0-27 0,-1-5-25 15,0 5-19-15,1-1-17 0,-1 1-13 16,1-5-11-16,0 2-5 0,6-1-5 0,-7-3 0 16,7-2-8-16,-7 3-4 0,7-6-23 15,0-3-54-15,0 0-70 0,-6 0-82 0,6-3-87 16,0-1-92-16,0-4-81 0,0 0-58 16,-6 2-19-16,6-5 33 0,0-1 64 15,0 5 87-15</inkml:trace>
  <inkml:trace contextRef="#ctx0" brushRef="#br0" timeOffset="163711.57">26103 15196 163 0,'0'0'357'0,"0"-5"43"0,0 5 45 0,0 5-50 15,7-5-71-15,-7 3-46 0,6 2-12 16,0 2 13-16,1-4-1 0,0 8-12 0,-1-3-14 31,0 2-26-31,7 1-32 0,-6 0-48 0,6 1-35 16,1-2-28-16,-2 5-19 0,1-8-14 15,7 5-2-15,-8-1-11 0,2-5-8 0,-2-1-7 16,2 1-10-16,-1-1-1 0,-7-1-15 16,1-4-2-16,0 3-28 0,-1-3-57 0,0 0-82 15,-6 0-110-15,0-3-131 0,-6 3-148 16,0-4-110-16,-1-1-16 0,0 2 46 16,-6 0 85-16,1-2 124 0</inkml:trace>
  <inkml:trace contextRef="#ctx0" brushRef="#br0" timeOffset="164398.9">28454 14976 229 0,'6'4'379'0,"-6"-4"60"15,-6 3 21-15,6 1-21 0,-6 3-58 16,-2-4-39-16,2 5-8 0,-6 3-17 0,-2 0-18 16,1 0-27-16,1 0-27 0,-8 4-32 15,0 0-41-15,1 3-31 0,-1-3-29 16,8 0-21-16,-8-1-26 0,7 0-22 0,6 1-11 15,-6-4-13-15,7-4-6 0,0 4-1 16,-2-3-5-16,2-4-2 0,6-1-9 16,0 1-16-16,0-4-36 0,-6-4-43 0,6 1-58 15,0-1-70-15,6-4-70 0,-6-3-60 16,0 0-41-16,0 0-26 0,0-3 1 0,0 3 22 16,0-3 34-16,-6-1 39 0,6 4 51 15,0-4 55-15,0 4 51 0,0 0 53 0,0 1 54 16,-7 2 57-16,7 0 56 0,0-3 54 15,-7 7 50-15,7 1 39 0,0-1 31 16,0 0 12-16,0 1 7 0,0 3-1 0,0 0-2 16,0 0 14-16,7 3 23 0,0 1 14 15,-1 0 3-15,0 3-5 0,2 0-14 0,-2 0-33 16,0 6-46-16,7-7-38 0,0 5-34 16,0 1-27-16,1-2-24 0,-2 1-15 15,1 0-11-15,0-4-10 0,0 1-3 0,7 3-3 16,-8-4-4-16,2-3-8 0,-1 3-10 15,-7-4-17-15,1 1-35 0,0 0-67 0,-1-4-106 16,-6 0-118-16,0 0-134 0,0-4-133 16,-6 4-114-16,-8-4-13 0,1 4 62 15,-7 0 95-15,2 0 127 0</inkml:trace>
  <inkml:trace contextRef="#ctx0" brushRef="#br0" timeOffset="165106.9">26240 16467 266 0,'0'0'398'0,"0"0"54"15,0-4-13-15,0 4-44 0,0 0-57 16,0 4-71-16,-7 0-43 0,7 4-16 0,-6-1 4 16,-1 0 5-16,0 4 4 0,7 3-8 15,-6-3-17-15,0 3-18 0,0 2-24 0,-2-6-31 16,2 5-23-16,0 0-24 0,-1-1-19 0,0 2-17 16,1-6-15-16,-1 1-6 0,7 0-12 15,-6-4 0-15,6 1-9 0,-6-1-19 16,6-3-39-16,0-4-62 0,0 0-73 0,0 0-79 15,-7-7-74-15,7 3-63 0,0-7-38 0,-7 4-7 16,7-4 17-16,0-5 32 0,0 6 43 16,-6-1 54-16,6-3 66 0,6 2 70 0,-6 1 80 15,0 4 66-15,0 0 59 0,0-1 43 0,0 5 32 16,0-2 26-16,0 5 21 0,0 0 20 16,7 0 19-16,-7 0 21 0,7 5 22 0,-7-2 14 15,6 5 3-15,0-1 12 0,7 0 18 16,-6 4 14-16,0 1-5 0,5-2-16 0,2 1-13 15,-2 3-31-15,2-2-45 0,-1-1-37 16,-1 3-38-16,8-2-27 0,-6-2-31 0,5 1-18 16,-6-3-10-16,0 3-14 0,-7-4-9 15,8-3-22-15,-8 2-35 0,0-1-52 0,1-5-80 16,-7 0-88-16,0 0-89 0,0 0-76 0,-7-5-64 16,1-1-38-16,-8-2-28 0,2 2 31 15,-1-2 67-15,-7-3 81 0,0 0 86 0</inkml:trace>
  <inkml:trace contextRef="#ctx0" brushRef="#br0" timeOffset="165975.41">23745 15287 116 0,'7'-3'334'0,"-7"-1"57"16,0-3 53-16,6-1-34 0,-6 5-38 16,0-5-14-16,0 5 9 0,0 0-5 0,0 3-25 15,0-5-31-15,0 5-50 0,0 0-59 16,-6 5-60-16,6-2-42 0,-7 4-15 0,1 4-12 15,0 0-4-15,-8 0-4 0,8 4-7 16,-7 0-10-16,6 2-15 0,-6-1-11 0,7 2-6 16,-1-4-4-16,0 1-2 0,1 0-4 15,0-4-7-15,6-4-22 0,-7 4-35 0,7-4-49 16,-7-3-70-16,7-4-82 0,0 0-76 16,0 0-54-16,0-4-20 0,0-3 2 15,0-4 38-15,0 4 53 0,0-4 67 0,0-4 65 16,0 4 50-16,-6-4 44 0,6 1 41 15,0 2 39-15,-7 1 39 0,7 0 35 0,0 5 37 16,0-3 30-16,-6 6 18 0,6 0 6 16,0-1-7-16,0 0-8 0,0 4-2 0,0 4-4 0,6 0 8 15,-6-1 14-15,7 4 24 0,-1 1 30 16,1 3 17-16,6 0 7 0,-7 1-7 0,8 2-17 16,-2-3-22-16,-5 4-36 0,6-5-32 15,0 1-28-15,-7 4-16 0,8-8-10 0,-8 4-14 16,1-4-3-16,-1 0-5 0,1-2 7 15,-1-2 0-15,1 2 5 0,-1-5 1 16,-6 0-8-16,6 0-8 0,-6 0-13 0,0-5-11 16,8 5-31-16,-16-3-44 0,8-2-66 15,0 1-89-15,-6 1-103 0,0 0-128 0,-1-1-128 16,1 4-109-16,-1-4-12 0,1 4 47 16,-1 0 82-16,1-3 118 0</inkml:trace>
  <inkml:trace contextRef="#ctx0" brushRef="#br1" timeOffset="-151129.96">16457 15511 224 0,'7'0'353'0,"0"-3"51"0,-1-1 12 16,0-4-26-16,1 1-1 0,0 0 7 15,-1-4 17-15,0-1 11 0,-6 5-5 0,7-4-18 16,-1 4-29-16,-6-4-50 0,7 4-52 16,-7-1-40-16,-7 5-33 0,7-4-31 15,-6 2-35-15,-7 5-29 0,0 0-21 0,0 5-14 0,-13-2-6 16,7 8-2-16,-7 0 1 0,-1 3 0 0,1 8-3 16,-6 4-1-16,5 0-4 0,8 6-1 15,0 5 2-15,-1-4 6 0,7 4 6 0,7 0 4 16,-1-4 5-16,7 3 4 0,7-6 3 15,-1-1-1-15,0 0-3 0,7-3 0 16,7-4-7-16,0 0-10 0,-1-7-14 0,7-1-11 0,0-3-9 16,0 0-11-16,1-3-5 0,-1-4-15 15,-1-4-29-15,1 0-53 0,0 0-73 0,-6-4-87 32,-1-4-111-32,1 1-147 0,0 0-159 0,-1-1-152 0,-5-4-133 0,-2 5-21 0,2-3 53 15,-2 0 128-15,-5-2 166 0,-1 1 196 16</inkml:trace>
  <inkml:trace contextRef="#ctx0" brushRef="#br1" timeOffset="-150723.79">16744 15779 120 0,'0'-5'516'0,"0"2"143"0,-7-2 114 16,7-1 35-16,-6-2-26 0,6 2-134 0,0-3-130 16,0 2-119-16,6-3-95 0,1 2-83 15,0 1-62-15,5 4-48 0,2-6-36 0,-2 6-21 16,2 0-16-16,5 3-9 0,1 0-8 15,0 3-8-15,-8 0-2 0,8 6-3 0,-7 1 10 16,-1 1 5-16,-4 3 9 0,4 1 12 16,-12 4 17-16,0 3 12 0,0-4 6 0,-6 8 6 15,-8-4 4-15,2 3-4 0,-8 1-2 16,1-5-6-16,-1 6-8 0,-6-2-9 16,0 1-7-16,7-4 2 0,-7-4-1 0,6 1 1 15,1-1 8-15,-1-3 9 0,7-4 7 0,0 0 10 16,6-4 16-16,1-3 16 0,0 3 14 15,6-3 10-15,0-4-125 0,6 0-20 16,0 0 0-16,1 0 0 0,6 0 0 0,6 0 0 16,1-4 0-16,-1 4 0 0,1 0 0 0,6 0 0 15,-6-4 0-15,5 4 0 0,1-3 0 16,1 3 0-16,-8-4 0 0,8 4 0 0,-8-3 0 16,1 3 0-16,-2-4 0 0,-4 4 0 15,-1-5 0-15,-6 5 0 0,-1 0 0 0,1-3 0 16,-1 3 0-16,0 0 0 0,-6-3-85 0,-6 3-369 15,6 0-165-15,-6-4-190 0,-1 0-218 16,-6 4-99-16,6-6 9 0,-5 6 72 0,4-5 165 16,-4 2 223-16</inkml:trace>
  <inkml:trace contextRef="#ctx0" brushRef="#br1" timeOffset="-150222.52">15956 16233 222 0,'-7'0'500'0,"7"3"131"0,0-3 101 16,0 0-28-16,-6 0-27 0,12 0-105 31,-6 0-97-31,7 0-87 0,-1 0-64 0,8-3-45 15,5 3-28-15,7-4-20 0,0 0-18 0,13 4-13 16,7-3-9-16,-1-1-16 0,14 0-18 0,6 1-22 16,0-2-17-16,7 3-24 0,-1-3-19 15,1 2-15-15,0-1-11 0,-7 0-10 0,0 1-6 16,-6-1-6-16,-1 4-6 0,-12-4-4 16,-8 1-4-16,2 3-6 0,-14-3-6 0,0 3-6 15,-13-4-19-15,0 4-31 0,0 0-49 16,-13 0-60-16,0 0-72 0,0 0-88 0,-13 4-110 15,0-4-140-15,0 3-149 0,-6 0-164 0,-1 1-65 16,-6-4 23-16,-1 4 89 0,9-1 151 16,-9 1 186-16</inkml:trace>
  <inkml:trace contextRef="#ctx0" brushRef="#br1" timeOffset="-149613.27">16418 16506 250 0,'-12'0'464'0,"4"0"70"0,-4-2 68 16,5-2-25-16,1 0-9 0,-1 1-78 15,0-1-53-15,1 1-30 0,6-4-29 0,-6-1-58 16,6 0-64-16,6 1-42 0,-6-4-34 15,6 3-23-15,8 1-20 0,-1-4-12 16,-1 4-10-16,2 0-5 0,6-5-5 0,5 5-6 16,-5 4-6-16,6-4-10 0,-7 3-9 15,7 4-12-15,0 0-9 0,-6 0-6 0,7 4-5 16,-9 3-6-16,-4 0-2 0,5 4-6 0,-5 0-1 16,-2 0-5-16,-6 8-2 0,-6-2-1 0,8 3-2 15,-16 1-3-15,8 2 4 0,-12-3-1 16,-1 6-3-16,-7 1 0 0,0-6 0 0,-6 5 0 15,7-1-2-15,-13-3-1 0,6 0 4 16,-1-3 6-16,1 4 10 0,0-9 10 0,7 4 11 16,-7-7 17-16,6 0 16 0,7-1 15 15,0-2 16-15,6-1 15 0,1-3 16 0,0 0-74 16,0-4-73-16,6 3 0 0,0-3 0 16,0-3 0-16,12 3 0 0,-6-4 0 0,8 0 0 15,5 4 0-15,1-3 0 0,6-1 0 0,7-4 0 16,-1 5 0-16,1 3 0 0,-1-7 0 15,1 7 0-15,-1-4 0 0,1 0 0 0,-1 4 0 16,1-3 0-16,-7 3 0 0,0-4 0 16,0 4 0-16,-7 0 0 0,1 0 0 0,0-3 0 15,-7 3 0-15,0 0 0 0,-7 0 0 0,7 0 0 16,-7 0 0-16,-6-4 0 0,8 4 0 0,-8 0 0 16,0-5 0-16,0 3 0 0,0-3 0 15,-8 2 0-15,8 0-23 0,-6-5-396 0,-7 4-109 16,7-3-150-16,6 0-174 0,-7-4-191 15,1 0-49-15,-1 0 32 0,1 0 98 0,6-4 180 16,-6 0 225-16</inkml:trace>
  <inkml:trace contextRef="#ctx0" brushRef="#br1" timeOffset="-148600.27">17441 15405 431 0,'-7'-4'550'0,"-5"-4"94"0,4 5 79 0,-11-1-78 16,6 1-87-16,-6 3-104 0,-1 0-77 16,1 3-57-16,-1 4-47 0,0 5-40 15,1 2-23-15,-1 4-16 0,1 4-10 0,6 8-11 16,-1 3-8-16,2 7-11 0,-1 0-9 15,6 5-9-15,1 1-8 0,-1 7-14 0,7-2-14 16,0 0-6-16,0 0-15 0,0 1-14 16,7-5-16-16,-1 4-4 0,7-7-8 0,-6 4-7 15,5-8-5-15,2 1-5 0,-1-1-2 0,0-7-7 16,0 1-5-16,7-9-4 0,-8 0-3 16,8-6-18-16,-7-5-31 0,0 1-55 0,6-8-65 15,-5-7-78-15,-2 0-96 0,2-7-116 16,-1-1-117-16,-1-6-121 0,-4-5-105 0,4-2-77 15,2-1 15-15,-8-4 88 0,7 1 127 16,-7-5 160-16</inkml:trace>
  <inkml:trace contextRef="#ctx0" brushRef="#br1" timeOffset="-148084.65">17552 15921 361 0,'6'-11'553'0,"-6"0"131"15,-6-1 103-15,6 6-15 0,0-2-108 16,0 2-100-16,0-2-95 0,0 4-110 15,0 1-93-15,0-1-74 0,0 4-42 0,0 4-25 16,6-1-7-16,-6 4 6 0,6 1 9 16,-6 6 6-16,8-2-7 0,-8 6-9 0,6-1-11 15,-6 6-8-15,6 0-7 0,-6-2-6 16,0 1-2-16,6 4-3 0,-6-4-3 0,0 0-8 16,0 0-4-16,0-4-4 0,0 0 1 0,0-4 1 15,0 1 1-15,0-4 1 0,0 0 0 16,0-4 5-16,-6 1 9 0,6-4 6 0,0 0-91 15,0-1 0-15,-6-3 0 0,6-3 0 0,-6-5 0 16,-2 0 0-16,8 1 0 0,-6-7 0 16,0 0 0-16,6-2 0 0,-7-2 0 15,7 4 0-15,0-5 0 0,0 1 0 0,0 0 0 16,0 4 0-16,7-2 0 0,-1 2 0 0,8-1 0 16,-2 0 0-16,1 1 0 0,7-1 0 15,-8 4 0-15,8 0 0 0,0-1 0 16,-7 2 0-16,7 3 0 0,-2-3 0 0,-4 2 0 15,5 4 0-15,-5-1 0 0,-2 2 0 16,2 3 0-16,-2 3 0 0,2 6 0 0,-1-6 0 16,-7 8 0-16,7 0 0 0,-6 4 0 0,-1 3 0 15,0 1 0-15,1-1 0 0,-7 0 0 16,0 4 0-16,7-4 0 0,-7 1 0 16,0 3 0-16,6-4 0 0,-6-3 0 0,0 3 0 15,0-7 0-15,0 4 0 0,0-8 0 0,0 0 0 16,0 0 0-16,0-3-176 0,0-4-216 15,0 0-95-15,0-7-143 0,0-1-163 0,0-2-173 16,0-5-83-16,0 0 14 0,0-4 78 0,7 2 162 16,-1-5 204-16</inkml:trace>
  <inkml:trace contextRef="#ctx0" brushRef="#br1" timeOffset="-147772.25">18034 15698 168 0,'6'-15'608'0,"-6"0"142"15,7-3 110-15,-1-1 58 0,-6 4-61 16,6 1-169-16,1-1-157 0,0 1-107 0,-1 7-83 16,0-4-72-16,1 8-51 0,6-1-40 15,0 8-33-15,0-1-20 0,6 8-8 0,-5 7-6 16,5 0-11-16,1 9-4 0,-8 0-6 16,2 4-6-16,-1 5-9 0,0-3-4 15,0 8 1-15,-13-1 3 0,6 0 6 0,-6 4 7 16,7-4-37-16,-14 1-51 0,7-1 0 0,0-3 0 15,-6-1 0-15,-1-3 0 0,1 0 0 16,0-8 0-16,-1 2 0 0,0-5 0 0,1-1 0 16,-8-5 0-16,8-6 0 0,0 0 0 15,-7-1 0-15,6-6 0 0,1-3 0 0,-7-3 0 16,7-1-270-16,-8-1-182 0,1-1-155 16,0-2-210-16,0-3-232 0,7 0-74 0,-8-3 15 15,8 3 77-15,0-4 168 0,-1 1 250 0</inkml:trace>
  <inkml:trace contextRef="#ctx0" brushRef="#br1" timeOffset="-147238.06">19069 15870 292 0,'-6'-3'383'16,"-1"-2"55"-16,1 2-32 0,-1-4 37 15,0-1-10-15,1 1-7 0,0 3-5 16,-2-3 10-16,2-1-1 0,0 5-18 0,6-4-53 16,-6 3-58-16,6 4-51 0,-7-4-54 15,7 4-39 1,-7 4-25-16,7 0-13 0,-6-1-9 15,-1 9 5-15,1 2 12 0,6 1 6 0,0 6-2 16,-6 2-6-16,6 2-7 0,6 1-16 0,-6 0-17 16,6 3-21-16,-6-4-20 0,7 2-16 15,-1-2-10-15,1 0-9 0,0-2-5 0,-7-2-5 16,6-2-23-16,0-1-39 0,-6-4-49 16,0-2-55-16,6-1-115 0,-6-4-67 0,0-3-102 15,-6-4-127-15,6 0-123 0,-6-8-108 16,0 1-25-16,-1 0-7 0,0-5 83 0,1 1 142 15,-1-3 160-15</inkml:trace>
  <inkml:trace contextRef="#ctx0" brushRef="#br1" timeOffset="-147044.6">18886 16072 352 0,'-12'-4'444'0,"5"0"73"0,0-4 32 16,1 6 51-16,0-3-41 0,-1 2-47 0,7-1-43 16,-6 0-42-16,6 0-67 0,6 1-86 15,1-1-68-15,5 1-42 0,2-1-30 0,-2 4-18 16,15-3-20-16,-7 3-17 0,12-5-16 0,-6 5-16 0,7-3-13 15,-1 3-3-15,-6 0-9 0,7 0-17 0,-7 0-3 16,-1 0-3-16,-5 0-19 0,0 0-40 16,-7 0-58-16,-1 0-80 0,-4 0-133 0,-2 0-143 15,-6-4-162-15,0 1-167 0,0 3-46 0,0-8 32 16,0 5 101-16,0-5 128 0,6 5 172 16</inkml:trace>
  <inkml:trace contextRef="#ctx0" brushRef="#br1" timeOffset="-146700.89">20014 15771 200 0,'6'-15'615'0,"6"5"121"0,-12-9 87 15,0 4 52-15,0-4-102 0,0 2-184 16,-6 2-142-16,0 1-90 0,0 3-59 0,-8-1-56 15,8 4-55-15,-7-2-49 0,-1 6-41 16,2 4-27-16,-1 0-28 0,-7 4-14 16,7 3-5-16,-6 1 4 0,5 7 9 0,-5 3 7 15,13 1 15-15,-8 1 15 0,2 7 9 16,4-1-1-16,2 2 1 0,6 2 0 16,0-1-11-16,-6 0-10 0,12 1-11 0,-6-1-11 15,0-3-9-15,6 0-7 0,2-5-7 16,-2 2-5-16,7-6-3 0,-6 3-3 0,6-6-3 15,-1-3-18-15,2 0-36 0,5-8-62 0,-6 5-75 16,7-8-96-16,-1 0-135 0,1-8-146 16,-1 5-129-16,1-8-106 0,0 4-110 0,-8-4-3 15,2-1 83-15,-1 1 136 0,-1-3 149 0</inkml:trace>
  <inkml:trace contextRef="#ctx0" brushRef="#br1" timeOffset="-146198.97">20156 15904 346 0,'0'-8'531'0,"0"-1"120"0,0 3 111 15,0-5-22-15,-6 3-92 0,6-2-87 16,0 2-86-16,0-3-93 0,0 4-90 16,6-1-69-16,-6 1-60 0,7 0-49 0,0 3-35 15,5 1-25-15,-4-1-17 0,4 0-14 16,8 4-9-16,-7 0-6 0,-1 0-2 0,8 4-1 16,0 0-4-16,-7-1 0 0,7 5-1 15,-8-5 0-15,2 9-3 0,-8-5-2 0,1 0 2 16,-7 4-1-16,0 0 0 0,0 0 1 0,-7 0 2 15,-6 0 1-15,0 3 2 0,0-2 0 16,0-1 3-16,-6 0-1 0,-1 0 0 0,6-1-2 16,2 2 1-16,-1-5 0 0,0-4-2 15,6 5 0-15,7-5 3 0,-6-3 2 0,12 4-4 16,-6-4-2-16,7 0 1 0,6 0 0 16,0 0-2-16,-1-4 0 0,8 4 0 0,0-3 0 15,-1 3 2-15,1 0 0 0,0 0 1 16,-7 0 9-16,6 3 9 0,-6 1 12 0,1 0 8 15,-2 3 11-15,-5 1 9 0,-1 2 1 16,1-3 14-16,-7 8 12 0,0-3 12 0,-7-1 14 16,1 3 13-16,-7-2 10 0,-1 2-1 15,-5-3-2-15,6 0-5 0,-6 0-9 0,-1-1-14 16,7-3-12-16,-7 2-15 0,8-3-18 16,-2-2-15-16,2 0-13 0,-2-4-8 0,8 0-8 15,-1 0-8-15,1 0-21 0,-1-4-34 0,7 0-45 16,-6 1-58-16,6 0-72 0,0-1-83 15,0-1-97-15,0-2-127 0,0 4-142 16,6-1-152-16,-6 1-136 0,7-1-21 0,-7 4 56 16,0-4 126-16,0 4 169 0,0 0 201 0</inkml:trace>
  <inkml:trace contextRef="#ctx0" brushRef="#br1" timeOffset="-145917.73">19864 16258 43 0,'-20'7'558'0,"1"-3"176"0,11 0 109 16,-4-1 73-16,6-3-90 0,-1 0-124 0,-6 0-177 0,13 0-136 15,-7 0-84-15,7 0-54 0,0 0-41 16,7 0-32-16,6 0-29 0,6 0-17 0,7 0-13 16,7-3-10-16,6 3-14 0,1 0-22 15,5-4-20-15,7 4-21 0,-7-4-11 0,14 4-6 16,-7-3-6-16,7 3-2 0,-7-4 0 15,0 4-2-15,-6-3-3 0,-7 3-2 0,-7-4 0 16,-6 4 0-16,1 0 0 0,-15-3 0 0,2 3-9 16,-2 0-22-16,-5 0-41 0,-7 0-70 15,0 0-91-15,-7 0-140 0,1 0-170 0,-7 3-196 16,0-3-194-16,7 0-65 0,-8 4 20 16,1-1 103-16,0 1 159 0,0-1 207 0</inkml:trace>
  <inkml:trace contextRef="#ctx0" brushRef="#br1" timeOffset="-145400.33">20190 16559 364 0,'-14'7'667'0,"1"-4"136"0,0 1 88 0,0-4-33 16,7 0-67-16,-1-4-161 0,-6 1-159 15,7-1-94-15,-1 1-60 0,7-1-46 0,-7-3-47 16,7 2-37-16,0-1-39 0,7-2-32 0,0 2-26 15,5 1-21-15,2-2-17 0,-1 2-18 16,6 3-12-16,-6-2-8 0,7 0-3 0,-1 4-4 16,1 0-3-16,0 4-2 0,-1 0 2 0,0-2-2 15,-6 7-2-15,1-1 0 0,-2-2-2 16,-5 5 0-16,0 0 0 0,-1 4 0 16,-6-1 1-16,-6 2 1 0,6-2 3 0,-14 5 4 15,8-5 2-15,-7 8 4 0,-7-4 5 0,1 0 2 16,0 4 4-16,-1-3 1 0,-6-1 4 15,-1 1 2-15,1-1 3 0,7 0 5 0,-7 0 4 16,0-3 5-16,7-4 9 0,5 0 13 16,-6 0 22-16,14-4 33 0,-6-3-38 0,5-1-87 15,0 1 0-15,7-4 0 0,0 0 0 0,7-4 0 16,0 1 0-16,5-1 0 0,2 0 0 16,-2 1 0-16,15-1 0 0,-8-3 0 0,7 4 0 15,6-5 0-15,-6 4 0 0,1-3 0 0,-1 3 0 16,0-3 0-16,0 3 0 0,0 1 0 15,0-4 0-15,0 2 0 0,-6 5 0 0,0-3 0 16,-1-1 0-16,-6 4 0 0,0-3 0 16,-7 3 0-16,0-4 0 0,2 4 0 0,-8 0 0 15,0 0 0-15,0 0 0 0,-8 0 0 0,-4 0-61 16,5 0-372-16,-6 0-143 0,0-4-180 16,1 1-199-16,-2-1-139 0,8 1-18 0,-1-6 60 15,0-1 137-15,7-1 211 0,0 0 249 0</inkml:trace>
  <inkml:trace contextRef="#ctx0" brushRef="#br1" timeOffset="-144867.93">21030 16042 371 0,'-7'-8'468'0,"7"1"73"0,-7 0 23 16,7-1 33-16,0 5-57 0,-6-4-60 0,6 3-44 15,0 0-49-15,0 1-67 0,0-1-83 16,0 4-65-16,-7 0-43 0,7 4-31 15,-6-1-6-15,6 5 7 0,-6 2 7 0,6 5 10 16,-8 4-6-16,8-1-5 0,-6 4-11 0,6 0-10 16,0 0-12-16,0 3-18 0,6 1-9 15,-6-1-12-15,8 2-9 0,-8-5-9 16,0-1-6-16,6 1-2 0,-6-3-7 0,0-1-17 0,0-4-31 16,0-2-47-16,0-1-71 0,-6-7-108 15,6 3-150-15,-8-7-154 0,2-4-155 16,6-3-124-16,-12-4-18 0,12-1 62 0,-14-2 127 15,8-4 155-15</inkml:trace>
  <inkml:trace contextRef="#ctx0" brushRef="#br1" timeOffset="-144664.81">20860 16167 411 0,'-7'0'544'16,"7"4"101"-16,-6-4 63 0,6 0-9 0,0 3-93 0,6-3-94 15,1 0-80-15,0 0-71 16,6 0-69-16,7 3-59 0,-8-3-54 0,14 0-41 15,-7 0-33-15,7 0-28 0,1 0-21 0,-1 0-18 16,0 0-14-16,7 0-11 0,-14 0-7 0,7 0-15 16,-13 0-32-16,6 0-58 0,-12-3-90 15,6 3-138-15,-7-3-156 0,-6-1-177 0,0-1-163 16,0 2-48-16,0-4 34 0,-6 3 109 0,6-3 141 16,0 0 183-16</inkml:trace>
  <inkml:trace contextRef="#ctx0" brushRef="#br1" timeOffset="-144302.6">21719 15808 434 0,'7'-15'602'0,"-7"-4"119"16,0 5 88-16,0-5-36 0,0 5-129 15,-7-1-117-15,7 1-116 0,-6 3-102 0,0 0-72 16,-8 3-64-16,8 1-49 0,0 2-35 16,-7 5-13-16,-1 5-9 0,2-1-1 0,-2 7 2 15,2 3 4-15,-2 1 8 0,1 3 5 16,1 0 2-16,-2 4 2 0,8 4 4 16,0 0 6-16,-1 0-5 0,0 0-7 0,7-1-7 15,7 1-13-15,0-1-16 0,-1-3-12 16,0 0-11-16,8 0-8 0,-8-4-8 0,7-3-1 15,7-1-7-15,-8-2-7 0,8-1-26 16,-7-4-46-16,7-3-63 0,-8-1-78 0,8-3-113 16,0 0-145-16,-7-7-156 0,0 0-133 0,0 0-144 15,0-1-32-15,0-2 57 0,0-6 118 16,0 5 163-16,0-4 172 0</inkml:trace>
  <inkml:trace contextRef="#ctx0" brushRef="#br1" timeOffset="-144036.23">21941 15887 49 0,'0'-3'547'0,"-7"3"182"0,7 0 122 0,0 0 54 16,0 0-57-16,-6 0-157 0,6 0-168 15,0 3-139-15,0 2-84 0,0 2-41 0,0 4-14 16,0 0-19-16,0 4-24 0,0 3-25 0,6 1-20 16,-6-1-33-16,7 0-36 0,0 0-24 15,-7 1-22-15,6-4-16 0,1 3-19 0,-7-4-3 16,6-3-5-16,0 3-14 0,2-5-25 0,-8-2-42 15,0 0-56-15,6-3-82 0,-6-1-112 16,0-3-161-16,0 0-168 0,0-3-167 16,-6-1-134-16,-2-3-17 0,2 3 60 0,-7 1 146 31,0-6 176-31,0 9 201 0</inkml:trace>
  <inkml:trace contextRef="#ctx0" brushRef="#br1" timeOffset="-143801.97">21466 16258 109 0,'-13'11'664'16,"0"-4"180"-16,0 1 113 0,7-5 74 16,-2 2-92-16,8-2-170 0,0-3-223 15,8 3-140-15,-2-6-80 0,13 3-50 0,1 0-45 16,12-3-38-16,1-2-39 0,-1 2-33 0,7-1-22 16,7-3-24-16,-7 3-17 0,7-3-20 15,-1 3-15-15,8 1-7 0,-1-4-7 0,-7 2-2 16,0 2-3-16,1-1-2 0,-7 4-2 0,-6-3-2 15,-7 3-10-15,-6-4-15 0,-1 4-26 16,-6-4-37-16,0 4-53 0,-7 0-63 0,-6 0-81 16,0 0-99-16,0 0-140 0,-6 0-146 15,0 0-145-15,-1 0-136 0,-6 4-19 0,6 0 61 16,-5-1 136-16,-2 1 165 0,2 4 192 16</inkml:trace>
  <inkml:trace contextRef="#ctx0" brushRef="#br1" timeOffset="-143302.95">21876 16463 48 0,'-19'8'610'0,"5"0"181"15,2-1 122-15,-2-7 87 0,1 3-58 0,7-3-146 16,-7 0-193-16,6-3-125 0,1 3-79 16,0 0-54-16,-1-5-46 0,7 5-48 0,0 0-49 15,0-2-44-15,7-3-31 0,-1 5-25 0,7-3-21 16,0 3-35-16,6 0-46 0,-5 0 0 15,5 3 0-15,0-3 0 0,1 5 0 0,-1 2 0 0,1-4 0 0,-7 4 0 0,0 1 0 16,0 3 0-16,1-3 0 0,-2 2 0 16,-6 5 0-16,-6-4 0 0,0 3 0 0,0 0 0 15,0 1 0-15,-6 4 0 0,-6-4 0 0,-2 3 0 16,1 1 0-16,0-2 0 0,-6 2 0 16,-1-1 0-16,1 1 0 0,-1-2 0 0,-6-1 0 15,6-2 0-15,1 1 0 0,-1 0 0 0,1-1 0 16,6-7 0-16,0 4 0 0,-1-4 0 15,8 1 0-15,0-4 0 0,6-1 0 0,-6 1 0 16,12-4 0-16,-6 0 0 0,12 0 0 16,2 0 0-16,-1 0 0 0,7-4 0 0,-1 4 0 15,7-3 0-15,0-1 0 0,0 1 0 0,0-5 0 16,7 4 0-16,-1-3 0 0,1 3 0 16,-7-3 0-16,7 3 0 0,-1-3 0 0,-6 4 0 15,0-2 0-15,-7-2 0 0,1 4 0 0,-1-1 0 16,-5 0 0-16,-8 1 0 0,0 3 0 15,2-4 0-15,-8 1 0 0,0 3 0 16,-8-4 0-16,2-1 0 0,-7 5-472 0,0-2-388 16,-6 2-296-16,-1-5-104 0,0 5 7 0,-5 0 92 31,-1-3 175-31,-7 3 293 0</inkml:trace>
  <inkml:trace contextRef="#ctx0" brushRef="#br1" timeOffset="-137685.48">22072 15650 194 0,'12'-7'342'16,"2"0"57"-16,-8 0 16 0,7-6-45 16,-7 3-10-16,8-1-13 0,-8 0 7 0,0 0 1 15,8 4 2-15,-8-4-6 0,1 4-21 16,-1-1-38-16,0 1-56 0,1 3-46 0,-7 1-46 16,7-1-39-16,-7 4-32 0,0 0-19 15,0 4 5-15,0-1 4 0,-7 8 11 16,7 4 17-16,-13 3 23 0,7 11 15 0,-7 0-2 15,-7 8 4-15,7 7 2 0,-6 0-1 16,-8 8-3-16,1 2-6 0,0 5-8 0,1 3-10 16,-9 4-13-16,2 3-14 0,-7 1-19 0,6 0-15 15,-5 1-12-15,5-2-4 0,1-4 0 16,-1-2 5-16,7-5 4 0,6-3 5 0,1-7 0 16,-1-1 2-16,14-7-4 0,-8 1-5 15,8-8-6-15,0-4-4 0,-1 0-8 0,7-6-4 16,-7-4-2-16,7-5-2 0,0-3-1 0,-6-4-1 15,6 0 0-15,0-3-16 0,0-8-31 16,-7 1-49-16,7-5-60 0,-6 0-79 16,6-6-101-16,0 0-149 0,-6-8-160 0,6-1-166 15,0-5-146-15,-7-2-33 0,7-3 45 0,0-3 131 16,0-1 174-16,0 0 204 0</inkml:trace>
  <inkml:trace contextRef="#ctx0" brushRef="#br1" timeOffset="-137112.08">21440 15566 222 0,'0'-8'401'0,"-7"2"59"15,7-3 56-15,-6 3-57 0,0-2 2 16,-2 5-46-16,2-5-24 16,6 5-20-16,-6-1-15 0,-1 1-31 15,7-1-51-15,-7-1-43 0,7 2-31 0,0 3-21 16,-6-3-28-16,6 3-28 0,0 0-29 16,0 0-18-16,0 0-18 0,0 0-13 15,0 0-9-15,0 0 3 0,0 0 21 0,0 3 15 16,0 5 19-16,0-4 17 0,6 6 15 15,-6 1 14-15,7 0 8 0,0 7 7 0,-1 1 4 16,0 3 8-16,8 3 4 0,-1 5-1 16,6-1-7-16,0 0 1 0,1 8 3 0,6 0 6 15,7 0-108-15,-7 2-65 0,7 5 0 16,-1 1 0-16,1-2 0 0,-1 9 0 0,7 0 0 16,-6 2 0-16,6 0 0 0,-6 5 0 15,6 0 0-15,-1 0 0 0,1 0 0 0,7-5 0 16,-7 5 0-16,7-8 0 0,-1 1 0 15,-6-1 0-15,7-6 0 0,-7-2 0 0,0-3 0 16,-6-3 0-16,0 0 0 0,-1-5 0 0,-13-7 0 16,8 1 0-16,-14 0 0 0,6-8 0 15,-13-2 0-15,8-2 0 0,-8-7 0 0,1 1 0 16,-1-5 0-16,-6 1 0 0,7-4 0 16,-7-4 0-16,0 1 0 0,0-5 0 0,-7-3 0 15,7 1 0-15,-6-2 0 0,-1-6 0 0,1 3 0 16,0 0-421-16,-8-3-244 0,8 0-172 15,-1 0-175-15,-6 3-109 0,0-4 10 16,-7 5 78-16,8-4 164 0,-8 3 206 0,-6 0 243 0</inkml:trace>
  <inkml:trace contextRef="#ctx0" brushRef="#br1" timeOffset="-136434.12">20835 15673 166 0,'6'-5'408'0,"6"2"89"16,-5-1 105-16,-7-3-12 0,7 3 25 0,-7-3-60 16,0 3-58-16,6-4-44 0,-6 6-65 15,0-3-82-15,0 2-65 0,0 3-51 16,-6 0-46-16,-1 3-33 0,-6 2-21 0,-7 9-6 15,1-1 5-15,-7 10 17 0,-6 7 26 16,-1 2 15-16,-7 8 13 0,1 9 6 0,-6 2-1 0,-1 8-4 16,-6 6-3-16,0 2-1 0,0 6-10 15,7 4-11-15,-8-1-10 0,7-2-14 0,1-4-22 16,6-1-19-16,0-3-18 0,13-7-15 0,0-5-13 16,6-7-10-16,0-3-15 0,2-2 0 15,4-10 0-15,8-3 0 0,-7-7 0 0,7-3 0 16,-2-4 0-16,2-4 0 0,6-4 0 0,-6-3 0 15,0-1-82-15,-1-6-71 0,0-1-74 16,1-3-84-16,-1-1-93 0,7-4-142 0,-6-1-153 16,6-1-161-16,0-6-133 0,6-5-21 15,-6-1 51-15,0-3 140 0,7-4 183 16,-1-4 212-16</inkml:trace>
  <inkml:trace contextRef="#ctx0" brushRef="#br1" timeOffset="-136058.75">19837 15859 44 0,'-12'-22'460'0,"-2"0"89"0,2-4 71 0,-2 0 89 16,1 4-57-16,1-3-123 0,4 7-79 16,-4-4-51-16,6 2-35 0,-1 7-49 0,0-1-60 15,1 1-50-15,6 7-40 0,0-2-36 16,0 5-36-16,0 3-35 0,6 3 2 15,8 11 21-15,-2 1 34 0,8 10 43 0,6 2 40 16,-1 10 30-16,9 3 6 0,-1 4 3 16,5 7 3-16,-5 4 2 0,6 3-7 0,-1 8-68 15,-4 1-167-15,5-1 0 0,0 3 0 0,-1 1 0 16,-5-4 0-16,7-4 0 0,-2 0 0 0,1-7 0 16,-6 0 0-16,-1-3 0 0,1-5 0 15,-1-3 0-15,-5-7 0 0,-1 0 0 0,-6-8 0 16,-1-7 0-16,-6-4 0 0,0 1 0 15,-7-12 0-15,8 0 0 0,-14-3 0 0,6-4 0 16,0-4 0-16,2 0 0 0,-8-3 0 16,0-1 0-16,0 1 0 0,-8 0 0 0,2-4-341 15,0 4-438-15,-1 0-331 0,-6-1-129 16,6 1-17-16,-12-1 70 0,6 1 146 0,0 3 258 16,-7-3 362-16</inkml:trace>
  <inkml:trace contextRef="#ctx0" brushRef="#br1" timeOffset="-131391.95">17037 15580 36 0,'6'-7'358'16,"1"0"87"-16,0-1 91 0,-1 2 42 15,-6-3 13-15,6-1-29 0,-6 3-48 16,0-4-36-16,7 4-46 0,-7-2-75 0,0 3-62 15,0 2-53-15,0-3-43 0,0 7-37 16,0-3-38-16,-7 3-25 0,7 3-15 0,-6 8-5 16,0 0 7-16,-8 7 16 0,2 3 23 15,-1 5 18-15,-7 7 14 0,6 4 15 0,-11 3 11 16,5 8 0-16,-6-1-2 0,0 5-13 16,1 6-15-16,5 1-10 0,-6 7-11 0,-1-3-40 15,1 6-92-15,7-4 0 0,-7 2 0 16,0-5 0-16,6-4 0 0,-5-2 0 0,5-1 0 15,0-8 0-15,1-2 0 0,-1-10 0 16,8 2 0-16,-2-7 0 0,8-5 0 0,-8-2 0 16,8-6 0-16,-1-6 0 0,7 1 0 0,0-5 0 15,0-7 0-15,0 0 0 0,0 0 0 16,0-7-23-16,0 0-271 0,0-4-69 0,0 3-70 16,0-6-98-16,0-1-112 15,0 1-122-15,0-2-122 0,-6-2-70 0,0 0 14 16,-1-4 97-16,7-4 143 0,-7 1 175 15</inkml:trace>
  <inkml:trace contextRef="#ctx0" brushRef="#br1" timeOffset="-130917.48">16301 15587 77 0,'-13'-21'504'0,"0"-2"140"15,6 2 108-15,-5-2 90 0,5 6-87 0,0-6-132 16,1 9-100-16,-1-1-98 0,1 1-67 16,0-1-51-16,-1 7-44 0,0-2-37 15,7 2-35-15,-6 5-34 0,6-1-38 0,0 0-35 16,0 4-18-16,0 4-2 0,0 0 15 16,6 7 29-16,1 4 34 0,6-1 44 0,-7 8 34 15,7 6 25-15,7 3-14 0,0 5-231 16,-1 4 0-16,1 4 0 0,6-1 0 0,0 3 0 15,7 4 0-15,-1 2 0 0,1-1 0 16,-1 4 0-16,7 0 0 0,0 0 0 0,-7 4 0 0,8-4 0 16,-1 3 0-16,0-2 0 0,0-6 0 15,-6 1 0-15,-1-2 0 0,1-5 0 0,-7-5 0 16,-1 3 0-16,-5-6 0 0,-7-3 0 0,1-4 0 16,-2 0 0-16,-6-6 0 0,2-2 0 0,-2 2 0 15,-6-9 0-15,6 1 0 0,-6-5 0 16,0-3 0-16,0 1 0 0,7-5 0 0,-7 2 0 15,0-5 0-15,0 0 0 0,0 0 0 16,0-5 0-16,-7 2 0 0,7 0 0 0,0-5 0 16,-6 2 0-16,6-2 0 0,-6-1 0 0,6 3 0 15,-8-5-435-15,2 3-300 0,0-3-220 16,0 0-191-16,-1 1-43 0,-6-2 48 0,6 2 123 16,-5-5 199-16,4 3 261 0</inkml:trace>
  <inkml:trace contextRef="#ctx0" brushRef="#br1" timeOffset="-129919.08">12153 15702 286 0,'0'-4'470'0,"6"-1"77"0,-6 2 83 0,0 0-16 16,6-1-70-16,-6 4-65 0,0-4-49 15,0 1-44-15,0 3-62 0,0 0-71 16,0 0-56-16,0 0-40 0,0 3-27 0,7 5-12 15,-7-2 3-15,0 6 10 0,0 3 4 16,6 6 2-16,1 1 3 16,-7 4 3-16,7 0-1 0,-1 7-8 0,0 0-5 15,2 0-4-15,-2 0-2 0,6 0-6 16,-5-4-5-16,0 0 1 0,-1-3 1 0,7 0-2 16,-7-4-3-16,2-4 1 0,-8-3 2 15,6-1 7-15,0-2 10 0,-6-6-110 0,0 2-19 16,0-5 0-16,0 1 0 0,0-4 0 0,0-4 0 15,-6 1 0-15,0-5 0 0,-2 2 0 16,2-6 0-16,0-2 0 0,-1-1 0 0,1-3 0 16,-1-1 0-16,0-2 0 0,1-5 0 15,0 0 0-15,6 0 0 0,0 0 0 0,0 1 0 16,0 3 0-16,6-3 0 0,7 2 0 16,-6-2 0-16,6 3 0 0,-1 4 0 0,2-1 0 15,5 1 0-15,-6-1 0 0,7 4 0 16,-1 1 0-16,1 0 0 0,-1 3 0 0,1 3 0 15,0-3 0-15,-1 8 0 0,1 0 0 16,-1 3 0-16,0 3 0 0,1 0 0 16,-1 8 0-16,-5 1 0 0,-2-2 0 0,2 8 0 15,-1 4 0-15,0 0 0 0,-6 1 0 16,-1 6 0-16,0-3 0 0,0 3 0 0,2 0 0 16,-8 1 0-16,0-2 0 0,6-2 0 0,-6 0 0 15,0 0 0-15,0-4 0 0,0-4 0 16,0-3 0-16,0-1 0 0,0-2 0 0,0-2 0 15,0-2 0-15,0-5 0 0,-6-3 0 16,6 0 0-16,-8-3 0 0,-4-1 0 0,6-3-248 16,-8-4-446-16,1-4-219 0,7 0-229 15,0-3-66-15,-2-3 44 0,8-2 106 0,0-3 193 16,8 1 239-16</inkml:trace>
  <inkml:trace contextRef="#ctx0" brushRef="#br1" timeOffset="-129152.18">12863 15291 379 0,'0'-26'507'0,"-14"1"69"16,1-1 67-16,0 0-32 0,-6 0-141 0,-1 1-91 16,-6 0-53-16,7-1-44 0,-7 0-52 15,-7 4-45-15,7-4-34 0,-6 5-4 16,-1-5-15-16,0 8-6 0,1-5 1 0,-1 9-5 15,1-5-7-15,-8 9-16 0,1 2-6 16,1 1-11-16,-2 0-12 0,1 7-7 16,0 0-8-16,0 0-10 0,-7 7-5 0,7-3 2 15,1 7 4-15,-2-1 5 0,1 6-1 0,-6-2 6 16,5 1-3-16,1 7-1 0,-6 0-1 16,5 3-4-16,2 1 2 0,-8 3-1 0,7 1 12 15,0 2 12-15,0 5 0 0,-1 3 7 16,1 1 2-16,1-1 4 0,5 4-6 0,1 4-7 15,-1-1 5-15,7 0 1 0,0 5-1 16,-1-1 0-16,9 1-2 0,-2 0 8 16,7-2-1-16,-1 1 3 0,8 5 8 0,6-2 12 15,0 2 13-15,6-5-77 0,8 4-41 16,-1 0 0-16,7-1 0 0,5 2 0 0,1-2 0 16,6-2 0-16,8-4 0 0,5-1 0 15,1-3 0-15,0 0 0 0,6-4 0 0,-1-3 0 16,-4-1 0-16,11 1 0 0,-5-7 0 0,4 2 0 15,2-7 0-15,0 6 0 0,6-9 0 0,7-1 0 16,-7-2 0-16,0-5 0 0,6 1 0 16,-6-7 0-16,0-1 0 0,-6-7 0 0,0-4 0 15,0-4 0-15,-1 1 0 0,-5-7 0 0,-8-1 0 16,1-7 0-16,-1-1 0 0,1-2 0 16,-7 0 0-16,0-8 0 0,1-4 0 0,-8-3 0 15,-7-1 0-15,8-6 0 0,-13 0 0 16,6-5 0-16,-13-3 0 0,6 0 0 0,-6 0 0 15,-6 0 0-15,0-4 0 0,-7 2 0 16,-7-3 0-16,0 2 0 0,-6-4 0 0,1-4 0 16,-8 0 0-16,-13 0 0 0,7 0 0 15,-13-1 0-15,7 2 0 0,-8 2 0 0,-5 2 0 16,6 6 0-16,-7-1 0 0,1 9 0 0,5-2 0 16,-11 10 0-16,5-1 0 0,1 3 0 15,-8 3 0-15,1 9 0 0,0 0 0 0,-6 2 0 16,5 5 0-16,1 4 0 0,0 7 0 15,0-1 0-15,7 8 0 0,5 0 0 0,7 3 0 16,1 2 0-16,6 5 0 0,7-2 0 16,-1 6 0-16,7 1 0 0,0 0 0 0,6 3 0 15,7-4 0-15,0 4 0 0,7 5 0 16,-1-4 0-16,8 2-429 0,-2 2-470 0,2-2-290 16,5 1-90-16,-6-4 20 0,6 5 96 15,-11-5 189-15,4-4 301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7:28:50.7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4370 5345 200 0,'6'0'371'0,"-6"0"52"0,0 0-10 16,0 3-22-16,0-3-89 0,0 0-82 0,0 5-35 15,0-2-6-15,0 0 10 0,0 5 24 16,0-1 23-16,0 4 19 0,6 0-7 0,-6 0-18 15,0-1-20-15,8 5-26 0,-8 1-20 16,0 2-17-16,6-4-21 0,-6 4-15 0,0-3-16 0,6 0-12 31,-6 4-10-31,7-5-7 0,-7 0-4 0,0 1-8 16,6-4-6-16,-6 4-5 0,0-4-9 16,0-4-8-16,0 4-7 0,7-8-1 0,-7 5-1 0,0-4 5 15,0-1 9-15,0 1 7 0,0-4 11 0,0 0 0 16,0 4 0-16,0-8-14 15,0 4-32-15,-7-4-57 0,7 1-89 0,-6-4-125 16,6-1-155-16,-7 1-190 0,1-4-189 16,0 0-66-16,6-4 18 0,-8 0 89 0,8 1 137 15,0-1 182-15</inkml:trace>
  <inkml:trace contextRef="#ctx0" brushRef="#br0" timeOffset="701.56">4520 5235 127 0,'0'-12'328'16,"-7"6"46"-16,7-5 43 0,-7 0-46 0,1 0-65 15,-1 0-39-15,1-1-12 0,-1 2 1 16,-6-2 4-16,7 1 1 0,0 0-19 0,-8 1-10 15,8-1-10-15,-7 3-20 0,6-2-31 16,-6 2-27-16,1 1-13 0,-2-1-21 16,1 5-27-16,0-5-19 0,0 5-15 0,-7 3-7 0,8-5-9 15,-8 5 0-15,1 0-1 0,5 0 1 0,-6 5 3 16,1-2 0-16,6 1 0 0,-6 3-2 16,-1 1-4-16,7 2-3 0,0 2-6 0,-6-1-1 15,5 3 0-15,2 1 6 0,-2 3 9 16,2 0 9-16,-1 1 8 0,-1 3 8 15,2 4 4-15,4-1 0 16,-4 1-2-16,6 4-7 0,-1-1-3 0,0 0 0 16,7 0-5-16,-6 4-7 0,6-3-3 15,0 2 2-15,0 1-4 0,0 0-6 0,6-4-3 0,1 5 0 16,0-6 4-16,-1 6 3 0,6-9 1 16,2 4 14-16,-1-2 3 0,7-6 0 0,-8 1-7 15,8 0-6-15,6-3-5 0,0-1-13 16,1-7 0-16,-2 4-1 15,1-8 1-15,7 0 1 0,-1-3-1 0,1-4-4 0,-1 0-3 16,8-4 2-16,-8-3 5 0,1 0 4 0,6-5 10 16,-13 1 12-16,6-3 11 0,1 2 15 15,-7-2 15-15,-6-4 16 0,-1 3 4 0,1-2 1 16,-8-6-1-16,2 4 19 0,-8-6-24 16,7 3-22-16,-13-4-11 15,0 1-10-15,0-4-11 0,0-1-35 16,-6 1 3-16,-7 0 4 0,6-1 4 0,-6 0 2 0,1 1 4 0,-2 4 1 15,1-4-3-15,-7 4-3 0,8-1-5 16,-8 0-3-16,0 4-2 0,7 0-14 16,-6 3-1-16,6 1 0 0,-7 0 0 0,7 2 0 15,0 6 0-15,-6-1 0 0,5 0 0 16,2 8 0-16,-1-5 0 16,0 4-59-16,0 1-63 0,7 3-59 0,-8 3-65 15,1-3-69-15,6 4-63 0,1 4-78 16,-1 0-114-16,7-2-148 0,0 2-169 0,0 3-69 15,0 0 8-15,7-4 74 0,-1 0 142 16,1 1 195-16</inkml:trace>
  <inkml:trace contextRef="#ctx0" brushRef="#br0" timeOffset="2544.29">4428 8847 273 0,'0'0'364'15,"-6"0"42"-15,6-4-56 0,0 1 19 16,0-1-60-16,-7 0-53 0,7 1-26 0,7-5-5 0,-7 5 0 0,0-5-5 16,6 5-6-16,1-5-16 0,-1 2-21 15,0-2-12-15,2 1-15 0,4-1-17 16,-5 5-13-16,6-5-3 0,0 5-10 16,0-2-18-16,0 3-9 0,0-3-12 15,0 5-13-15,0 0-13 0,-7 5-12 0,8-3-4 16,-2 6-12-16,2 0-2 0,-2 3 0 15,-5-1-3-15,0 5 1 0,-1 0 3 0,1 3 0 16,-7-3 2-16,0 3 3 0,-7 4 3 16,1-4 1-16,-1 4 1 0,-6-3 3 15,1-1-3-15,-2 4-3 0,-6-4-2 0,7 0 1 0,-6 1-1 16,0-4 5-16,5-1 13 0,-5 0 12 0,-1-2 12 16,8-1 13-1,-2-4 13-15,1-3 10 0,7 3-3 16,-7-4 12-16,6-3 12 0,1 5 2 0,0-2 5 0,-2-3-7 0,8 0-1 15,-6 0-14-15,6 0-16 0,0 0-18 16,0 0-17-16,0 0-15 16,6 0-13-16,-6-3-9 0,14 3-8 0,-8-5-5 15,7 2-1-15,0 3 0 0,6-4 0 16,1 1 0-16,0 3 0 0,-7-4 1 16,7 4-1-16,-1-4 1 0,0 4-3 15,1-3 2-15,-1 3 1 0,1 0 1 0,0 0 0 0,-1-4-2 16,-13 4 1-16,8 0-2 0,-8 0-4 0,7 0-9 15,-13 0-19-15,7 0-33 0,-7 0-43 0,6 0-62 16,-6 0-80-16,0-4-101 0,0 4-117 16,0 0-118-16,-6-3-120 0,6-1-126 15,-7 1-19-15,7-2 55 0,-7 2 106 0,7-4 137 16,0-4 157 0</inkml:trace>
  <inkml:trace contextRef="#ctx0" brushRef="#br0" timeOffset="3286.02">4780 8678 205 0,'-7'-15'362'16,"1"5"51"-16,6-5 16 0,-6 1-21 0,-8-1-73 0,8 5-34 15,0-2-9-15,-8-3 1 0,8 5-11 16,-7-2-13-16,-1 1-15 0,2 4-17 0,-2-4-38 15,-5 0-28-15,6 4-21 0,0-1-15 16,-7 1-18-16,1 0-12 16,6 0-8-16,-6 2-11 0,-1-1-11 0,0 1-4 0,1 2-5 15,-1 3-7-15,0-4-2 0,1 4-7 0,0 0-3 0,0 0-5 16,-1 4-2-16,0-1-9 0,1 2-5 16,-1 1-5-16,0 1 1 0,1 1-1 0,-1 0-1 15,0 3 2-15,8 4 0 0,-8-1 0 16,1 1-2-16,5 0 0 0,2 2 1 15,-8 5 4 1,7-3 4-16,0 3 6 0,6 4 6 16,-5-1 4-16,-2 1 1 0,8 4-3 0,0-5-1 15,-1 4 1-15,1 0 2 0,-1 1 1 16,7-1 1-16,0 0 2 0,-7 4 2 0,7-4-2 16,7 1-3-16,-7-1 1 0,0 1 1 15,7-1 3-15,-1 0 1 0,1 0 0 0,5 1 6 16,-5-5 8-16,6 5 5 0,0-5 3 15,7 1-1-15,-8-4 0 0,8 4-3 0,0-8-5 0,6 4-1 0,-7-4 1 16,7 0 4-16,0-4-4 0,7 3-3 16,-1-7-7-16,1 0-7 0,0-3-7 0,5-2-4 15,2-5-4-15,-1 0-3 0,0-5 0 16,7-2-1-16,-7 1 2 0,-1-6 2 16,-5 1 8-16,7-3 14 0,-8 0-49 0,-7-2-6 15,9 2 0 1,-9-5 0-16,-5 1 0 0,6-3 0 0,-13-2 0 0,7 1 0 15,-8-3 0-15,2-5 0 0,-1 1 0 0,-7 0 0 16,1 0 0-16,0-5 0 0,-1 5 0 16,-6-4 0-16,6 4 0 0,-6-4 0 15,-6 4 0-15,6-1 0 0,-6 1 0 0,6 0 0 16,-7 3 0-16,0-3 0 16,-6 3 0-16,7 1 0 0,-8 2 0 15,8-3 0-15,-14 5 0 0,8 3 0 0,-1-4 0 0,-7 7 0 16,0-3 0-16,1 4 0 0,-1-2 0 0,-6 5 0 15,0 1 0-15,7-2 0 0,-7 5 0 0,0 0 0 16,-1-1 0-16,9 5 0 0,-2-1 0 16,0 4 0-16,7-3 0 0,-7 3 0 0,14-5 0 15,-7 10 0-15,6-5 0 0,1 3-393 0,-1 1-223 32,7-1-217-32,-6 1-246 0,6-4-82 0,0 4 15 0,0-4 73 0,0 0 156 15,0 0 256-15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10:07.5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6597 4909 135 0,'0'0'395'0,"0"0"76"0,0 0 73 0,6 0-19 15,-6 0 6-15,0 0-68 0,0 0-61 16,0 0-55-16,0 0-43 0,0 4-54 0,7-1-46 16,-7 4-24-16,0 4-8 0,0 0 8 15,0 8-6-15,7-1 2 0,-7 7-6 16,0-3-5-16,6 8-4 0,-6-1-10 0,6 0-11 15,-6 5-14-15,7-5-21 0,-7 0-23 16,7 4-19-16,-7-8-15 0,6 5-16 0,-6-4-14 16,0-4-7-16,6-4-4 0,-6 0-1 15,7-3-3-15,-7-4-5 0,0-1-20 16,0-2-43-16,0-4-70 0,0-4-117 0,0-4-148 16,-7-4-173-16,1-2-176 0,0-5-153 15,-1-3-37-15,0 0 57 0,1-4 118 0,0-3 163 16,-8 2 186-16</inkml:trace>
  <inkml:trace contextRef="#ctx0" brushRef="#br0" timeOffset="249.85">6422 5004 319 0,'-14'-7'503'0,"8"-1"84"0,-1 1 83 0,-6 3-1 16,13-3-123-16,-6 3-95 0,6 4-76 15,0-3-71-15,0-1-72 0,6 4-72 16,14 0-51-16,-8 0-36 0,15 0-15 0,-1 0-13 15,6 0-8-15,1 0-8 0,-1 0-8 16,14 0-6-16,-7 0-3 0,0-4-2 0,0 4-1 16,7 0-11-16,-14-3-22 0,7 3-43 15,-6-4-76-15,-7 4-97 0,-6 0-122 16,-1-4-124-16,-12 4-109 0,-1 4-109 0,-6-4-10 16,-6 7 57-16,-8-3 96 0,2 3 120 15</inkml:trace>
  <inkml:trace contextRef="#ctx0" brushRef="#br0" timeOffset="484.17">6284 5510 124 0,'-20'22'500'0,"8"-4"94"16,5-4 80-16,-6 1 84 0,7-4-117 15,6-3-106-15,0 3-82 0,6-9-52 16,1 7-50-16,12-6-59 0,1 1-57 0,6-4-53 15,7 0-42-15,-1 0-28 0,13-4-29 16,-5 4-22-16,5-3-16 0,1-6-13 0,-7 7-9 16,6-2-10-16,-5 0-5 0,-1-3-5 15,-7 3-16-15,-5 0-36 0,-1 2-52 0,-14 2-74 16,8 0-105-16,-13-5-122 0,5 5-121 16,-5 0-119-16,-7 0-105 0,7 0-51 15,-7 0 37-15,0 0 88 0,0 0 116 0,0 5 144 16</inkml:trace>
  <inkml:trace contextRef="#ctx0" brushRef="#br0" timeOffset="1077.8">7288 5513 450 0,'6'-10'580'0,"0"-5"100"0,1 0 87 0,-1-4-59 15,-6 1-128-15,0-4-100 0,-6 4-83 0,-1 0-67 16,1-1-59-16,0 1-47 0,-8 4-39 15,2 3-39-15,-2-1-34 0,-5 1-28 0,5 4-24 16,-5 3-21-16,0 4-13 0,-8 0-8 16,8 4-9-16,0 3-6 0,-1 4-3 15,7 4 2-15,-7 4-3 0,8-4-2 0,-2 6 3 16,1-3-1-16,7 4 3 0,0-4 0 16,-2 4 1-16,8-3-2 0,8-1 3 0,-2-3-1 15,7 3-1-15,0-7 1 0,0 1 0 16,7-2 0-16,-1-6-1 0,7-1 0 15,0-3 0-15,0 0 0 0,-7-3-3 0,7-5 2 16,-6 2 1-16,-7-6 4 0,7 1 1 16,-8-3 11-16,2 2 16 0,-1-2 14 0,-7-1 15 15,1 0 19-15,0 4 13 0,-7 0 5 16,6 4-6-16,-6-1-12 0,0 5-17 16,0-4-25-16,0 7-18 0,0 0-15 0,0 4-8 15,0 2-2-15,0 2-2 0,0 7 6 16,-6 4-1-16,6-1 2 0,0 8 1 0,0-1-3 15,0 4 0-15,6 4 0 0,-6 0 2 16,6 0-2-16,-6 0 0 0,7 0 0 0,0 0 3 16,-1-4-1-16,-6-3-1 0,6 0 3 15,-6-5 1-15,0-2 1 0,7-4 7 0,-7-1 19 16,-7-6 22-16,7-1 16 0,-6-4 7 16,0 2 4-16,-1-10-4 0,-6 2-17 15,-7-1-17-15,1-7-11 0,-7 4-8 0,0 0-3 16,-1-5-3-16,1 1-1 0,1 0-4 15,-1 1-8-15,6-1-2 0,0 0-19 0,1 0-37 16,-1 0-56-16,8 0-75 0,5 0-88 16,0 3-133-16,7-2-181 0,0-1-190 15,7 0-186-15,6-4-53 0,-1 4 23 0,2-4 96 16,5 4 181-16,7-4 217 0</inkml:trace>
  <inkml:trace contextRef="#ctx0" brushRef="#br0" timeOffset="1577.66">7483 5385 462 0,'6'-15'672'0,"0"1"111"16,2-1 91-16,-2 4-6 0,-6 4-163 15,0-5-161-15,6 10-141 0,-6-6-101 0,0 4-87 16,0 0-72-16,7 4-60 0,-7 4-40 16,6 0-16-16,-6 6-5 0,7 2 2 0,-1 3 2 15,-6 3 8-15,7 4 11 0,-1 0 11 16,0 3 6-16,2 1 8 0,-2 0 10 15,0 0 3-15,1-1-4 0,-7 0-7 0,7 1-4 16,-1-4-14-16,-6-3-11 0,0-1-7 16,0-3 0-16,6-5 11 0,-6 1 24 0,0-3 33 15,0-5 21-15,0-3 13 0,0 0 4 16,-6-3-17-16,6-5-29 0,-6-3-30 16,6 1-28-16,-7-5-17 0,7-3-14 0,-7-1-5 15,7-3-1-15,0 0-3 0,0 0 0 16,0 4-2-16,7-4-3 0,-7 4 2 0,13 0 0 15,-7-1 1-15,7 4-2 0,1 1-4 0,-2-1-3 16,8 0-2-16,0 4-3 0,-1 4-8 16,1-3 5-16,-1 5 3 0,1-2 2 15,0 7 3-15,-1 0 1 0,-6 0 9 0,0 7-3 16,0 1 3-16,0-1 2 0,0 8 2 16,-6-4 0-16,-1 7-1 0,0-3 1 0,1 3 0 15,0 1 5-15,-7 2-2 0,0-3 1 16,6 5 2-16,-6-2 0 0,0-2-1 15,0-1-13-15,0 1-33 0,0-6-60 0,0 3-84 16,0-1-98-16,0-9-109 0,7 6-127 16,-7-9-136-16,6-3-109 0,0 0-62 0,8-3-31 15,-2-4-2-15,2-1 76 0,5-3 135 16,-5 0 153-16,4-3 136 0</inkml:trace>
  <inkml:trace contextRef="#ctx0" brushRef="#br0" timeOffset="1905.72">8101 5498 18 0,'7'-18'377'0,"-1"-1"113"16,1 9 126-16,-7-5 65 0,0 4 12 0,0 0-68 15,0 0-79-15,0 4-83 0,-7 3-107 16,1 1-111-16,-1-1-79 0,1 4-51 0,0 0-32 16,-2 4-18-16,-4 7-6 0,6-4 1 15,-8 8 2-15,8-1-3 0,-1 1-3 0,1 3-4 16,6 1-6-16,0 3-4 0,0-4-6 16,6 4-4-16,1-4-3 0,-1 0-3 0,8 1 1 15,4-4-3-15,-4-1 2 0,5-3 1 16,1-8 4-16,0 2 8 0,-1-5 14 15,1-5 17-15,-1 2 16 0,-6-8 13 0,7 0 20 16,-7-3 18-16,0-1 15 0,-6-4 4 16,-1-3-8-16,-6 4-8 0,0-7-18 0,0 3-23 15,-13-5-26-15,6 6-20 0,-6-2-13 16,-7 2-12-16,8 3-10 0,-8 3-8 16,1 5-8-16,5-2-26 0,-5 5-46 0,6 3-69 15,0 1-85-15,0 3-116 0,0 0-140 16,7 0-185-16,-2 3-195 0,8 1-143 0,-6 3-31 15,6-3 56-15,6-1 112 0,-6 2 189 16,8-2 230-16</inkml:trace>
  <inkml:trace contextRef="#ctx0" brushRef="#br0" timeOffset="2546.19">8336 5348 354 0,'0'-3'669'0,"7"-4"117"0,-1 3 82 15,0-3 21-15,1-1-179 0,0 5-181 0,-1-4-157 16,0 2-103-16,1 2-69 0,0-5-53 16,6 8-43-16,-1-3-33 0,-5 3-24 15,6 3-11-15,0 1-10 0,7 3-2 0,-7 0-5 16,0 1-6-16,-1 3 0 0,2 7 10 0,-1-3 13 16,0 7 8-16,0 0 8 0,-1 0 17 15,-4 3 13-15,-2 1 3 0,0 0-3 16,-6 0 2-16,7-5 3 0,-7 5-1 15,0-4-4-15,0-3 2 0,-7-5 4 0,7 0 4 16,0-2 2-16,0-1 3 0,-6-4 2 16,6-3-1-16,-6-4-8 0,6 0-11 0,-8 0-13 15,2-8-14-15,6 1-15 0,-6-4-14 16,-1-3-8-16,7-5-7 0,0 5-4 0,0-5-1 16,0 1-2-16,0 3-2 0,7 0-1 15,-1 1-1-15,0 3-3 0,2 4-3 0,4-5 1 16,2 9-8-16,5-1-17 0,-6 1-16 15,13-1-21-15,-7 0-19 0,8 1-23 16,-7-1-18-16,5 0-8 0,-5 1-6 0,0-4 8 16,-1-1 11-16,0 0 17 0,-6 1 22 15,1-4 23-15,-2-3 23 0,-5 3 14 0,-7-4 12 16,0 0 6-16,0 1 5 0,-7-1 3 16,-5 1 0-16,-2 3 4 0,-5-1 7 0,-1 5 8 15,8 0 7-15,-8 7 8 0,0 0 16 16,1 3 6-16,5 5 14 0,-5 0 14 15,6 6 13-15,0 4 16 0,7 0 7 0,-1 1 19 16,0 3 10-16,7 3 16 0,7-2 12 16,0 2 5-16,5-3-56 0,2 0-126 0,5 0 0 15,7-4 0-15,0-3 0 0,7-1 0 0,-1-6 0 16,7-1 0-16,-6-7 0 0,-1 0 0 16,1-3 0-16,-1-1 0 0,-6 0 0 15,-6-2 0-15,-7 1 0 0,1-2 0 0,-2 3 0 16,-6-3 0-16,-6 3 0 0,0-3 0 15,-6 4-514-15,-6-5-248 0,-2 4-264 0,-11-3-160 16,5 3-22-16,-6-3 67 0,6 0 144 16,-5 0 225-16,5-5 292 0</inkml:trace>
  <inkml:trace contextRef="#ctx0" brushRef="#br0" timeOffset="3127.16">10837 5198 507 0,'-6'-12'642'0,"-2"-5"99"0,8-1 81 15,-6-1-38-15,6 1-158 0,-6 3-153 0,6 1-100 16,0 2-80-16,-7 2-74 0,7 2-69 15,0 5-51-15,0 3-31 0,7 3-19 0,-7 8 1 16,6 4 10-16,8 7 9 0,-8 3 10 16,0 6 0-16,8 5 5 0,-8 0 3 15,0 0-2-15,1 8-5 0,-7-2-5 0,6-3-5 16,-6 1-11-16,-6 1-22 0,6-8-14 16,-7 0-7-16,7-4 16 0,-6-7 25 0,6-3 40 15,0-5 56-15,-6 1 59 0,6-8 64 16,0 1 30-16,0-5-47 0,6-3-259 15,0-3 0-15,1-2 0 0,6-1 0 0,0-2 0 16,7 5 0-16,-8-5 0 0,15 5 0 0,-7-6 0 16,5 7 0-16,1 2 0 0,0-4 0 15,0 4 0-15,1 0 0 0,-1 0 0 0,-7 4 0 16,1-4 0-16,0 2 0 0,-2 3-360 16,2-1-191-16,-7-4-151 0,1 3-180 15,-2-3-184-15,-6 0-43 0,8 0 39 0,-8-3 115 16,1-1 180-16,6-3 232 0</inkml:trace>
  <inkml:trace contextRef="#ctx0" brushRef="#br0" timeOffset="3486">11429 5411 117 0,'0'-19'629'0,"0"5"133"16,-6 3 85-16,0-3 71 0,-2 2-82 0,2-2-212 16,0 6-186-16,0 0-116 0,-1 1-73 15,-6 4-66-15,6-1-59 0,1 4-53 16,-8 4-31-16,2 4-16 0,-1 2-9 0,0 5 1 15,6-1 0-15,-6 5 5 0,6 3 0 16,1 0-1-16,0 3 1 0,0 0-2 0,6 2 3 16,6-2 0-16,0 1 13 0,0-4 5 15,8 3 6-15,-1-2 12 0,7-5 4 16,-2 0 10-16,9-3 0 0,5-4 7 0,-6-4 5 16,1-3 3-16,5-4 9 0,-6 0 9 15,0-8 15-15,-7-3 11 0,1 1 14 0,-7-5 8 16,0-7-8-16,-6 0-14 0,-1-4-23 15,0 0-63-15,-12-6-45 0,0 2 0 0,-1 1 0 16,-6 0 0-16,0 3 0 0,1 4 0 16,-8 1 0-16,-6 6 0 0,6 4 0 0,-6 0 0 15,7 4 0-15,-8 7-57 0,7 0-153 16,-5 2-84-16,5 6-84 0,8 0-104 0,-2 6-135 16,8-2-149-16,0 2-148 0,6 0-78 15,6 1 6-15,0 0 83 0,8-1 154 0,-2-3 193 16</inkml:trace>
  <inkml:trace contextRef="#ctx0" brushRef="#br0" timeOffset="4641.89">11716 5414 600 0,'13'-11'772'0,"-6"4"109"16,-7-4 84-16,0 4-19 0,6-1-200 16,-6 1-230-16,0 0-143 0,0 4-101 0,0-2-79 15,0 5-66-15,0 0-55 0,-6 0-38 16,6 8-21-16,0-1-11 0,0 8-3 0,0-1-3 15,0 5 0-15,0 2 1 0,6 1 3 16,-6 1 3-16,6-2-3 0,1 2 2 16,6-5 1-16,-7 0 0 0,8 0-1 0,-1-3 0 15,-7-4 5-15,7-1-2 0,0-1 2 16,1-6 1-16,5-3-1 0,-6 0-1 16,0-3-2-16,7-6 1 0,-8 3-2 0,2-5 10 15,-2 1 17-15,1-6 14 0,-6 1 6 0,0-3 6 16,-1-4 5-16,0 4-4 0,2-4-6 15,-8 3 0-15,0 1 5 0,0-1 2 0,0 5 0 16,0 3-5-16,0 0-5 0,0 4-14 16,0 0-15-16,0 3-12 0,0 0-6 0,0 4-4 15,-8 0-4-15,8 4-1 0,0 3 3 16,8 4 3-16,-8 0 2 0,0 4 0 16,6 0 1-16,-6 3 3 0,6-4-3 0,7 5 2 15,-6-1-2-15,6 1 1 0,-1-5 2 16,2 1 0-16,5-1-1 0,1 1 1 0,0-4 1 15,-1-4 0-15,7-3-2 0,-6 0 0 16,0-4 2-16,5 0 2 0,-12-8 6 16,6 6 9-16,-5-10 10 0,-8-3 5 0,7 0 2 15,-13-3 0-15,0 0-5 0,0-8-11 16,0 0-8-16,-7-3-4 0,-5 4-4 0,6-5-5 16,-2 5 3-16,2 3 6 0,0 0 1 15,-1 7 1-15,7 1 1 0,-6-1 2 16,6 7-5-16,0 1-7 0,0 3-5 0,6 1-2 15,1 3-4-15,-1 3 0 0,8 5 1 16,-2 3 4-16,8-1 0 0,-1 5 1 0,1 0 1 16,0 4 0-16,-1-5 1 0,1 1 1 15,-2 3 0-15,9-3 0 0,-7-4 0 0,6 3-1 16,0-6 0-16,-1-2-3 0,-5 2-1 16,6-8 0-16,1 0 1 0,-9 0 1 0,-4-8 1 15,6 5 2-15,-7-8 0 0,-1-3 0 16,2 3 0-16,-8-8-4 0,-6 1-1 0,0 0 1 15,0-4 2-15,-6 0-2 0,-1 0 1 16,-6 3 3-16,0 1-2 0,-7 0-2 0,8 7-1 16,-8-4 0-16,0 8-1 0,7-1 2 15,-7 6-1-15,1 2-2 0,6 2-2 16,-6 6 2-16,5-1 0 0,2 8-1 0,5 3 1 16,0 4 3-16,1 0 5 0,0 4 8 15,6 4 10-15,6-1 12 0,-6 3 5 0,13-2 4 16,-6-1 1-16,5 1-10 0,2-1-9 15,-1-7-10-15,-1 0-3 0,8-1-3 0,-6-6-2 16,5-4-1-16,7-4-11 0,-6-3-28 0,6 0-45 16,-7-8-46-16,7-2-50 0,-6-6-56 15,-1 1-47-15,1-3-33 0,0-5-19 0,-8-6-18 16,1-1-14-16,-6-3 28 0,-1-2 41 16,1 3 61-16,-1 2 86 0,-6 1 104 15,0-2 110-15,0 6 79 0,0 3 59 0,6 3 38 16,-6 0 4-16,0 4-18 0,8 0-39 15,-2 4-39-15,-6 0-41 0,13 3-38 16,0 4-24-16,0 0-21 0,0 4-12 0,13 7-2 16,-7 0-2-16,8-1-1 0,-1 9-3 15,0-1 0-15,-7 0 0 0,7 5-1 0,-6-1 3 16,-7-1 0-16,0 1 4 0,-6-3 3 16,-7 3 7-16,0-4 9 0,-14 1 8 0,1-1 12 15,0-4 10-15,-6 1 14 0,-1-8 11 16,1 4 16-16,-1-7 19 0,8 0 26 15,-8-4 22-15,6-4 10 0,1 0 1 0,1-10-14 16,5-1-25-16,0-3-35 0,7-8-96 16,0 0-12-16,7-7 0 0,0 0 0 0,-1 4 0 15,7-4 0-15,0 8 0 0,6-1 0 16,-5 3 0-16,5 6 0 0,1 2-47 0,0 4-120 16,-1 4-81-16,0 3-103 0,-6 0-159 15,7 4-206-15,-14 0-226 0,8 0-131 0,-2 0-20 16,1 4 53-16,1-4 143 0,-2 0 225 15,2 0 264-15</inkml:trace>
  <inkml:trace contextRef="#ctx0" brushRef="#br0" timeOffset="5127.84">14321 5253 258 0,'0'-7'538'0,"0"-8"111"0,0 4 93 0,0-3 11 15,0-1-112-15,0 0-120 0,0 0-101 16,0 1-84-16,-6-1-70 0,6 0-62 0,-6 1-45 16,-2 3-39-16,2 0-31 0,0 8-25 15,-7-5-24-15,-1 8-9 0,-5 0-8 0,0 3-2 16,-1 5 0-16,-6-1 1 0,7 8 3 15,-8-1 9-15,8 5 3 0,0-1 9 0,-1 4 5 16,7 0 6-16,0 3 8 0,6 1-3 16,1-3-4-16,0 2-7 0,12-3-1 15,0 0 1-15,1-4 4 0,12 1 15 0,-6-1 12 16,13-7 7-16,-6 4 7 0,6-8 3 16,7-4 3-16,-8 1 1 0,8-8 11 0,-7 1 11 15,0-4 11-15,-6-1 17 0,-1-6 11 0,1-1 0 16,-8-3-30-16,-4-1-134 0,-2-2 0 15,0-5 0-15,-12 0 0 0,0 0 0 16,-2-3 0-16,-4 7 0 0,-1 0 0 0,-7 0 0 16,0 7 0-16,1 1 0 0,-1-1 0 15,1 8 0-15,0 0 0 0,-1 3 0 0,1 4-113 16,5 0-216-16,-5 4-90 0,6 3-109 16,6 0-142-16,1 0-153 0,-1 1-146 0,7 3-55 15,7-4 32-15,-1 4 100 0,7-4 170 16,-6 1 204-16</inkml:trace>
  <inkml:trace contextRef="#ctx0" brushRef="#br0" timeOffset="5487.09">14374 5159 112 0,'12'-8'610'15,"2"4"150"-15,-2-4 104 0,1 1 73 0,1 0-110 16,-2-1-184-16,2 1-199 0,5 0-133 16,1 3-95-16,0 1-69 0,-2 3-48 15,9 0-35-15,-7 3-25 0,12 5-14 0,-6 2-8 16,7 1-5-16,-1 4-4 0,-6 3-2 15,7 5-2-15,-8-1-2 0,-5 0 0 0,0-1 0 16,-7-3 0-16,-13 5 3 0,0-2 2 16,0-2-2-16,-13-1-1 0,-1 1 0 0,-5-5 2 15,0-3 1-15,-1 0 16 0,1-3 26 16,-1-5 38-16,0-3 36 0,7 0 32 0,-7-3 30 16,8-5 20-16,6 1 9 0,-8-4-6 15,8 0-9-15,-1-4-6 0,1-3-13 0,6 0-17 16,0-1-147-16,6-6-16 0,1 3 0 15,6-4 0-15,0 4 0 0,-1-1 0 16,8 2 0-16,0 3 0 0,-1 3 0 0,1 0 0 16,6 8 0-16,0 0 0 0,1 3 0 15,-8 4-167-15,7 0-138 0,-6 4-68 0,-1 3-75 16,0 0-114-16,-6 4-133 0,1 0-133 16,-2 1-135-16,2 2-21 0,-8-3 53 15,7 4 130-15,-7-4 173 0,8 4 186 0</inkml:trace>
  <inkml:trace contextRef="#ctx0" brushRef="#br0" timeOffset="6471.19">15207 5238 53 0,'13'-7'519'0,"-7"-4"161"0,1 0 119 0,0-3 94 15,-7-1-79-15,0 0-138 0,0-3-137 16,-7 3-129-16,-6 0-96 0,6 1-77 0,-5-1-54 16,-8 5-45-16,6-2-32 0,-5 5-27 15,0 3-21-15,0 1-16 0,-1 3-16 16,-6 3-14-16,7 5-7 0,-1 2-5 0,0 5-4 15,7 4 0-15,-7-1 2 0,8 8 5 16,5-4-3-16,0 3 2 0,7 0 2 0,0 1 2 16,7 0-4-16,6 0-11 0,0-8-6 15,0 4-11-15,6-7-5 0,1-1-5 0,6-3 2 16,-6-7 9-16,5 0 7 0,-5-4 7 16,6 0 6-16,-7-8 9 0,-5 1 16 15,6-4 9-15,-8-4 11 0,-5-3 8 0,-1-1 10 16,1-6 1-16,0-1-12 0,-7-3-8 15,0 0-7-15,-7-4-5 0,7 0-1 0,-7-4 4 16,1 4 12-16,6 3 6 0,0 1 6 16,0 4 5-16,-7 7-6 0,7-1-13 0,0 5-11 15,0 3-14-15,0 0-11 0,0 4-6 16,0 3-6-16,0 4-2 0,0 4 1 16,7 7 2-16,-7-1 3 0,6 9 2 0,-6-1 0 15,7 8-1-15,-7-1 2 0,7 5-1 16,-7 2 2-16,6 2 0 0,0-2 2 0,1 5 2 15,6-4 1-15,-7 0 2 0,8 0 0 16,-1-4 0-16,-1 1 0 0,2-8 3 0,-2 0-3 16,8-4 0-16,-1-7-2 0,-5-1 2 15,6-2-2-15,5-4-2 0,-5-4 1 16,6-4-2-16,-6 1 3 0,5-8-1 0,-5 0 0 16,0-4 5-16,-7-3 4 0,7-1 5 15,-14-2 2-15,6-2 6 0,-12-2 6 16,8 3 2-16,-16 0 6 0,2 4 6 0,0 3 1 15,-8-1-1-15,2 3-10 0,-1 5-5 16,-7 2-13-16,8 1-10 0,-8 5-4 0,7 5-4 16,-1 1 2-16,2 2-1 0,-2 5 8 15,2 3 9-15,-2 2 3 0,8 4 8 0,6 0 8 16,-7 4 13-16,7-5 0 0,0 6-1 0,7-2-2 16,-1-3-3-16,8-4-6 0,-8 4-10 15,14-7-3-15,-8-1-8 0,8-7-3 16,-1 5-3-16,7-8-9 0,1-4-21 0,-1-4-20 15,-6 0-18-15,5-4-17 0,1-2-20 16,-6-5-15-16,-1-4-9 0,1 2 0 0,0-9-1 16,-14 0 0-16,7-3 12 0,-6 3 16 15,-1 0 21-15,1 5 22 0,-1 3 20 16,-6-1 22-16,6 5 18 0,-6-1 11 0,7 4 11 16,-7 1 1-16,7 5-1 0,-1-2-4 15,8 7-11-15,-8 0-6 0,7 4-8 0,0-1 1 16,6 8-1-16,1 0 1 0,-1 8 3 15,-6-5-3-15,7 8 2 0,-1-4 4 0,-5 5 0 16,-1-2 3-16,-7-3 9 0,0 5 13 16,-6-4 12-16,-6-5 17 0,0 4 18 15,-7-7 18-15,-1 0 19 0,2-1 20 0,-2-2 29 16,1-4 4-16,0-4-174 0,0-4 0 16,1 1 0-16,4-5 0 0,-4 1 0 0,5-8 0 15,1 1 0-15,6-5 0 0,0-2 0 16,0-8 0-16,13-1 0 0,-7 0 0 0,8 1 0 15,-2 0 0-15,8 7 0 0,-7-4 0 16,0 8 0-16,0 3 0 0,0 4 0 0,-6 0 0 16,6 8 0-16,-7-1-403 0,0 1-152 15,1 3-134-15,-7 0-157 0,0 3-188 16,0-3-46-16,-7 0 33 0,1-3 95 0,0-5 161 16,-7 4 214-16</inkml:trace>
  <inkml:trace contextRef="#ctx0" brushRef="#br0" timeOffset="7158.52">16731 4761 312 0,'13'-13'643'0,"-6"-1"123"0,5-2 95 16,-5 1 10-16,0 4-127 0,-1 1-187 15,-6 2-161-15,6 5-113 0,-6-1-90 0,0 0-65 16,0 4-50-16,0 8-33 0,0-1-19 16,0 7 2-16,-6 5 5 0,0 4 11 0,6 4 12 15,-7 4 10-15,0 5 8 0,7 4 12 16,-6 1 13-16,6 3 4 0,6-5 2 0,-6 3 0 16,7-3-9-16,6-2-14 0,0-4-15 15,7 0-7-15,-8-3-8 0,14-5-4 0,1-3 0 16,-1-3 0-16,0-5-5 0,7-3-8 15,-1-7-4-15,-6-1-7 0,7-6-11 16,-1-5-2-16,1 1 0 0,-7-7 0 0,0-1 5 16,-1-4 5-16,-5-2 8 0,-6-1 4 15,-2-4 3-15,1 0 7 0,-6 5 4 0,-7-2-1 16,0 5-3-16,-7 0-4 0,1-1-7 16,-1 9-11-16,-5-1-10 0,-2 3-8 0,2 0-4 15,-8 8-3-15,7 0-1 0,0 4 0 16,-6 3 2-16,5 1-1 0,1 2 1 0,7 6 3 15,-7-5-1-15,6 7 1 0,7-3 5 16,0-1 0-16,0 4 0 0,0-3 2 0,7 3 5 16,6 1 8-16,0-1 3 0,-1-3 8 15,8 0 5-15,0-5 2 0,5 5-4 16,9-8-6-16,-2 0-8 0,1 1-8 0,6-4-6 16,-1-4-21-16,1 0-32 0,1-4-44 15,-7 1-44-15,-1-2-55 0,-6-2-73 16,-7-4-74-16,-5 4-105 0,-8-4-155 0,0-3-184 15,-12-1-178-15,-6-3-51 0,-2-1 24 16,-12 1 100-16,0-4 177 0,-7 0 218 0</inkml:trace>
  <inkml:trace contextRef="#ctx0" brushRef="#br0" timeOffset="8548.82">16913 4923 398 0,'-19'-3'725'0,"6"3"99"0,6-7 57 16,1 3 29-16,6-3-214 0,0 3-251 15,13-3-162-15,0 0-88 0,6-1-45 0,7 0-39 16,13 1-26-16,1 3-22 0,5 1-13 16,1-1-7-16,6 1-8 0,0 3-13 15,0-5-8-15,-13 5-5 0,0 5-4 0,-7-5-6 16,1 0-1-16,-13 3 2 0,0-3 2 16,-8 4 4-16,8-1 9 0,-7 1 13 15,0 3 18-15,0 1 15 0,0 2 14 0,0 2 9 16,0-1 7-16,1 3 7 0,-2 5 4 15,8-1 6-15,-1 0 2 0,-5 5-5 0,4-1-7 16,2-4-13-16,0 4-15 0,-1 0-20 0,1-4-13 16,-7 1-7-16,0-2-9 0,-6-2-2 15,5 0-3-15,-12 0 1 0,7-4 4 16,-7-4 0-16,0 4 7 0,-7-7 6 0,1 2 6 16,-7-1 5-16,0-2 2 0,0-6 3 15,-1 3-3-15,-4-8-5 0,4 5-4 0,1-5-9 16,-7-3-5-16,8-1-7 0,6-1-4 15,-8-1-4-15,8-6-5 0,-1 3-2 16,7-2-2-16,0-3-1 0,7 4 0 0,-7-1 0 16,6 1-1-16,8 3-1 0,-2 1-3 15,2 3-1-15,5-4 0 0,1 4-1 0,-2 4-2 16,2-1 3-16,0 5 0 0,-1-1 1 16,1 4-2-16,0 0 2 0,-1 0 2 15,1 7 0-15,-1-3 1 0,1 7 1 0,0 0 0 16,-8 0 1-16,2-1 0 0,-2 5 1 15,-5 1 0-15,6 2 5 0,-6-4 1 0,-1 1 2 16,0 3 4-16,0 1 4 0,2-4 3 16,-8-1 3-16,6 1 4 0,-6 3 1 0,0-7 3 15,0 4 3-15,0-4 4 0,0 0 2 16,-6 0 4-16,6-4 5 0,0 0 10 0,0 0-25 16,0-3-33-16,0 0 0 0,0-1 0 15,-8-3 0-15,8 0 0 0,0-3 0 0,-6-5 0 16,0 1 0-16,6 0 0 0,-6-5 0 15,-1 2 0-15,0-5 0 0,7-3 0 16,0-1 0-16,0 1 0 0,0 0 0 0,0-4 0 16,7 4 0-16,0-1 0 0,-7 1 0 15,12-1 0-15,-6 5 0 0,2 0 0 0,4 2 0 16,2-2 0-16,5 6 0 0,1-3 0 16,-1 4 0-16,-6 3 0 0,7-3 0 15,-1 7 0-15,-5 0 0 0,5 0 0 0,-6 7 0 16,0-3 0-16,-1 3 0 0,2 4-2 0,-8-3-1 15,8 6 7-15,-8-2-4 0,0 2 1 16,1 0-1-16,-7 5 0 0,6-4 0 16,-6 3 0-16,0-3 0 0,7-1 0 0,-7 1 0 15,0-1 0-15,0-2 0 0,-7-2 0 16,7 2 0-16,0-1 0 0,0-4 0 0,-6 0 0 16,6 1 0-16,0-5 0 0,0 1 0 15,0 0 0-15,-7-4 0 0,7 3 0 16,0-3 0-16,0 0 0 0,0 0 0 0,-6 0 0 15,6-3 0-15,0-1 0 0,-6 0 0 16,6-3 0-16,0 0 0 0,0-2 0 0,0-1 0 16,0-5 0-16,0 5 0 0,6-9 0 15,-6 4 0-15,6-3 0 0,1 0 0 0,6 3 0 16,-6-3 0-16,-1 4 0 0,7-2 0 16,-6 2 0-16,5 2 0 0,-5 2 0 0,6-1 0 15,-6 4 0-15,5-1 0 0,-4 5 0 16,4-1 0-16,-5 0 0 0,-1 8 0 0,1-4 0 15,6 7 0-15,-7 1 0 0,0 3 0 16,2 3 0-16,-2 1 0 0,-6-1 0 0,6 4 0 16,1-2 0-16,-7 2 0 0,7 0 0 15,-1 1 0-15,0-1 0 0,1-4 0 16,-1 1 0-16,1 0 0 0,6-4 0 0,-7 0 0 16,8-4 0-16,-8 1 0 0,7-8 0 15,7 0 0-15,0 0 0 0,-2-8 0 0,-4 1 0 16,5-4 0-16,1-4 0 0,-8-3 0 15,2-4 0-15,-1 0 0 0,0-3 0 0,-6-5 0 16,-1 0 0-16,-6 1 0 0,6 0 0 16,-6 3 0-16,0 5 0 0,0 2 0 0,0 4 0 15,0 1 0-15,0 6 0 0,0 1 0 16,6 4 0-16,2-2 0 0,-2 10 0 0,13 2 0 16,-5 4 0-16,12 3 0 0,-7 5 0 15,7 3 0-15,0 3 0 0,0 1 0 16,7 4 0-16,-7-5 0 0,0 4 0 0,-1 1 0 15,-5-5 0-15,0 1 0 0,-7-3 0 16,0-2 0-16,-6-3 0 0,-7-3 0 0,-7-5 0 16,0 2 0-16,-5-5 0 0,-8-3 0 15,1-4 0-15,-1 0 0 0,0 0 0 0,7-4 0 16,-7 0 0-16,8 1 0 0,-1-1 0 16,0 1 0-16,6-2 0 0,1 2 0 0,-1 0 0 15,0-1 0-15,1 0 0 0,0 1 0 16,-1-1-61-16,0 4-729 0,1-4-361 0,0 1-143 15,-1 3-18-15,-6-4 76 0,0-1 162 16,7-1 272-16,-8 2 376 0</inkml:trace>
  <inkml:trace contextRef="#ctx0" brushRef="#br0" timeOffset="12329.18">6858 8499 277 0,'0'-4'460'0,"0"1"103"16,-7-1 101-16,7 0-40 0,-7 1-48 0,1-2-86 15,6 3-75-15,-6-3-83 0,-1 10-85 16,0-5-58-16,1 10-35 0,6 1-14 16,-7 4 3-16,1 7 7 0,6 3 3 0,-6 5-3 15,6 3-6-15,-7 0-12 0,7 3-17 0,0 1-20 16,0 0-18-16,0-4-20 0,0-4-17 16,0 3-11-16,0-6-12 0,0 0-4 0,0-4-6 15,0-3-3-15,0-5 0 0,0 1-4 16,0-4-10-16,0-4-43 0,-7-3-64 15,7-1-93-15,0-6-126 0,-6-1-156 0,6-3-161 16,-6-8-153-16,-2 1-72 0,2-9 21 16,-7-2 88-16,7-5 133 0,-8 1 164 15</inkml:trace>
  <inkml:trace contextRef="#ctx0" brushRef="#br0" timeOffset="12516.64">6552 8583 11 0,'-14'-11'421'0,"8"1"85"0,-7-2 81 16,6 5 83-16,1 0-67 0,-1-1-119 0,1 5-76 15,6-4-63-15,0 2-63 0,6 2-66 16,7 3-52-16,0-4-40 0,7 1-23 16,6 3-7-16,0 0-14 0,6-4-10 0,1 4-12 15,7 0-13-15,-2-4-12 0,1 4-11 16,0 0-5-16,7 0-8 0,-7 0-14 0,-7 0-38 16,1 4-58-16,-7 0-88 0,-6-1-107 15,-1 4-138-15,-12 1-144 0,-7-1-140 0,-7 4-38 16,-6 4 36-16,-7-1 81 0,-6 5 124 15</inkml:trace>
  <inkml:trace contextRef="#ctx0" brushRef="#br0" timeOffset="12750.99">6506 8990 241 0,'-19'26'453'0,"-1"-8"60"16,7-1 51-16,0-1 8 0,0-1-70 0,7-4-50 15,6-1-26-15,0-2-6 0,6-1-6 16,0 0-44-16,7 0-61 0,7-2-53 15,0-2-41-15,5 1-37 0,1-4-30 0,7 3-23 16,-1-3-25-16,8 0-17 0,-1 0-18 0,-1-3-13 16,-5 3-16-16,7 0-17 0,-1 0-29 15,-7 0-53-15,1 0-70 0,-7 0-101 0,-7 0-151 16,7 3-179-16,-6-3-174 0,-8 4-141 16,-4 0-36-16,4-4 49 0,-5 3 120 15,-1-3 166-15,1 4 187 0</inkml:trace>
  <inkml:trace contextRef="#ctx0" brushRef="#br0" timeOffset="13235.22">7300 9019 147 0,'7'-18'567'0,"-1"-1"116"0,1-2 83 0,-7-2 79 16,0 2-129-16,-7-5-154 0,1 4-137 16,-1 0-89-16,-5 4-62 0,-2 3-65 0,2 0-57 15,-2 4-49-15,-5 4-34 0,-1 7-26 16,-6 0-23-16,7 7-8 0,-1 4-5 15,0 4-3-15,1 0-1 0,6 7-1 0,0-4 1 16,-1 4-1-16,8 0-2 0,6-4 1 16,0 4 3-16,6-7-1 0,8 4 2 0,-1-5-1 15,0 1 0-15,6-7 1 0,7-2-3 16,-6 2 1-16,6-8 0 0,-7 0-1 0,8-4 0 16,-7-4 0-16,-8 1 1 0,8 0 1 15,-7-4 1-15,0 0 5 0,-6-4 18 0,5 4 17 16,-12 0 15-16,7 1 11 0,-7 2 3 15,7 1-1-15,-7-1-18 0,0 8-16 16,0-3-16-16,0 6-16 0,0 1-5 0,0 3-4 16,0 8 2-16,6 0-2 0,-6 3 1 0,0 4 1 15,6 3 1-15,-6 0 2 0,7 9-2 16,0-1 3-16,-1 4-1 0,-6 0 0 16,7-5 0-16,-1 5 5 0,0-1-3 0,-6-2-3 15,0-5-2-15,0 0 6 0,0-3 11 16,0-4 14-16,-6-4 28 0,-7-4 32 0,0-2 23 15,0-1 16-15,-7-7 2 0,-6-4-7 16,1-4-18-16,-1 0-23 0,-7-3-20 16,0 0-18-16,1-4-15 0,-1-1-13 0,0 1-11 15,0-3-21-15,8 3-39 0,-1-4-59 16,6 1-78-16,0-1-109 0,8 0-162 0,5 1-182 16,7-4-201-16,7-1-147 0,-1-4-32 15,14 2 50-15,0-2 134 0,5 3 182 16,1-6 227-16</inkml:trace>
  <inkml:trace contextRef="#ctx0" brushRef="#br0" timeOffset="13688.31">7404 8931 167 0,'14'-14'616'0,"-2"-2"123"0,-5 3 88 0,0-3 72 16,-1 6-123-16,1-1-197 0,-7 3-171 16,6 5-111-16,-6-5-80 0,0 8-68 0,7 4-58 15,-7 0-40-15,0 7-16 0,6 4-1 16,1 2 3-16,-7 1 2 0,6 12 8 15,0-4 10-15,-6 7-4 0,8 1 1 0,-2 2 3 16,-6-3 6-16,6 3 1 0,1-3-4 16,-7-3 5-16,6-4 2 0,-6-6 0 0,7-1 4 15,-7-4 26-15,0 0 41 0,0-8 50 16,0 0 22-16,0-7 8 0,0 0-8 16,0-7-28-16,0 0-47 0,0-8-58 0,0-3-36 15,0-4-32-15,0-4-9 0,-7 1 0 16,14-5 0-16,-7 4 0 0,0-3 0 0,6 0 0 15,1 3 0-15,-1 1 0 0,8 2 0 16,-2 5 0-16,2 0 0 0,5 4-4 0,-6-1-5 16,0 7 0-16,7 1-4 0,-1 0 2 15,1 7 2-15,-8 0 1 0,8 7 1 0,-7-3 1 16,0 7 2-16,6-1 0 0,-5 5 2 16,-8 0 0-16,8 4 1 0,-2-2-1 0,-5 3 0 15,-1 1 0-15,1-3-4 0,-7 4-18 16,7 0-25-16,-7-4-37 0,0 4-53 15,6-3-55-15,-6-4-62 0,0 3-59 0,0-4-63 16,6-3-83-16,-6 0-92 0,7-3-93 16,6-5-80-16,0-3-49 0,0 0-7 0,0-3 37 15,1-2 83-15,4-1 119 0,2-5 127 16,-1 0 117-16</inkml:trace>
  <inkml:trace contextRef="#ctx0" brushRef="#br0" timeOffset="14016.32">8049 9166 67 0,'14'-19'285'0,"-2"4"98"0,-6-3 88 15,8 4 39-15,-8-4 28 0,-6-1-4 16,0 5-19-16,0-1-30 0,0 0-39 0,-6 0-59 15,0 4-96-15,-8 0-71 0,8 4-52 16,-7 3-42-16,0 1-30 0,0-1-23 0,-1 4-16 16,2 7-17-16,-2-3-11 0,2 3-10 15,-1 8-9-15,-1-4-2 0,8 7-1 0,0 1-2 16,6 3 2-16,6-1 4 0,-6 2 1 16,6-2 1-16,8 2 2 0,-8-4 6 15,13-1 5-15,-5 0 11 0,6-7 16 0,-1 0 19 16,1-5 23-16,6 2 25 0,-7-8 30 15,1 0 23-15,-1-3 17 0,0-5 11 0,1-3 3 16,-7 0-7-16,0-3-17 0,0-1-22 16,-7-3-29-16,-6-1-29 0,8-3-28 0,-16 4-27 15,8-4-18-15,-12 0-16 0,-2 0-10 16,2 5-7-16,-8-3-19 0,7 6-23 0,-7 3-36 16,1 0-50-16,-1 4-60 0,0-1-74 15,2 5-80-15,4 3-113 0,1 3-148 0,7-3-166 16,-8 4-177-16,8 0-51 0,0-1 30 15,6 1 100-15,0-1 166 0,0-3 207 16</inkml:trace>
  <inkml:trace contextRef="#ctx0" brushRef="#br0" timeOffset="14594.39">8212 8946 469 0,'7'0'666'0,"5"-8"106"0,-4 5 80 15,-2-4-27-15,0-1-156 0,1 1-164 16,-1 0-129-16,1 0-87 0,0 2-70 0,5-1-54 15,-6 1-49-15,8 2-34 0,-8 3-25 16,7 0-14-16,1 0-9 0,-2 3-6 16,2 5-4-16,-2-5-2 0,2 9 2 0,-1-1 10 15,-1 0 11-15,2 4 11 0,-8-1 10 16,7 4 6-16,0 0 3 0,-6 1-5 16,6 3-3-16,-7 0-5 0,1 0-6 0,-1 0-2 15,0-4-8-15,-6 1-4 0,0 2-9 0,8-5-6 16,-8-2-4-16,-8-1-4 0,8-1 8 15,0-4 12-15,-6-1 14 0,6 0 18 0,-6-7 9 16,-1 3 8-16,1-6 2 0,-1 3-8 16,7-7-12-16,-6-3-19 0,6-2-10 0,0-2-12 15,0-4-8-15,6-1-10 0,7 1-7 16,0-1-5-16,1 1-7 0,5 0-13 16,0-4-18-16,0 3-12 0,8 2-13 15,-8-3-9-15,1 6-5 0,-7-1 6 0,0 1 9 16,0 3 11-16,-7-1 12 0,1 5 9 15,0 0 8-15,-7 0 6 0,-7 7 3 0,0-4 4 16,1 4 1-16,0 4 2 0,-8-1 1 16,8 5 2-16,-7-1 0 0,6 4 3 0,1 0 0 15,-1 3 5-15,7-3 10 0,-6 4 11 16,6 0 14-16,6-1 16 0,-6 1 16 16,7-5 8-16,6 6 2 0,-6-5 2 0,12-1-5 15,-6-2-10-15,7-1-12 0,5-3-8 16,2-4-11-16,-1 0-10 0,0-4-9 0,6 1-7 15,1-1-4-15,-7 1-3 0,0-2-4 16,-7-1-12-16,1 2-34 0,-7 0-55 0,0 4-76 16,-6 0-101-16,-7-3-161 0,0 3-237 15,0 0-289-15,-7 0-128 0,-6 0-20 16,6-4 50-16,1 0 134 0,0-3 236 0</inkml:trace>
  <inkml:trace contextRef="#ctx0" brushRef="#br0" timeOffset="16062.68">10655 8441 7 0,'-13'-23'465'16,"-1"5"129"-16,8-4 102 0,0 4 71 0,-2 3-81 16,8 1-167-16,0-1-135 0,0 7-125 15,0 1-97-15,0 3-61 0,8 4-24 0,-2 8-6 16,7 3 21-16,0 4 26 0,0 7 26 16,-7 3 17-16,8 4 3 0,-2 5 8 0,2-1-10 15,-8 6-13-15,7-2-13 0,-7 7-13 16,1-3-11-16,0-5-16 0,-7 0-17 15,6 1-14-15,-6-7-11 0,0-1-7 0,0-3-3 16,0-4 9-16,0-7 33 0,0-5 40 16,0 2 45-16,0-6 38 0,0-1 18 0,0-3-7 15,6 3-31-15,2-5-42 0,4-5-90 16,1 5-57-16,7 0 0 0,6-2 0 16,-6-3 0-16,12 2 0 0,-6 0 0 0,6-2 0 15,2 2 0-15,-2-1 0 0,-7-3 0 16,8 4 0-16,0-6 0 0,0 6 0 0,-8-4 0 15,-5 3 0-15,0-3-15 0,-1 0-33 16,-6-1 4-16,0 1 5 0,-7-4 6 0,2-4 1 16,-8 1 3-16,-8-4 4 0,8 3 3 15,-6-7 3-15,-7 3 5 0,0 1 4 0,0-1 3 16,-7 5 0-16,8 0 4 0,-8-1-1 16,1 0-2-16,5 9 3 0,-5-2-1 0,-1 0 0 15,0 4 0-15,8 4 1 0,-8 4-3 16,7 0 2-16,0 3 0 0,6 4 0 15,-5 4 1-15,6 0 0 0,6-1 5 0,0 8-3 16,0 0 0-16,6 0 1 0,0 0 2 16,0 0-4-16,8 0 1 0,-1 0 1 15,7 0 2-15,-2-4 1 0,2 1-2 0,7-1 6 16,5-4 1-16,-6 1-1 0,13 0-1 16,0-8 1-16,0 5-1 0,7-9-2 0,-1-3-1 15,1 0-2-15,-1 0 0 0,1-8-2 16,-7 1 0-16,0-4 1 0,1 0 0 0,-8-4 1 15,1-3 0-15,-7-4 2 0,-7 0 1 16,1 0 3-16,-8-3 0 0,2-1 5 0,-8 4 3 16,-6 0 1-16,0 0 3 0,0 4-2 15,-6 0-2-15,-8 3-5 0,2-1-4 0,-2 10-4 16,-5-5-2-16,-1 7-1 0,1 0-2 16,0 4 0-16,-1 4 1 0,1 4-1 15,-8 3 1-15,8 3-2 0,6 1 1 0,-7 3-1 16,7 0 1-16,0 0 1 0,7 5-1 15,-1-4 1-15,7 2-1 0,0-3 2 0,0-3-1 16,7 0 1-16,5-4 1 0,-5 3 1 16,6-6-1-16,7-5 1 0,-7 0 0 15,6-3-4-15,0-3 1 0,-5 0 0 0,6-5 0 16,-7-3 1-16,-1 0 2 0,2-3 2 16,-2 0 0-16,-5-5-1 0,0 1 3 0,-1 3-2 15,-6 0 0-15,7 1 1 0,-7 2 6 16,0 5-1-16,0-4-2 0,6 7-5 0,-6 1-4 15,0 3-2-15,0 3-7 0,-6 1 2 16,6 7-1-16,0 0 5 0,6 4 3 16,-6-1 2-16,6 4 1 0,1 1-1 0,0-1 1 15,5 1 0-15,2-5 1 0,-1 5-1 16,6-8 3-16,8 4 2 0,-8-9-1 0,7 2-2 16,6 0-9-16,1-8-12 0,7 0-11 15,-8 0-6-15,7-8-3 0,-7 0 1 0,7-2 6 16,-6-5 11-16,-7 0 9 0,0-3 7 15,-6 0 4-15,-1-4 2 0,-5 4 3 0,-8-5 3 16,0 2 1-16,-6 2 2 0,0 1 2 16,-12 3-2-16,-2 1-2 0,1 3-4 0,-7 0 0 15,2 3-6-15,-2 5 0 0,0-1 0 16,-6 8-1-16,7-1-1 0,-1 5 2 16,0 3-1-16,1 3 0 0,5 5 0 0,2-1 0 15,-1 3 0-15,6 2 0 0,0-2 3 16,7 2 0-16,-6-1 0 0,12-4 1 15,-6 0-1-15,7 1 3 0,0-4-1 0,6-5-1 16,-1-3 1-16,2-2 1 0,-2-2 1 16,8-3-2-16,0-3 0 0,-1-2 3 0,-5-6 1 15,5 1 2-15,1-9 5 0,-8 1 3 16,-4-4 4-16,4-7-1 0,-6-1-1 0,1-7-5 16,0 1-3-16,-7-4-4 0,6 0-1 15,-6-1 7-15,0 1 15 0,0 4 18 16,-6 3 17-16,6 7 2 0,0 4-65 0,-7 0 0 15,7 7 0-15,0 4 0 0,0 0 0 0,0 3 0 16,0 8 0-16,0 0 0 0,0 5 0 16,0 2 0-16,7 8 0 0,-7 0 0 15,6 6 0-15,1 1 0 0,-1 4 0 0,8 3 0 16,-8 0 0-16,6 4 0 0,2 1 0 16,-1-5 0-16,0 4 0 0,-6-4 0 0,5 0 0 15,-6-4 0-15,2-2 0 0,-2-2 0 16,0-2-47-16,1-4-313 0,-1-4-113 0,1 0-161 15,0-4-195-15,-7-3-211 0,6-4-66 16,0-4 23-16,8-3 89 0,-8-4 176 0,0 0 237 16</inkml:trace>
  <inkml:trace contextRef="#ctx0" brushRef="#br0" timeOffset="16218.89">12524 8642 247 0,'6'-7'700'0,"1"-4"157"16,-7 3 114-16,6 1 79 0,-6-1-145 0,0 6-226 15,0 2-201-15,0-5-123 0,0 10-73 16,0-3-43-16,0 6-36 0,0 3-26 15,0 4-19-15,6-1-28 0,-6 5-38 0,7-1-31 16,-7 0-26-16,7 0-32 0,-7 4-45 16,0-7-70-16,0 4-89 0,-7-4-123 15,7-5-191-15,-7 1-219 0,1-7-219 0,6-1-97 16,-13-6 2-16,7-1 74 0,-1-7 166 16,7 1 225-16</inkml:trace>
  <inkml:trace contextRef="#ctx0" brushRef="#br0" timeOffset="16344.25">12517 8547 210 0,'0'-26'627'0,"0"0"128"0,-7 5 80 0,7 2 50 16,-6 1-179-16,6 7-216 0,0 0-195 16,-6 3-149-16,6 1-139 0,0 7-191 0,0 0-220 15,0 0-250-15,0 4-127 0,6-1-42 16,-6 1 21-16,6 0 122 0,1-1 181 0</inkml:trace>
  <inkml:trace contextRef="#ctx0" brushRef="#br0" timeOffset="17015.57">12699 8469 105 0,'7'5'567'0,"-7"-3"133"16,7 3 75-16,-7-2 52 0,0-3-118 16,6 4-150-16,0 0-153 0,1 3-100 0,0 4-45 15,-1 0-21-15,7 0-24 0,-7 7-27 16,8-3-24-16,-8 7-22 0,8 0-12 16,-8 4-18-16,0-1-15 0,1-3-12 0,-1 3-1 15,-6 1 6-15,0-3 0 0,7-1-4 16,-7-4-2-16,0 0-3 0,0-3-3 15,0-4-6-15,-7 0 3 0,7-5 18 0,0 3 26 16,0-6 23-16,0-3 9 0,0 0 4 16,-6 0-11-16,6-7-109 0,-7-1-36 0,7-3 0 15,-6-3 0-15,6-1 0 0,0-6 0 16,0-2 0-16,0-3 0 0,6-3 0 0,1 0 0 16,-1 0 0-16,1-2 0 0,6 6 0 15,-1 0 0-15,2 3 0 0,-1 4 0 0,0 3 0 16,0 0 0-16,7 4 0 0,-8 4 0 15,8 7 0-15,-7-4 0 0,7 8 0 16,-8 0 0-16,2 7 0 0,5-1 0 0,-6 2 0 16,0 2 0-16,-7 4 0 0,8 1 0 15,-8-1 0-15,1 4 0 0,-1 0 0 0,1 0 0 16,-1-4 0-16,1 4 0 0,-7 0 0 16,6-3 0-16,1-4 0 0,-7 3 0 0,7-4 0 15,-1-3-19-15,0 0-204 0,1-3-52 16,6-5-42-16,0 1-24 0,7-4-13 15,0-4 4-15,-2 1 19 0,2-8 40 0,-1 0 54 16,1-4 53-16,0-3 53 0,-1-1 52 16,-5-3 60-16,-2 4 61 0,-6-4 49 0,2 3 49 15,-2 2 45-15,-6 2 31 0,-6 0 10 16,-2 4-10-16,2 0-23 0,0 4-25 16,0-1-32-16,-2 8-29 0,2 0-21 0,0 0-12 15,-1 8 1-15,1 4 1 0,6 2 7 16,0-1 1-16,0 10-6 0,6 3-11 0,1-1-11 15,-1 5-1-15,0-1 3 0,2 0 24 16,4 4 33-16,-6-3 31 0,2 2 23 0,4-2-42 16,-5-5-127-16,-7 1 0 0,6-3 0 15,-6-2 0-15,-6-5 0 0,6-2 0 0,-7-1 0 16,-5-1 0-16,-2-4 0 0,2-5 0 16,-2 1 0-16,-5-4 0 0,-1 0 0 0,-6 0 0 15,7-4 0-15,-1-3 0 0,0 3-74 16,-6-3-485-16,7-4-254 0,-1 0-288 15,-6-4-110-15,7 0-3 0,-1-2 69 0,8-6 158 16,-8 2 272-16</inkml:trace>
  <inkml:trace contextRef="#ctx0" brushRef="#br0" timeOffset="17656.06">14504 8297 183 0,'6'-22'444'0,"0"4"77"15,2-1 88-15,-8 5 29 0,6 0-72 16,0-1-69-16,-6 8-56 0,6-1-48 16,-6 2-74-16,0 1-86 0,0 5-61 0,0 0-33 15,7 5-21-15,-7 5 2 0,0 1 15 16,0 7 19-16,0 7 2 0,0 1 0 0,7 7 6 16,-7 4 2-16,6 0-3 0,1 3-7 15,-1 4-6-15,0-4-14 0,8 4-16 0,-2-4-16 16,2 1-16-16,5-4-13 0,7-5-6 15,0-2-12-15,1-5-9 0,5-2-11 16,1-9-9-16,-1-2-9 0,1-6-4 0,-1-2-3 16,1-4-2-16,-7-7-4 0,6-4 0 15,-5 0 0-15,-8-7-2 0,0-5 1 0,1 2 0 16,-7-5 1-16,-6 3 1 0,-1-2 2 16,1 3 4-16,-7 0 2 0,0 4 0 0,-7 4 0 15,1-1-1-15,-1 4-4 0,1 3-2 16,-7 1-5-16,-1 7-1 0,2 0-2 15,-2 4 0-15,2-1 0 0,-1 8 1 0,-1 0 1 16,8 1 0-16,0 5 3 0,-1-2 4 16,0 4 7-16,7 3 15 0,0-4 16 0,0 4 9 15,7 0 11-15,6-4 2 0,0 0-1 16,0 0-7-16,0-2-13 0,7-5-9 16,6-1-17-16,0-2-20 0,-1-1 0 0,8-3 0 15,-7-4-29-15,7 0-83 0,-7-4-75 16,0 0-86-16,0-2-95 0,-6-6-124 0,-1 1-145 15,-5-3-152-15,-8 2-154 0,-6-6-65 16,-6-1 21-16,-14 1 99 0,0 0 161 16,1 0 197-16</inkml:trace>
  <inkml:trace contextRef="#ctx0" brushRef="#br0" timeOffset="18865.18">14796 8532 310 0,'-25'-4'615'15,"-1"1"120"-15,12-1 93 0,-5 1 18 0,12-2-166 16,1-2-168-16,6 4-155 0,6-5-109 15,8 1-85-15,5 3-57 0,7-4-30 0,6 1-14 16,8 1 0-16,-1 1 1 0,6 2 0 16,-5-1 1-16,5 0 0 0,1 4 0 0,-7-3-6 15,-7 3-4-15,1 0-3 0,-1 3-3 16,-6 1-1-16,1 0 4 0,-8-1 7 16,0 5 6-16,-5 0 8 0,5 2 13 0,1 1 6 15,-8 0 4-15,8 4 0 0,-7 3-6 16,7-3-7-16,-8 3-12 0,8 4-17 0,-7-3-15 15,1 3-12-15,-8-4-9 0,0 0-10 16,0 0-1-16,2 0 1 0,-8-3-1 16,0 0-2-16,0-3 1 0,0-5 4 0,-8 4 2 15,2-8 3-15,0 1-1 0,0-4 2 16,-1-4 2-16,-6 1-2 0,0-8 0 0,7 4-1 16,-2-9 2-16,-4 2-4 0,6-5 1 15,-2-3-3-15,8 1-4 0,-6-1-5 0,12-4-2 16,-6 4-2-16,8 0-2 0,-2 4-1 15,0-1 1-15,0 1 1 0,8 3-1 16,-1 4-1-16,0 1-3 0,0 2 0 0,7 0-1 16,-8 5-3-16,2-1 1 0,5 4 1 15,-5 0 3-15,4 4 1 0,-4-1 2 0,-1 5 0 16,-1 0 2-16,2 2 1 0,-2 1 0 16,-4 0 0-16,4 4 2 0,-5-4 0 0,-1 7 5 15,1-3 3-15,0-1 4 0,-1 6 5 16,-6-6 5-16,0-1 5 0,0 7 2 0,0-6 0 15,6-3 3-15,-6 4 2 0,0-4 1 16,0-1 2-16,0-5 6 0,0 2 21 0,0-4 31 16,0 1 32-16,0-4 20 0,0 0 7 15,-6-4-125-15,6 1-29 0,0-4 0 16,-6-5 0-16,6 1 0 0,-7-3 0 0,0-1 0 16,7-3 0-16,0 0 0 0,0-1 0 15,0 1 0-15,0-4 0 0,0 4 0 16,7-1 0-16,-7 1 0 0,7 3 0 0,5 1 0 15,-6 2 0-15,8 1-25 0,-1 0-35 16,0 5 0-16,0-3 4 0,7 6 2 0,-8 0 6 16,8-1 9-16,-7 4 9 0,7 4 6 15,-8-4 7-15,2 6 7 0,-1-1 3 16,0 2 0-16,-7 0 3 0,7 5 6 0,-7-1-2 16,2 3 2-16,-2 1 3 0,0 0 9 15,1-1 7-15,-1 1 6 0,-6 3 12 0,0-4 6 16,0 6 9-16,0-6 3 0,0-3 4 15,0 3 3-15,0-3-14 0,-6 0-50 0,6 0 0 16,0-4 0-16,-7 1 0 0,7-5 0 16,0 1 0-16,0 0 0 0,0-4 0 0,0 3 0 15,0-3 0-15,-6 0 0 0,6-3 0 16,0-1 0-16,-6 0 0 0,6-3 0 16,-8 0 0-16,8 0 0 0,0-1 0 0,0-6 0 15,0 3 0-15,0-4 0 0,8 0 0 16,-2-3 0-16,0 3 0 15,1-3 0-15,6 3 0 0,0 1 0 0,0 2 0 16,0 2 0-16,0-1 0 0,0 7 0 16,0 0 0-16,0 1 0 0,0 3 0 15,-7 3 0-15,8 5 0 0,-8-1 0 0,1 0 0 16,-1 8 0-16,1-4 0 0,-1 4 0 16,1 0 0-16,-7-1 0 0,6 1 0 0,0-1 0 15,2 1 0-15,-2-4 0 0,0-4 0 16,1 1 0-16,-1-5 0 0,7 1 0 0,0-8 0 15,-7 1 0-15,8-1 0 0,-8-3 0 16,8-4 0-16,-8-4 0 0,0 0-15 0,1 0-6 16,-1-2 8-16,-6-2 7 0,7 1 7 15,0-1 2-15,-7 5-2 0,6-2 2 0,-6 3 1 16,0 1-4-16,6 5-3 0,1 0-1 16,-7 2 0-16,13 5 1 0,-7 0-2 15,8 5 3-15,-8 2-1 0,13 4 1 0,-5 3 1 16,-2 1 0-16,8 0 1 0,-7 4 5 15,7 2 9-15,0-3 16 0,-8 4-8 16,8 0-22-16,-7 1 0 0,-7-5 0 0,1 0 0 16,0-3 0-16,-7-1 0 0,-7-3 0 15,0 1 0-15,-5-5 0 0,-2 0 0 0,-5 0 0 16,-7-3 0-16,6 0 0 0,-6-1-282 16,-7-3-173-16,8-3-223 0,-1-1-274 0,0 0-182 15,-1-3-42-15,1-4 46 0,0-4 128 16,0 1 220-16,7-1 296 0</inkml:trace>
  <inkml:trace contextRef="#ctx0" brushRef="#br0" timeOffset="19286.96">18294 8111 197 0,'6'-15'414'0,"1"-3"76"16,-7-1 82-16,0 1-2 0,0-1-48 0,-7 4-65 15,1 5-45-15,0-1-44 0,-14 0-53 16,7 4-60-16,-13 3-50 0,6 0-28 0,-6 8-26 16,1 4-16-16,-8 2-10 0,7 5 0 15,6 7 2-15,-6 0 4 0,7 7 15 0,-1 1 15 16,0 2 9-16,8 2-2 0,-2-1-10 16,1 3-5-16,7-3-11 0,6 4-9 15,0-4-17-15,6 0-17 0,7-4-16 0,7 3-19 16,0-6-18-16,6 0-18 0,13-4-40 15,-7 0-72-15,13-7-101 0,1-1-149 16,0-6-201-16,6-5-233 0,0-3-228 0,-6-6-73 16,0-2 27-16,-8-7 107 0,-5 1 179 0,-7-5 224 15</inkml:trace>
  <inkml:trace contextRef="#ctx0" brushRef="#br0" timeOffset="20298.32">18659 8290 464 0,'-6'-11'703'0,"-2"-4"107"0,2 4 77 16,-7 1-3-16,7-1-191 0,-8 3-203 0,2 5-146 15,-2-5-96-15,2 8-71 0,-8 0-52 16,7 4-35-16,-7 0-20 0,8 7-14 0,-8 0-2 16,7-1-4-16,0 5-4 0,0 4 2 15,7-1 1-15,-2 3 3 0,2-2 6 16,6 4 9-16,0-2 11 0,0-3 1 0,14 1 0 16,-8-1-4-16,7-4-5 0,6 2-10 15,1-6-12-15,6-2-13 0,0-1-8 0,0-7-7 16,0 0-7-16,7-4-3 0,-7 1-2 0,0-5-1 15,-7-2-3-15,1-6-4 0,-8 2 2 16,2-4 0-16,-8-4 0 0,-6 0 0 16,-6-4-2-16,0-4 1 0,-14 5-3 0,7-1 1 15,-7 4-3-15,0 1 1 0,2 2-1 16,-2 1 3-16,0 3 0 0,7 4-2 0,1 3-9 16,4 1-17-16,2 0-19 0,0 3-22 15,6 1-22-15,6 3-20 0,0 0-17 16,8 3-9-16,-2-3-6 0,8 4 3 0,-1-4 11 15,7 4 15-15,-6-4 23 0,7 0 24 16,-1 0 25-16,-7 0 19 0,1 0 26 0,-2-4 31 16,2 0 31-16,-6 1 33 0,-1 3 40 15,-7-4 32-15,0 0 10 0,1 4-10 0,0-3-22 16,-7 3-30-16,6 0-37 0,-6 3-31 16,6 1-23-16,-6 0-9 0,7 7 1 15,0 4 1-15,-1 3 8 0,1-1 7 0,-1 10 7 16,-6-5 0-16,7 7 4 0,0-3 2 15,-1 3 2-15,-6-3 2 0,6-1 2 16,-6 1 7-16,0-5-1 0,0-2 0 0,6-4 7 0,-6 0 12 0,0-4 23 16,0-4 42-16,0-3 33 0,0-1-119 0,0-3-57 15,0-3 0-15,0-5 0 0,0-3 0 0,0-4 0 16,-6-3 0-16,6-4 0 0,0 0 0 16,0-3 0-16,0-4 0 0,0 0 0 15,6 2 0-15,2-2 0 0,-2 4 0 0,7 3 0 16,-7 0 0-16,14 3 0 0,-8 8 0 15,8 0 0-15,0 0 0 0,-1 7 0 16,7 4 0-16,-6 4-42 0,0 0-20 0,-1 3 12 16,1 4 16-16,-7 4 10 0,0 0 9 15,-7 3 4-15,7 0 5 0,-7 0 4 0,8 1 2 16,-8-1 0-16,8 0 2 0,-8 0 5 16,7-2 7-16,0 2 4 0,0-7 2 0,0 0 3 15,6-4 1-15,1 1-1 0,-1-5-8 16,1-3-2-16,0-3 0 0,-1-1-4 0,1-4-3 15,0-3-3-15,-8 0 0 0,-5 1-7 16,-1-9-6-16,1 1-3 0,-7-1-4 16,-7 1-4-16,1-4-2 0,-1 3 2 0,-5-2 6 15,-2 5 2-15,2-1 4 0,4 2 4 0,-4 4 5 16,5 0 2-16,1 4-2 0,6-1-2 16,-7 5-2-16,7-4-1 0,7 7-3 0,-7 0-3 15,6 0 2-15,7 3 4 0,1 1 3 16,-2 3 2-16,8 0 2 0,-7 4 2 0,7 1-3 15,-1-4 0-15,0 6-1 0,1-3 3 16,-1 3 8-16,-5-3 11 0,-2 8 20 16,8-5 10-16,-13 4 19 0,5-3-32 0,-4 3-39 15,-8 0 0-15,6 1 0 0,-6-1 0 16,-6-3 0-16,-2 0 0 0,2-1 0 0,0 1 0 16,-7-5 0-16,-1 2 0 0,-4-5 0 15,4 0 0-15,-6-2 0 0,-5-2 0 0,5-3 0 16,-6 0 0-16,7-3 0 0,-7-5 0 15,6 4-375-15,0-6-310 0,1-2-238 0,5-2-212 16,2-4-64-16,5-1 37 0,7-6 105 16,7-2 204-16,-1-5 272 0</inkml:trace>
  <inkml:trace contextRef="#ctx0" brushRef="#br0" timeOffset="21050.31">19752 7920 424 0,'14'-7'803'0,"-8"0"132"0,1 4 80 15,-1-1 55-15,1-1-221 0,0 5-277 16,-1 0-168-16,0 5-87 0,0 2-32 16,2 4-8-16,4 7-4 0,-5 0 9 0,6 4 9 15,-6 7-8-15,5 0-172 0,2 5-111 16,-8-1 0-16,7 3 0 0,0-3 0 0,-6 4 0 16,6-5 0-16,-6 2 0 0,-1-1 0 15,0-7 0-15,0 3 0 0,2-7 0 0,-2-4 0 16,0 0 0-16,1-4 0 0,-7 1-194 15,6-7-280-15,-6 0-112 0,7-8-107 0,-7 0-90 16,0-8-65-16,0 0-36 0,-7-7 11 16,1 1 68-16,-7 0 115 0,-1-5 151 0,-4-3 208 15,-2 4 214-15,0-1 206 0,1 1 185 16,-1 0 164-16,1 3 142 0,5 1 65 0,-6 3 3 16,14-1-34-16,-6 6-43 0,5-2-55 15,0 1-92-15,1 3-98 0,6 1-84 16,6-1-66-16,8-1-54 0,-2 3-45 0,14 2-31 15,1-4-19-15,5 4-7 0,1 0-6 16,13 0 7-16,-1 0 8 0,7 0 7 16,0 0 5-16,0-4 3 0,0 4 5 0,-6 0-11 15,0 0-9-15,-7-3 6 0,-7 3 21 16,-6-4 16-16,-6 0 10 0,-7 0 4 0,-1 2 0 16,-4-3-13-16,-16 5-27 0,2-3-21 15,-7-2-15-15,0 5-6 0,-6 5 0 0,-7-2-4 16,6 4 1-16,-6 5 0 0,0 1 5 0,0 7 3 15,6-3 4-15,-6 6 6 0,13-2 9 16,0 5 9-16,0 0 6 0,7-4 0 16,0 0-3-16,6 0-1 0,6-4-7 15,0 1-7-15,1-5-7 0,6 1-3 0,0-7-2 16,7 2-2-16,-1-6-3 0,7-4-2 16,-6-4-2-16,6 1 3 0,-7-4 10 0,1-4 7 15,0-5 8-15,-8-2 4 0,1 0 3 16,0-4 0-16,0-4-9 0,-7 1 0 0,2-5 8 15,-8 4 22-15,6 5 22 0,-6-2 19 16,0 6 17-16,-6-3-80 0,6 10-38 0,0-1 0 16,0 0 0-16,0 8 0 0,0-5 0 15,0 8 0-15,-8-4 0 0,8 8 0 0,0-1 0 16,-6 5 0-16,6-1 0 0,0 5 0 16,0 1 0-16,0 7 0 0,0-3 0 15,6 2 0-15,-6-1 0 0,8 1 0 0,-2 3 0 16,0-4 0-16,1 1 0 0,-1-1 0 0,7-4 0 15,-6 1-1-15,-1-4-418 0,1 0-139 16,0-4-172-16,-1 1-182 0,0-8-164 16,1 0-33-16,6 0 46 0,-7-8 123 0,1 1 200 15,-1-4 234-15</inkml:trace>
  <inkml:trace contextRef="#ctx0" brushRef="#br0" timeOffset="21505.1">20652 8210 151 0,'0'-19'640'0,"0"4"151"0,0-3 108 16,6 3 82-16,-6 4-106 0,0 1-205 15,0 2-194-15,0 1-136 0,0 3-102 16,0 4-73-16,7 0-43 0,-1 8-26 0,0 3-5 16,2 3 2-16,-2 4 9 0,0 4 3 0,7 1-10 15,-6 2-11-15,-1 1-12 0,1 3-8 16,-7-3-3-16,0 0 3 0,0-1 9 16,0-3 6-16,0 0 7 0,0-4 4 0,-7 1 2 15,7-5 1-15,0-2 12 0,-6-6 26 16,6 1 35-16,0 1-165 0,0-8-1 0,-7 4 0 15,7-8 0-15,-7-4 0 0,7 1 0 16,-6-4 0-16,0-3 0 0,6-4 0 0,0-4 0 16,0-4 0-16,6 1 0 0,0-9 0 15,1 5 0-15,13-4 0 0,-7 4 0 16,0 0 0-16,7 4 0 0,-1-2 0 0,-6 9 0 16,6 0 0-16,-5 3 0 0,5 0 0 0,-6 8 0 15,0 0 0-15,1 3 0 0,-2 4 0 16,1 4 0-16,0 3 0 0,0 4 0 15,-7 4 0-15,2-1 0 0,4 8 0 0,-6-4 0 16,2 4 0-16,-2 3 0 0,0 2 0 16,1-5 0-16,-7 3 0 0,6 1 0 0,1-3 0 31,-7-2 0-31,7 2 0 0,-1-6 0 0,-6-2 0 16,0 0 0-16,6-4 0 0,-6 0 0 15,6-7 0-15,-6 2-400 0,8-6-265 0,-2-3-212 16,0-4-233-16,1-4-77 0,6-4 28 15,-6-3 100-15,-1-1 197 0,0-6 249 16</inkml:trace>
  <inkml:trace contextRef="#ctx0" brushRef="#br0" timeOffset="21755.06">21238 7857 168 0,'-7'-18'696'0,"1"4"161"0,6-1 117 15,-7 1 83-15,7 3-100 0,-6 4-268 16,6 3-179-16,0 4-103 0,0 7-62 0,0 4-18 15,6 7 25-15,7 8 8 0,-6 7-26 16,6 1-176-16,-1 6-158 0,-4 3 0 0,11-3 0 16,-12 4 0-16,6-3 0 0,-1-1 0 15,-5 0 0-15,6-3 0 0,-7-8 0 0,8 1 0 16,-14-5 0-16,6-3 0 0,1-7 0 16,-1-4 0-16,-6 0 0 0,0-8-379 15,6 1-206-15,-12-8-149 0,6-7-151 0,-6 1-138 16,-1-5-56-16,-6-7 35 0,0 0 131 15,-7 0 174-15,8 0 199 0</inkml:trace>
  <inkml:trace contextRef="#ctx0" brushRef="#br0" timeOffset="21958.58">21198 8161 75 0,'-26'-10'521'0,"7"2"200"0,6-3 162 0,0 4 123 15,7 0-52-15,-1 0-113 0,7-1-139 0,13 1-148 16,0 4-119-16,7-2-86 0,6 2-63 16,6-1-46-16,1 4-41 0,13 0-20 15,-7 0-17-15,12 0-78 0,2 4-84 0,-7-4 0 16,5 0 0-16,-5 0 0 0,-1 0 0 15,-5 0 0-15,-1 0 0 0,-13-4 0 0,0 4 0 16,0-3 0-16,-13-1 0 0,0 0 0 16,-7-3 0-16,-6 3 0 0,0 1 0 0,-13-4-11 15,-6 2-708-15,-7-1-396 0,0-2-168 16,-14-3-33-16,1-1 62 0,-6 2 136 0,-1-1 268 16,-6-3 399-16</inkml:trace>
  <inkml:trace contextRef="#ctx0" brushRef="#br1" timeOffset="115619.25">10576 12731 35 0,'0'0'285'0,"0"0"60"0,-6-4 29 0,6-1-58 16,0 2 23-16,0-1-30 0,-7 1-32 0,7-1-12 16,0-3 11-16,0 3 17 0,0-3-1 15,0 0-5-15,0 2-7 0,7-1-13 16,-7-2-23-16,0 5-27 0,0-5-16 0,0 5-21 16,0-1-21-16,0 4-24 0,0-5-25 15,0 5-26-15,0 0-24 0,0 0-8 16,-7 0-6-16,1 5 1 0,0 2 5 0,-2 1 14 15,-4-1 14-15,-1 8 7 0,-7-1 8 16,0 1 10-16,1 7 12 0,0 0 5 0,-14 7 5 16,7 1 8-16,-7 7 5 0,1 0 2 15,-7-1-3-15,-7 4-8 0,7 4-16 0,0 0-17 16,-1-4-21-16,2 4-22 0,-1 0-21 16,13-4-12-16,-7-3-8 0,13-1-6 0,1-7-3 15,-1 1-4-15,8-5 1 0,5-2 1 16,-6-5 0-16,13-3 1 0,-6-5 2 0,-1 1 3 15,7-2 0-15,0-7 0 0,0-2-1 16,0 0-3-16,0 0-5 0,7-7-20 16,-7 0-29-16,6-1-37 0,-6-2-49 0,0-2-60 15,6-2-71-15,-6-1-68 0,7-3-89 16,-7 0-119-16,7 0-115 0,-7-5-105 0,6 1-114 16,0-3-20-16,1 3 59 0,-1-4 125 15,1 4 148-15,0-4 159 0</inkml:trace>
  <inkml:trace contextRef="#ctx0" brushRef="#br1" timeOffset="116097.93">9951 12690 5 0,'6'-7'355'0,"-6"-1"71"0,0-3 60 0,0 0 2 16,0 4 40-16,0-4-51 0,-6 4-33 15,6 0-13-15,0 0-9 0,0-1-25 0,0 4-60 16,0-3-50-16,0 3-33 0,0 4-36 16,0-4-35-16,0 1-25 0,-6 3-22 0,6 0-23 15,0-4-21-15,0 4-15 0,0 0-11 16,0 4-14-16,0-4-12 0,0 3 8 0,6 1 16 16,-6 0 20-16,0 7 23 0,6-3 27 15,2 6 23-15,4-1 7 0,-6 4-2 16,8 0-1-16,-1 5-7 0,-1-4-6 0,8 4-6 15,-6 5-5-15,5-2-80 0,1 4-57 0,-2 0 0 16,9 1 0-16,-7-1 0 0,6 4 0 16,0-4 0-16,-1 5 0 0,1-2 0 0,1 0 0 15,5 2 0-15,-6-4 0 0,7 2 0 16,-7-3 0-16,0-2 0 0,0 2 0 16,0-4 0-16,-6-3 0 0,-1 0 0 0,0-4 0 15,-5 1 0-15,-1-4 0 0,0-5 0 16,-7 2 0-16,1-5 0 0,-1 0 0 0,0 1 0 15,-6-8 0-15,8 3 0 0,-8-3 0 16,0 0 0-16,6 0 0 0,-6-3 0 16,0-1 0-16,0-3 0 0,0 3 0 0,0-7 0 15,-6 3-417-15,-2 1-139 0,2-3-155 16,0-5-175-16,-7 3-175 0,0-2-35 0,0-1 40 16,-1 4 114-16,-5-3 181 0,6-1 225 15</inkml:trace>
  <inkml:trace contextRef="#ctx0" brushRef="#br1" timeOffset="117550.74">8967 12653 128 0,'0'-3'252'0,"0"3"44"16,0-4-46-16,0-1-35 0,0 3 39 0,-6-2-7 16,6 1-17-16,0-1-4 0,-6 0 10 15,6 1 17-15,0-2 23 0,0 3 18 16,0-3 14-16,0 2 6 0,-6-1-5 0,6 0-16 31,0 1-27-31,0-1-25 0,0 0-26 16,0 4-21-16,0-3-17 0,0 3-16 0,0-4-14 0,0 4-16 0,0 0-10 0,-8-3-10 31,8 3-6-31,0 0-6 0,0 0-6 0,0-5-5 0,0 5-6 0,0 0-4 0,0-3-6 31,0 3 0-31,0-4-2 0,-6 4-5 0,6 0-6 0,0 0-3 0,0 0-5 0,0 0-8 16,0 0-5-16,0 0-4 0,0 0-1 15,0 0 2-15,0 0 4 0,0-3 9 16,0 3 5-16,0 0 10 0,0 0 7 0,0 0 6 16,0 0 0-16,0 0-4 0,0 0-8 15,0-4-8-15,0 4-10 0,0 0-9 0,0 0-5 16,-6 0-2-16,6-4-1 0,0 4-3 16,0 0-1-16,0 0-4 0,0 0-11 0,0 0-10 15,0-3 0-15,0 3 0 0,0 0 0 16,0 0 0-16,0 0 0 0,0 0 0 0,0 0 0 15,0 0 0-15,0 0 0 0,0 0 0 16,0 0 0-16,0 0 0 0,0 0 0 0,0 0 0 16,0 0 0-16,0 0 0 0,0 0 0 15,0 0 0-15,0 0 0 0,0 0 0 16,0 0 0-16,0 3 0 0,0-3 0 0,0 0 0 16,0 0 0-16,0 0 0 0,0 0 0 31,0 0 0-31,0 0 0 0,0 0 0 0,0 0 0 0,0 0 0 0,0 0 0 0,0 0 0 31,0 0 0-31,0 0 0 0,0 0 0 0,0 0 0 0,0 0 0 0,0 0 0 0,0 0 0 16,0 0 0-16,0 0 0 0,0 0 0 0,0 0 0 15,0 0 0-15,0 0 0 0,0 0 0 16,0 0 0-16,0 0 0 0,0 0 0 0,0 0 0 16,0 0 0-16,0 0 0 0,0 0 0 31,0 0 0-31,0 0 0 0,0 0 0 0,0 0 0 0,0 0 0 0,0 0 0 0,0 0 0 15,0 0 0-15,0 0 0 0,0 0 0 32,0 0 0-32,0 0 0 0,0 0 0 0,0 0 0 0,0 0 0 0,0 0 0 0,0 0 0 31,0 0 0-31,0 0 0 0,0 0 0 0,0 0 0 0,0 0 0 0,0 0 0 0,0 0 0 31,0 0 0-31,0 0 0 0,0 0 0 0,0 0 0 0,0 0 0 0,0 0 0 0,0 0 0 31,0 0 0-31,0 0 0 0,0 0 0 0,0 0 0 0,0 0 0 0,0 0 0 0,0 0 0 16,0 0 0-16,0 0 0 0,0 0 0 16,0 0 0-16,0 0 0 0,0 0 0 0,0 0 0 15,0 0 0-15,0 0 0 0,0 0 0 16,0 0 0-16,0 0 0 0,0 0 0 0,0 0 0 16,0 0 0-16,0 0 0 0,0 0 0 15,0 0 0-15,0 0 0 0,0 0 0 0,0 0 0 16,0 0 0-16,0 0 0 0,0 0 0 15,0 0 0-15,0 0 0 0,0 0 0 0,0 0 0 16,0 0 0-16,0 0 0 0,0 0 0 31,0 0 0-31,0 0 0 0,0 0 0 0,0 0 0 0,0 0 0 0,0 0 0 0,0 0 0 16,0 0 0-16,0 0 0 0,0 0-4 16,0 0-30-16,0 0-13 0,0 0-13 0,0 0-13 15,0 0-12-15,0 0-18 0,0 0-24 16,0 0-34-16,0 4-41 0,0-4-53 0,0 0-69 15,0 0-102-15,0 0-133 0,0 0-173 16,0 0-180-16,0-4-58 0,6 1 23 16,-6-1 95-16,6-7 150 0,2 3 209 0</inkml:trace>
  <inkml:trace contextRef="#ctx0" brushRef="#br1" timeOffset="119864.52">6148 13159 148 0,'0'7'252'0,"6"0"42"0,-6 1-50 0,0-5-31 32,0 2 22-32,0-3-25 0,7 3-14 0,-7-2-12 15,0-3-4-15,0 4 2 0,0-4 1 16,0 0 3-16,0 4 2 0,0-4 9 16,0 0 8-16,0 0 3 0,0 0 1 0,0 3-9 15,0-3-6-15,0 0-17 0,0 0-9 16,-7 0-11-16,7 0-13 0,0 0-7 0,0 0-16 15,0 0-14-15,0 0-26 0,0 0-10 16,0 0-9-16,0-3-5 0,0 3-7 0,0 0-1 16,0 0 9-16,0 0 0 0,0 0 0 15,0 0 0-15,0 0 1 0,0 0 2 16,0 0 0-16,0 0-6 0,0 0-5 0,0 0-4 16,0 0-4-16,0 0-8 0,0 0-11 15,0 0-10-15,0 0-4 0,0 0-2 0,0 0-7 16,0 0-1-16,0 0 1 0,0 0 2 15,0 0 1-15,0 0 0 0,0 0 1 16,0 0-2-16,0 0-2 0,0 0-1 0,0 0-2 16,0 0-2-16,0 0-6 0,0 0-19 15,0 0-29-15,0 0-40 0,0 0-58 0,0 0-84 16,0-4-127-16,7 4-129 0,-7 0-134 16,6-4-153-16,0 1-43 0,1-2 27 0,0 3 106 15,5-3 134-15,-4 2 154 0</inkml:trace>
  <inkml:trace contextRef="#ctx0" brushRef="#br1" timeOffset="121054.46">8687 13459 30 0,'-6'5'225'0,"6"-3"53"0,0 6 1 15,0-8-50-15,-6 3 19 0,6 1-16 0,0 0-29 16,0-4-30-16,0 0-19 0,0 4-11 15,0-4 0-15,0 0-10 0,0 0-6 0,6 0 2 16,-6 0 9-16,0 0 20 0,0 0 24 16,0 0 30-16,0 0 20 0,0 0 11 0,0 0-2 15,0 0-13-15,-6 0-27 0,6 0-21 16,0 0-18-16,0-4-18 0,0 4-14 0,0 0-12 16,0 0-6-16,0 0-9 0,0 0-7 15,0 0-8-15,0 0-7 0,0 0-9 16,0 0-6-16,0 0-8 0,0 0-7 0,0 0-5 15,0 0-3-15,0 0 0 0,0 0-2 16,0 0-2-16,0 0-2 0,0 0-3 16,0 0-1-16,0 0-3 0,0 0-7 0,0 0-3 15,0 0-5-15,0 0-4 0,0 0-4 16,0 0-4-16,0-4 0 0,0 4-1 0,0 0-1 16,0 0-1-16,0 0 0 0,0 0 0 15,0 0-3-15,0 0 3 0,0 0 0 0,0 0 1 16,0 0 0-16,0 0 0 0,0 0 1 15,0 0-2-15,6 0 1 0,-6 0 1 0,0 0-2 16,0 0 0-16,0 0 1 0,0 0 0 16,0 0-3-16,0 0-1 0,0 0 3 15,0 0 1-15,0 0-1 0,0 0 0 0,0 0 5 16,0 0-3-16,0 0-2 0,0 0-1 16,0 0 1-16,0 0 0 0,0 0-1 0,0 0 2 15,0 0 2-15,0 0-1 0,0 0-1 16,6 0-1-16,-6 0 3 0,0 0-2 0,0 0-1 15,0 0 2-15,0 0-1 0,0 0 2 16,0 0-2-16,0 0-1 0,0 0 2 16,0 0 3-16,0 0-2 0,0 0-2 0,0 0-2 15,0 0 1-15,0 0 1 0,0 0-3 16,0 0 1-16,0 0-2 0,0 0 3 0,-6 0-1 16,6 0-2-16,0 4 1 0,0-4-1 15,0 0 0-15,0 0-1 0,0 0 3 16,0 0-1-16,0 0-2 0,0 0 1 0,0 0-1 15,0 0 0-15,0 0 1 0,0 4-1 16,0-4 1-16,0 0 3 0,6 2 1 0,-6-2 1 16,0 0-1-16,0 0 2 0,0 0 1 15,0 0-1-15,0 0 2 0,0 0-2 0,0 0 7 16,0 0 7-16,0 0 11 0,0 0 9 16,0 0 3-16,0 0 6 0,0-2-3 15,0 2-7-15,0 0-14 0,0 0-6 0,0 0-7 16,-6-4-11-16,6 0-22 0,0 0-36 15,-6 1-37-15,6-5-46 0,0 1-57 16,-7 0-79-16,7-4-96 0,0 0-105 0,0-4-117 16,7-3-108-16,-1-1-107 0,0-2-3 15,1-2 66-15,6-2 116 0,-6-1 140 0</inkml:trace>
  <inkml:trace contextRef="#ctx0" brushRef="#br1" timeOffset="121554.34">9097 12639 308 0,'0'-4'393'0,"-6"-3"54"15,6 3-22-15,0 1 18 0,-6-4-53 16,6 2-25-16,0 2-19 0,-6-1-15 0,6 4-27 16,-7-4-28-16,7 1-48 0,0 3-52 15,-7-4-40-15,7 4-28 0,-6 4-13 0,-1-1-13 16,1 1-3-16,0 8 6 0,-2-5 8 16,-4 7 5-16,-2 1 5 0,2-1 4 15,-1 8 4-15,-1 0-2 0,-4 4 6 0,-2 4 2 16,-7-1 2-16,8 7 3 0,-7 1 3 0,6 0 0 15,-6 3-11-15,0 0-9 0,0 4-10 16,1 4-7-16,-2-4-10 0,1 3-7 0,6 1-1 16,-6-4 0-16,7-5-2 0,-1 3-6 15,0-6-7-15,8-3-9 0,-1-7-8 0,0 4-10 16,0-9-8-16,7-3-6 0,-2-3-5 16,-4 0 0-16,12-8 1 0,-7 0-1 15,7 0-2-15,0-3-6 0,0-4-13 0,0 0-27 16,0-7-37-16,7 3-46 0,-7-3-51 15,6-5-64-15,0 6-64 0,2-8-88 16,-2-3-108-16,7 3-112 0,-7-4-115 0,1 0-108 16,6-4-35-16,-7-4 52 0,8 1 110 15,-8-4 143-15,0-1 156 0</inkml:trace>
  <inkml:trace contextRef="#ctx0" brushRef="#br1" timeOffset="121944.9">8610 12862 258 0,'-7'-10'425'16,"-6"-6"57"-16,7 2 52 0,-2 3-29 0,-4-7-29 16,5 3-41-16,1 1-16 0,-1-2-6 15,1 5-7-15,-1-4-37 0,1 8-58 16,6-3-44-16,-6 6-42 0,6-3-37 0,0 3-35 16,0 0-42-16,-8 4-30 0,8-3-34 15,0 6-19-15,8 1-3 0,-8 3 8 0,6 4 17 16,7 3 13-16,0 5 36 0,0 4 29 15,-1 2 20-15,8 8 7 0,0 0 7 16,-1 7 1-16,7-3-8 0,-6 7-4 0,6-1 0 16,7 4 0-16,-1-2-3 0,1 3 1 15,-1 0-22-15,1-5-127 0,-1 1 0 16,1-4 0-16,-1 1 0 0,1-4 0 0,-1-5 0 16,-5-2 0-16,5-1 0 0,-12-4 0 0,6-2 0 15,-7-2 0-15,1-6 0 0,-7 0 0 16,0-3 0-16,-6-2 0 0,-1-2 0 0,0-5 0 15,-6 1 0-15,0-4 0 0,0-4 0 16,-6 1 0-16,0-5 0 0,-7-2-228 0,-1 2-330 16,2-7-228-16,-8 4-287 0,0-4-110 15,1 4-2-15,-7-3 69 0,-7-1 153 16,1 4 246-16</inkml:trace>
  <inkml:trace contextRef="#ctx0" brushRef="#br1" timeOffset="125518.87">6356 12650 224 0,'13'-11'366'15,"0"-4"51"-15,-7 5-2 0,1-2-31 16,0-3-48-16,-1 5-40 0,0-2-4 0,2 5 9 15,-8 0 3-15,6 3-20 0,-6 0-26 16,6 1-50-16,-6-1-57 0,0 4-45 0,0 0-17 16,0 4 9-16,0-1 13 0,0 8 20 15,-6 0 23-15,0 4 11 0,-2 3-1 0,-4 5-11 16,-2 2-6-16,-5 1-3 0,-1 3-10 16,1 4-6-16,-7-1-6 0,6 5-2 15,-6 4-8-15,0 4-7 0,7-6-9 0,-7 5-12 16,0 0-15-16,6 0-10 0,1-4-6 15,-1 0-10-15,1-3-8 0,5-4-1 0,2 0 0 16,-2-4-4-16,8-4-7 0,0-2-2 16,-8-2 0-16,8-1-8 0,6-6-2 0,-7 1-3 15,1-4-1-15,0 0-2 0,6-4-2 16,-8 1 3-16,8-5-2 0,0 1-5 0,-6-1-28 16,0-3-43-16,6 0-58 0,-6-3-70 15,-2-1-94-15,2 1-124 0,6-5-128 16,-6-3-133-16,6-4-125 0,0 0-81 0,-7-6 14 15,7 3 88-15,0-7 131 0,0-2 163 16</inkml:trace>
  <inkml:trace contextRef="#ctx0" brushRef="#br1" timeOffset="125911.61">5939 12664 309 0,'0'-18'550'0,"0"0"108"0,0 4 82 0,0-5-34 16,0 4-63-16,0 0-117 0,-6 4-101 0,6 4-76 31,0 0-62-31,0 0-63 0,0 2-62 0,0 2-50 16,0 0-43-16,0 3-32 0,0 0-18 16,0 6-3-16,6 2 11 0,1 3 11 15,5 7 20-15,-4 1 18 0,4 6 18 0,2 1 13 16,5 3 4-16,-6 8 1 0,6-4 0 15,1 7-4-15,0 1-7 0,-1-1-8 0,1 4-5 16,-1 0-10-16,1 0-14 0,-8-1-4 0,8 2-2 16,0-1 0-16,-1-4-4 0,1 4-1 15,0-7-1-15,-1 0-7 0,-6 0-5 0,6-10-7 16,-5 0-8-16,-2-5-2 0,2 0-5 16,-8-7-2-16,7-1-3 0,-7-7-2 15,1 0 0-15,0-7-8 0,-7 0-25 0,6-3-45 16,-6-5-65-16,0 1-90 0,0-3-126 15,0-5-197-15,0 0-236 0,0-4-214 0,6 2-72 16,-6-5 17-16,0-3 87 0,8 2 181 16,-2-3 250-16</inkml:trace>
  <inkml:trace contextRef="#ctx0" brushRef="#br1" timeOffset="126630.21">12563 13166 219 0,'0'0'450'0,"-7"0"99"16,0 0 82-16,7 0-44 0,-6 0-6 15,6 0-77-15,0 0-78 0,0 0-67 16,0 0-55-16,6 0-52 0,1 4-54 0,6-4-43 16,1 0-29-16,5 3-29 0,1-3-25 15,-2 0-21-15,2 4-16 0,7-4-11 0,-1 0-6 16,0 4-7-16,-1-4-4 0,1 0-21 16,-6 3-50-16,6-3-86 0,-13 0-124 15,7 0-135-15,-7 5-158 0,-7-5-159 0,-6 2-80 16,-6 6 17-16,-1-4 87 0,-5 3 117 15,-2-3 148-15</inkml:trace>
  <inkml:trace contextRef="#ctx0" brushRef="#br1" timeOffset="126864.52">12608 13375 91 0,'-6'11'514'0,"-7"0"110"16,13-4 79-16,-6 1 80 0,-2-5-96 0,8 1-127 15,0-1-105-15,0 2-71 0,8-5-54 16,-2 0-54-16,7 0-53 0,0 0-49 0,6 0-42 15,1-5-32-15,0 5-25 0,5-3-24 16,1-1-21-16,1 1-11 0,-1-1-6 0,-6 0-7 16,5 1-3-16,-5-1-15 0,-8 0-30 15,2 1-53-15,-1 3-71 0,-7 0-103 0,1 0-138 16,-7 0-167-16,0 3-200 0,0 1-87 16,-7 0-4-16,1-4 65 0,-1 3 119 15,1-3 170-15</inkml:trace>
  <inkml:trace contextRef="#ctx0" brushRef="#br1" timeOffset="127522.27">13664 12877 3 0,'12'-19'401'0,"-5"5"66"0,6 3 50 0,-13-4 36 15,7 8-14-15,-1-1-76 0,-6 1-49 16,0 0-24-16,6 3-22 0,-6 1-42 0,0 3-76 16,0-4-81-16,0 4-49 0,0 4-19 15,0-1 1-15,0 5 5 0,0-1 17 0,0 8 14 16,0-1 11-16,0 4-2 0,0 1-7 16,7 4-6-16,-7 2-11 0,0 0-3 15,0 4-6-15,0-3 1 0,7 3-1 0,-7-3 2 16,0 0 0-16,0-1-2 0,0-3-6 15,0-4-10-15,0 4-10 0,0-7-10 16,0-1-11-16,0 2-7 0,6-9-1 0,-6 4 6 16,0-8 11-16,0 2 11 0,0-2 8 15,0-3 2-15,0-3-1 0,0-2-33 0,0 2-63 16,0-8 0-16,0 0 0 0,0-1 0 16,0-2 0-16,0-4 0 0,0-1 0 0,0-2 0 15,0 2 0-15,0-3 0 0,0 0 0 16,0 5 0-16,0-6 0 0,6 4 0 0,-6 1 0 15,7 0 0-15,0 3 0 0,-1 1 0 16,7-4 0-16,0 7 0 0,0-3 0 16,1-3 0-16,5 7 0 0,0 0-1 0,0-2-35 15,1 1 6-15,0 4 5 0,-1 0 7 0,1 3 6 16,-7-4 1-16,0 5 3 0,6 3 2 16,-12 0 1-16,6 0 0 0,1 3 0 0,-8 5 0 15,7-1 3-15,-7 4 1 0,7 0 3 16,-6 4 6-16,-1 2 6 0,0 0 7 15,2 0 7-15,-8 5 6 0,6-4 2 0,0 4-9 16,-6-3-27-16,7 3 0 0,-7-4 0 16,6 1 0-16,-6-1 0 0,0 1 0 0,0-2 0 15,7 2 0-15,-7-5 0 0,0-3 0 16,0 0 0-16,0 0 0 0,0-4 0 16,0 1 0-16,0-5 0 0,0 2 0 0,0-5 0 15,0 0-11-15,0-5-225 0,-7 2-113 16,1-5-166-16,-1-3-212 0,7 1-244 0,-6-5-137 15,0-3-20-15,-2-4 58 0,2 0 146 16,6-4 223-16,0-4 285 0</inkml:trace>
  <inkml:trace contextRef="#ctx0" brushRef="#br1" timeOffset="128131.53">14204 12239 352 0,'-7'-3'509'0,"1"0"103"0,6-5 109 0,-6 4-38 15,6-3-78-15,0 0-90 0,0 3-72 16,0-3-72-16,0 0-86 0,6 2-72 15,-6-2-48-15,6 3-31 0,-6-3-24 0,7 3-23 16,6 1-10-16,-6-4-5 0,5 2-9 16,2 5-3-16,-2-3-3 0,8-1-1 0,-7 4-4 15,7 0-4-15,-8 4 0 0,8-4-2 16,-7 3-3-16,1 2-2 0,-2 2 1 16,-6-4 0-16,8 8 0 0,-8-3 5 0,1 2 1 15,-7 6 5-15,0-7 2 0,0 11 1 16,-7-6 0-16,1 1-7 0,-8 3-4 15,8-4-6-15,-6 1-3 0,-8 4-1 0,7-4-2 16,-1-1 0-16,2-3 2 0,-2 4 3 16,8-8 0-16,-7 4 1 0,7-4 5 0,-1 1 3 15,0-5 6-15,7 5 6 0,-6-5 14 16,6 1 16-16,-6-4 16 0,6 4 14 16,0-4 9-16,6 0 4 0,-6 0-119 0,13 0-13 15,-6-4 0-15,12 4 0 0,-5-4 0 0,4 1 0 16,2 0 0-16,-1 3 0 0,1-5 0 15,0 2 0-15,-1-1 0 0,1 4 0 16,0-4 0-16,-1 1 0 0,1 3 0 0,0 0 0 16,-8 0 0-16,1 0 0 0,0 0 0 15,-6-4 0-15,5 4 0 0,-4 0 0 0,-8 0 0 16,6 0 0-16,-6 0 0 0,0 0 0 16,0 0-229-16,-6 0-247 0,-2 0-206 0,-4 0-298 15,-1-3-164-15,-7 3-40 0,0 0 44 16,-5 0 123-16,-1 0 225 0,0 0 331 0</inkml:trace>
  <inkml:trace contextRef="#ctx0" brushRef="#br1" timeOffset="130301.19">7196 15720 74 0,'7'0'171'0,"-1"3"3"0,0-3-55 0,2 4-76 16,-2-4-29-16,0 0-17 0,1 0-15 31,-1 3-27-31,1-3-37 0,6 0-43 0,-7-3-20 0,0 3-6 0</inkml:trace>
  <inkml:trace contextRef="#ctx0" brushRef="#br1" timeOffset="130629.23">8310 15702 154 0,'0'0'357'0,"-6"0"41"0,6 0 30 0,-8 0-75 15,8 0-81-15,0-4-81 0,0 4-57 0,-6-5-35 16,6 2-28-16,0 3-25 0,0-3-34 16,0-1-45-16,0 0-64 0,6 4-87 15,-6-3-113-15,8 0-93 0,-2 3-37 0,0-8 7 16,1 4 43-16</inkml:trace>
  <inkml:trace contextRef="#ctx0" brushRef="#br1" timeOffset="130879.32">9229 15698 224 0,'0'4'419'0,"0"3"45"16,0-4 33-16,0 1-74 0,0-4-105 15,0 4-99-15,0-4-73 0,0 0-40 0,0 0-33 16,0 0-47-16,-8 0-64 0,8-4-97 16,0 0-118-16,8 4-152 0,-2-3-76 0,0-4-22 15,7 3 27-15,-6-4 67 0</inkml:trace>
  <inkml:trace contextRef="#ctx0" brushRef="#br1" timeOffset="131035.4">9612 15720 330 0,'0'7'524'16,"7"-4"89"-16,-7-3 58 0,0 4-80 16,-7-8-119-16,7 4-137 0,-6-3-117 0,0-4-86 15,6 3-69-15,-8 0-76 0,2 1-92 31,6-4-120-31,-6-2-154 0,-1 3-173 0,7-2-79 0,-6 2-8 0,-1-6 48 0,7 1 96 32</inkml:trace>
  <inkml:trace contextRef="#ctx0" brushRef="#br1" timeOffset="131685.51">10075 14786 314 0,'0'-7'420'15,"0"-1"65"-15,6 1 33 0,-6-1-8 0,0-3-5 32,0 5-31-32,0-3-17 0,0 2-12 0,0 3-26 0,0-3-65 0,0 3-69 0,0 1-65 31,0 3-55-31,0 0-47 0,-6 0-33 0,6 3-14 0,-13 5 1 0,7 6 10 0,-14 1 16 31,6 6 14-31,-5 6 7 0,-1-2 2 0,-6 9-4 16,7-5-1-16,-1 8-5 0,1-5-4 15,0 5 0-15,-1 3 1 0,1-3 4 0,-1 3 1 16,6 0-4-16,-5 1 1 0,6-1-4 16,-6-3-8-16,-1-1-10 0,7 1-14 0,-6 0-7 0,-1-1-11 15,1-3-11-15,-1 0-8 0,1-3-8 16,-1-1-5-16,0 0-16 0,1-7-8 16,6 0 0-16,-6-4 0 0,5-3 0 0,1 0 0 15,7-4 0-15,-7 0 0 0,6-4 0 16,7 0-22-16,-6-7-55 0,6 3-49 0,0-6-56 15,0 3-60-15,0-7-60 0,6-3-70 16,-6-7-98-16,7 4-118 0,-1-6-133 0,1-3-141 16,-7-3-84-16,6 0 9 0,1-5 89 15,-7 1 142-15,0-5 178 0</inkml:trace>
  <inkml:trace contextRef="#ctx0" brushRef="#br1" timeOffset="132107.42">9137 14818 450 0,'-7'-7'565'0,"1"0"93"0,6 0 84 0,-7 3-42 16,1-3-141-16,6 3-96 0,-6-4-64 15,6 5-63-15,0 3-57 0,-8-5-61 0,8 3-41 16,0 2-41-16,0 0-32 0,0 0-8 15,0 0 3-15,8 2 10 0,-2 3 20 16,7 3 23-16,0 2 25 0,0 1 7 0,7 7 8 16,6 1 3-16,-7 3-3 0,7 3 6 0,0 4 7 15,7 1 10-15,-1 3 2 0,1 3-172 16,6 1-45-16,0 4 0 0,7-4 0 16,-8 2 0-16,8 2 0 0,0 0 0 0,0-2 0 15,-1 1 0-15,1-3 0 0,-7 0 0 16,7-1 0-16,-1-2 0 0,-6-1 0 15,1-4 0-15,-8 0 0 0,1-7 0 0,-1 0 0 16,-13-4 0-16,1 1 0 0,0-6 0 0,-8-4 0 16,1 2 0-16,-6-4 0 0,0-3 0 15,-1-1 0-15,-6-3 0 0,0-3 0 0,0-1 0 16,-13-3 0-16,6-1-19 0,-6-4-634 16,1 3-312-16,-8-2-235 0,7-4-73 15,-7 4 33-15,0-4 114 0,2 4 223 0,-9 0 317 16</inkml:trace>
  <inkml:trace contextRef="#ctx0" brushRef="#br1" timeOffset="134869.57">7834 14933 94 0,'0'-4'280'0,"0"-4"54"0,0 0 12 0,0 2-45 16,0-5 31-16,0 3-7 0,0 1 4 15,0-4 27 1,0 3 22-16,0 1 4 0,7-1-4 16,-7 1-16-16,0 0-38 0,0 3-55 15,0-3-39-15,0 3-25 0,0 1-18 0,0-1-24 16,0 1-25-16,-7 3-20 0,7-4-25 0,-13 4-20 15,7 4-14-15,-7-1 3 0,-6 1 8 0,-1 3 8 16,-7 4 9-16,1 0 10 0,-6 4 4 16,-7-1-2-16,0 4-5 0,-7 4 0 0,-5 1-6 15,-2 2-7-15,1 5-9 0,-7-5-6 16,-6 8-7-16,6 1-5 0,1-2-4 0,-1 1-4 16,-6 4 2-16,14-4-2 0,-2 0-3 15,1-4-2-15,7 3-2 0,-1-1-4 0,7-6-8 16,6 0 2-16,7 1-5 0,0-4-4 15,0-4-5-15,7 5-2 0,-1-9-5 0,1 5-4 16,5-5-1-16,2-3-1 0,5 1-1 16,-6-2 0-16,6-3 0 0,1 1 1 15,-1-5-2-15,7 1-7 0,-6-1-20 0,6-3-28 16,-7 4-45-16,7-4-61 0,0-4-76 16,0 4-84-16,0-7-104 0,0 4-131 0,7-8-140 15,-1 0-140-15,-6-1-97 0,7-5 0 16,-1 2 75-16,-6-3 133 0,7-1 170 15</inkml:trace>
  <inkml:trace contextRef="#ctx0" brushRef="#br1" timeOffset="135444.78">6382 14918 336 0,'-6'-5'448'0,"-1"2"44"15,1 0 41-15,-1 3-74 0,0-5-100 16,1 5-52-16,6-3-16 0,-6 3 5 0,-1-3-4 16,0 3-17-16,7 0-24 0,-6 0-33 15,6 0-30-15,0-5-31 0,0 5-19 16,-6 0-17-16,6 0-19 0,0 0-19 0,0 0-18 15,0 5-2-15,0-5 18 0,6 3 19 16,-6 0 19-16,6 2 20 0,8 1 22 16,-8 5 8-16,14-2-5 0,-7 1-4 0,13 5 2 15,-6-1-3-15,5 1-8 0,1 0-10 0,7-1-10 16,-1 4-8-16,8 5-5 0,-8-5-1 16,7 4 4-16,6-1 0 0,-5 2-3 0,5-2-13 15,1 5-48-15,-1 0-57 0,2 0 0 16,-9-1 0-16,7 1 0 0,2 4 0 0,-9-5 0 15,1 1 0-15,1-5 0 0,-1 5 0 16,-7-4 0-16,7 3 0 0,-6-6 0 0,-1 4 0 16,-6-5 0-16,7-1 0 0,-7-2 0 15,0 4 0-15,0-9 0 0,-7 2 0 0,1-1 0 16,0-5 0-16,-7 2 0 0,-1-3 0 16,-4-3 0-16,-2 3 0 0,0-5 0 15,1 3 0-15,-7-3 0 0,7-3 0 0,-7-2 0 16,0 3 0-16,-7-3 0 0,7-3 0 15,-7 5 0-15,-5-4-81 0,-2 0-560 16,1 3-313-16,-6-4-234 0,6 1-68 0,-13 0 32 16,6 0 106-16,-6 3 213 0,0-3 314 15</inkml:trace>
  <inkml:trace contextRef="#ctx0" brushRef="#br1" timeOffset="136723.79">13488 15855 147 0,'6'-11'181'0,"-6"0"-27"16,0 1-51-16,0 2-43 0,0 1-47 16,-6-1-45-16,-7 1-41 0,6 3-39 0,-6-4-35 15,7 1-14-15</inkml:trace>
  <inkml:trace contextRef="#ctx0" brushRef="#br1" timeOffset="137117.1">12999 15720 38 0,'0'-4'304'0,"0"-3"43"15,0 0 31-15,0-2-52 0,-6-1-36 16,6 0-63-16,0-2-39 0,-7 1-18 0,7-3-3 16,-7 2 6-16,7-2 19 0,-6 6 33 15,6-3 28-15,0 4 24 0,-7 0 10 0,7-1-6 16,0 5-24-16,0-1-52 0,0 0-44 15,0 1-44-15,0 3-30 0,0 0-14 16,7 0-7-16,-1 0 4 0,1 0 8 0,6 3 4 16,7-3-5-16,-8 4-13 0,8-4-12 15,7 0-16-15,-2 4-12 0,1-4-9 0,0 0-3 16,-6 0-5-16,6 0-11 0,1 0-26 16,-15 3-49-16,8-3-80 0,-7 0-106 15,-7 0-113-15,0 0-143 0,2 4-136 0,-16 0-102 16,2-1 0-16,-7-3 64 0,-7 4 90 15,2 3 138-15</inkml:trace>
  <inkml:trace contextRef="#ctx0" brushRef="#br1" timeOffset="137335.79">12908 15749 234 0,'0'11'500'0,"-7"-5"78"0,1-1 58 15,6-2 1-15,0 2-113 0,6-5-110 16,-6 0-79-16,7 0-53 0,6 0-36 0,0 0-39 15,0-5-43-15,6 5-38 0,1 0-25 16,-1-3-21-16,7-2-20 0,-6 5-18 16,-1-3-16-16,8 3-11 0,-8 0-11 0,-6 0-18 15,7 0-42-15,-7 0-79 0,0 3-112 16,0-3-144-16,-7 5-182 0,8-2-157 0,-2 2-51 16,-4 2 30-16,4-4 86 0,1-3 127 15</inkml:trace>
  <inkml:trace contextRef="#ctx0" brushRef="#br1" timeOffset="138275.64">14178 15383 185 0,'0'-4'381'0,"0"0"58"0,-7 1 60 16,7-5-32-16,0 5-30 0,0 0-17 16,-6-1-14-16,6-1-11 0,-6 2-20 0,6 0-39 15,-7 3-45-15,7-5-46 0,0 2-34 0,-7 3-34 16,7 0-27-16,0 0-27 0,-6 0-35 16,6 0-30-16,0 0-8 0,0 3 6 15,0 5 9-15,0 4 17 0,0 2 21 0,0 0 18 16,0 5 5-16,0-1-4 0,0 7 1 15,0 1-5-15,0 4-8 0,0-1-9 0,0 0-10 16,0 0-7-16,6 1-12 0,-6-1-11 16,0-3-6-16,0 0-1 0,0-1 1 0,0-3 0 15,0-5 3-15,0 3 1 0,0-6 0 16,0-3 1-16,0 1 3 0,0-5 16 0,0 0 26 16,0-3 35-16,0-1 30 0,0 1-159 15,0-4-11-15,0 0 0 0,0-4 0 16,-6 1 0-16,6-5 0 0,-7 1 0 0,1-4 0 15,6 0 0-15,-7-4 0 0,1 0 0 16,6-3 0-16,-7-1 0 0,7-2 0 0,-6 3 0 16,6-4 0-16,0-4 0 0,6 5 0 15,-6-2 0-15,7 1 0 0,-1 0 0 0,7 0 0 16,0 4 0-16,1-5 0 0,-2 6 0 16,8-3 0-16,-1 3 0 0,7-1 0 15,-6 3 0-15,0-4 0 0,5 5 0 0,1-1 0 16,-6 0 0-16,7 1 0 0,-9 0 0 15,2 2 0-15,0 1 0 0,-1 4 0 0,-5-4 0 16,-2 4 0-16,2 3 0 0,-1 0 0 16,-1 4 0-16,2 0 0 0,-8 0 0 0,7 4 0 15,-6 4 0-15,6 2 0 0,-7 5 0 16,0-1 0-16,2 5 0 0,-2 0 0 16,0 2 0-16,0 2 0 0,-6 2 0 0,8 4 0 15,-8 1 0-15,6-1 0 0,-6 3 0 0,0 2 0 16,6-5 0-16,-6 1 0 0,0-1 0 15,7-1 0-15,-7-1 0 0,0-1 0 16,6-6 0-16,-6 3 0 0,0-8 0 0,0 4 0 16,7-9 0-16,-7 1 0 0,0-3 0 15,0-1 0-15,0-4 0 0,7 2 0 0,-7-5 0 16,0 3 0-16,0-6 0 0,0 3 0 0,0-5 0 16,0 2 0-16,0-4 0 0,0 3 0 15,0-3 0-15,0-1 0 0,0 1 0 16,-7-1-624-16,-6 1-448 0,6 0-201 0,-5-4-47 15,-8 4 53-15,6 0 132 0,-11-1 256 16,5 0 383-16</inkml:trace>
  <inkml:trace contextRef="#ctx0" brushRef="#br1" timeOffset="146989.47">17812 15327 252 0,'0'0'359'0,"0"0"55"0,7-3-10 0,-7 0-41 16,6-2 3-16,-6-2-14 0,7 0 1 16,-7-4 11-16,6 0 11 0,-6 0-3 0,6 0-16 15,-6 1-50-15,0-2-43 0,-6 1-42 16,0-3-37-16,-1 2-30 0,1 1-26 0,-1 0-10 15,-6 0-17-15,0 0-14 0,-6 4-7 16,-1 0-4-16,7 3-4 0,-7 0-2 0,1 1-9 16,-1 3-5-16,0 0-11 0,2 3-9 15,4 1-7-15,1 3-10 0,7 4 12 16,-8 4 17-16,14 3 27 0,-6 5 30 0,6 2 27 16,6 4 25-16,1 8 6 0,-7 4-4 15,13-1-18 1,-6 4-26-16,-1 0-27 0,0 3-24 0,2-3-21 15,-2 0-17-15,-6-3-13 0,6-1-7 16,0-4-3-16,-6 1-1 0,0-8-2 16,0 0-8-16,0-3-17 0,0-3-25 0,0-6-31 15,-6-2-48-15,6-4-58 0,-6-3-57 16,0-8-66-16,-2 0-79 0,2-8-99 0,0 2-100 16,-7-11-110-16,6 0-106 0,0-5-68 15,-5-3 26-15,6-1 89 0,-8 0 125 16,8 1 157-16</inkml:trace>
  <inkml:trace contextRef="#ctx0" brushRef="#br1" timeOffset="147895.42">17441 15613 22 0,'-13'-3'379'0,"7"3"84"0,-2-4 74 15,8 4 50-15,-6-4-60 0,6 4-70 16,0 0-63-16,6 0-54 0,2-3-44 0,4 3-51 16,2 0-48-16,5-4-33 0,7 0-25 15,0 4-10-15,0-4-28 0,7 1-18 0,6-4-10 16,-7-1-3-16,7 1-2 0,-7 0-5 15,8-5 7-15,-7 6 2 0,6-5-1 0,-13 0-4 16,0 0 1-16,0 3 7 0,-7 1 12 16,-5 0 8-16,-2 4 7 0,-5-5-3 0,-1 8-9 15,-6-5-17-15,0 5-24 0,-6 0-17 16,-7 0-14-16,-1 0-7 0,2 5-6 0,-8 3-2 16,7-2 2-16,-7 2-4 0,1 3 2 15,0 3 0-15,6 1 1 0,-7 4-2 16,7-2 0-16,0 5 3 0,0 0-2 0,6 1-1 15,1-3 0-15,-1 3-1 0,7 0-1 16,0-2 1-16,0-3 0 0,7-3 0 0,-1 0 1 16,8 0 4-16,-2-4 2 0,2 0 4 15,-2-8 3-15,8 1 2 0,-1-1 4 16,1-6 1-16,0-1 10 0,-1 1 8 0,1-8 10 16,0 0 9-16,-8-4 12 0,1 0 10 15,1 0 5-15,-8-6-4 0,6 3-5 0,-4-5-10 16,-8 0-6-16,0 3-5 0,0-3-1 15,6 1 2-15,-6 8 4 0,0-1 4 0,-6 5-3 16,6-2-9-16,0 5-13 0,0 0-13 16,0 3-13-16,0 0-7 0,0 4-6 15,0-3-3-15,0 6-2 0,0 1 2 0,-8 3-4 16,8 4 3-16,0 1 1 0,0 5 2 16,0 1 0-16,0 1 0 0,0 4 4 0,0-2-2 15,8 2-1-15,-8-3 1 0,6-1 0 16,0 3 1-16,1-4 0 0,0 1-1 15,6-4 3-15,-7-4-2 0,7 0 0 0,0-4-1 16,0 1 0-16,0-5 2 0,7-6-1 16,-1 3 0-16,1-8 0 0,-1-3 2 0,1 0-1 15,-8-3 0-15,2-5-2 0,-1 0 1 16,0 1 0-16,-7-3-1 0,1-2 0 0,-7 0-1 16,0 3 0-16,0 0-1 0,-7 3 0 15,1 2 0-15,6 0-1 0,-6 4-1 0,-1 1 0 16,7 5 0-16,-7-1 1 0,1-2-2 15,6 8-1-15,0-3-2 0,0-1-4 0,0 4-2 16,0-4-2-16,6 4-3 0,1 0 3 16,6 4 4-16,0-4 3 0,0 4 4 15,6-1 2-15,-5 5 1 0,5-2 1 0,1 3-1 16,-8-3 2-16,2 5 1 0,-1 0 2 16,0 4 9-16,-7 0 9 0,7-1 10 15,-7 1 11-15,2 2 10 0,-8 3 16 0,0-3 5 16,0 2 10-16,0-1-13 0,-8 1-72 15,2-5 0-15,0 4 0 0,-7-2 0 0,6-2 0 16,-12-2 0-16,5 2 0 0,2-7 0 16,-2 1 0-16,-5-1 0 0,6-4 0 15,-6 2 0-15,-1-5 0 0,7 0 0 0,-7-5 0 16,0-2 0-16,1-4 0 0,6 0-140 16,0 1-239-16,1-5-89 0,4-4-102 0,2 4-109 15,6-3-117-15,6-4-126 0,2 0-58 16,4 0 32-16,1 0 102 0,7 1 146 0,-8-5 177 15</inkml:trace>
  <inkml:trace contextRef="#ctx0" brushRef="#br1" timeOffset="148192.29">18496 15298 470 0,'13'-14'622'16,"-7"3"123"-16,1-4 99 0,0 5-48 0,-1-2-127 15,-6 1-109-15,6 0-114 0,1 8-99 16,-7-4-85-16,0 2-71 0,0 2-57 15,0-2-43-15,6 5-22 0,-6 8-4 0,7 0 8 16,-7 3 19-16,7 4 20 0,-1 3 18 16,-6 0 8-16,6 8 1 0,2 0-3 0,-8 2-6 15,6 6-6-15,0-1-12 0,-6 3-13 16,6 1-14-16,-6 0-13 0,7-1-19 0,-7-3-13 16,0 1-14-16,7-7-9 0,-7 0-7 15,0-1-6-15,0-8-1 0,6 1-3 16,-6-5-7-16,0-3-22 0,0-3-39 0,0-6-51 15,0 3-69-15,0-10-77 0,0-2-95 16,0-1-123-16,0-6-129 0,0-1-135 0,-6-6-114 16,-1-2-82-16,7-2 15 0,-13 0 101 15,7 3 143-15,0 0 175 0</inkml:trace>
  <inkml:trace contextRef="#ctx0" brushRef="#br1" timeOffset="148379.68">18522 15522 282 0,'-13'0'488'0,"13"-4"153"15,-6 1 123-15,-1-1 5 0,7 4-55 16,0-3-80-16,0-1-75 0,7-4-113 15,-1 5-92-15,7-1-71 0,-6 0-53 0,12 1-38 16,1 0-26-16,-8-2-22 0,8-3-23 0,6 4-24 16,-7 1-21-16,1 0-18 0,6-1-19 15,-6 0-16-15,-1-3-12 0,1 3-11 16,-7 1-21-16,0-1-43 0,-6 1-59 0,-1-1-83 16,-6 4-133-16,-6-4-167 0,-1 1-189 15,-6-1-212-15,-6-3-75 0,-1 3 13 0,-6 1 94 16,-7-5 153-16,1 1 197 0</inkml:trace>
  <inkml:trace contextRef="#ctx0" brushRef="#br1" timeOffset="148760.81">17675 15027 341 0,'-12'-11'454'16,"-2"0"47"-16,2 0 47 0,-8 4-82 0,-7 0-72 15,1 3-61-15,0 0-36 0,-6 4-13 16,-1 4-19-16,1 3-21 0,-7 1-31 16,6 3-29-16,7 7-18 0,-7 0-12 0,7 4 1 15,7 8-5-15,-1 2-9 0,14 5-2 0,-7 3 6 16,13 4 5-16,0 8-8 0,0 2-6 15,13 5-6-15,-7 4-8 0,7-1-12 0,7 4-15 16,0 0-16-16,-1-4-12 0,1 4-9 16,6-4-15-16,6 1-15 0,1-8-9 0,-1-1-7 15,1-2-5-15,6-4-3 0,1-8-13 16,-8-3-26-16,7-5-38 0,0-6-56 0,-7-8-87 16,1-6-132-16,-1-9-144 0,1-6-165 0,-1-5-181 15,1-11-80-15,0-3 13 0,-8-7 93 16,8-4 136-16,-7-7 177 0</inkml:trace>
  <inkml:trace contextRef="#ctx0" brushRef="#br1" timeOffset="149073.29">18724 14918 179 0,'12'-22'589'0,"2"3"102"16,5 1 79-16,-5-1 64 0,-2 1-138 15,2 4-179-15,-2 3-137 0,8 3-75 0,-7 1-52 16,7 7-39-16,6 7-24 0,-7 4-15 16,13 11-4-16,-5 3 7 0,-1 12 5 0,6 3 8 15,-5 8-1-15,-1 3 16 0,-7 12 4 16,7 3-6-16,-13 4-13 0,6 6-16 0,-5 1-23 16,-1 0-34-16,-7 0-32 0,1 4-24 15,-1-4-17-15,-6-4-12 0,0-3-30 0,0-4-3 16,-6-4 0-16,6-8 0 0,-7-5-2 15,1-6-74-15,-7-10-51 0,7-3-66 0,-2-9-71 16,2-3-75-16,-7-6-75 0,7-8-96 16,-7-4-99-16,0-8-112 0,-1 0-112 0,2-6-77 15,-2-4 13-15,8-4 90 0,-7-3 124 0,0-9 164 16</inkml:trace>
  <inkml:trace contextRef="#ctx0" brushRef="#br1" timeOffset="149682.5">17467 12719 280 0,'-7'-11'430'0,"-5"-3"60"0,5-2 64 15,-6 2-32-15,-1 0-33 0,2 3-44 16,-8 0-35-16,7-1-32 0,1 5-42 0,-8 0-60 16,0 7-68-16,7 0-45 0,-7 7-22 15,1 5-10-15,-1 2-1 0,1 4-5 16,0 7 0-16,5 9-2 0,1 2 1 0,0 5-3 16,0 3-9-16,7 0-10 0,0 4-22 0,6 3-16 15,0-4-17-15,0-4-18 0,6 6-12 16,0-5-10-16,1-4-2 0,6-3-5 15,0-4-14-15,-1-5-4 0,2-2-67 0,-1-3-88 16,6-8-141-16,1-5-170 0,-1-6-187 16,1-4-213-16,6-7-50 0,1-4 28 0,-9-7 106 15,9-5 152-15,-1 1 193 0</inkml:trace>
  <inkml:trace contextRef="#ctx0" brushRef="#br1" timeOffset="150074.88">17714 12872 180 0,'0'-17'561'16,"-6"2"116"-16,0 1 94 0,-1-1 69 0,-6 4-162 16,6 0-161-16,-13 0-138 0,8 7-105 15,-8 1-88-15,1-2-66 0,-1 5-47 0,0 0-34 16,1 5-17-16,6 2-12 0,-6 0-6 16,5 1-1-16,8-1-2 0,0 4 3 0,6 0 0 15,0 0 1-15,12 0-1 0,-5 0-2 16,12 0 0-16,-6 0 0 0,7 1-2 0,6-2-1 15,0 0 13-15,1 6 23 0,-9-5 21 16,9 3 18-16,-1 1 25 0,-6-1 20 16,-8 4 14-16,8-3-1 0,-13 3 5 0,-1 1 8 15,0-2-1-15,-6 3 0 0,-6 2-4 16,0-4-7-16,-8 0-15 0,1 0-17 0,-7-3-16 16,2-1-18-16,-2 2-17 0,-7-5-15 15,9-1-8-15,-2-2-11 0,-7-4-3 16,9-1-3-16,-9-3-4 0,7-3-2 0,1-1 0 15,0-4-4-15,-1-2-22 0,7-1-33 16,-7-5-44-16,8 6-54 0,4-5-63 0,2 1-74 16,0-1-97-16,12 0-122 0,0 1-128 15,2-1-135-15,11 0-116 0,-6 1-18 0,6-1 67 16,7-4 126-16,0 5 160 0</inkml:trace>
  <inkml:trace contextRef="#ctx0" brushRef="#br1" timeOffset="150371.25">17870 12708 442 0,'0'-14'666'16,"7"3"117"-16,-7-4 98 0,7 5 8 0,-7-2-154 15,0 1-158-15,0 0-120 0,0 3-97 16,0 6-85-16,0-3-76 0,-7 2-67 16,7 3-54-16,0 0-34 0,0 8-6 0,7 2 15 15,-7 5 26-15,0 4 26 0,6 1 27 16,-6 10 21-16,7-1 8 0,-7 0-8 0,0 5-16 15,6 2-14-15,-6 0-12 0,7 1-15 0,-7 0-13 16,0-4-12-16,7 0-13 0,-7 1-10 16,0-5-13-16,0-4-9 0,0 1-15 15,0-5-11-15,0-2 0 0,0-4-31 0,0-5-48 16,6-2-60-16,-6 0-84 0,0-8-104 16,6 0-121-16,-6-4-156 0,6-8-178 0,2-2-183 15,4-1-75-15,1-7 20 0,1-3 90 16,-2-1 160-16,2 1 203 0</inkml:trace>
  <inkml:trace contextRef="#ctx0" brushRef="#br1" timeOffset="150699.28">18099 12847 404 0,'-7'-7'571'0,"7"0"111"0,0 0 94 16,-7 3-38-16,1-3-123 0,0 7-125 0,-1-4-111 16,0 4-91-16,1 4-78 0,0-1-50 15,-7 5-28-15,6-1-12 0,0 7-6 0,1-3-3 16,0 8-7-16,-2 3-15 0,8 0-19 15,0 3-17-15,0-3-9 0,0 4-12 0,8-1-9 16,-8-3 2-16,12-3 10 0,-5-1 13 16,6-3 16-16,6 0 18 0,-5-8 19 15,5 0 12-15,1-7 2 0,-1 0-2 0,0-3 0 16,1-5 2-16,0-3 3 0,-1 0 3 16,-5-3 10-16,-2-5 7 0,2 2-4 0,-8-6-12 15,-6 1-17-15,0-4-22 0,0 1-22 16,-6 3-22-16,-1-4-29 0,-6 3-10 15,-1 6 0-15,-5 2 0 0,6 4 0 0,-6 4-13 16,-7 0-56-16,6 3-49 0,1 4-64 16,-1 4-76-16,0-1-92 0,1 5-116 15,6 2-147-15,6-2-170 0,-5 3-181 0,12-4-61 16,-8 0 25-16,16-4 97 0,-8 2 164 16,6-1 209-16</inkml:trace>
  <inkml:trace contextRef="#ctx0" brushRef="#br1" timeOffset="151842.71">18379 12785 137 0,'6'-3'608'0,"1"-1"139"0,-7-3 105 15,6 2 80-15,-6 3-119 0,-6-3-185 16,6 2-194-16,0-1-129 0,0 4-98 0,-7 4-79 16,7-1-52-16,-6 2-36 0,6 5-12 15,0 1-2-15,0 4-2 0,0 3 0 0,0 0-3 16,6 8 4-16,1 1-5 0,-1-2-8 15,1 0-2-15,-1 4-1 0,1-3-2 0,5-1-6 16,-4-3 3-16,4-3 1 0,2 4-2 16,-2-9 1-16,-5-3 3 0,6 0 9 0,0-4 8 15,-7 0 14-15,8-7 10 0,-8 0 11 16,7-3 10-16,-7-5 3 0,1 1 5 0,0-8 0 16,-1 4-4-16,-6-7-8 0,0 3-9 15,0-7-10-15,0 0-12 0,0-3-13 0,0 3-8 16,-6 0-4-16,6 0-3 0,-7 0-2 15,7 4-4-15,0 3 1 0,-7 1 0 0,7 2 2 16,0 1 1-16,0 4 1 0,0 3 1 16,0-3-3-16,0 7-3 0,0-3-3 15,0 3-2-15,0 0-1 0,7 0-1 0,-7 3 1 16,7 4 2-16,-1 1-1 0,8-1-1 16,-8 4 3-16,0 0 2 0,0 3-1 0,8 1 1 15,-8 0 3-15,1 2 1 0,-1-1 1 16,8-2-3-16,-8 1 0 0,-6 0 0 15,6-4 0-15,0-1-2 0,1-2 1 0,-7-1 2 16,7-3 4-16,-7-1 2 0,0-3 0 16,6 0-1-16,-6-7 0 0,7 0-1 15,-1-1-3-15,-6-6-3 0,7 3-1 0,0-3 2 16,-7-1 1-16,6 4-2 0,0-5 0 16,0 6 0-16,2-1 0 0,-8 0-1 0,6 4-3 15,0-1-1-15,1 5 0 0,-1-1-1 16,8 4-2-16,-8 0 1 0,0 0-9 0,8 4-6 15,-8-1-9-15,7 0-7 0,-6 2-1 16,-1 2-1-16,1-7 7 0,-1 5 7 0,7-3 10 16,-6 2 7-16,-7-4 3 0,6 0 3 15,0 0 2-15,-6-4-1 0,7 2-1 0,-7-3 2 16,0-7 1-16,0 6-1 0,-7-5 0 16,7 0 1-16,-6 0 0 0,0-4 0 15,-1 5-2-15,0-5 2 0,1 4 4 0,6 0 6 16,-6-1 3-16,-1 5 4 0,1 0 1 15,6-1 1-15,-7 5-2 0,0 3-7 0,1 0-6 16,0 3-3-16,-2 1 1 0,2 7 2 16,0 1 8-16,0 2 8 0,6 4 7 0,-7 1 7 15,7 2 0-15,0 1-1 0,0 1-5 16,7-1-6-16,-1 0-5 0,-6-4-6 16,6 4-3-16,8-4-1 0,-2-4 0 0,2 5 0 15,5-8 0-15,1 1 1 0,-1-5-1 16,1-4-1-16,6 1-2 0,-6-8-2 0,-1 1 3 15,1-2-1-15,-8-6-2 0,2 0 0 16,-2 1 1-16,2-5 1 0,-8-3-1 0,1 3 1 16,-1-3 13-16,0 0 12 0,-6 2 12 15,7 2 12-15,-7 0 10 0,7 2 5 0,-7 5-8 16,6-3-11-16,-6 5-14 0,6 2-13 16,1-1-12-16,0 4-6 0,-1 4-4 0,1 4-1 15,6-2-2-15,-7 8 1 0,1-2 2 16,-1 7 0-16,0-6 0 0,2 7 1 15,-2-3-1-15,-6 2 2 0,0 3 0 0,6-4-2 16,-6-3 2-16,-6 4 1 0,6-5 2 16,-6 1 2-16,-2-4 7 0,2 0 12 0,6-5 21 15,-6 2 26-15,-1-4 25 0,1-4 27 16,-1-4 24-16,1 1-57 0,-1-5-92 16,1-3 0-16,6 0 0 0,-7-7 0 0,7-1 0 15,0-3 0-15,0-3 0 0,0-1 0 16,7-3 0-16,-7-1 0 0,6 2 0 0,1 2 0 15,-1 0 0-15,1 0 0 0,6 8 0 16,-7-3 0-16,-6 5 0 0,6 2 0 0,2-1 0 16,-2 4-388-16,0 4-115 0,-6 0-120 15,7-1-126-15,-7-3-140 0,0 4-129 0,-7 0-14 16,1-1 61-16,0-4 136 0,-2 6 174 16,2-5 211-16</inkml:trace>
  <inkml:trace contextRef="#ctx0" brushRef="#br1" timeOffset="152123.9">19147 12522 128 0,'0'-11'518'0,"0"-4"138"15,7 3 117-15,-7 2 77 0,6 0-115 16,-6-2-134-16,6 4-135 0,2 1-120 0,-2 3-92 16,0 4-51-16,1 8-26 0,6 3-2 15,-7 3 19-15,7 9 24 0,1 6 8 16,-8 0-2-16,7 8-11 0,-6 0-16 0,-7 0-18 16,6 2-20-16,-12 1-17 0,6 5-17 15,-7-5-13-15,7 0-15 0,-7 1-16 16,1-5-14-16,0 1-14 0,-2-4-31 0,8-3-22 15,-6-3 0-15,0-4 0 0,6-4 0 16,0-5 0-16,-7 1 0 0,7-8 0 0,0 1 0 16,0-5 0-16,0 1 0 0,0-4 0 0,0 0 0 15,7-4 0-15,-7 1 0 0,0-5-122 16,6 4-100-16,-6-3-71 0,6 4-72 16,-6-5-97-16,8 1-146 0,-8-5-174 0,6 6-187 15,-6-5-56-15,0 3 20 0,0-4 93 16,-6 2 168-16,6 3 219 0</inkml:trace>
  <inkml:trace contextRef="#ctx0" brushRef="#br1" timeOffset="157184.75">15461 16613 119 0,'6'-7'253'0,"0"3"12"15,-6 1 4-15,0 0-122 0,0-1-70 0,0-1-36 16,0 5-19-16,0-3-9 0,0 3-4 0,0-4-3 16,8 4-2-16,-8 0 1 0,0 0 0 15,0 0 2-15,0 0 3 0,0 0 7 0,0 0 10 16,0 0 10-16,0 0 9 0,0 0 7 15,0 0 0-15,0 0-4 0,0 0-7 16,0 0-10-16,0 0-11 0,0 0-14 0,0 0-30 16,0 0-47-16,0 0-85 0,-8 0-90 0,8 0-48 15,0-3-22-15,-6-5 11 0</inkml:trace>
  <inkml:trace contextRef="#ctx0" brushRef="#br1" timeOffset="158363.81">20462 15730 377 0,'0'-7'475'0,"0"-4"72"0,8 4 73 31,-8-5-76-31,0 2-68 0,0 3-50 0,0-4-37 15,6 2-43-15,-6 7-58 0,0-5-55 16,0 3-67-16,0 4-54 0,0 0-27 0,6 0-8 16,1 7 9-16,-1 4 15 0,1 1 23 15,6 2 17-15,0 4 8 0,-6 0 4 0,5 5-6 16,2-3-4-16,-2 3-4 0,1-1 1 16,-6 0 1-16,6 0-4 0,1-4-2 0,-2 1 6 15,1-5 9-15,0 1 7 0,0-7 8 16,1-1 13-16,-2-3 14 0,8-4-1 0,-1-4-71 15,7-8-120-15,7-2 0 0,-1-9 0 16,8 3 0-16,-1-10 0 0,6-3 0 16,7-5 0-16,1 2 0 0,5-4 0 0,7-3 0 15,7-2 0-15,-1 1 0 0,8 1 0 16,6-1 0-16,-8 3 0 0,-4 1 0 0,-2-1 0 16,-6 8 0-16,0 1 0 0,-13 2 0 15,-7 5 0-15,-6 0 0 0,-5 6 0 0,-2 4 0 16,-13 0 0-16,1 4 0 0,-7 4 0 15,0 0 0-15,-6-1 0 0,-1 4 0 0,0 1 0 16,-6 3 0-16,7 0 0 0,-7 0 0 16,-7 3 0-16,7 1 0 0,0 1 0 0,-6 1 0 15,0-2 0-15,-7 3 0 0,6 1-174 16,-6-1-369-16,-7 0-195 0,8 4-262 16,-8-3-146-16,1-2-27 0,-7 2 67 0,-7 0 119 15,1-4 214-15,-8-4 310 0</inkml:trace>
  <inkml:trace contextRef="#ctx0" brushRef="#br1" timeOffset="164193.24">14615 16526 321 0,'0'0'440'0,"0"0"48"16,0 0 44-16,-8 0-86 0,8 0-55 15,0 0-39-15,0 3-5 0,-6-3-6 0,6 0-14 16,0 0-27-16,0 0-56 0,0 4-63 16,0-4-59-16,0 0-36 0,0 0-18 0,0 0-4 15,0 0 3-15,0 4 0 0,0-1 2 16,0-3-1-16,0 3 0 0,0 2-4 0,6-5-1 16,-6 3 3-16,0 1 2 0,0 0 5 0,0-4 3 15,0 3 4-15,0 1 1 0,0-1 0 16,0 1 2-16,0-4-3 0,0 4-1 0,0-4-6 15,0 3-2-15,0-3-3 0,0 4-1 16,0-4 0-16,0 0-1 0,0 0-1 0,0 0-5 16,0 0-1-16,0 0-4 0,0 0-2 0,0 0-3 15,0 0-3-15,8 0-1 0,-8 0 0 16,0 0 1-16,0 0-1 0,0-4 0 0,0 4-2 16,0 0-1-16,0 0-4 0,0 0-6 15,0 0-5-15,0 0-6 0,0 0-3 0,0 0-5 16,6 0-3-16,-6-3-2 0,0 3-3 15,0 0-1-15,0 0-4 0,0 0 1 0,0 0-3 16,0 0-1-16,0 0-1 0,0 0 1 16,0 0 0-16,6 0 0 0,-6 0 1 0,0 0 1 15,0 0 0-15,0 0 0 0,0 0 1 0,0 0-1 16,0 0 1-16,0 0 0 0,7 0-1 16,-7 0 0-16,0 0 1 0,0 0 1 0,0 0 0 15,0 0 0-15,0 0-1 0,0 0 0 16,-7 0-1-16,7 0-1 0,0 0 0 0,0 0-1 15,0 0 2-15,0 0 0 0,0 0 2 16,0 0 0-16,0 0 3 0,0 0 0 0,0 0 0 16,7 0-2-16,-7-4 0 0,0 4-2 0,0 0 0 15,0 0 0-15,0 0-1 0,0 0 0 16,0 0-1-16,-7 0 1 0,7 0 0 0,0 0-2 16,0 0 0-16,0 0 1 0,0 0 0 15,0 0 0-15,0 0 1 0,0 0 0 0,0 0 1 16,0 0-2-16,0 0 0 0,0 0 1 0,0 0 0 15,0 0 0-15,0 0-1 0,0 4 1 16,0-4 0-16,0 0-1 0,0 0 0 16,0 0 0-16,0 0 0 0,0 0 0 0,0 0 1 15,0 3-1-15,0-3 0 0,0 0-2 0,0 0 1 16,0 4 2-16,0-4 0 0,0 3-1 16,0-3 1-16,0 5 4 0,0-5-2 0,0 4-2 15,0-4 1-15,0 0 0 0,0 0 0 0,0 3-3 16,0-3 0-16,0 0 1 0,0 0 1 15,0 0-1-15,0 0 2 0,0 0 2 0,0 0 0 16,0 0-2-16,0 3 1 0,0-3-2 16,0 0-2-16,-6 4 1 0,6-4-1 0,0 0 3 15,0 0-1-15,0 4 1 0,0-4 0 16,0 0-1-16,0 0 4 0,0 0-3 0,0 0 1 16,0 0 1-16,0 0-2 0,0 0 1 15,0 0-3-15,0 0-2 0,0 0 1 0,0 0 1 16,0 0 0-16,0 0 1 0,0 0 1 0,0 0 0 15,0 0 0-15,0 0-1 0,0 0 1 16,0 0-1-16,0 0 0 0,0 0-2 16,0 0 1-16,0 0 0 0,0 0-2 0,0 0 2 15,0 0 0-15,0 3 2 0,0-3 0 0,0 0 4 16,6 0-5-16,-6 0 0 0,0 0-1 16,0 0-1-16,0 0-1 0,0 0-1 0,0 0 6 15,0 0-2-15,0 0 0 0,0 0-1 16,0 0-11-16,-6-3-16 0,6 3-19 0,0-4-24 15,0 0-28-15,-6 1-38 0,6 0-30 0,-8-1-38 16,2-1-39-16,0 2-45 0,0-4-66 16,-2-1-98-16,2 1-113 0,0-4-139 0,-7 0-130 15,6-3-32-15,-6-6 42 0,1 0 110 0,-2-7 139 16,1-2 182-16</inkml:trace>
  <inkml:trace contextRef="#ctx0" brushRef="#br1" timeOffset="165443.46">14881 13643 101 0,'6'-4'177'0,"2"4"3"0,-8-4-37 0,6 4-35 16,-6-3-12-16,6 3-3 0,-6-4 4 16,7 0-11-16,-7 4-12 0,0-3-6 0,0-2-5 15,0 5-4-15,6-2-5 0,-6-3-2 16,0 5-2-16,0-3-3 0,0 3 2 0,0 0 2 16,0 0 6-16,0 0 7 0,0 0 5 15,0 0 2-15,0 0-5 0,0 0-7 16,0 0-16-16,0 0-14 0,0 0-11 0,0 0-7 15,0 0-5-15,0 0-3 0,0 0 2 16,0 0-2-16,0-4-2 0,0 4-2 16,0 0 0-16,0 0 1 0,0 0-1 0,0 0 1 15,7 0-1-15,-7 0 1 0,0 0 2 16,0 0-1-16,0 0-1 0,0 0-3 0,0 0-3 16,0 0-5-16,0 0-10 0,0 0-10 15,0 0-10-15,0 0-11 0,0 0-10 16,0 0-6-16,0 0-3 0,0 0-3 0,0 0-3 15,0 4-1-15,0-4-2 0,0 0-5 16,0 0-5-16,6 0-1 0,-6 0-5 0,0 0 0 16,0 0-5-16,0 0-8 0,0 0-21 15,0 0-34-15,0 0-16 0,7 0-2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16:34.73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1647 14372 19 0,'-7'-8'280'0,"1"1"43"0,6-1 31 16,-6 0-74-16,0 2-16 0,-2-2-52 0,2 1-31 0,-7 3-10 16,7 2 0-16,-1-3 3 0,7 1-2 15,-7 4-12-15,1 0-23 0,0 0-28 0,0 0-30 16,6 4-24-16,-8-4-18 0,8 5-6 16,-6-3-1-16,6 6 10 0,6-5 16 0,-6 5 21 15,14-2 17-15,-8 2 15 0,14 0 4 0,-1-1-5 16,7 1-10-16,7-2-12 0,5-1-8 0,15 2-6 15,6-4 1-15,19-3 4 0,0 0 11 16,19 0 1-16,1 0 4 0,19-3-1 0,7-1-4 16,6-4-5-16,14 5-10 0,6 0-1 15,6-5-4-15,0 1-3 0,14-1-2 0,-1 0 10 16,1 2 4-16,-2-5 1 0,2 3-2 16,-1-3 2-16,-6 0 0 0,-7 4-4 0,-6-3-3 15,-13 2-4-15,-13-3-9 0,-7 4-9 16,-19-1-7-16,-13 5-14 0,-8-4-9 15,-24 7-11-15,-8-5-3 0,-5 5-5 0,-15 0-4 16,-12 5-5-16,0-2-20 0,-13 1-35 0,-6 3-60 16,-7 0-90-16,-7 1-127 0,0-1-141 15,-6 1-148-15,1-2-154 0,-8 2-51 16,0-5 33-16,-6 1 94 0,7-4 132 0,-7 0 159 16</inkml:trace>
  <inkml:trace contextRef="#ctx0" brushRef="#br0" timeOffset="257.66">5275 14086 44 0,'0'0'512'0,"0"-3"128"0,6-2 82 16,-6 1 47-16,7 1-105 0,-7 3-164 15,6-3-130-15,7-1-93 0,1 4-50 0,5 0-23 16,7 4-7-16,0-1-11 0,0 9-11 15,0-6-3-15,7 9 10 0,-1 0 9 16,-5 3 0-16,5 4-2 0,-6 0-7 0,-7 0-16 16,-5 3-28-16,-8 1-25 0,-6 3-20 15,-12 2-21-15,-15 1-18 16,-5 5-19-16,-21-1-47 0,-18 4-107 0,-7 4-228 0,-14 0-386 0,-19-4-264 0,1 5-137 16,-14-5-39-16,-6-7 59 0,13-8 199 15,-7-6 372-15</inkml:trace>
  <inkml:trace contextRef="#ctx0" brushRef="#br0" timeOffset="14934.55">32759 15687 147 0,'7'0'292'0,"-7"-4"53"0,6 0-2 16,0 1-39-16,8 0 21 0,-8-2-21 0,0 2-20 15,1-1-8-15,0-1 6 0,-1 3 1 16,1 2-5-16,-1-4-20 0,-6 4-24 0,6-3-32 15,1 3-36-15,-7 3-30 0,7 1-17 0,-7-2-15 16,0 3 1-16,0 2 5 0,0 4 3 16,-7 0 3-16,7 1 1 0,-13-2 5 0,7 5-2 15,-7-5-8-15,-1 5-13 0,-5-1-8 16,6-1-12-16,-7-3-11 0,1 5-9 0,-1-4-3 16,1 0-1-16,-1-4-4 0,0 4 0 0,2-7 0 15,-2 3-1-15,7-3 1 0,6 4 1 16,-6-8 0-16,7 3 1 0,0 0-2 15,-2-3-4-15,8 0-3 0,-6 4-3 0,6-4-2 0,0 4 0 16,6-1 3-16,2 5 1 0,-2-1-1 16,0 0-2-16,7 1-4 0,7 2-4 15,-8 2-5-15,8-1-3 0,0 3-3 0,-7-2-2 16,7-2-2-16,6 5-5 0,-14-4-5 0,8 0-3 16,-1 0-1-16,-5 0-4 0,5-4 0 0,-6 0-1 15,0 1-6-15,0-4-16 0,-6 0-29 0,-1-1-38 16,0-3-55-16,2 4-52 0,-2-8-65 15,-6 1-88-15,6-1-111 0,-6 0-110 0,7-6-120 16,-7 2-124-16,6-4-45 0,-6 2 42 0,7-5 106 16,-7 0 136-16,13 1 161 0</inkml:trace>
  <inkml:trace contextRef="#ctx0" brushRef="#br0" timeOffset="15438.34">33026 15766 60 0,'0'-3'373'0,"0"3"79"15,-7-3 62-15,7-1-24 0,0 4 21 0,-6 0-44 16,6 0-45-16,0 4-36 0,0-1-26 16,-6 5-32-16,6 0-57 0,0 2-54 0,0 1-39 15,0 4-33-15,6 0-22 0,-6-1-18 16,0 4-19-16,0-3-11 0,0 4-5 0,0-1-6 16,0-3-4-16,0-1 0 0,0 1-3 15,0 0-1-15,0-5-1 0,0-2 6 0,0-1 4 16,0 4-2-16,0-8 3 0,0 2 10 0,0-2 10 15,0-3 12-15,0 4 8 0,0-8 10 0,0 4 2 16,0-3-11-16,0-2-17 0,0-2-21 16,0-4-17-16,-6 0-17 0,6 1-11 0,0-5-10 15,0 4-5-15,0-5-4 0,0 3-3 0,0-1 0 16,0 2-2-16,0 1 0 0,0 0 0 16,6 3 0-16,-6 1-1 0,6 0-2 0,1 0 1 15,0-1-1-15,-1 5 3 0,1-1-1 0,5 1 0 16,-5-2-1-16,6 5 0 0,0-3 2 15,-6 6-4-15,6-3 1 0,-7 5 1 0,7-2 2 16,-6 4 0-16,-1 1 0 0,0-1 2 0,2 0-1 16,-2 5 1-16,0-6-1 0,1 5 0 15,-7 1 4-15,6-2-2 0,-6 2 3 0,7-1 2 16,-7 0 0-16,0-4 0 0,0 4-2 0,0-4-2 16,0 5-3-16,0-6-2 0,-7 2-11 0,7-1-22 15,0-3-33-15,-6 3-45 0,6-4-50 0,-7 5-55 16,7-8-65-16,-6 4-78 0,6-8-99 0,0 4-97 15,0-3-108-15,0-5-111 0,0 1-63 16,0-4 27-16,6 0 95 0,1-1 121 0,-1-2 148 16</inkml:trace>
  <inkml:trace contextRef="#ctx0" brushRef="#br0" timeOffset="15672.67">33345 15690 100 0,'0'-3'401'0,"-6"-1"107"0,6 4 111 15,0 0 21-15,0 0 18 0,0 4-60 0,0-1-50 16,-7 5-55-16,7 3-76 0,0 0-87 16,0-1-66-16,7 6-55 0,-7 1-46 0,0-1-38 15,0 5-26-15,6-3-20 0,-6 1-16 0,0 3-12 16,7-4-15-16,-7 1-15 0,6 3-6 0,-6-4-5 16,6 0-8-16,-6-4-22 0,8 1-31 15,-8 0-48-15,6-1-88 0,-6 1-128 0,0-4-154 0,0 0-157 16,0-4-157-16,-6 5-98 0,6-5 6 15,0 4 88-15,0-4 136 0,0 1 164 0</inkml:trace>
  <inkml:trace contextRef="#ctx0" brushRef="#br0" timeOffset="15828.89">33423 16181 307 0,'0'7'511'16,"0"-3"103"-16,0 0 110 0,6-1-10 0,-6 2-65 16,0-5-75-16,0 0-73 0,0 2-63 0,0-2-73 15,0-2-69-15,0 2-63 0,0 0-58 0,8 0-42 16,-8-5-38-16,0 5-44 0,0 0-55 0,0-3-68 15,0 3-81-15,0 0-119 0,0-4-165 0,0 4-200 16,0 0-207-16,0-4-73 0,-8 1 7 16,8 3 76-16,-6-4 144 0,0 4 199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7:32:39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2526 1549 64 0,'0'0'335'0,"0"0"61"0,0-3 62 16,0 3-33-16,7-4-3 0,-7 4-33 16,0-4-24-16,0 1-13 0,0 3-26 0,-7-4-34 15,7 4-46-15,0 0-56 0,0 0-52 0,0 0-48 16,0 4-17-16,0-1-3 0,0 5 2 15,0-2 9-15,0 6 8 0,0 2 15 0,7 2 0 16,-7-2-9-16,0 8 6 0,-7 0-2 0,7 0 3 0,0 3-9 0,0 1-15 16,0 0-9-16,-6 0-20 0,6-1-12 15,0 0-13-15,0 1-6 0,0-3-1 0,0-1-2 16,-6-1-3-16,6-2-7 0,0-5-5 0,6 1-2 16,-6-5-2-16,0 2-3 0,0-5 4 15,0 0 3-15,0 1 2 0,0-5-15 0,0-3-40 16,-6 5-63-16,6-10-82 15,0 2-112-15,0-1-129 0,-7-3-141 16,7-1-126-16,0-2-74 0,-7-1 8 0,7-4 72 16,0 0 109-16,0-3 146 0</inkml:trace>
  <inkml:trace contextRef="#ctx0" brushRef="#br0" timeOffset="283.69">2533 1552 241 0,'0'-3'382'0,"0"-4"67"0,0 3 60 16,0-3-88-16,0 3-50 0,0 1-32 15,0 3-31-15,6-4-45 16,1 0-43-16,0 1-27 0,-1 3-41 0,0-4-38 16,14 4-27-16,-7-4-17 0,0 4-4 0,6 0-10 15,-5 0-2-15,5-3-16 0,1 3-10 16,0 0-2-16,-2 0-15 0,2-4-1 0,7 4-12 15,-9-4 7-15,-4 4 1 0,6 0-3 16,-1 0-13-16,-6 0-50 0,0 0-64 0,-7 0-86 16,1 4-96-16,0-4-102 0,-1 4-99 0,-6-1-90 15,-6 1-7-15,-1 0 46 0,0 3 77 0,1-3 92 0</inkml:trace>
  <inkml:trace contextRef="#ctx0" brushRef="#br0" timeOffset="533.83">2559 1721 6 0,'-6'8'300'0,"-8"3"53"0,8-5 41 16,-1-1-15-16,1-1-64 0,6 3-44 0,-6-3-22 15,6-4-8-15,0 3 2 0,0 1 11 0,6-4 1 16,0 4-3-16,1-4-18 0,-1 3-20 0,8-3-25 16,-2 0-40-16,8 0-23 0,-7 0-27 15,0 0-17-15,6-3-19 0,1 3-14 0,0 0-8 16,-7-4-13-1,7 0-9-15,-2 4-6 0,-4-3-3 16,-1-1-8-16,7 4-12 0,-14 0-33 0,6 0-61 16,-4 0-77-16,-2 0-90 0,0 0-97 0,-6 0-102 15,0 4-81-15,0-1-73 0,-6 5 7 0,0-5 49 0,-2 5 83 16,-4-5 100-16</inkml:trace>
  <inkml:trace contextRef="#ctx0" brushRef="#br0" timeOffset="783.15">2565 2011 147 0,'-6'8'329'0,"0"-1"41"0,-1 0 44 16,7-3-56-16,-7 3-46 0,7-3-19 0,7-1-1 15,-7 1 7-15,7-1 2 0,-1-3-17 16,0 5-15-16,8-5-26 16,-2 3-31-16,8-3-29 0,-7 0-22 0,7 0-14 15,-1 0-12-15,1-3-8 0,0 3-8 0,6-5-2 0,-7 2-11 0,7-1-11 16,0 1-14-16,-6-1-17 0,-1 0-15 15,1 1-14-15,-1-1-12 0,-6 0-8 0,0 1-9 16,-6 3-15-16,0-5-28 0,-1 3-47 0,0 2-73 16,0 0-95-16,-6-5-106 0,0 5-127 0,0-3-120 15,0 3-121-15,0-4-19 0,0 4 45 16,0-4 86-16,8 1 122 16</inkml:trace>
  <inkml:trace contextRef="#ctx0" brushRef="#br0" timeOffset="1070.25">3224 1755 398 0,'12'-11'490'0,"-12"0"92"0,7-1 98 0,-7 5-63 0,7-4-85 15,-7 4-65 1,0 3-53-16,0-3-68 0,0 4-91 0,0-2-71 0,0 5-59 0,0 0-39 16,-7 0-33-16,0 5-25 0,1 1 0 15,0 2-7-15,-2 3 15 0,-4 1 7 0,-1 5 3 16,0-2 10-16,0 3-1 0,-1 4 3 0,-5 0-10 15,6 4-7-15,0-4-1 0,-7 4-8 16,8-5-2-16,-2 5-8 0,2-8-5 0,-1 4-5 16,6-4-2-16,0-3-3 0,-5-1-3 15,12 2-1-15,-8-5-3 0,8-1-3 0,0-2-17 0,0-1-30 16,0 1-47-16,0-5-74 0,0-3-102 0,0 0-128 16,8 0-135-16,-2-7-125 0,0 0-115 0,-6 0-9 15,7-5 61-15,-7-2 104 0,7 3 140 0</inkml:trace>
  <inkml:trace contextRef="#ctx0" brushRef="#br0" timeOffset="1330.59">3021 1773 126 0,'-6'-7'396'0,"6"-1"70"0,-6 1 70 16,6 2 18-16,0-1-64 16,-8 2-57-16,8 1-39 0,0-1-47 0,8 4-52 15,-8-4-62-15,0 4-62 0,6 0-40 0,0 4-21 16,1 0 2-16,0 3 7 0,-1 4 8 0,1 0 11 15,5 0-3-15,2 7-6 0,-8-3-6 16,7 3-5-16,0 4-7 0,-6-4-6 0,5 5-8 0,2-5-12 16,-2 0-11-16,-4 4-11 0,4-4-15 0,-5-4-8 15,6 5-5-15,-7-4-7 0,7 3-12 0,1-3-6 16,-8-4-7-16,0 4-25 0,1-4-45 0,6-4-67 16,-7 4-93-16,1-3-134 0,6-5-159 0,-6 0-172 15,5 1-158-15,-5-4-40 0,6 0 41 0,0 0 106 16,0-4 145-1,6 1 184-15</inkml:trace>
  <inkml:trace contextRef="#ctx0" brushRef="#br0" timeOffset="1851.5">3614 1934 394 0,'0'-15'508'0,"0"1"84"15,-7-1 84-15,1 1-48 0,0-1-129 0,-8 0-67 16,8 4-58-16,-7-4-60 0,0 4-64 0,6 4-53 0,-5 0-42 15,-2 0-43-15,2-1-27 0,-2 5-17 0,1 3-19 16,0-4-13-16,0 8-9 0,1-4-6 16,-8 6-6-16,7-1-2 15,0 2-3-15,6 0 2 0,-5 4 2 0,-2 0 6 16,8 4 2-16,-1-1 3 0,0 4 0 0,1 1 9 16,6-1 7-16,0 1-2 0,0-1 3 0,0 0-2 15,6-4 3-15,1 5-10 0,0-4-8 0,-1 0-5 0,8-4-1 0,-2 0-6 0,1-1-4 16,0-2 1-16,6-1-2 0,-5 1-1 15,5-8 0-15,1 3 6 0,-7-6 6 0,6 3 7 16,-5-4 9-16,-2-3 11 0,-5 0 13 0,6-1 6 16,-6-3 4-16,-1 0 0 0,0-3 1 15,2-5-5-15,-8 1-12 0,0-1-4 16,0-3 2-16,0 4 2 16,0 0 6-16,-8 3 6 0,8 1 8 0,0 2 3 15,-6 1-4-15,6 4-6 0,0 0-14 16,0 0-13-16,0 2-11 0,0 2-11 0,-6 3-9 15,6 0-4-15,0 0-5 0,0 3-3 16,6 5 3-16,-6 3 1 0,0 0 5 0,0 1-3 16,6 2-1-16,2 1 3 0,-2 0-2 0,-6 2-2 15,6-2-3-15,7 0 5 0,-6-1 0 0,-1 1 0 0,1-1-2 16,5 2-13-16,-4-6-33 0,-2-2-44 16,6 3-63-16,-5-4-69 0,6 1-91 0,-6-5-110 15,6-3-134-15,0 0-143 0,-1-3-124 16,2-2-76-16,-8-2 15 0,7 0 84 0,-6-4 144 15,0-3 175-15</inkml:trace>
  <inkml:trace contextRef="#ctx0" brushRef="#br0" timeOffset="2621.51">3757 1876 106 0,'-6'-12'389'0,"0"1"70"16,-2 0 65-16,2 4 27 0,0-4-57 0,6 4-41 16,-6-1-37-16,6 5-23 0,-7-1-43 0,7 0-61 15,0 1-70-15,-7-1-74 0,14 4-43 16,-7 0-47-16,0 0-22 0,7 4-6 15,-1 3 2-15,0 0 20 0,0 4 18 0,2 1 21 0,-2-2 21 16,7 5 13-16,-7 4 10 0,1-5 4 0,0 4-1 16,-1 1-3-16,0-1-4 0,0-3-12 0,2 2-12 15,-2 2-11 1,0-4-15-16,-6 0-14 0,7-1-11 0,0-3-8 16,-7 1-3-16,6-5-7 0,-6 4-4 15,0-8-3-15,0 1 10 0,0 3 19 0,7-7 21 16,-7 4 19-16,-7-4 9 0,7 0 2 0,0-4-9 0,-6 1-21 15,-1-5-26-15,0 1-23 0,1-4-16 16,-8-4-5-16,8 1-4 0,0-4-4 0,0-1-1 16,-1-4 0-16,0 6 1 0,7-5-2 15,0 3 1-15,0-2-1 0,0 6 0 0,7-4-1 16,0 5 0-16,5-1-1 16,-6 0-3-16,8 1 0 0,-1 3 1 0,7 4 2 15,-8-4-2-15,8 3-1 0,-7 5 3 0,7-1 1 0,0 0-1 16,-8 4-2-16,2 4 2 0,5-4 1 0,-6 7 0 15,0-3 1-15,-1 6 1 0,2 2 1 16,-1-1 2-16,0 3-2 0,0 1 0 16,-7 0 0-16,1-1 1 0,6 5 0 0,-7-1-1 15,1-3 2-15,0 3 1 0,-1-3 1 0,1 3-1 0,-7-3 1 16,6-1 3-16,-6-3 2 0,0 1 0 0,6-2 4 16,-6 1 2-16,0-3 5 0,0-1 2 15,-6-4 10-15,6 2 12 0,0-2 11 0,0 1 5 16,0-4 3-16,-6 0-3 0,-1-4-9 15,7 1-15-15,-6-5-13 0,-1 1-10 0,0-4-7 16,1-5-4 0,-7 2-2-16,13-1-1 0,-7-3-3 0,7 0 0 15,-6 0 1-15,6-1 0 0,0 1-2 0,6 4-1 16,-6-4 3-16,7 2-2 0,0 2-3 16,-1-1 3-16,7 4-1 0,-6-4-2 0,6 5-1 15,-1 2 6-15,2-3 2 0,-2 4-7 0,2 0 1 16,-1 3 7-16,0-1 0 0,0 3-9 15,-1 2 1-15,-4 2 6 0,4 7 0 0,2-2-3 0,-8 0 3 16,7 4 1 0,-7 0 1-16,1 4-1 0,0 3 1 15,-1-3-1-15,0-1 0 0,1 4 2 0,0-2 1 16,-7 2 0-16,6 0 1 0,-6-3 0 0,6-1 1 16,-6 1-1-16,0 0-1 0,7-5 1 0,-7 5-1 0,0-3 1 15,0-2-22-15,0 1-48 0,0 0-64 16,0-4-75-16,0 5-89 0,0-9-102 15,6 5-120-15,-6-5-124 0,0-3-145 16,7 0-138-16,-7-3-39 0,7-5 34 0,-7 5 107 16,6-9 152-16,0 2 196 0</inkml:trace>
  <inkml:trace contextRef="#ctx0" brushRef="#br0" timeOffset="2907.32">4428 1813 373 0,'0'-7'458'0,"0"-4"75"0,0 4 48 16,0-1-81-16,0 5-86 0,0-1-70 15,0 0-41-15,0 4-36 0,0 4-32 0,7 0-23 16,-7 2 0-16,6 6 4 0,-6-1-7 16,6 7-5-16,2 0 8 0,-2 1 10 0,0 3-12 15,1 3-9-15,-1 1-14 0,1 0-14 0,-1 3-20 0,1-4-23 32,-1 5-19-32,1-1-16 0,-7 0-18 0,0 1-17 0,7-1-17 0,-7-3-14 0,0 3-9 31,0-7-4-31,6 4-9 0,-6-8 3 0,0 1-4 0,0-5-1 0,0 0-1 0,0-2-1 15,0-5-6-15,0 0-27 0,0-3-45 0,0 0-61 32,0-4-79-32,0-4-103 0,0-3-142 0,0-4-141 0,-6-1-149 15,-1-2-137-15,7-5-26 0,-7-2 47 16,1-2 119-16,-7-2 150 0,6 0 188 0</inkml:trace>
  <inkml:trace contextRef="#ctx0" brushRef="#br0" timeOffset="3220.89">4376 1853 165 0,'0'-11'370'0,"6"-4"61"0,2 1 59 0,-2 3-26 16,7 0-35-1,0 0-6-15,6 0-11 0,1 0-12 16,-1 4-23-16,1-4-35 0,6 7-55 0,-6-3-58 16,5 3-40-16,1 4-27 0,0-4-18 15,1 8-12-15,-7 0-12 0,5 0-11 0,-5 3-9 16,0 4-9-16,-2 0-5 0,-4 0-7 0,-1 4 2 15,0-1 6-15,-6 4 6 0,-1-3-1 16,0 3 4-16,-12 0 0 0,6 1-6 0,-6-1-8 0,-8-3-14 0,1 3-12 16,1-3-15-16,-8 0-12 0,0-1-10 15,-6-3-7-15,7 4-6 0,-7-5-3 0,-1-2-15 16,1 3-34-16,7-7-43 0,-1 3-54 16,1-3-82-16,0-4-134 0,5 0-155 0,1-4-176 0,7-3-171 15,-1-4-83-15,7-1 14 0,-6-2 96 16,12-4 147-1,-6 0 199-15</inkml:trace>
  <inkml:trace contextRef="#ctx0" brushRef="#br0" timeOffset="3795.94">4865 1498 312 0,'6'-7'507'0,"0"4"105"16,2-5 88-16,-2 4-39 0,-6 1-117 0,0 3-107 15,6-4-99-15,-6 4-78 0,0 4-52 16,0-4-22-16,0 7-9 0,0 1 5 0,0-2 13 16,0 9 2-16,0-4-1 0,0 7-8 0,0 1-4 0,0-1-3 15,0 3-2-15,0 6-8 0,6-2-10 16,-6 1-15-16,0 3-20 16,7-3-16-16,0 3-18 0,-1 1-13 0,1-1-14 15,5-4-7-15,-4 2-8 0,4-2-8 0,2-3-5 16,-8-4-3-16,7 0-11 0,0-3-3 0,6-5-2 0,-5 2 4 15,-2-9-1-15,8 1 0 0,-1 0 1 0,-5-4 0 0,5-4-1 16,1-3-7-16,-8 0-5 0,8-4-1 16,-6 0-1-16,5-8-4 0,-6 1-1 0,-7-4 0 15,7 0 1-15,-7 0-2 0,2-3-2 0,-2 2 1 16,-6 5 2-16,0 0 0 0,-6 3 0 31,6 1 0-31,-8 3 0 0,2 3-1 0,0-3-1 0,-7 7 0 16,6 1 0-16,1 3-1 0,-7 0 1 0,7 0 0 15,-8 3 0-15,8 6 0 0,-1-3 1 16,0 2 5-16,1 3 7 0,6 3 12 0,-6 1 15 16,6 0 14-16,0-1 17 0,0 4 11 0,6-3-46 15,-6 3-36-15,6 0 0 0,8-2 0 16,-8-2 0-16,8 1 0 0,-2-1 0 0,1 1 0 16,0-4 0-16,6 0 0 0,1-1 0 0,0-2 0 0,6-1 0 15,-7-3 0-15,14 0 0 0,-7-1 0 0,0-3 0 16,7 0 0-16,-13 0 0 0,5 0 0 15,-5 0 0-15,-7-3 0 0,0 3 0 0,-7-4 0 16,1 4 0-16,0-4 0 0,-7 1 0 16,0-1 0-16,0 1-407 0,-7-2-106 0,0 2-117 15,-5 0-152 1,-2-1-181-16,-5-3-89 0,-1-1 5 0,-6 1 73 16,-6 0 145-16,-1-1 199 0</inkml:trace>
  <inkml:trace contextRef="#ctx0" brushRef="#br0" timeOffset="4497.46">2605 2370 256 0,'-14'4'308'0,"2"-4"28"0,-2 0-53 15,2 3-19-15,-2-3-46 16,8 0-25-16,-7 0-9 0,7 0-1 15,-1 4-2-15,0-4-1 0,1 0-8 0,0 4-9 0,6-4-1 0,-7 0 20 16,7 3 25-16,0-3 30 0,0 0 25 0,7 4 19 16,-7-4 5-16,12 4-14 0,-5-4-20 15,6 3-19-15,6-3-15 0,1 3-6 0,6-3-4 16,0 0-1-16,7 5-7 0,6-5-2 0,-1 0-2 16,15 3-10-16,-1-3-4 0,7 0-12 0,6 0-9 0,0 4-18 15,6-4-12-15,2 3-10 0,-2-3-11 16,7 4-7-16,7-4-7 0,-7 4-42 0,13-4-54 15,-7 0 0-15,7 3 0 0,-6-3 0 0,7 0 0 16,-7 0 0-16,-1 4 0 0,0-4 0 0,8 0 0 16,-8 0 0-16,1 4 0 0,0-4 0 15,-7 0 0-15,1 0 0 16,-8 0 0-16,0 0 0 0,2 0 0 16,-8-4 0-16,-7 4 0 0,1 0 0 0,-1 0 0 15,-6 0 0-15,0 0 0 0,0 0 0 16,0 0 0-16,-6 0 0 0,0 0 0 0,0 4 0 15,-8-4 0-15,1 0 0 0,-6 0 0 0,-1 3 0 16,-6-3 0-16,7 5 0 0,-13-5 0 16,6 2 0-16,-7-2 0 0,1 5 0 0,0-5 0 0,-1 0 0 0,-6 3 0 15,0-3 0-15,0 0 0 0,-6 0 0 16,-1 0 0-16,0 0 0 0,1 0 0 0,0 0 0 16,-7 0 0-16,0 0 0 0,6 0 0 0,-6 0 0 15,-6-3 0-15,6 3 0 0,-7-5 0 16,0 3 0-16,-5-6 0 0,-2 4 0 0,2-3-220 15,-8-4-685 1,7-1-298-16,-13 2-106 0,6-5 12 16,-6-3 97-16,-7 0 186 0,8 0 321 0</inkml:trace>
  <inkml:trace contextRef="#ctx0" brushRef="#br0" timeOffset="5802.72">2703 4389 134 0,'-7'-7'381'0,"7"3"69"15,-7-1 60 1,7-1-38-16,-6 2 4 0,6 0-51 0,-7 1-50 16,7 3-41-16,0 0-46 0,-6 0-52 0,6 0-54 0,0 3-38 15,-7 5-19-15,7-2-5 0,-7 6 9 16,7-1 11-16,-6 3-1 0,6 5-9 0,0-1-6 16,-6-4-15-16,6 9-18 15,0-4-19-15,0-2-18 0,0-2-15 0,0 3-11 16,0-4-9-16,6-2-5 0,-6 2-6 0,0-3-2 15,0 1-3-15,0-5-3 0,0 0-1 16,0 1-3-16,0-5-20 0,0 4-38 16,0-7-65-16,6 5-110 0,-6-5-201 0,0-5-169 15,0 2-178-15,0-4-67 0,-6-4 10 0,12 0 81 16,-6-4 185-16,0 0 164 0</inkml:trace>
  <inkml:trace contextRef="#ctx0" brushRef="#br0" timeOffset="6331.74">2800 4293 163 0,'6'-15'370'0,"-6"-3"54"0,0 0 54 0,0-1-28 16,-6 5-80-16,6 0-30 0,-6 3-19 0,6-5-16 0,-8 7-26 15,2 1-33-15,0-4-48 0,-7 5-41 16,6 3-37-16,-6 1-29 0,-7-1-14 0,8 0-5 16,-1 4 3-16,-7 0 0 0,0 0 4 0,2 4-2 15,-2 0-7-15,0 3-3 0,1 0-3 16,-1 5-5-16,-6-1-11 0,7 0 2 0,-1 2-3 15,0 6-8 1,1-1-6-16,-1 1-8 0,0 3 1 0,8 0 6 16,-1 3 5-16,-1 5 6 0,8-1 3 15,0 0 4-15,0 4 4 0,6 1-5 0,0-2-1 16,0 2 1-16,6-2 1 0,0 2 2 16,0-5-5-16,1 1-2 0,6-2-3 0,0-2 2 15,1-1 1-15,-2-2 4 0,8-5 8 16,-1 0 9-16,1 0 6 0,0-7 5 0,-1 4 6 0,1-7 5 15,6-1 5-15,0-4 3 0,-1-3 0 0,8-3-7 16,-7-1-8 0,6-7-4-16,1 4-1 0,-1-8 3 0,2 4 4 15,-9-3 10-15,1-1 7 0,1-3 10 16,-7-1 0-16,-2-3-8 0,2-4-11 0,-7 1-13 0,1-1-12 0,-8-4-18 16,0 1-16-16,0 0-12 15,-6 0-4-15,-6 0-3 0,6 3 1 0,-6 0-6 16,-7 0-8-16,0 5 0 0,0-2 0 15,-1 2 0-15,-4 3 0 0,-2-1 0 0,0 5 0 16,-6-1 0-16,7 4 0 0,-1 0 0 0,1 4 0 16,-1-1 0-16,0 5 0 0,1-1 0 15,5 4-83-15,2 4-86 0,-1-1-60 16,0 1-68-16,6 3-60 0,1 4-64 0,-1 0-80 0,7 0-104 0,7 0-132 16,-7 4-139-16,13-4-50 0,0 0 30 15,0 0 89-15,13 0 143 0,-7-1 184 0</inkml:trace>
  <inkml:trace contextRef="#ctx0" brushRef="#br0" timeOffset="6702.96">3868 4352 126 0,'7'-11'467'0,"5"4"96"0,-5-8 92 16,-7 5 76-16,0-6-137 0,-7 5-110 15,7-4-58-15,-6 1-61 0,0-1-61 0,-1 0-52 16,-6 5-36-16,7-1-48 0,-7 0-33 0,6-1-27 16,-6 6-18-16,-1-2-18 0,2 2-16 0,-1 1-8 15,0 2-5-15,0 3-3 0,-1 0-9 16,8 0-2-16,-6 8-1 0,-2-2-3 0,1 2 6 16,7 5 12-16,-1 3 15 0,0 2 12 15,1 0 15-15,6 8 14 0,-6-1 9 16,6 1 5-16,6 7-2 0,-6-3-6 0,0 2-8 0,6 1-5 15,1 1-6-15,-7-2-16 0,7 1-9 0,-1 1-8 16,1-1-8-16,-7-4-11 0,6-4-9 16,1 1-8-16,0-8-6 0,-7 4-5 0,6-7 0 15,-6 0-4-15,6-4-1 0,-6 0-3 16,0-4-17-16,6-3-36 0,-6-1-65 16,0 0-84-16,0-3-115 15,-6-3-163-15,6-4-200 0,-6-4-212 0,0 0-110 16,-1-7-6-16,-6-1 64 0,0 1 138 15,6-1 204-15</inkml:trace>
  <inkml:trace contextRef="#ctx0" brushRef="#br0" timeOffset="7405.16">3575 4579 182 0,'6'-3'379'0,"2"-6"53"0,-2 6 47 0,6 0-40 0,8-1-95 16,-7 0-55-16,7 1-23 0,6-5-13 15,0 5-17-15,7-4-26 0,-1 3-22 0,1-4-23 16,-1 5-32-16,1-1-32 0,-1 0-24 15,-5 1-17 1,-1 3-15-16,-7-3-5 0,1-2 6 16,-8 5 15-16,-6 0 22 0,2-3 20 0,-2 3 13 15,-6 0 1-15,0-4-6 0,0 4-9 0,0-3-9 16,-6 3-6-16,6 0 0 0,-8-4-1 16,2 4-3-16,0 0-9 0,6 0-13 0,-6 4-13 15,6-4-11-15,-7 0-2 0,7 0-3 16,-7 3 5-16,7 1 10 0,0-1 12 0,-6 5 12 15,6-1 13-15,0 0 17 0,0 5 10 16,0 2 7-16,0 1 5 0,6 0-1 0,-6-1-7 0,7 5-7 16,-7-1-5-16,7-4-9 0,-7 5-11 15,6-1-9-15,-6-4-7 0,6 1-11 0,-6 0-12 16,6-3-10-16,-6-2-3 0,8 1 0 16,-8-5 1-16,0 3 5 0,0-2 17 0,0-3 24 15,0-1 27 1,6 1 26-16,-6-4 18 0,0 0-37 15,-6 0-112-15,6-4 0 0,0 1 0 0,0-5 0 16,0 1 0-16,-8-4 0 0,2 0 0 16,6-4 0-16,-6 0 0 0,6 1 0 0,-6-1 0 0,6 1 0 15,0 0 0-15,0-2 0 0,0 2 0 0,6 3 0 16,-6-4 0-16,6 0 0 0,8 5 0 16,-8-5 0-16,7 4 0 0,0 0 0 15,6 0 0-15,-5 3 0 0,5-3 0 0,-6 8 0 16,6-5 0-16,-5 5 0 0,-2 3 0 15,2 0 0-15,-1 0 0 0,0 3 0 0,0 2 0 16,-1 1 0-16,-4 2 0 0,-2 3 0 0,7 0 0 16,-6 3 0-16,-1 0 0 0,0 1 0 15,1 1 0-15,-1-3 0 0,-6 6 0 16,0-4 0-16,7 3 0 0,-7-3 0 0,7-1 0 0,-7 1 0 16,6 0 0-1,-6-3 0-15,0-2 0 0,0 1 0 0,6 0 0 0,-6-4 0 16,0 1 0-16,0-5 0 0,0 1 0 15,0 0 0-15,0-1 0 0,7 0 0 0,-7-3 0 16,0 0 0-16,0 5 0 0,0-5 0 16,0-5-114-16,7 2-383 0,-7 0-207 15,6-5-246-15,7-3-187 0,0-1-41 0,0-1 51 16,7 1 123-16,6-2 204 0,-1-1 276 16</inkml:trace>
  <inkml:trace contextRef="#ctx0" brushRef="#br0" timeOffset="7674.65">5008 4509 235 0,'0'4'473'16,"0"0"81"-16,0-4 82 0,7 3 19 0,-7-3-82 0,6 4-81 0,0-4-50 15,0 4-36-15,2-4-49 0,4 4-56 16,-5-4-52-16,6 3-38 15,0-3-33-15,0 0-22 0,6 0-23 0,1 0-22 16,-7 0-21-16,7 0-21 0,-8 0-20 16,8-3-20-16,-7 3-11 0,0 0-18 15,0-4-41-15,1 4-66 0,-2 0-107 0,-5 0-159 16,-1 0-197-16,1-4-226 0,-7 4-125 0,0 0-20 16,0-4 62-16,-7 4 134 0,1 0 184 0</inkml:trace>
  <inkml:trace contextRef="#ctx0" brushRef="#br0" timeOffset="7906.42">5164 4572 56 0,'-13'7'448'0,"0"4"80"0,7-3 60 0,-8-5 62 16,14 5-81-16,-6-1-90 0,0-4-52 15,-1 5-27-15,7-5-8 0,7 1-16 0,-7 0-44 16,6-1-45-16,7 1-35 0,-6-1-29 0,6-3-24 0,-1 5-25 16,2-5-19-16,6 0-17 0,-8 0-17 15,1-5-18-15,0 5-22 0,0-3-19 0,1 3-16 16,-2-4-14-16,-5 1-14 0,-1 3-10 31,1-4-12-31,-1 0-38 0,-6 4-63 0,7-3-84 16,-7-1-123-16,0 0-167 0,6-4-205 0,-12 6-226 15,6-6-85-15,0 0 6 0,-7 5 81 0,1-8 147 16,6 4 205-16</inkml:trace>
  <inkml:trace contextRef="#ctx0" brushRef="#br0" timeOffset="9178.42">4025 4246 104 0,'0'-4'337'0,"-8"4"44"0,8 0 36 16,-12 0-42-16,6 0-64 0,-1 0-45 0,-6 4-20 0,0-1 6 16,-7 1 20-16,8 0 8 0,-8 3-4 15,7 0-13-15,-7 4-20 0,0 0-18 16,1 0-28 0,-1 8-29-16,0-1-25 0,2 4-9 15,4 0-6-15,1 7-14 0,1 4-7 0,4 0 2 0,2 4-4 0,6 3-7 16,0 1-11-16,6-1-12 15,2 4-15-15,-2-4-16 0,7 4-11 0,0-7-11 16,0 2-7-16,7-2-7 0,-1-3-4 16,1-5-3-16,-1 0-7 0,0-3-26 15,1-5-54-15,7-5-92 0,-9-2-127 16,9-3-158-16,-7-7-182 0,6-1-164 16,-7-6-47-16,7-1 39 0,0-7 98 0,-6-1 142 0,5-6 182 15</inkml:trace>
  <inkml:trace contextRef="#ctx0" brushRef="#br0" timeOffset="9579.77">4513 4296 300 0,'0'-14'447'0,"-7"-1"70"0,7 5 74 0,0-1-28 15,-6 0-85-15,6-1-56 0,0 5-29 16,0 0-32-16,0 0-58 0,0 0-65 16,0 3-62-16,0 4-50 0,6 0-42 0,1 0-24 15,0 7-7-15,5 4 8 0,8 0 10 0,-7 7 10 0,7 1 12 16,0 6 6-16,5 2 3 0,-5 0-8 16,0 4-11-16,-2 1-10 0,-4 5-12 0,5 0-9 15,-12-1-11-15,6 1-8 0,-7-1 2 16,0 1-3-16,-6 1 3 0,0-3-1 0,-6-1-1 15,6-5 0 1,-6 0-6-16,-7-3-1 0,6-1-10 16,1-6-5-16,-7-1-2 0,-1-6-1 0,8-2-1 0,-6 1-15 15,-2-3-20-15,8-5-46 0,-7 1-78 0,6-1-133 16,0-3-181-16,1 0-222 0,0-3-185 16,0-4-62-16,6-1 19 0,0 1 100 0,0 0 165 15,0-5 226-15</inkml:trace>
  <inkml:trace contextRef="#ctx0" brushRef="#br0" timeOffset="10944.44">6597 4186 37 0,'0'0'264'0,"0"0"44"15,0 0 9-15,0 0-21 0,0 0-31 0,6 5-29 0,-6-5-26 16,0 0-13-16,0-5-10 16,7 5-14-16,-7 0-13 0,0 0-7 0,0 0 5 15,0 0 6-15,7 0 13 0,-7-2 15 16,0 2 15-16,0 0 3 0,0 0-3 16,0 0-13-16,0 0-18 0,0 0-17 0,0 0-13 15,0-5-11-15,0 5-10 0,6 0-10 16,-6-3-9-16,0 3-9 0,0 0-8 0,0-3-3 15,0 3-4-15,0-5-2 0,0 5-2 0,0-3-2 0,6 3-4 16,-6-3-10-16,0 0-1 0,0-2-3 16,0 2-2-16,-6-2-4 0,6 1-2 15,0-2 2-15,0 2-6 16,0 0-6-16,-6 1-6 0,6-1-5 0,0 0-7 16,0 1-3-16,-7-1-6 0,0 1-3 15,1 3-3-15,6-4-6 0,-13 4 0 0,7 0-1 0,-8 4-1 0,-5-1 1 0,6 1-1 16,-7 3-1-16,7 0 1 0,-7 1 0 31,1 2 0-31,0 3-1 0,0 1 1 0,5-1 1 0,-6 3 1 0,8 2 1 0,-1 0-2 31,-1 1-1-31,8-1 4 0,0 0-1 16,-1 4-2-16,7-3-5 0,7-1 4 0,-7 0 1 0,6 1-1 16,7-1 2-16,0-4 1 0,0 5 8 0,0-8-2 15,0 4 0-15,7-4-1 0,-1 0 1 16,1-4 5-16,0 1 5 0,-1-5 6 15,0 0 4-15,1-3 6 0,-1 0 1 0,1-3-4 16,-7 3-5-16,0-3-7 0,0-2-7 16,0 5-3-16,-6-3-2 0,-1-1-2 0,0 4-1 15,1-3-4-15,0 3-15 0,-7-4-37 0,0 4-55 16,6-4-75-16,-6 4-109 0,0-3-161 16,7-5-183-16,-7 5-186 0,0-2-105 0,0-2-11 15,0 4 64-15,6-5 140 0,0 5 184 16</inkml:trace>
  <inkml:trace contextRef="#ctx0" brushRef="#br0" timeOffset="11297.85">6923 4396 397 0,'0'0'505'0,"0"-4"91"0,-6 4 98 0,6-3-44 16,0-1-99-16,0 4-72 15,-8 0-56-15,8-3-70 0,0 3-81 16,0-4-76-16,0 4-59 0,0 0-42 0,0 4-32 0,0-4-20 16,0 0-13-16,0 3-3 0,-6 4 13 0,6 0 11 15,0 4 16-15,0 0 12 0,0 0 15 16,0 4 11-16,0 4-4 0,0-5-4 16,0 4-10-16,0 1-7 0,0-1-10 0,0-3-12 15,0 2-6-15,6-2-10 0,-6 1-5 0,8-3-6 0,-8-1-3 16,6-1-6-16,-6-4-5 0,6 0-4 15,-6-2-3-15,0 2-4 0,6-4-2 0,-6 1-1 32,0-4-15-32,0 0-38 0,0 4-64 0,0-8-103 0,0 4-156 0,0-7-195 0,0 0-214 15,0-5-147-15,0 1-35 0,0-3 49 32,7-1 128-32,-7 0 180 0</inkml:trace>
  <inkml:trace contextRef="#ctx0" brushRef="#br0" timeOffset="11658.75">7255 4099 322 0,'0'-11'488'0,"7"1"88"0,-7-2 103 0,0 1-4 15,0 4-103-15,0 0-67 0,0 0-53 0,0-1-61 16,0 3-82-16,-7 2-78 0,7 0-65 0,0-1-51 15,0 4-40-15,0 0-29 0,0 4-20 16,0-1-7-16,0 8 9 0,0 1 7 16,0 2 17-16,0 4 26 0,0 1 18 15,0 6 14-15,0 0-6 0,7 1-2 0,-7 4-6 16,0-5-14-16,0 5-9 0,6-5-13 16,-6 1-5-16,0-4-2 0,6 4-18 15,-6-8-5-15,6 4-8 0,-6-4-4 0,8-2-11 16,-8-2-2-16,6-3 4 0,-6-1-2 15,0-2-2-15,6 0-3 0,-6-1-9 0,0-3-35 0,0-1-44 16,7-3-78-16,-7 4-109 0,0-8-145 0,6 1-160 16,-6-1-154-1,7-3-153-15,-7-1-36 0,7-2 50 16,-1-2 115-16,0-3 157 0,8 4 177 0</inkml:trace>
  <inkml:trace contextRef="#ctx0" brushRef="#br0" timeOffset="12061.28">7495 4271 54 0,'0'-4'387'0,"8"1"70"0,-8-1 59 0,0 1 25 16,0-1-81-16,0 0-76 0,0 4-60 15,0 0-41-15,-8 0-47 0,8 0-44 0,-6 0-31 0,6 4-29 16,0 3-14-16,-6-3-12 0,-1 3-1 0,7 0 5 16,-6 4-7-16,6-4-3 0,-7 6 0 15,7-3-1-15,0 5 2 0,0-4 1 16,0 3-4-16,7-3-8 0,-7 4-10 0,6-4-4 15,1 0-12-15,-1-1-10 0,0-1-1 16,2-3 6-16,4 5 2 16,-5-7 7-16,6 0 14 0,0-1 5 0,-1 2 2 0,8-5 2 15,-6 0 0-15,-2-5 5 0,1 2 9 0,1-1 14 0,-2 0 11 16,2-3 8-16,-8 0 7 0,0-1-4 16,1-3-14-16,0-3-18 0,-7 3-17 0,0-4-20 15,0 1-20-15,-7-6-17 0,0 7-15 16,1-6-8-1,-7 4-5-15,6 1-3 0,-5-1-2 0,-8 4-2 16,7 0 2-16,-7 1-1 0,8 2-10 0,-8 4-19 16,7-3-30-16,-7 3-45 0,8 4-52 15,-2 0-66-15,1 4-67 0,7-4-82 16,-7 4-112-16,13-1-127 0,-7 4-138 0,7 2-133 16,7-3-45-16,-7 2 37 0,13-1 107 15,-7 0 153-15,7 0 182 0</inkml:trace>
  <inkml:trace contextRef="#ctx0" brushRef="#br0" timeOffset="12747.33">7984 4293 426 0,'14'-4'547'16,"-8"-3"121"-16,0 3 99 16,0-3-56-16,2-4-127 0,-8 4-95 15,6 0-79-15,-6-1-95 0,0-2-80 0,-6 2-65 16,6 1-39-16,-8-4-29 0,2 7-32 0,-6-3-25 0,4 0-16 15,-4 2-2-15,-8 2-10 0,7 0-4 16,1-2 0-16,-8 5 3 0,0 5-2 0,7-5-1 16,-7 6-4-16,8 1-3 0,-2 2-1 15,1-2-3-15,7 7-1 0,-7-2-2 0,6 2 5 16,1 1-2 0,6-1 1-16,0-3 1 0,0 3 2 15,0 1 3-15,6-3 0 0,-6-1 4 0,14 0 4 0,-8 0 3 16,0-4 6-16,1 0 5 0,6-4 8 0,0 2 6 15,0-1 6-15,0-4 9 0,0 0 12 16,0-4 17-16,0 4 10 0,1-5 10 0,-2-1 13 16,-6 2 6-16,8-3 1 0,-8-1-7 15,7 1-1-15,-7 0-7 0,2-4-13 0,-8 3-10 0,6 2-15 16,-6-7-11-16,6 10-16 0,-6-4-12 0,0 3-10 16,0-3-7-16,0 7-5 0,0-4-6 15,0 0-5-15,0 4-2 0,0-3-3 16,0 3-3-16,0 3-3 0,0 1 1 0,0 0 2 15,0 3 1-15,-6 0 1 0,6 5 1 16,0 2 2-16,0 1-1 16,0 0-2-16,0 3 1 0,6 1 1 15,-6-2 1-15,6 5 0 0,-6 0-1 16,8 1 1-16,-2-1 0 0,0-1 1 0,1 2 0 16,-1-2-1-16,1-2 2 0,0-1 2 0,-7 1-3 15,6-5-2-15,0 1 5 0,-6 0-3 16,0-5-3-16,0-2 3 0,0-1 1 15,0 0 0-15,0 0-3 0,-6-2 5 0,0-2 4 0,-8 0-1 16,8 1 4 0,-7-4 1-16,-7 0 0 0,8-4 2 15,-8 4 1-15,0-3 2 0,1 0-1 0,-1-2-3 16,1-2 0-16,-7 4-6 0,6-5-4 16,0 1-2-16,1 0-1 0,-1 4 3 15,8-6-3-15,-2 6-6 0,1-4-17 0,7 3-42 16,-1 0-66-16,0-3-84 0,7 0-102 0,0 2-131 15,7-2-153-15,6 1-167 0,0-2-166 16,7-3-73-16,0 4 18 0,5-4 93 0,1 0 148 16,7-4 196-16</inkml:trace>
  <inkml:trace contextRef="#ctx0" brushRef="#br0" timeOffset="13378.8">8414 4205 183 0,'0'-7'524'0,"0"-5"117"16,6 2 96-16,-6-1 60 0,0 5-139 0,0-7-114 15,0 6-97-15,7 0-92 0,-7 3-76 0,0 1-69 0,0-1-55 16,0 0-55-16,0 1-36 0,0 6-25 16,0-3-20-16,7 8-3 0,-7-1-4 0,0 3 2 15,6 2 6-15,-6 2 8 0,6 4 5 16,-6 1 5-16,0-1 1 0,7 1 8 0,-7-1-3 15,7 0-3-15,-7 0 1 0,6 1 3 16,-6 0 4-16,7-5 2 16,-7 1 1-16,6 0 4 0,-6-4-3 15,0-1 2-15,7 1 2 0,-7-7 2 16,0 3 8-16,0-2 11 0,0-2 20 0,0 0 11 16,0 1 12-16,0-4 4 0,0 0-7 15,0 0-14-15,0-4-16 0,0 1-20 0,-7 0-24 16,7-6-18-16,-6 2-7 0,-1-4-6 0,7 1-6 15,-6-6-4-15,6 2-1 0,0 0 1 0,-7-5-4 16,7 4 2-16,7-3 0 0,-7 3 2 16,6-3-2-16,1 4 2 0,-1 0-1 0,1-2-2 15,6 2-2 1,-1-2-2-16,2 6 1 0,5-4-1 16,1 3 2-16,0-1 1 0,-1 1 1 0,7 4 3 15,-6 0-2-15,6 3-4 0,-7-3 1 16,7 7 0-16,-6 0-2 0,-7 0-2 0,6 0 1 0,-6 7 5 15,1 0-1-15,-2 4-1 0,-5 0 2 0,0 4 1 16,5-1 1-16,-12 4 2 0,7 1 3 16,-1-4 2-1,1 3 4-15,-7 1 3 0,0-1 3 0,0-4 1 16,7 1 0-16,-7 0 0 0,0 0-1 0,-7-4 0 0,7 0-1 16,0 0-3-16,0-5-4 0,0 6 1 0,0-5-3 15,0-3-2-15,-7 3-4 0,7-3-1 0,0-1-12 16,0 1-32-16,0-1-52 0,0 1-77 15,0-4-104-15,0 5-172 0,7-5-248 16,-7-5-292-16,7 1-119 0,5 1-14 16,-5-4 57-16,12-1 148 15,1 1 246-15</inkml:trace>
  <inkml:trace contextRef="#ctx0" brushRef="#br0" timeOffset="13737.81">9880 4073 58 0,'12'-7'452'16,"-5"4"113"-16,0-5 110 0,-1 1 96 16,0 0-89-16,-6 4-89 0,7-6-76 15,-7 6-80-15,6-2-91 0,-6 2-92 0,0 3-74 16,0 0-68-16,0 0-42 0,7 3-25 15,-7 5 0-15,0 4 17 0,0 2 19 0,0 1 22 0,0 3 16 16,0 4 14-16,0 4 2 0,0-3-4 0,7 2 0 16,-7 0-8-16,0-2-6 0,0 2-10 15,6-4-13-15,-6 2-15 0,6-1-19 0,-6-4-16 16,8-3-15-16,-8-1-9 0,6 1-7 16,-6-4-5-16,6-4-5 0,-6 0-15 15,0 0-31 1,0-3-57-16,6 1-86 0,-6-5-133 0,0 0-176 0,0-5-216 15,0-2-242-15,-6 0-89 0,0-4 8 16,0 0 91-16,-8-4 158 0,8 1 219 0</inkml:trace>
  <inkml:trace contextRef="#ctx0" brushRef="#br0" timeOffset="13956.42">9762 4260 404 0,'-12'0'570'0,"-2"-3"119"0,8 3 79 15,6-4-52-15,0 4-132 0,0 0-112 16,6-4-109-16,8 4-99 0,-2 0-66 0,8 0-47 15,-1 0-38-15,7 0-23 0,0 0-15 16,1 0-7-16,-1 0-2 0,-7 0-6 16,7 0-6-16,0 0-8 0,-6 0-8 0,-1 0-8 15,1 0-11 1,-8 0-6-16,2 0-8 0,-8 0-26 0,1 0-49 0,-1 0-73 16,1 0-124-16,0-3-165 0,-7 3-198 0,0-4-173 15,-7 0-56-15,7 1 13 0,-7 0 97 16,1-6 147-16,-1 6 194 0</inkml:trace>
  <inkml:trace contextRef="#ctx0" brushRef="#br0" timeOffset="14619.01">10941 4066 158 0,'0'-7'401'0,"0"0"69"0,0-1 65 15,0-2 11-15,0 2-51 0,0-3-45 0,0 3-35 0,0-3-35 0,0 0-37 16,0 0-58-16,-7 1-66 0,7-1-54 16,-6 3-34-16,0 1-35 0,-8 0-25 0,8-1-17 15,-7 5-21 1,0-4-5-16,0 7-11 0,-7-4 3 0,0 8-3 16,1-1 2-16,0 1 4 0,0 4-3 0,-8 2 7 15,8 5 5-15,-1-1 1 0,1 4 1 16,5 4 6-16,-5 5 7 0,13-6 5 15,-8 9 12-15,14-5 8 0,-6 4 14 0,6-3 8 16,6 0 4-16,1-1 4 0,6-3-1 16,0 0 6-16,0-4-2 0,6 0-2 0,1-3 3 0,-1 0 1 15,-5-5 1-15,12 2-1 0,-7-1-3 0,7-7-6 16,-6 3-12 0,6-4-10-16,-7-3-15 0,7 0-17 0,-6 0-13 0,-7 0-10 15,7 0-8-15,-8-3-10 0,2 3-13 0,-8-3-36 16,0 3-63-16,1-4-83 0,0 0-115 15,-1 4-164-15,1-3-191 0,-1-1-182 0,0 0-146 0,2 1-27 16,-2-6 57-16,0 7 135 0,7 2 185 0,0-4 210 16</inkml:trace>
  <inkml:trace contextRef="#ctx0" brushRef="#br0" timeOffset="15104.74">11208 4334 311 0,'0'0'527'15,"0"0"115"-15,0 0 102 16,-6-4-7-16,6 0-96 0,0 1-92 15,0-5-76-15,-6 4-79 16,6-3-72-16,0-1-57 0,0 1-50 16,0 0-43-16,6 0-34 0,-6-1-24 0,6 1-18 15,0 0-14-15,1 0-9 0,0-1-8 0,6 5-4 0,-7-4-8 16,0 2-3-16,8 2-6 0,-2 3-10 0,2-4-7 16,-1 4-7-16,0 4-5 0,0-1-6 0,-1 2-5 15,2 2 0-15,-1 4-1 0,0 0 0 16,-6-1-2-16,-1 1 2 0,0 4-2 0,0 1 1 15,-12-2-3-15,6-1-2 0,-6 3 3 16,-7-1-1 0,6 3 0-16,-12-4 1 0,5 1 2 0,-4 0-2 0,4-1 3 15,-5 2 2-15,5-6 6 16,-4 1 10-16,4 0 14 0,1-4 21 0,7 1 18 16,-8-5 25-16,8 5 21 0,0-5 18 15,6-3 15-15,-6 4 19 0,6-4 14 0,0 0-1 16,0 0-142-16,6 0-43 0,0 0 0 15,7 0 0-15,0 0 0 0,6-4 0 0,7 4 0 16,1 0 0-16,5-3 0 0,7 3 0 16,1 0 0-16,5-4 0 0,-6 4 0 0,7-4 0 0,-7 4 0 15,-7-3 0-15,1 3 0 0,-7 0 0 16,-6-3 0-16,-1 3 0 0,1-5 0 0,-8 5 0 16,-5-3 0-16,0 3 0 0,-1 0 0 15,-6 0 0-15,0-4 0 16,0 4-41-16,-6-3-486 0,-1 3-209 15,-6-4-265-15,0 0-160 0,0 1-28 16,-6-1 50-16,-1 0 126 0,-6-4 220 0,-1 1 311 16</inkml:trace>
  <inkml:trace contextRef="#ctx0" brushRef="#br0" timeOffset="16308.48">4252 6557 24 0,'7'-3'203'0,"-7"-1"33"0,7 1-27 16,-7-5-13-16,0 4 1 0,6-3-10 16,-6 3-8-16,6-3-5 0,-6 0 1 0,7 3 5 15,-7-4 9-15,6 1 15 0,-6-3 22 16,0 2 18-16,0-4 19 0,0 2 5 0,0-5 0 16,0 1-12-16,-6-1-19 0,-1 0-23 0,1-3-27 0,0 4-24 15,-8-2-19-15,2 2-20 0,-8 3-17 16,0-4-19-16,1 8-19 0,-1 0-15 0,-6-1-12 15,7 8-8-15,-14 0-6 0,7 0-3 16,-6 8 1-16,6-1-2 0,-7 5-4 0,7-2 0 16,6 9-5-16,-6-4-1 0,7 3-1 15,5 3 0 1,2-2 2-16,5 4-1 0,1-6 4 16,6 5 1-16,6-4 0 0,1-3 2 0,5 0-3 15,2-1 2-15,5-2-5 0,1-2-2 16,0-2-5-16,6-1-1 0,-7-4-1 0,7-3-5 15,-6 0-1-15,6 0 3 0,-7-3 6 16,1-1 17-16,-1-3 18 0,-6 3 21 0,0-6 19 16,0 2 12-16,-6-3 4 0,5 4-5 0,-4-8-9 0,-2 4-9 31,0 0-6-31,1 0-2 0,-7 4 2 0,0-5-1 16,6 9-4-16,-6-1-11 0,0 1-9 0,0-1-14 0,0 4-14 15,0 0-11-15,0 4-4 0,0 3-1 16,0 3-1-16,7 2-1 0,-7 3 1 0,0 3 4 15,6 4-3-15,1-3 2 16,-7 2 3-16,6 5 9 0,0-4 6 0,-6 4 5 16,8-1 2-16,-2-3 4 0,-6 4-1 15,6 0-6-15,-6-1-3 0,7-3-4 16,-7 3-1-16,0-6-3 0,0 3 6 0,0-4 7 16,-7-4 3-16,1-2 9 0,6 3 3 15,-14-8 4-15,8 4-3 0,-13-7-6 16,6 3-13-16,0-3 2 0,-7-4 2 0,0 0-2 15,1 0-2-15,-7-4-1 0,6-3 8 0,-5 0-12 0,-1-1-9 16,6 1-3-16,-6-4-2 0,7 0-5 16,-1 4-3-16,0-5-21 0,7 1-41 15,0 4-67-15,0-5-86 16,13 2-107-16,0 0-144 0,13-2-161 0,0-3-172 0,6 5-166 16,1-6-40-16,6 2 44 15,7 0 112-15,-1-5 161 0,1 1 204 0</inkml:trace>
  <inkml:trace contextRef="#ctx0" brushRef="#br0" timeOffset="16639.97">4708 6353 106 0,'7'-15'443'0,"-1"-4"86"0,-6 4 98 0,0 1 90 16,0 3-116-16,-6-4-93 0,-1 8-63 15,1-4-54-15,-1 4-80 0,-6-1-75 0,1 5-48 16,-8-5-33-16,7 8-21 0,-7 0-13 15,8 0-9-15,-8 3-11 16,0 5-7-16,1 0-12 0,5 3-1 0,-5 3 5 0,6 4 8 16,0 1 8-16,0 7 0 0,6 3 5 0,-5 0-7 0,4 3-15 15,8 2-10-15,-6-1-9 0,12 0-3 16,-6-3-3-16,8 2-4 0,-2-2-4 0,7-5-5 16,0 1-11-16,0-1-8 0,0-3-9 15,6 0-9-15,-5-3-3 0,5-4-3 0,1-5-17 31,-8 2-34-31,8-5-56 0,0 0-67 0,5-7-102 0,-5 0-139 16,0-4-155-16,-1-3-160 0,1 0-135 16,0-5-76-16,-8-2 25 0,1 0 99 15,1-5 148-15,-8 1 180 0</inkml:trace>
  <inkml:trace contextRef="#ctx0" brushRef="#br0" timeOffset="17159.14">4812 6495 128 0,'0'-11'407'0,"-6"0"72"0,6-1 82 15,0 2 55-15,-6 3-58 0,6-1-59 0,0 6-39 0,-7-3-44 16,7 1-67-16,0 1-97 0,0 3-84 16,0 0-50-16,0 3-27 0,0 1-14 0,7 1 0 15,-7 5 17-15,6 0 18 0,0 5 4 16,-6 0-1-16,6-1 3 0,-6 5 3 16,8-1 1-16,-2 1-9 15,-6 2 0-15,0-2 2 0,6-2 3 0,-6 3-3 0,7-3-8 16,-7 2-4-16,0-4-11 0,0-5-12 0,0 2-13 15,0-1-11-15,0-4-10 0,0 0-1 16,0-2 9-16,0-3 12 0,0 3 25 16,0-2 27-16,0-3 22 0,0 0 3 0,-7-3-6 15,1-2-18-15,6-2-27 0,-6 0-85 16,-2-4-7-16,2-3 0 16,-6-5 0-16,5 1 0 0,7 0 0 0,-7-5 0 0,7 1 0 15,0 0 0-15,0-3 0 0,7 7 0 16,0-4 0-16,-1 3 0 0,0 5 0 0,8-4 0 15,-2 3 0-15,2 5 0 0,5-2 0 16,-5 4 0-16,4 1 0 0,-4 0 0 0,5 7 0 16,-5 0 0-16,4 0 0 0,-4 7 0 0,5 0 0 0,-5 1 0 15,-2 4 0-15,-6 1 0 0,8 1 0 0,-8 2 0 16,8-2 0-16,-8 5 0 0,1-1 0 31,-1-4 0-31,-6 5 0 0,6-1 0 0,-6-3 0 0,0 0 0 0,0-1 0 0,0 1 0 16,-6-5 0-16,6 2 0 0,0-1 0 15,-6-4-37-15,6 0-84 16,0 0-64-16,0-2-77 0,-7-2-115 16,7-3-174-16,0 0-196 0,0-3-189 0,0-9-120 15,0 2-20-15,0-1 71 0,7-5 166 16,-1-1 221-16</inkml:trace>
  <inkml:trace contextRef="#ctx0" brushRef="#br0" timeOffset="17456.08">5132 6267 50 0,'-7'-10'423'0,"7"-1"84"0,0 0 67 0,7 4 74 0,-1-4-93 16,-6 3-85-16,13 5-57 0,-7 0-46 0,14-2-31 15,-6 5-37-15,-2 0-49 0,8 5-36 16,-1 1-27-16,1 2-14 0,-1 3-18 16,1 0-17-16,-7 7-8 0,6-3-1 15,-5 6 5-15,-1 2 0 0,-1 2 2 16,-5 1 1-16,0 4-6 0,-1 2-9 0,0-2-12 15,-6-1-4-15,-6 4-8 0,6-4-8 16,-6 5-9-16,-1-7-11 0,0 4-11 0,-5-6-17 16,5 0-13-16,-6 1-9 0,0-3-7 15,0-5-5-15,6-4 0 0,-6 5-2 16,0-8-12-16,7-1-37 0,-7-1-63 0,7-6-91 0,-2-3-133 16,2-3-189-1,6-6-221-15,0 2-237 0,6-7-84 0,2 0 15 16,4-5 88-16,8-4 168 0,6 2 220 0</inkml:trace>
  <inkml:trace contextRef="#ctx0" brushRef="#br0" timeOffset="17663.97">5893 6422 446 0,'14'0'579'0,"-8"-5"111"0,0 2 85 16,8 0-52-16,-1 3-142 0,-1-4-116 15,2 0-97-15,-2 1-101 0,8 0-77 0,0 3-59 16,-1-5-44-16,-5 2-33 0,5-1-27 0,1 4-22 16,-1-4-60-16,-6 1-105 0,0 3-131 0,0-4-173 15,-6 1-194 1,-1 3-134-16,0 0-29 0,-6 0 55 0,-6 0 107 16,0 0 161-16</inkml:trace>
  <inkml:trace contextRef="#ctx0" brushRef="#br0" timeOffset="17859.29">6004 6488 260 0,'-12'10'480'16,"4"2"89"-16,2-5 107 0,-6 0 27 16,12 1-94-16,-8-5-68 0,8 1-46 15,0-1-53-15,8 2-82 0,-2-2-81 0,6-3-62 16,-4 4-56-16,11-4-44 0,-6 0-25 0,0 0-21 0,-1 0-17 16,8-4-14-16,-6 4-10 0,-1 0-8 15,-7-3-14-15,7 3-19 0,-6-5-42 16,5 2-82-16,-12 3-151 0,7-4-217 0,0-3-282 15,-7 3-137-15,-7-3-43 0,7 0 37 16,0-5 127-16,-7 2 203 0</inkml:trace>
  <inkml:trace contextRef="#ctx0" brushRef="#br0" timeOffset="18576.53">7372 6186 159 0,'0'-6'393'16,"0"-2"57"-16,0-3 64 0,-7 4-19 0,7-4-46 15,-6 0-25-15,6 4-47 0,-6-4-25 0,-1 4-36 0,0-1-53 16,-5 1-54-16,-2 3-52 0,-5 1-30 15,-1-1-18-15,-6 1-11 0,7 3 1 16,-14 3-4-16,7 1-4 0,0-1-4 0,0 5-5 16,0-1-4-16,7 4-6 0,-7 0-3 15,-1 7-3-15,7-2 0 0,2 5 2 0,4 2-1 16,1-3-3-16,0 7 4 16,6 2 5-16,7 1 4 0,0-1 3 0,0 0 1 15,7-4 2-15,6 5-6 0,0-5-1 0,7-3 1 16,0 0 1-16,5 0-1 0,-5-7 2 0,6 4 4 15,7-9 4-15,-7 1-6 0,0-4-8 16,6 2-11-16,-5-7-10 0,-2-2-12 16,1 0-14-16,-6 0-12 0,-1-2-7 15,1-3-11-15,-7 1-29 0,0 1-53 16,0-1-69-16,-6 1-89 0,-1-1-133 0,1-3-169 16,-1 3-200-16,0-4-192 0,-6 1-60 15,0 0 21-15,0-4 96 0,7 4 159 0,-7 0 217 16</inkml:trace>
  <inkml:trace contextRef="#ctx0" brushRef="#br0" timeOffset="19158.59">7463 6429 258 0,'0'0'479'16,"-6"-4"95"-16,6 1 91 0,0-5 1 0,0 5-95 16,0-5-87-16,6 2-66 0,1 1-69 15,-7-2-70-15,13 0-63 0,-7 0-42 16,8-1-31-16,-8 1-24 15,7 4-12-15,0-6-12 0,0 6-10 0,-1-4-11 16,8 3-13-16,-6 4-10 0,-2-3-12 16,1 3-11-16,-6 3-8 0,6-3-7 0,0 4-5 0,-6 3-3 15,-1 5-2-15,0-5 0 0,1 4 0 16,-7 3-1-16,0-2 0 0,-7 2 2 0,7 0-3 16,-6 5 0-16,-7-9 3 0,0 9-2 15,7-4 0-15,-8-5-1 0,1 2 2 0,1-1-2 16,-2 0-1-16,8-4 0 0,-8 1 0 15,8-5 0-15,0 4 0 0,6-7 3 16,-7 4 10-16,7 0 18 0,-6-4 8 0,6 0 12 16,0 0 0-16,6-4-2 0,-6 4-10 15,13-4-14-15,-7 1-12 0,8-1-6 16,-1 1 5-16,0 3 7 0,0 0 7 0,0-5 7 0,0 10 4 0,7-5 3 31,-8 3 0-31,2 1-1 0,-1-1 2 0,-1 5-5 0,2-1-1 16,-8 0-3-16,7 5 0 0,-6-6-3 15,-1 6-4-15,1-2 0 0,-7 5 0 0,0-4 1 16,0 4-4-16,-7-4-1 0,1 0 0 16,-1-1 0-16,-6 2-4 0,1-1 2 15,-2-4 2-15,1 0 5 0,-7 0 5 0,8-2 11 16,-8-2 13-16,0 1 6 0,1-4 2 16,-1 0 2-16,0 0-3 0,1-4-11 15,0 1-8-15,6-2-10 0,-7 3-6 0,7-3-9 16,0 2-7-16,7-1-4 0,-7 4-2 15,6-4-3-15,7 1-6 0,-7 3-26 0,7-4-50 16,0 0-66-16,0 4-86 0,7-7-103 0,0 4-139 0,6-5-149 31,0 1-160-31,0 0-160 0,7-4-35 0,-1 0 40 16,0 0 110-16,8 0 157 0,-1-4 201 0</inkml:trace>
  <inkml:trace contextRef="#ctx0" brushRef="#br0" timeOffset="19849.25">8075 6209 140 0,'-6'-6'449'0,"0"-3"79"15,-1 1 76-15,0 6 56 0,7-5-80 16,-6-1-90-16,-1 0-70 0,7 1-57 0,0 3-64 15,0 4-84 1,-6 4-83-16,6-4-55 0,0 0-35 0,0 5-15 16,0-3-1-16,6 6 5 0,-6 0 10 0,0 1 15 0,0 3 12 15,7-1 11-15,-7 3 7 0,0 2 8 0,6 2 5 16,-6-3 4-16,7 6 2 0,-7-3-3 0,0 1-2 0,7-1-5 31,-7 1-9-31,0-1-8 0,6 0-8 0,-6-4-3 0,6 3-3 0,-6-7-2 0,0 0 0 16,0 2 6-16,0-5 7 0,0 1 6 15,6-5 11-15,-6 1 9 0,0-1 12 16,0-3 9-16,-6 0 11 0,6 0 1 0,0 0-7 31,0 0-14-31,0-7-18 0,-6 4-23 0,6-9-23 0,-6 2-17 16,-1-5-14-16,0 0-9 0,7-3-6 16,-6-4-1-16,-1 4-2 0,7 0-1 15,0-1 2-15,0 1 1 0,0-1 0 0,0 1 3 16,7 3-2-16,-1-3 1 0,1 3-5 15,6 1-2-15,-1 0-1 0,8 2-4 0,0-2 2 16,-1 3 2-16,1-1-1 0,6 5 3 0,-7 0 0 0,7 3 1 16,-6 0 0-16,7 1-2 0,-9 3 0 15,2 0-1-15,0 3 4 0,-1 1-4 0,1 3 1 16,-7 4 1-16,0 1-1 0,0-1 1 16,0 3-1-1,-6-2 1-15,-1 5 0 0,0-2 2 16,1 0-1-16,-7 2 1 0,7 2 0 0,-7-1 4 15,6-3 4-15,-6 4 3 0,0-1 4 16,0-3 3-16,0-1 0 0,0-2 0 0,0-2-2 16,0 0-2-16,0-2-1 0,0 1-1 15,0-3-3-15,0 1-1 0,0-3-1 0,0-1-1 16,0-3-1-16,0 5-6 0,0-5-13 16,0 2-26-16,0-2-49 0,0 0-66 0,0 0-110 15,0 0-149-15,7-2-203 0,-1-3-238 0,1-2-205 0,-1 4-69 0,13-7 40 16,1 1 114-16,0 1 196 0,5-2 253 15</inkml:trace>
  <inkml:trace contextRef="#ctx0" brushRef="#br0" timeOffset="20202.72">9592 6154 476 0,'0'-7'630'15,"0"0"109"-15,0 3 88 0,0-3-41 16,0 3-154-16,0 1-137 0,0-2-121 0,-6 5-95 0,6-3-83 16,0 3-65-16,0 3-47 0,-6 2-20 0,6-2 2 15,0 8 12-15,0 0 19 16,-7 3 24-16,7 2 20 0,0 1 15 0,-6 6 4 0,6-5-7 15,-7 4-5-15,7 3-9 0,0-3-13 0,0 1-25 16,0-2-21-16,0 2-15 0,0-2-17 0,0 1-14 31,0-7-13-31,0 3-8 0,7-4-4 0,-7-2-4 0,0-1-6 16,0-4-25-16,6 5-41 0,-6-9-58 0,0 1-91 16,7-1-144-16,-7-6-189 0,0-1-217 15,6-4-205-15,-6-2-75 0,0-5 23 0,-6 1 105 16,6-1 175-16,-7-4 227 15</inkml:trace>
  <inkml:trace contextRef="#ctx0" brushRef="#br0" timeOffset="20434.14">9417 6297 58 0,'-13'0'546'0,"0"-4"155"0,7 1 111 16,-8 3 75-16,14-4-90 0,0 0-160 16,0 4-168-16,6-3-135 0,2-1-97 15,4 4-66-15,8 0-41 0,-1-3-26 0,7 3-16 0,1 0-5 16,5-5 1-16,1 5 3 0,-7 0 2 15,6 0-5-15,-6 0-7 0,1 0-10 0,-1-3-13 16,-7 3-10-16,1 0-16 0,-8 0-11 16,-4 0-16-16,4 0-24 0,-12 0-38 0,7 0-51 15,-7 3-78-15,0-3-139 0,0 5-170 16,-7-5-206 0,1 0-182-16,-8 0-62 0,2 0 18 15,5 0 107-15,-6-5 160 0,-6 2 219 0</inkml:trace>
  <inkml:trace contextRef="#ctx0" brushRef="#br0" timeOffset="21068.92">10726 6067 275 0,'0'-8'476'0,"6"-3"82"0,-6 4 82 16,0-4-8-16,0 0-97 0,-6 1-84 16,6 1-63-16,-6-2-58 0,6 4-71 15,-7 0-66-15,1-1-61 0,-8 1-44 0,8 0-33 0,-7 3-20 16,-6 1-9-16,6 3-8 0,-13 0-2 0,6 0 0 31,0 0 4-31,-5 7 0 0,-2 0 4 0,1 0 6 16,0 4 6-16,6 4 6 0,1 3 5 0,-1 1 11 0,0-1 8 15,8 4 6-15,-1 0 7 0,6 3 15 16,1 1 14-16,6-3 15 0,0 2 8 16,6 1 11-16,-6-1 13 0,14-3 5 15,-2 0 0-15,2-4-3 0,5 1 3 0,1-4 1 16,6 0-6-16,0-1-9 0,0-7-8 15,-1 0-10-15,8 1-17 0,-1-5-21 0,2-3-20 16,-9 5-17-16,8-10-15 0,-7 5-15 16,0 0-8-16,-6-3-6 0,-7 3-3 15,0-4-8-15,0 4-22 0,-1-4-44 0,-4 4-68 0,-2-3-91 0,0 3-118 16,-6-4-161-16,7 1-191 0,-7-1-210 16,7-3-147-16,-7 3-23 0,6-4 57 15,0-2 136-15,7 2 194 0,1 1 245 0</inkml:trace>
  <inkml:trace contextRef="#ctx0" brushRef="#br0" timeOffset="21439.23">11176 6191 14 0,'6'-7'590'16,"-6"3"164"-16,6 1 102 0,-6-2 66 0,8 2-68 16,-8 3-201-16,0-3-238 0,0 3-154 15,0 3-99-15,-8 0-64 0,8 5-41 0,-6 3-16 16,-7 1-7-16,6 2 2 0,-6 4 10 0,-6 0 6 15,6 1 5-15,-7 2-1 0,1-3 8 16,-1 1 11-16,8-1 6 0,-8 1 8 0,0-1 14 16,7-3 9-1,1-1 4-15,4-3 3 0,-4 0 6 0,5-3 11 16,0-1 10-16,7-4 11 0,-6 2 10 16,6-3-1-16,6-2-10 0,1 0-16 0,0 0-19 0,5 0-27 0,8 0-28 15,0-2-66-15,5-3 0 0,-5 2 0 0,6 3 0 16,1-4 0-16,-1 1 0 0,-1-1 0 0,1 0 0 15,0 2 0-15,1-3 0 0,-7 1 0 32,-2 4 0-32,-4-3 0 0,-1-2 0 0,0 5 0 15,0 0-80-15,-7-3-109 0,0 3-75 16,-6 0-79-16,8 0-85 0,-8 0-112 0,0 0-117 0,0-3-132 16,0 3-138-16,-8-4-42 0,2-3 41 0,0 4 112 15,0-5 155-15,-1 0 188 0</inkml:trace>
  <inkml:trace contextRef="#ctx0" brushRef="#br0" timeOffset="21714.02">11261 6309 35 0,'-8'-5'464'0,"2"-2"115"0,0 3 116 16,-1-3 99-16,7 3-59 0,-6 1-105 0,6-1-85 15,-7 1-74-15,7 3-93 0,0-5-83 0,-7 5-78 0,7 0-65 16,0 0-57-16,0 0-35 0,0 5-12 16,0 2 18-16,0 4 28 0,7 3 28 15,-7 5 34-15,7 6 26 0,-7 1 19 0,6 3-5 16,-6 2-11-16,7 1-10 0,-1 0-16 15,0 5-14-15,-6-7-21 0,8 2-22 0,-2 2-17 16,0-5-79-16,0-4-6 16,-6 1 0-16,7-3 0 0,-7-5 0 15,7-4 0-15,-7 1 0 0,0-8 0 16,6 0 0-16,-6 1 0 0,0-5-143 16,0-3-143-16,0-3-126 0,0-5-177 0,0 1-212 15,0-8-223-15,0 1-83 0,-6-9 15 16,12 2 84-16,-6-5 172 0,0-7 227 0</inkml:trace>
  <inkml:trace contextRef="#ctx0" brushRef="#br0" timeOffset="22015.1">11624 5982 297 0,'14'-22'676'0,"-8"4"117"15,1-1 99-15,0 1 76 16,-1 4-174-16,-6-1-196 0,7 4-143 0,-7 0-94 0,0 4-85 15,6 2-71-15,-6-1-66 0,0 2-49 0,0 4-44 16,0 0-21-16,0 7-12 0,0 1-2 16,0 2 16-16,0 5 15 0,0 7 19 0,0 0 28 15,6 4 20-15,-6-1 16 0,0 8 3 16,0 1-3-16,7-1-6 0,-7-1-20 16,0 1-18-16,7 1-18 0,-1-2-20 0,0-7-13 15,-6 2-12-15,7-2-6 0,0-3-5 16,-1-3-19-16,1-5-35 0,-7 0-52 0,6-5-70 15,0-2-101-15,1-4-146 0,6-3-184 16,-7-3-200-16,8-4-198 0,-1-2-60 16,-7-5 30-16,7 0 110 0,0-9 178 0,1 5 225 15</inkml:trace>
  <inkml:trace contextRef="#ctx0" brushRef="#br0" timeOffset="22394.62">11970 6015 21 0,'-7'-6'462'0,"7"-3"112"0,-6 6 91 15,-1-1 70-15,7 0-84 0,-6 4-146 16,0 0-117-16,6 0-87 0,-7 4-64 16,0 0-47-16,7 3-23 0,-6 0-12 0,0 4 11 15,6 3-5-15,0 2-7 0,0-5-2 0,0 7-7 16,0 0-6-16,0-3-17 0,6 3-1 16,-6-3 1-16,6 4 0 0,1-5-2 15,6-3 2-15,-7 4-1 0,7-4 2 0,1-5-1 16,-2 6-5-16,2-8-3 0,-2 3-6 15,8-7-8-15,-7 4-8 0,7-4 0 0,-8-4 10 0,2 4 15 16,-1-4 19-16,0 1 14 0,-6-5-150 16,5 0 0-1,-5-2 0-15,0 0 0 0,-7-7 0 16,6 0 0-16,-6-2 0 0,-6 1 0 0,-1 0 0 0,7 0 0 0,-13 0 0 16,7-1 0-16,-8 4 0 0,1 1 0 15,-7 3 0-15,8 1 0 0,-8 1 0 16,1 2 0-16,-1 3 0 0,8 1 0 15,-8-1 0-15,0 4-379 0,7 0-90 16,7 4-112-16,-8-1-133 0,14 1-140 0,-6 3-138 0,12-3-34 16,1 3 48-16,0 1 122 0,5-1 166 0,1 1 198 15</inkml:trace>
  <inkml:trace contextRef="#ctx0" brushRef="#br0" timeOffset="23028.3">12387 6063 92 0,'20'-4'521'0,"-14"-3"148"0,6-1 119 0,-4 0 91 16,4 6-92-16,-12-10-136 0,7 5-112 16,0 1-118-16,-7-3-97 0,0 2-78 0,0 3-68 15,-7-3-55-15,0 0-46 16,-5 4-29-16,-2-2-21 0,-5 5-13 16,-1-3-6-16,8 3-3 0,-14 3-3 0,6-3-2 15,0 8-1-15,7-5 1 0,-7 8-2 16,8-3-2-16,-1 4 3 0,-1-2 1 0,8 5 1 15,0-1 1-15,6-3 3 0,-6 3 5 16,12 1-3-16,-6-4 1 0,12 4 0 0,-5-4 0 16,6 0 1-16,0 0-1 0,1-4 5 0,4 0-5 15,-4 1 6-15,5-5 14 0,-5-3 18 0,-2 5 20 16,2-5 29-16,-2 0 34 16,1-5 25-16,1 5 15 0,-8-6 4 0,6 1-7 0,-4-2-14 15,-2 0-21-15,0 0-18 0,1-4-20 16,0 4-16-16,-1-1-9 0,-6 1-29 0,7-1-39 15,-7 5 0-15,0-1 0 0,6 0 0 0,-6 4 0 16,0-3 0-16,0 3 0 0,0 0 0 0,0 0 0 16,0 0 0-16,0 3 0 0,0 5 0 15,-6-1 0-15,6 4 0 0,0 0 0 0,0 7 0 16,0-2 0-16,0 2 0 0,0 3 0 16,6-2 0-16,-6 6 0 0,0 0 0 15,0 1 0-15,0 0 0 16,0-1 0-16,0 5 0 0,0-4 0 0,0-1 0 15,0 1 0-15,0-4 0 0,-6 0 0 16,6-4 0-16,0-3 0 0,0-1 0 16,-7 1 0-16,7-7 0 0,-6 2 0 0,-1-1 0 15,0-7 0-15,1 3 0 0,-8-2 0 16,2-3 0-16,-8 0 0 0,7-3 0 0,-13-2 0 16,7 3 0-16,-7-3 0 0,0-2 0 0,0 0 0 0,-7-1 0 15,7 1 0-15,0-1 0 0,-7 1 0 16,7 0 0-16,7 0 0 0,-7 3 0 0,12-3 0 15,2 0-67-15,-1 2-294 0,6-2-160 16,7-3-190-16,0 2-203 0,7-6-175 16,6 2-41-16,7-1 49 0,5-4 135 0,1 3 204 15,0-4 242 1</inkml:trace>
  <inkml:trace contextRef="#ctx0" brushRef="#br0" timeOffset="28573.28">12752 5784 14 0,'0'-11'218'0,"-7"1"31"15,1-6 5-15,6 3-37 0,-7 1-11 16,7-3-9-16,-7 0-9 0,1 5 0 15,6-1 7-15,-6 0 11 0,-1-1-3 0,7 2-1 16,-7 3 26-16,1-1 20 0,6 1 2 16,-6 0-12-16,6 3-15 0,-7 0-23 0,7 1-44 15,0 3-48-15,-6 0-35 0,6 3-26 16,0 5-5-16,0 6 4 0,0 1 13 16,-7 3 14-16,7 4 9 0,0 4 4 0,0-1-4 15,0 5-9-15,0 3-10 0,0 0-9 0,-7-1-10 0,7 2-4 16,0 3 0-16,0-1-4 0,0 0-4 15,0-2-6-15,0 2-6 16,-6-3-2-16,6-4-5 0,0 0-1 16,0-4-8-16,0-2-1 0,0-1 0 0,0-7 0 0,0 0-2 15,0-1 0-15,0-3 1 0,0-4-4 0,0 1-21 16,0-5-48 0,0 2-79-16,6-5-116 0,-6 0-140 0,0-5-134 15,7-2-115-15,0 0-81 0,-1-4 11 16,1-4 81-16,-1 1 120 0,7-5 129 0</inkml:trace>
  <inkml:trace contextRef="#ctx0" brushRef="#br0" timeOffset="29027.05">12908 6000 64 0,'-7'-3'287'0,"7"-1"27"0,-6 0 15 15,-1 1-63-15,7-1-86 0,-6 4-56 16,-1-4-35-16,1 8-18 0,0-4-11 0,-2 4-3 15,2-1 7-15,0 5 7 0,-1-1 9 16,1 0 13-16,-1 4 11 0,1 1 1 0,-1 2-6 0,7 1-8 16,-6-5-6-16,6 9-12 0,6-4-2 15,-6 0-6-15,7-1-2 0,-1 0 1 0,1 2 4 16,6-2 4-16,-7 0 4 0,8-2 11 16,-2-1 15-1,1 0 20-15,7-4 13 0,-7 0 14 16,6-3 5-16,-5 0-1 0,5-4-3 0,1 0-12 0,0 0-5 15,-8-4-12-15,8-3-10 0,-7-1-4 16,-1 0-7-16,2-2-13 0,-8 0-8 16,1-2-6-16,-1-2-11 0,-6-2-10 0,0-2-9 15,0 0-3-15,-6 0-12 0,-1-4-7 16,-5 0-3-16,4 3-9 0,-4 1-7 16,-1 1-2-16,-1-3-1 0,-4 6 0 0,4 3-1 15,1 0 4-15,0 4 0 0,0 3-2 0,0 0-4 0,0 4-15 16,0 4-36-16,0 0-59 0,6 3-75 15,-6 0-85-15,13 0-86 0,-6 4-80 0,6 0-61 16,0 0-27-16,6 4-5 0,1-4-31 16,-1-1 22-1,7 2 59-15,1-1 77 0,5-3 76 0</inkml:trace>
  <inkml:trace contextRef="#ctx0" brushRef="#br0" timeOffset="29662.77">13370 6096 15 0,'14'-8'320'0,"-2"-2"50"0,-5 2 51 0,-7-6 20 16,6 2-76-16,-6 2-58 0,0-5-25 16,-6 5-8-16,-1-2-11 15,1 1-31-15,0 3-21 0,-2-3-28 0,-4 8-31 0,-2-5-38 16,2 5-36-16,-1-1-26 0,-1 4-19 0,-4 0-9 16,4 4-7-16,-5-1 1 0,-1 1-5 15,8 0-5-15,-2 7-1 0,1-4 3 0,6 4-5 16,-6-4-4-16,7 4 4 0,6 4 4 15,-6-5 2-15,6 6 0 0,6-5 2 16,0-1 4-16,1 2 5 16,-1-1 1-16,8 0 4 0,-2-4 0 0,8 1 3 0,-7-1-4 15,0-4-10-15,6 1-3 0,-5-4 1 16,5 0 10-16,-6 0 9 0,0 0 13 0,1-4 14 16,-8-3 15-16,6-1 6 0,-4 1-2 15,-2 0-1-15,0-4-10 16,-6 0-6-16,7 0-13 0,-7 0-9 15,0 4-5-15,0-4-3 0,0 0-3 0,0 3-1 16,-7 1-2-16,7 1-6 0,0 1-2 0,0 1-5 0,-6 1-4 16,6-1-4-16,0 4-4 0,0 0 3 15,0 0-3-15,0 4-2 0,0 3-2 0,0 0 3 16,0 4 1-16,6 1-1 0,-6-2 0 16,7 5 3-16,-1 4-1 0,-6-1 0 0,7 0-2 15,0 4 1-15,-1 3 2 0,0-2-2 0,0 2 2 16,2 5-3-1,-2-2-1-15,-6 2 0 0,6 0-1 0,1-1 1 0,0 0-3 16,-7-3 3-16,0-1 2 0,0 0-3 16,0-5 4-16,0 2 3 0,-7-8 3 0,7 1 5 15,-7-5 1-15,1-2 7 0,-8-1-1 16,2 1 6-16,-1-5-5 16,0-3-4-16,-6 0-4 0,-1 0-3 0,-6-3 0 15,6-5-12-15,-5 1 2 0,-2-1-2 16,1 1 5-16,0-4 0 0,-7-3-3 15,7 2 0-15,7 2 0 0,-1-1 0 0,1 0 0 16,6-1-3-16,-1 2-18 0,8 2-35 16,0-3-56-16,6 0-93 0,6 0-114 0,0 0-130 15,8 0-115-15,-1 1-93 0,6-1-79 0,8-1 22 0,-1-2 76 16,-1-1 107 0,1 5 124-16</inkml:trace>
  <inkml:trace contextRef="#ctx0" brushRef="#br0" timeOffset="30391.81">13806 6004 112 0,'0'-4'211'15,"0"-3"14"-15,0 3-48 0,8-3-62 0,-8 3-35 16,0 1-14-16,0 0-9 0,0-2-1 0,0 2 9 15,6-1 15-15,-6-3 17 0,0 3 14 0,0 1 20 16,0-1 27-16,0 0 22 0,0 1 14 16,-6-1 7-16,6 1 6 0,0 3-3 0,0-5-19 15,0 2-28-15,-8 3-31 0,8 0-30 16,0 0-28-16,0 0-24 0,0 3-17 16,0 2-8-16,0 2 4 0,0 0 12 0,0 4 19 15,8 0 15-15,-8 3 17 0,6 5 16 0,-6-1 3 0,6 1 6 16,1-1-5-16,-7 3-8 0,6-2-7 15,-6 3-7-15,7 0-6 0,-7-4-14 0,0 0-6 16,6-4-1-16,-6 6 0 0,7-6-3 16,-7-3 1-16,0 0-5 0,0-3-1 0,0-1-2 15,6 0 8-15,-6-4 13 0,0 2 18 16,0-5 17 0,0 3 10-16,-6-3 3 0,6-3-8 15,0 3-20-15,-7-8-22 0,7 1-23 0,-6 0-19 16,-1-4-8-16,1 0-11 0,-1-4-5 15,1 0 0-15,0-3 0 0,-2-3 2 0,2-2-1 16,0 4 1-16,-1 1 0 0,7-3-2 0,0 2 3 16,0 4-2-16,0-3 0 0,7 3 1 0,-1 1 4 15,0 3-5-15,8 0 0 0,-1 0-1 16,0 3-1-16,6 1-2 0,1 4 0 0,-1-5 3 16,7 8 0-16,-6-3 0 0,6 3 2 15,0 0-2-15,-7 3-1 0,8-3-1 0,-8 8-1 16,8-1 0-16,-8 0 2 0,0 5-1 15,-6-2 1-15,1 5-1 0,-2-1-2 0,-5 1 6 16,6 0 1 0,-7 0 0-16,-6 2-3 0,7-2 1 0,-7 4 4 15,6-4-3-15,-6-1-3 0,0 0 1 16,0 2 1-16,0-2 2 0,0 0 1 16,0-2-3-16,0-1 4 0,0 0 0 0,0-4-2 15,0 0 0-15,0 1 1 0,0-5-1 16,0 1-1-16,-6 0 0 0,6-1-1 0,0-3 1 0,0 3-19 15,0-3-40-15,0 0-81 0,0 0-121 16,6 0-162-16,-6-3-183 0,7 0-182 0,0-5-78 16,5 1 13-16,2 0 87 0,-2-4 146 15,8 3 172-15</inkml:trace>
  <inkml:trace contextRef="#ctx0" brushRef="#br0" timeOffset="30745.81">15122 5905 247 0,'0'-3'453'16,"7"-5"64"0,-7 5 76-16,0-4 32 0,0 2-138 0,0 2-70 0,0-1-41 15,0 0-48-15,0 1-69 0,0 3-78 16,0 0-65-16,0 0-48 0,0 3-23 0,0 5 3 15,0 0 12-15,6 2 12 0,-6 5 13 16,0-1 13-16,7 5 8 0,-7 3-1 16,6-4-5-16,1 9-8 15,-7-6-11-15,6 5-8 0,0-4-14 0,2 3-14 16,-2-3-14-16,0 0-8 0,8-3-6 0,-14-1-6 0,6-4-6 16,0 1-1-16,1 0 0 0,-7-4-5 15,6-4-8-15,-6 4-30 0,0-7-60 0,-6 2-105 16,6-6-149-16,-7 0-165 0,1 0-151 15,-7-3-143-15,0 0-32 0,-1-5 58 0,2-3 122 16,5 0 155 0</inkml:trace>
  <inkml:trace contextRef="#ctx0" brushRef="#br0" timeOffset="30963.09">15045 6125 111 0,'-14'-8'421'16,"8"1"72"-16,-8 0 74 0,8 0 76 15,0-1-93-15,-1 1-80 0,7-1-61 0,0 5-58 16,7-4-62-16,-1 3-95 0,7 4-77 15,0-3-45-15,7-1-8 0,-1 4-5 16,7 0-1-16,0 0 10 0,0 0 3 0,7-4 3 16,-7 4-14-16,7 0-2 0,-1-4-7 0,-6 4-7 0,1-3-8 15,-2 3-11-15,1-5-8 0,-6 5-5 0,0 0-2 16,-8 0-14-16,1 0-35 0,1 0-65 16,-8 0-98-16,0 5-129 0,8-5-157 15,-8 3-142-15,0 1-123 16,1-4-20-16,0 0 53 0,-1 0 103 15,7 0 145-15</inkml:trace>
  <inkml:trace contextRef="#ctx0" brushRef="#br0" timeOffset="31409.4">16424 5946 198 0,'14'-8'449'0,"-1"1"71"0,-7-4 67 16,1 0 29-16,-7 0-150 0,7 4-78 16,-7-5-48-16,0 1-38 0,0 4-48 15,-7-4-51-15,7 3-50 0,-7 2-44 0,-6-2-34 0,7 5-33 16,-8-1-19-16,-4 0-9 0,4 1-5 16,-5 3 0-16,-1 3-2 0,-6 1 1 0,7 0 5 15,-1 7 0 1,-6 0 5-16,0-1 3 0,7 5 7 0,-7 4 14 0,6-1 9 15,0 4 15-15,7 0 12 0,1 3 14 0,-2 1 5 16,8 0 2-16,-1 3 1 16,7-7 0-16,0 4-1 0,7-4-6 15,-1-1 5-15,8 1 4 0,-2-3 1 0,1-4-1 16,7-1-3-16,6-3-1 0,-6 0-7 16,12-3-10-16,1-1-9 0,-1-3-9 15,7-1-11-15,-6 0-9 0,5-3-9 0,-5 0-7 16,0 0-4-16,-1-3-10 0,-6 3 0 15,-6-3-1-15,0-1-4 0,-7 4-1 0,-1-4-8 0,-4 4-24 0,-2-3-54 16,0-1-82-16,-6 4-115 0,0-4-154 16,0-3-180-16,-6 3-159 0,0-4-148 15,-2 5-29-15,2-4 58 0,6 0 124 0,0-5 168 16,-6 4 175-16</inkml:trace>
  <inkml:trace contextRef="#ctx0" brushRef="#br0" timeOffset="31940.69">16692 6073 245 0,'0'-3'436'0,"0"-4"68"16,6 3 68-16,-6 1-23 0,0-1-90 0,0 0-68 16,0 0-61-16,0 4-55 0,0-3-56 15,0 3-44-15,0 3-37 0,0 1-19 16,6 0 3-16,-6 3 8 16,0 4 9-16,0-3-7 0,0 2-6 0,0 5-14 15,0-4-10-15,0 4-8 0,0-1-10 16,0 2-9-16,-6-3-13 0,6-1-10 15,0-2-11-15,0 2-12 0,-6-1-7 0,6-5-5 0,0 2-6 16,0 0 1 0,0-5 9-16,0 1 22 0,0-4 25 0,0 4 25 0,0-4 12 15,0 0 7-15,0-4-8 0,6 0-20 0,0 1-25 16,2-1-24-16,4-3-14 0,-5-1-11 0,6 5-4 16,0-5-3-16,0 2 2 0,0 1-3 15,7-2 0-15,-7 2 3 0,6 3 0 16,0 2-1-16,1 0-3 0,0 0 1 0,-1 0 0 15,1 2 0 1,-1 3-2-16,1 2-2 0,0 1 2 0,-1-1 0 16,-6 3-3-16,0 2-1 0,-7-1 4 15,1 0 0-15,0 4 0 0,-1-5 5 0,-6 5 2 16,-6-1 6-16,-1 2 1 0,0-5 7 16,-5 4-3-16,-8-1-5 0,7-3-3 15,-7 3-4-15,1-6-2 0,-1 3-6 0,0-5 5 16,1 2 4-16,0 1 4 0,0-7 0 15,-1 2 2-15,6 0-3 0,-5-4 0 0,6 0-4 0,0 0-2 16,0 0 1-16,0 0-3 0,7-4-1 0,-8 4-1 16,8-4-14-16,-1 4-39 0,1-2-61 15,0 2-88-15,-2-5-132 0,2 1-168 16,6-4-166-16,-6 2-141 0,6-5-97 0,0 3 4 16,0-6 89-1,0-1 143-15,6-4 171 0</inkml:trace>
  <inkml:trace contextRef="#ctx0" brushRef="#br0" timeOffset="32211.78">16692 6136 336 0,'0'-7'435'0,"-6"-5"81"0,-1 5 106 15,7 0-45-15,0 0-57 0,0-1-45 16,0 1-46-16,0 4-52 0,13-2-85 0,-7-1-73 16,8 2-41-16,5 0-25 15,-6 1-4-15,13 3-5 0,0-4 1 0,0 4-5 0,0-4-5 16,0 4-10-16,7-4-11 0,-7 4-9 15,0-3-9-15,7 3-7 0,-7-5-10 0,-7 5-7 16,7 0-8-16,-6-2-12 0,-7 2-13 16,0 0-13-16,0 0-9 0,-7 0-10 0,0 0-4 15,2 0-3-15,-8 0-10 0,0 2-29 0,0-2-48 16,-8 5-75-16,2-5-113 0,-7 3-167 0,7-3-198 16,-7 4-222-16,0-4-89 0,-1-4 1 15,-5 1 74-15,6-2 147 0,-6-5 199 0</inkml:trace>
  <inkml:trace contextRef="#ctx0" brushRef="#br0" timeOffset="37247.64">2911 9268 36 0,'-7'4'260'0,"7"-4"32"15,0 4 11-15,-6-4-49 0,6 0-48 0,0 3-31 0,0-3-19 16,0 0 1-16,-7 3 3 0,7-3 6 0,0 0 5 16,0 0 4-16,0-3 4 0,0 3 9 15,0 0 8-15,0 0 1 0,-6 0 13 0,6 0-6 16,0 0-22-16,0-3-17 0,-7 3-18 0,7 0-10 15,0 0-19-15,-7 0-4 0,7-4 12 16,0 4-3-16,0-4 1 16,0 4-7-16,0-3-5 0,0-1-7 15,0 0-15-15,0 1-12 0,0-5-15 0,7 5-14 16,-7-5-5-16,7 5-10 0,-1-5-3 16,1 2-5-16,6 1 2 0,-6-2-2 0,5 0 2 0,2 3-7 0,5-3-6 15,-6 3-3-15,0 4-2 0,7-3-1 16,-1 3-12-16,-6 0-1 0,6 0 4 0,-5 3 0 0,-2 1-2 0,2 7 2 15,-1-4 2-15,-1 5 7 0,-5 2-1 16,0-3 1-16,-7 7 1 0,0-3-3 0,-7 3 0 16,0 4-7-16,-5-4 1 0,-1 4-1 15,-7 0-2-15,0 0 2 0,1 0 0 0,-7 0 2 16,6-3 0-16,-6-1-1 0,1 0 6 16,5 1 0-16,0-9-4 15,1 5-1-15,5-4 2 0,-5-3 2 0,12-1-1 16,-5-4 2-16,5 5 13 0,1-5 13 15,6 1 11-15,-7-1 9 0,7-3 7 16,0 0-5-16,0 0-11 0,7 0-9 0,-1 0-11 16,1 0-9-16,5-3-5 0,8 3-3 15,-7 0 2-15,7-4 1 0,6 1-5 0,-6 3-1 16,5-4 1-16,-5 4-2 0,6-4 1 0,-6 1 0 0,5-1 2 16,-5 4-5-16,0-3 1 0,-7 3 1 0,6 0-1 15,-12-5-2-15,5 5 0 0,-4-3-1 16,-2 3-19-16,0 0-39 0,1 0-55 0,-7 0-86 15,0 0-118-15,0-4-136 0,0 1-132 0,0 3-129 16,0-8-116-16,0 5-3 0,6-5 72 16,-6 1 115-16,7-4 135 15</inkml:trace>
  <inkml:trace contextRef="#ctx0" brushRef="#br0" timeOffset="37784.08">3269 9228 151 0,'-13'-18'342'0,"7"-4"39"0,-8 3 31 16,2-3-48-16,-2 0-75 0,-5 4-44 0,6-4-2 0,-6 0 18 16,5 0 9-16,-6 5-8 15,1-3-16-15,-1 3-15 0,1 1-29 16,0 2-43-16,-8 3-28 0,7 0-25 0,-5 0-14 16,-1 4-18-16,-6 3-15 0,5-3-6 0,1 7-6 0,0 0-4 15,0 0-8-15,-1 3 0 0,-5 5-8 0,7-1-1 16,-1 0-2-16,6 8-2 15,-7 0 3-15,9 3 4 0,-9 4 18 16,7 1 3-16,8 2 2 0,-8 4 8 0,7 4 8 16,6 0 5-16,-6 4-8 0,7 0 2 0,0 2 7 15,6 1-5-15,0 5-16 0,6-1-2 16,-6-1 2-16,6-3-1 0,7 4-4 0,1-3 8 16,-2-5 17-16,8 0 4 0,0-2 7 15,-1-1 6-15,13-4 16 0,-5 0 10 0,11-2 7 0,2-5 4 0,-1-1-3 16,6-5-9-16,8-2-16 0,-7-8-21 15,5 2-11-15,2-4-15 0,5-8-8 0,-5 1-5 16,-2-8 1-16,8 0 9 0,-7-4 3 16,-7-3 9-16,1-4 10 0,-7 0 10 0,0-4 3 15,-6-7-4-15,-7 0-8 0,-6-7-11 16,0-4-12-16,-8 0-14 0,-6 0-15 0,-6-4-10 0,-6 9-5 16,0-2-2-16,-8 4-2 0,2 4 0 0,-8 4 6 15,-6 0 1-15,7 7-5 0,-8 0 1 16,1 7-1-16,0-3 0 0,0 7-3 0,1 3 0 15,5 1 2-15,-7 4-24 0,8-2-43 16,0 5-51-16,-1 0-63 0,1 5-69 0,-1 2-90 16,6 0-86-1,2 0-117-15,-1 4-140 0,6 4-138 0,1-4-125 16,-1 4-14-16,1-4 53 0,6 3 131 0,6-6 174 16,1 3 194-16</inkml:trace>
  <inkml:trace contextRef="#ctx0" brushRef="#br0" timeOffset="38367.05">4812 9360 210 0,'6'-7'420'0,"-6"-1"59"0,0-3 63 0,0 3 2 15,0-2-68-15,0 2-48 0,0-3-27 0,0 1-28 16,-6-1-37 0,0 3-63-16,0-3-67 0,-1 4-50 0,-6 0-38 0,6-1-30 15,-5 5-17-15,-2-5-13 0,2 5-7 0,-8 3-10 16,7 0 1-16,-7 0 5 0,0 3 5 0,8 5 6 0,-8-5 2 16,7 8 7-16,-7 0-1 0,8 4 5 15,-2 0 12-15,1 6 9 0,7 2 15 0,0 2 16 16,-1 5 2-16,0-1-5 0,7 5-9 15,0-2-13-15,0 0-14 0,0 2-18 0,0-1-10 16,7-4-10-16,-7 0-8 0,7 1-10 16,-7-5-8-16,6 1-7 15,-6-4-4-15,6 0 1 0,1-7-6 16,-7 3-1-16,6-7-3 0,-6 3 4 16,0-6-4-16,0 0-2 0,7-5-12 0,-14 0-38 15,7 1-65-15,0-4-85 0,0 0-111 16,-6-4-141-16,-1-2-141 0,1-6-120 0,0 1-106 15,-8-3-57-15,8-1 39 0,-7 0 103 16,6-4 132-16,-6 1 149 0</inkml:trace>
  <inkml:trace contextRef="#ctx0" brushRef="#br0" timeOffset="38552.36">4441 9657 84 0,'-13'-4'374'0,"13"0"78"16,-6-2 73 0,-1 1 29-16,7 2-41 0,0 3-55 15,0-4-46-15,0 4-51 0,7-5-48 0,-1 5-53 0,7-2-56 0,1 2-47 16,5 0-32-16,0-4-12 15,8 4-9-15,-1 0-15 0,6-3-12 0,1 3-16 16,-7-5-8-16,7 5-14 0,-1 0-12 16,-6-3-11-16,-7 3-16 0,1-3 0 0,-1 3-35 15,-5 0-60-15,-2 0-103 0,-6-5-123 16,8 5-140-16,-14 0-138 16,6 0-139-16,-6 0-30 0,7-2 50 0,-7-3 96 0,0 1 133 0</inkml:trace>
  <inkml:trace contextRef="#ctx0" brushRef="#br0" timeOffset="38928.61">5183 9319 371 0,'0'-14'497'0,"0"-1"87"0,0 1 84 15,0-1-21-15,0 4-125 0,0-4-83 16,-6 4-47-16,6 5-66 0,-6-6-70 0,-1 7-67 15,0-1-49-15,1 3-35 0,-7 3-26 16,7 0-11-16,-8 3 2 0,2 1-9 0,-2 3 7 16,2 5 6-16,-1 2 4 0,-1 0 2 15,2 5 2-15,-2 3 10 0,2 4 1 0,-2 3 2 0,8 4-2 16,-1-1 0-16,1 5-5 0,0 0-12 0,6 0-10 16,0-5-2-16,0 5 0 0,0-4-7 15,0 0-7-15,6-4-7 0,0 1 1 16,1-1-15-16,6-3-11 0,-6 0-4 0,5-5-5 15,2-3-1-15,-8 1-5 0,7-5 6 0,0-3-8 16,-6-3-26 0,5-1-48-16,2-4-78 0,-2-3-97 0,2 0-135 15,-1-3-161-15,6-4-150 0,-6-3-159 16,1-7-62-16,-2 3 21 0,-5-4 93 16,6-4 147-16,6-3 163 0</inkml:trace>
  <inkml:trace contextRef="#ctx0" brushRef="#br0" timeOffset="39470.41">5353 9510 140 0,'-6'-14'417'0,"6"-1"69"0,-7 0 76 0,7 4 63 16,-7 0-67-16,7-1-63 0,0 6-40 15,-6-2-36-15,6 5-62 0,0-5-94 0,0 8-92 16,0 0-59-16,0 0-37 0,0 0-22 16,6 5 1-16,-6 1 9 0,7 5 12 0,-7 0 20 15,7 4 10-15,-1-1 13 0,-6 2 0 0,7 2-1 16,-7 0 7-1,6 4-10-15,-6-3-6 0,0-1-11 0,6 1-4 0,-6-1-3 0,0-4-6 16,7 1-5-16,-7-4 2 0,0 0 0 16,0 0-4-16,0-4 3 0,0-3 5 0,0 3 12 15,0-4 16-15,0-3 19 0,0 4 11 16,0-4-2-16,0-4-11 16,0 4-21-16,0-7-28 0,-7 4-23 15,1-5-18-15,6-3-19 0,-6 0-21 16,-1-3 0-16,1-1 0 0,-1-4 0 0,0 1 0 15,7 0 0-15,0-1 0 0,0 1 0 16,0 0 0-16,0 3 0 0,7 1 0 0,6-2 0 16,-6 3 0-16,5 1 0 0,2 1 0 0,6 0 0 15,-1 4 0-15,0 3 0 0,8-2 0 0,-8 1 0 16,7 5 0-16,0 0 0 16,-6 0 0-16,5 5 0 0,-5-2 0 15,0 4 0-15,-1 0 0 0,-6 4 0 0,0 0 0 0,1 1 0 0,-2 1 0 16,-6 3 0-16,1-2 0 0,0 5 0 15,-1-1 0-15,-6 1 0 0,0-5 0 0,0 4 0 16,0 0 0-16,0-4 0 0,0 3 0 0,0-3 0 31,0 0 0-31,0-3 0 0,0 0 0 0,0 0 0 16,-6-3 0-16,6-1 0 0,0-4 0 0,0 1 0 16,6 0-55-16,-6-1-90 0,0-3-100 15,0-3-112-15,0-1-138 0,7 0-162 16,-7-6-150-16,0 2-136 0,0-6-70 0,6-5 24 0,-6 1 100 15,0-4 160-15,6-3 177 0</inkml:trace>
  <inkml:trace contextRef="#ctx0" brushRef="#br0" timeOffset="39786.71">5783 9282 217 0,'0'-14'434'0,"0"0"67"16,6-2 65-16,-6 2 0 0,7 3-77 0,-1-1-46 15,1 6-29-15,6-5-26 0,0 3-32 0,0 6-46 16,0 2-53-16,7 0-46 0,0 0-31 0,-8 7-17 15,8 0-17-15,-1 4-7 0,-5 0-11 16,4 7-2 0,-4 0-1-16,5 4-5 0,-5 0 7 15,-2 7-2-15,-6 1 3 0,8 3-3 0,-8 3-6 0,1-3-1 16,-7 4-4-16,0 0-7 0,7-5-13 16,-7 1-15-16,0 1-13 0,-7-9-15 15,7 5-16-15,0-9-8 0,-7 1-7 0,1-3-4 16,0-4-2-16,-2-1-2 0,2-3-2 15,0-4-1-15,-7 1-2 0,6-4-16 0,1-1-32 16,-1-3-57-16,1-3-79 0,0-1-92 16,-2 1-127-16,8-5-150 0,0 1-167 0,0-4-140 15,8-5-110-15,4 2-10 0,1-1 74 0,7-3 137 0,6 0 180 16,0-5 189-16</inkml:trace>
  <inkml:trace contextRef="#ctx0" brushRef="#br0" timeOffset="40019.35">6617 9440 422 0,'6'4'562'0,"0"-4"94"0,-6 0 86 0,7 5-39 16,0-5-129-16,5 0-103 0,-5 0-76 0,6 0-66 16,0 0-63-16,1 0-57 0,4 0-50 15,-4 0-33-15,5 0-31 0,1 0-27 16,0-5-17-16,-8 5-14 0,8-4-11 0,-1 4-13 15,-5-3-7-15,-2 3-15 0,2 0-44 0,-8 0-85 0,1 0-112 16,-1 0-130-16,-6 0-147 0,0 0-129 16,-6 3-124-16,-7 1-21 0,-1 1 55 15,2-3 103-15,-2 6 129 0,2-4 136 0</inkml:trace>
  <inkml:trace contextRef="#ctx0" brushRef="#br0" timeOffset="40203.85">6727 9532 116 0,'-13'11'396'0,"7"-4"71"16,0 0 61-16,-2-2 14 0,8 2-59 0,-6 0-40 0,6-3-29 15,0 3-18-15,6-4-28 0,2 1-35 16,-2-4-58-16,0 5-65 0,7-5-44 0,7 2-35 16,-8-2-17-16,8 0-22 0,-6-2-11 15,5 2-14-15,-6 0-14 0,0-5-14 0,7 5-16 16,-14-4-7-16,7 4-29 0,-6-3-57 16,-1-1-98-16,1 1-145 0,-7-1-158 15,0 0-169-15,0 1-164 0,0-4-46 16,0 2 46-16,0-2 115 0,0-4 143 0</inkml:trace>
  <inkml:trace contextRef="#ctx0" brushRef="#br0" timeOffset="40831.3">7990 9192 5 0,'0'-8'345'16,"0"0"47"-16,0 1 41 0,0 0 8 0,-6 0-78 15,0-1-83-15,6 1-46 0,-7-1-12 0,1 1-16 0,-1 0-11 16,-6 0-5-16,7 3-2 0,-8 0-7 15,-5 1-12-15,-1 3-1 0,1 0 0 0,0 0-9 16,-8 3-11-16,1 1-5 0,0 3-9 16,-7 4-6-16,7 1-11 0,1 6-8 15,-1-4-5-15,6 9-10 0,0-2-2 0,1 1-4 16,13 4 5 0,-8 0 3-16,8 0 3 0,6-1 7 0,0 0 9 15,6 1 8-15,8-3 0 0,-2-3-4 16,1 3-7-16,7-4-3 0,0-5-8 0,6 1-10 15,-7 0-14-15,7-5-6 0,0-2-7 16,7-5-10-16,-7 1-10 0,7 0-8 16,-1-4-7-16,1 0-9 0,-7-4-7 0,0 0-3 15,-7 1-4-15,1-1-2 0,-8 4-2 0,2-4-4 0,-1 1-9 16,-7 3-32-16,-6-4-52 0,7 4-79 16,-7-3-98-16,0 3-143 15,0 0-158-15,-7-5-150 0,7 5-137 16,-6-3-74-16,6-1 21 0,0 4 104 0,0-7 144 0,6 4 171 15</inkml:trace>
  <inkml:trace contextRef="#ctx0" brushRef="#br0" timeOffset="41121.18">8199 9426 119 0,'0'-4'518'0,"6"0"137"16,-6-2 107-16,0 1 75 0,0 2-121 15,0-5-133-15,0 5-115 0,0-1-112 16,0 4-97-16,0-3-69 0,0 3-57 15,0 3-41-15,0 1-19 0,0-1-6 0,0 8 12 0,0 0 20 0,0 0 17 16,0 4 20-16,0 4 11 0,-6-1 5 16,6 0-5-16,0 1-10 0,-6 2-10 0,6-3-15 15,-7 1-14-15,7-1-15 0,0 0-11 16,-6-4-13-16,6 3-10 0,0-3-11 0,0-3-12 16,6-4-6-16,-6 0-9 0,0 1-4 15,0-5-5 1,0 1-24-16,0-1-53 0,0-3-77 0,0 0-102 15,0 0-145-15,7-3-178 0,-7-4-181 16,0-1-168-16,6-3-79 0,-6-3 21 16,6-5 101-16,1-2 157 0,6-6 191 0</inkml:trace>
  <inkml:trace contextRef="#ctx0" brushRef="#br0" timeOffset="41736.48">8446 9221 261 0,'0'-11'514'0,"0"0"93"15,0 4 89-15,0-1 34 0,-6 5-147 16,6-4-117-16,0 2-85 16,0 2-85-16,0 3-79 0,0 0-69 0,6 0-41 0,-12 3-23 15,6 4-5-15,0 1 15 0,6 0 10 0,1 1 5 0,0 3 3 16,-1 3-2-16,1 0-5 0,-1-1-4 0,1 5 1 16,-7-1-4-16,6 4-3 0,1-4 9 15,-7 4-3-15,6-3-8 0,0-1-5 0,-6 4-1 31,8-5 5-31,-8 0-7 0,6 0 1 16,-6-2-2-16,0-4-2 0,6 0-5 0,-6-1-7 0,0-5 0 16,0 2 4-16,0-4 17 0,0 1 14 15,0-4 9-15,0 0 0 0,0 0-6 16,0-4-17-16,0 1-22 0,-6-4-25 0,6-5-17 16,-6 5-8-16,-2-7-9 0,8-2-3 15,-6-2-7-15,0-1 0 0,6 2 0 0,-7-2 0 16,7-2 0-16,0 2 0 0,0 1 0 15,0-1 0-15,7 1 0 0,-7 4 0 16,6-1 0-16,0 0-3 0,8 1-1 0,-1 3 0 0,-7 0 3 16,14 0-2-16,-8 0 1 0,8 4 1 0,6-1 1 15,-6 0-5-15,-1 1 0 0,7 4 2 16,-6-1 1-16,7 4 1 0,-8 0-1 16,0 0 5-16,0 4-1 0,1-1 0 0,-6 4-2 15,-2 1 1-15,1 3 1 16,-6 0 0-16,6 4-1 0,-7-1-2 15,-6 5 1-15,7-1 0 0,-7-3 3 0,0 6-1 16,0-3 4-16,0 1 2 0,0-1-3 16,0-3-5-16,0 3 0 0,-7-2 0 0,7-2 0 15,0 0 0-15,-6-3 0 0,6 1 0 16,0-6 0-16,0 1 0 0,0 2 0 0,0-6 0 16,0 1 0-16,0 0 0 0,0-4 0 15,0 0 0-15,0-4-85 0,0 0-119 16,0 1-110-16,-6-6-155 0,6-1-188 0,-7-1-182 0,7-4-160 15,0-3-65-15,0 0 24 0,0-4 109 16,0 0 171-16,7 0 206 0</inkml:trace>
  <inkml:trace contextRef="#ctx0" brushRef="#br0" timeOffset="42223.94">8967 8857 258 0,'0'-14'433'0,"-6"0"71"15,6-5 75-15,0 5-13 0,0-1-83 16,0 1-54-16,6-2-39 0,1 2-28 16,0 3-39-16,-1 0-52 0,1 0-47 15,-1 0-34-15,8 4-23 0,-2-1-31 0,-6 1-21 16,14-1-16-16,-7 2-12 0,1 2-11 16,4 0-7-16,-4 1-9 0,-1 3-8 0,7 0-10 15,-8 3-13-15,2 1-5 0,-2 3-7 16,-5-4-4-16,6 9-5 0,-6-1-1 15,-1 0 7-15,-6 4 3 0,0-1 5 0,0 1 12 0,-6 0 6 16,-7-1 6 0,-1 4-3-16,2-3-4 0,-8 0-1 0,7-1-12 15,-7 1-8-15,0 0-2 0,8-5-2 16,-1 1 2-16,0-3 0 0,0 0 10 0,7-1 11 0,-2-4 14 16,8 1 17-16,0 0 16 0,0-1 15 15,0-3 6-15,8 0-1 0,4 4-7 16,1-4-12-16,7 0-12 0,-8 0-9 15,15 0-6-15,-7 0-6 0,-1 0-4 0,7 0-3 16,-6 0-1-16,6 0-9 0,0 0-4 16,0 0-2-16,-1 0-4 0,-5 0-1 0,0 0-6 15,-7 0-5-15,-1 0-4 0,2 0-2 16,-8 0-2-16,1 0-4 0,0 0-1 16,-1 0-2-16,-6 0-21 0,0 4-42 0,0-4-62 0,0 0-85 15,0 3-112-15,-6-3-162 0,6 4-176 0,0-4-168 16,-7 3-157-16,7-3-34 0,0 5 50 15,-7-5 135-15,7 0 175 0,0 0 202 0</inkml:trace>
  <inkml:trace contextRef="#ctx0" brushRef="#br0" timeOffset="42777.41">10095 9181 112 0,'6'-12'408'0,"-6"5"71"15,-6 0 61-15,6-1 5 0,0 1-66 16,0 4-84-16,-7-2-60 0,7 2-44 0,0 3-31 16,0 3-29-16,-7 2-28 0,7 2-18 15,0 4-3-15,0 3 3 16,0 1-7-16,-6 2-6 0,6 6-5 0,0-1-16 0,0 4-11 0,0-1-15 16,0 2-10-16,0 2-16 0,0-4-22 0,6 1-13 15,-6 2-16-15,0-1-12 0,0-5-13 16,7 0-8-16,-7 0-4 0,0-4-4 0,0-4-4 15,7 1-23-15,-7-4-42 0,0-4-71 16,6 2-124-16,-6-7-169 0,0 3-174 16,-6-10-148-16,6 3-122 15,-7-7-15-15,0 2 79 0,1-7 142 16,-7-1 162-16</inkml:trace>
  <inkml:trace contextRef="#ctx0" brushRef="#br0" timeOffset="43002.49">9957 9389 328 0,'-12'-3'519'0,"5"-1"93"0,0 0 87 16,1 1-3-16,6-1-136 0,0 1-109 16,0 3-82-16,6-5-84 0,1 5-77 0,6-3-63 0,7 3-50 15,-1 0-26-15,7 0-11 0,-6 3-1 0,6-3 0 16,0 0 0-16,7 0-3 0,-8 0-4 0,1 0-5 16,7-3-6-16,-7-1-6 0,0 4-11 15,-6-3-7-15,-1 3-3 0,1-4-6 16,-8 0-10-16,2 4-42 0,-8 0-80 0,7-3-129 15,-13 3-158 1,7 0-171-16,0-4-185 0,-7 4-67 0,6 0 28 16,0 0 99-16,0 0 142 0,8 0 164 15</inkml:trace>
  <inkml:trace contextRef="#ctx0" brushRef="#br0" timeOffset="43424.86">11293 9257 416 0,'13'-7'526'15,"-7"-8"79"-15,1 4 78 0,0-3-39 16,-1 3-142-16,-6-4-91 0,0 5-54 0,0-2-49 16,0-3-57-16,-6 8-61 0,-1-4-48 0,0 4-27 0,-6-4-30 31,0 7-25-31,0-3-7 0,-7 7-3 0,8-4 2 0,-8 4 3 0,1 4 5 15,-1-1 1-15,0 1 2 0,1 7 2 16,-1 0 4-16,1 7 2 0,-1-3-1 0,7 7 10 16,0 0 2-16,1 0 10 0,4 0 7 15,-4 4 8-15,12-5 9 16,-7 6 5-16,7-2 4 0,7 1 0 0,-7-5-5 16,12 5-8-16,-4-4-10 0,4 0-7 15,8-3-9-15,-7-1-9 0,7 0-6 0,-8-7-5 0,8 0-8 16,-1 0-5-16,1-3-7 0,0-5-12 0,6-3-10 15,-7 4-6-15,1-8-14 0,-1 4-4 16,1-3-7-16,-7-2-29 0,6 2-56 0,-5-1-85 16,-8-3-93-16,7 3-144 0,-7 1-188 15,1-5-186 1,0 5-165-16,-1-4-77 0,-6 2 15 0,6-2 97 16,0 0 166-16,2 0 202 0</inkml:trace>
  <inkml:trace contextRef="#ctx0" brushRef="#br0" timeOffset="43879.63">11521 9429 412 0,'0'-7'575'16,"0"3"108"-16,0-2 94 0,0-2-40 16,0 0-143-16,0 1-108 0,6 0-92 0,0-4-84 15,8 3-70-15,-8 1-37 0,8 4-34 16,-2-5-27-16,1 1-14 0,0 3-9 16,6 1-13-16,-5 3-14 0,-1-5-19 0,7 5-14 15,-8 0-16 1,2 5-9-16,-2-2-9 0,-5 5-3 0,6-1-1 15,-6 4 4-15,-1 4 7 0,0-1 2 16,-6 1 9-16,0 3 3 0,-6 0 3 0,0 5 1 16,-1-5-7-16,-6 0-7 0,0 4-8 15,0-4-10-15,-6 0-5 0,-1 1-6 0,7-5 1 16,-7 5 4-16,7-4 2 0,-6-4 10 16,6 0 13-16,-1-4 16 0,2 3 21 0,5-5 25 0,0-2 24 15,1 1 24-15,0 0 20 0,6-1 12 16,0-3 5-16,0 0-6 0,0 0-154 15,6 0-24-15,0 0 0 0,1 0 0 0,6-3 0 16,1 3 0-16,5-4 0 0,-6 4 0 0,6-4 0 16,1 4 0-16,6 0 0 0,-7-3 0 15,7 3 0 1,1 0 0-16,-1-5 0 0,-6 5 0 0,5 0 0 16,-5-3 0-16,0 3 0 0,-1 0 0 15,0-3 0-15,-6 3 0 0,-6 0 0 0,6 0 0 16,-7-4 0-16,1 4 0 0,-7 0 0 0,0-4 0 15,0 4 0-15,0-3-220 0,0 0-287 16,-7-2-175-16,7 2-185 0,-6-6-163 0,0 3-73 16,-1-5 23-16,7 1 99 0,0-6 174 0,0 2 219 15</inkml:trace>
  <inkml:trace contextRef="#ctx0" brushRef="#br0" timeOffset="44513.28">12054 9192 221 0,'0'-16'553'16,"0"6"108"-16,0-1 97 0,0 0 52 16,0-1-134-16,0 5-138 0,0 0-114 0,0 3-89 15,0 1-89-15,0-1-74 0,0 0-56 16,8 4-47-16,-8 0-23 0,0 4-6 16,0 0 5-16,0 3 5 0,6 0 3 0,0 5 9 0,-6 2 6 0,6-3 3 15,-6 8 6-15,7-5 6 0,0 4 5 16,-7 4 11-16,0-3 8 0,0 3-2 15,6-4 0-15,-6 4-2 0,0-4 2 0,0 1-3 16,-6-1-4-16,6-3-2 0,0-1-4 16,0-2-3-16,0-2-5 0,0-3-4 15,0 4 1-15,0-7 3 16,0 1 12-16,0-3 22 0,0 2 19 0,0-4 11 0,-7 0-148 0,7 0 0 16,0-4 0-16,0-3 0 0,-7 3 0 0,7-7 0 15,0 4 0-15,-6-8 0 0,0 1 0 0,6-1 0 16,-6-3 0-16,-2-4 0 0,8 3 0 15,0-3 0-15,-6-3 0 0,6 3 0 0,0 4 0 32,6-4 0-32,-6 4 0 0,0 0 0 0,8 2 0 15,-2 2 0-15,0-1 0 0,0 4 0 0,8-4 0 16,-8 8 0-16,7-4 0 0,7 4 0 0,-7 3 0 16,13-3 0-16,-6 7 0 0,0-4 0 15,-2 4 0-15,9 4 0 0,-7 0 0 16,-2 3 0-16,2 3 0 0,-7 2 0 0,7-1 0 15,-8 3 0-15,-4 5 0 0,4-1 0 16,-5-4 0-16,-7 9 0 0,6-4 0 0,1-2 0 16,-7 2 0-16,7-1 0 0,-7 0 0 0,0 0 0 0,0-2 0 15,0 2 0-15,0-4 0 0,0 1 0 16,0-4 0-16,0 0 0 0,0-4 0 0,0 0 0 16,0 1 0-16,0-5 0 0,0 1 0 15,0 0 0-15,0-1 0 0,0-3 0 0,0 0 0 16,0 0 0-16,0 0 0 0,0 0 0 15,0-3 0 1,0-1 0-16,-7-3-94 0,0 4-454 0,7-5-131 16,-6 0-146-16,-7 1-141 0,7-4-104 15,-8 4 7-15,2-4 77 0,-2 0 148 0,1-4 195 16,0 5 213-16</inkml:trace>
  <inkml:trace contextRef="#ctx0" brushRef="#br0" timeOffset="45049.58">13116 9129 343 0,'0'-4'511'16,"0"-3"87"-16,0 0 95 0,0 3-5 0,0 0-124 15,0 1-83-15,0-1-69 0,0 1-71 16,0 3-85-16,0 0-80 0,0 0-57 0,0 3-33 16,0 1-5-16,0 7 7 0,0 0 15 0,0 4 20 15,0 3 23 1,0 3 10-16,0 2 6 0,0-1 16 0,-6 3 13 0,6 1 11 16,0 3-5-16,0-4-11 0,6 2-15 15,-6-2-24-15,7 1-26 0,-7-4-29 0,6-4-22 16,1 4-17-16,0-7-15 0,-7 0-12 15,6-1-12-15,0-6-6 0,-6 2-3 16,7-2-13-16,-7-5-32 0,0-3-52 16,0 0-73-16,0-3-83 0,0-1-99 15,-7-3-125-15,1-5-123 0,6-2-109 0,-13 0-83 16,6-2-70-16,1-2-29 0,-7-1 68 16,6 5 119-16,-6-4 139 0,1 4 145 0</inkml:trace>
  <inkml:trace contextRef="#ctx0" brushRef="#br0" timeOffset="45268.12">12999 9326 168 0,'-13'-7'386'0,"0"1"77"0,0 1 77 15,7 2 3-15,6-1-10 0,-7 0-30 0,0 1-26 16,7 3-37 0,0 0-50-16,7-4-67 0,0 4-80 0,-1 0-46 0,7-3-36 15,7 3-13-15,0 0 5 0,-2 0 4 16,9 0-4-16,5 0-4 0,-6 0-4 0,7 0-9 16,-1 0-15-16,1-5-18 15,-1 5-13-15,1-3-18 0,-7 0-19 16,0 3-12-16,-7-4-13 0,7 0-11 0,-12 4-6 15,-1-3-12-15,0 3-40 0,-6 0-66 16,-1 0-86-16,0-4-137 0,-6 4-174 0,6 0-196 0,-6 0-193 16,0 0-74-16,8 0 9 0,-2 0 100 15,0-4 154-15,8 4 193 0</inkml:trace>
  <inkml:trace contextRef="#ctx0" brushRef="#br0" timeOffset="45716.74">14289 9166 25 0,'12'-8'511'0,"2"1"122"0,-2 0 97 16,2 0 75-16,-8-5-65 0,1 5-160 0,-1-4-134 16,0 4-94-16,-6-5-77 0,0 6-67 15,0-5-47-15,-6 3-38 0,0 1-35 0,-1 2-21 16,-6-1-14-16,0 2 2 0,1 1-3 15,-8-1-6 1,0 4 0-16,1 0 1 0,-1 4 6 0,-6-1 4 16,7 5 2-16,-7 3 16 0,6 3 14 15,-6 0 9-15,7 5 7 0,-1-1 4 0,7 1 2 16,-7 3-1-16,8 4 2 0,4 0 7 16,2-1 4-16,0 0 4 0,6 1 4 0,6-1 1 15,-6 1 1-15,14-3 1 0,-8 2 4 0,7-6-5 16,0-2-133-16,6 3 0 0,-5-6 0 0,5-1 0 15,0-1 0-15,1-4 0 0,-1-1 0 16,7-4 0-16,1 1 0 0,-8-4 0 0,7 0 0 16,-6 0 0-16,0 0 0 0,-2-4 0 15,-4 1 0 1,-1 3 0-16,-1-4 0 0,-4 4 0 0,4-3 0 0,-6-1 0 16,2 0 0-16,-2 1-323 0,0-1-381 15,1-3-176-15,-1 2-176 0,1-1-92 16,6-2 24-16,-7 2 93 0,8 1 171 15,-2-2 215-15,2-1 244 0</inkml:trace>
  <inkml:trace contextRef="#ctx0" brushRef="#br0" timeOffset="46300.35">14615 9386 189 0,'0'-4'537'0,"0"-3"137"0,0 3 104 0,0-4 43 16,0 1-88-16,0 0-127 0,0-4-108 15,0 4-98-15,6-5-77 0,0 6-56 0,-6-2-41 16,7-3-28-16,-1 4-20 0,8-1-13 15,-8 1-5-15,6 3-7 16,2-3-12-16,-1 3-13 0,-7 1-15 16,8-1-17-16,5 4-21 0,-6 0-19 0,0 0-13 0,0 4-11 0,6 3-6 0,-5 0-5 15,-2 1-3-15,-4 3-4 0,4 3 0 32,-5 1-3-32,-1 0 0 0,-6-1-2 0,7 1 0 0,-14 3 3 0,1-3-2 0,-1 4-2 31,-5-5 1-31,-2 0-1 0,1 1-1 15,-6-4-2-15,-1 4-3 0,7-4 1 0,-7-4-2 0,1 4-1 16,6-3 0-16,0-5 3 0,7 1 0 0,-2-1 1 16,2-3-2-16,0 0 2 0,0 0 0 15,6-3 3-15,0 3 6 0,0-4 6 0,6 1 7 16,0-2 4-16,0 2 5 0,8-1 5 16,-1 1-2-16,0 3 5 15,0 0 5-15,0 0 6 0,6 3-24 0,1 1-30 16,-1-1 0-16,1 5 0 0,0-1 0 0,-1 4 0 0,-6 0 0 0,6 1 0 15,-5 2 0-15,-8-3 0 0,1 3 0 16,-1-3 0-16,-6 3 0 0,0 3 0 0,-6-3 0 16,-7 0 0-16,-1 1 0 0,2-4 0 15,-8-1 0-15,-5 2 0 0,5-5 0 16,-6 0 0 0,6-3 0-16,-6 0 0 0,7-1 0 15,-1-3 0-15,-7 0 0 0,9-3 0 0,4 3 0 0,1-4 0 0,-7-3 0 16,14 3 0-16,-6 0 0 0,4 1 0 15,2-1 0-15,0 1 0 0,-1-2 0 16,7 2 0-16,-6 3 0 0,6-4 0 0,0 4 0 16,0 0-51-16,0 0-739 0,-7 0-276 15,0 0-178-15,1-3-29 0,-6-1 72 0,-2 1 140 16,-5-1 239-16,-7-3 297 16</inkml:trace>
  <inkml:trace contextRef="#ctx0" brushRef="#br0" timeOffset="47893.45">4605 11276 189 0,'12'7'342'0,"-12"0"62"0,6 0 7 16,1-3-3-16,0 0-20 0,-7 0-7 0,6-4 1 15,1 0 0-15,-1 0-10 0,0-4-19 16,2 0-25-16,-2 0-46 0,0 1-46 0,0-1-38 31,1-3-21-31,0 3-13 0,-1-3-11 0,1 0-5 16,-1-5-1-16,-6 6-3 0,0-5-4 0,0 0-13 15,0-4-13-15,0 4-20 0,-6-4-14 16,-1 0-18-16,-6 4-18 0,0 0-14 16,1 1-11-16,-8 2-4 0,0 5-8 0,1-1-5 15,-7 4-2-15,6 4 3 0,1 2-1 16,-1 2 1-16,0 3 0 0,1 4 0 0,6 0 0 15,0 3 0-15,-1 1-2 0,8 2-1 16,0-3-2-16,6 4 2 0,0 0 0 0,6-3 0 0,-6 0 3 16,14-5-1-16,-8 4 2 0,7-7 2 15,0 0 2-15,6 0-4 0,1-3-1 0,-7-5-43 16,6 1 19-16,1-4 9 0,-1 0 4 16,1-4 6-16,0 1 3 0,-1-2 42 0,-5-2-19 15,-2 0-11 1,1 0-5-16,0-4-3 0,-6 0-2 0,-1 0 1 15,8 0 3-15,-8 0 7 0,0 0 10 16,-6 0 8-16,6 3 8 0,-6 1 4 0,8 0 2 16,-8-1-8-16,0 5-10 0,0-1-8 15,6 4-8-15,-6 0-4 0,0 4-3 0,0-1-3 16,0 8 0-16,0-4-1 0,0 8-1 16,0 4 1-16,6-1 1 0,-6 1 1 15,7 6-2-15,-1 1 15 0,-6-1 15 0,7 4 9 0,-7-3 5 16,0 3 4-16,7 1 7 0,-7-5-7 15,-7 1-8-15,7 0-2 0,0-4 0 16,-7-1 4-16,1-2 2 0,-1-1 0 0,-5-3 3 16,4-4 4-16,-4-4 4 0,-1 1-1 15,-7-5 0-15,7 2-3 0,-12-5-6 0,5-5-12 16,0-3-10-16,-5 2-6 0,5-2-6 0,-7-3-5 0,8 4-4 16,-7-4-1-16,13 4 1 0,-7-1-2 15,1 2-16-15,5-3-34 0,8 6-54 0,-7-4-74 16,13 3-96-16,0-3-116 0,0 0-138 15,7 0-144-15,5-5-148 0,2 1-153 16,5 0-36-16,7-4 48 0,0 1 118 0,0-4 156 16,7 3 192-1</inkml:trace>
  <inkml:trace contextRef="#ctx0" brushRef="#br0" timeOffset="48237.61">5216 11225 347 0,'7'-15'479'0,"-1"-3"73"0,1 2 79 0,-1-2-31 16,-6 4-93 0,0-1-63-16,0 1-37 0,0-1-39 15,-6 4-54-15,-1 0-62 0,7 4-57 0,-6 0-43 0,-7-1-36 16,6 5-17-16,-5 3-9 0,-2 0-7 0,1 3 1 16,0 0 6-16,-6 6 5 0,5 1 0 15,-5 1 3-15,6 3 3 0,0 5 6 16,-7-1 9-16,14 4 7 15,-8 0 8-15,2 4 0 0,6 3 0 16,-1 0-8-16,7 4-9 0,0-3-9 0,0 3-12 16,7-4-13-16,-1 4-13 0,0-3-8 0,0-2-15 0,8-2-10 15,-1 0-10-15,0-4-5 0,6-4-5 16,-5 0-3-16,5-3-1 0,-6-4-3 0,6-3 0 16,1-1 0-16,0-3-8 0,-1-4-25 15,1 0-47-15,0-4-69 0,-8 0-85 0,8-3-101 16,-7 0-125-16,0-1-135 15,0-7-129-15,-7 1-108 0,8-1-102 16,-8-3 1-16,1-1 77 0,-1 1 131 0,0 1 160 0,1-3 167 16</inkml:trace>
  <inkml:trace contextRef="#ctx0" brushRef="#br0" timeOffset="48736.63">5412 11353 275 0,'0'-11'429'0,"0"-5"76"0,0 6 76 0,-6-1-14 16,6 3-53-16,0-2-35 0,-8 2-31 15,8 1-31-15,0 0-49 0,0 4-68 0,0-2-73 16,0 1-62-16,0 4-43 0,0 0-32 15,0 4-13-15,0 1-2 0,0 1 13 16,0 5 23-16,8 0 19 0,-8 0 9 0,0 8 5 16,6-5-2-16,-6 5-4 15,0 3-14-15,0-4-17 0,6 4-9 16,-6-4-14-16,0 0-5 0,0 1-7 0,-6 0-6 16,6-5-3-16,0-3 0 0,0 0-5 15,0 0-5-15,0-4-6 0,-6 1-2 16,6-1 4-16,0-3 10 0,0-1 16 0,0-3 9 15,-8 0 4-15,8 0-2 0,0-3-10 16,-6-1-21-16,0-3-22 0,6-4-14 0,-7-4-6 0,7 0-6 16,-7-2-4-16,7-3 0 0,0 3-3 0,0-2-1 15,0 1-4-15,7 3 4 0,0-3-2 16,-1 3 0-16,0 1 3 0,8-1 0 0,-1 4 0 16,0 0-2-16,6 0-2 0,1 3 3 15,-1-3 1-15,1 8 0 0,0-5-3 16,-1 8-2-16,0-3 3 15,-6 6 0-15,7 1-2 16,-6 0 1-16,-2 3 1 0,-6 4 3 0,8 0 0 16,-8 4-1-16,1 0 0 0,-1-1 1 0,-6 4 1 15,6 1-1-15,-6-1 0 0,0-3 2 0,0 2 0 0,0-2-2 16,-6 1-1-16,6-1 3 0,-6-5-1 16,6 1-2-16,0 0-18 0,-7-3-32 15,7-1-47-15,0 0-58 0,0-3-78 0,0-1-108 16,0-3-125-16,0 0-150 0,0-3-158 0,7-5-152 15,-7-2-83-15,0-2 21 0,6-2 98 16,-6-4 160-16,6-4 191 16</inkml:trace>
  <inkml:trace contextRef="#ctx0" brushRef="#br0" timeOffset="49060.49">5737 11140 236 0,'0'-18'466'0,"0"3"71"0,0 1 79 0,0-1 37 0,0 1-104 0,6-2-76 31,-6 5-43-31,8 0-38 0,-2 1-55 16,0 2-70-16,0 5-57 0,8-1-44 0,-1 4-28 0,0 0-7 0,6 4-3 16,-5 3-5-16,-2 5 3 0,8 1 7 15,-7 6 6-15,1-1 1 0,-2 8-1 16,1 0 0-16,0 3-2 0,0 0-7 0,-7 5-6 16,2 1 5-16,-2 2 6 0,-6 4 2 15,6 3-11-15,-6-4-6 0,6 4-7 0,-6 0-20 16,0 0-23-16,0-4-16 0,0 1-9 15,0-5-11-15,-6-3-13 0,6-4-8 16,-6-4-6-16,6-2-3 0,-6-4-4 0,6-4-2 0,0-5-22 16,-8-6-44-16,2 3-57 0,0-7-81 0,-1-4-101 15,1 1-135-15,-1-5-169 0,7-3-187 16,0-3-172-16,7-1-77 0,6-3 18 16,-1-4 91-1,14 0 165-15,1-3 221 0</inkml:trace>
  <inkml:trace contextRef="#ctx0" brushRef="#br0" timeOffset="49284.7">6818 11320 256 0,'7'0'634'0,"-7"-4"116"16,7 4 79-16,-7 0 40 0,6 0-157 15,-6-4-188-15,6 4-137 0,8-3-84 0,-8 3-54 0,7 0-35 16,7-4-36-16,-8 4-37 0,8-4-34 15,0 4-28-15,-1-4-21 0,1 1-20 16,0 3-17-16,-8-4-10 0,8 1-29 0,-7 3-52 16,-7-4-91-16,8 4-142 0,-8-4-175 15,-6 4-187-15,0 0-199 16,0 0-66-16,-6 4 26 0,-2-4 110 16,-4 4 158-16,-1 3 179 0</inkml:trace>
  <inkml:trace contextRef="#ctx0" brushRef="#br0" timeOffset="49509.61">6903 11415 444 0,'-13'11'573'0,"7"0"94"0,-1-4 87 16,0 0-21-16,7 1-128 0,-6-5-84 16,12 2-57-16,1-2-50 0,0 0-52 15,-1-3-54-15,7 5-51 16,7-5-47-16,-8 0-35 0,8-5-30 0,-1 5-27 0,1-3-25 16,0 3-20-16,-1-3-22 0,-5 3-18 0,4-5-12 15,-4 5-11-15,-1-3-12 0,-7 3-43 16,8-3-67-16,-8-2-94 0,0 1-146 0,-6 1-171 15,7 0-197-15,0-5-196 0,-7 1-68 16,0-4 24-16,6 3 107 0,-6-6 153 0,6 3 195 0</inkml:trace>
  <inkml:trace contextRef="#ctx0" brushRef="#br0" timeOffset="50095.68">8251 11118 161 0,'-6'-11'428'0,"6"4"69"15,-6 0 59-15,-2-4 7 0,2 0-57 16,0-1-79-16,-1 1-44 0,0-3-34 0,1 4-29 15,-7 2-44-15,0-3-66 0,0 3-49 16,-7 1-35-16,8 4-26 0,-15-2-20 0,7 5-16 16,-5 0-3-16,5 0-2 0,-6 5 0 15,0 2 1-15,0 4-1 0,1 0 5 16,5 4 2-16,-7 2 6 0,8 3 3 0,0 1 3 0,-1 5 12 16,7-1 2-16,0 1-1 0,6 0 1 0,1 3 5 15,6-3 5-15,0-1-3 0,6 0 6 16,1 1 6-16,0 0 3 0,12-4 1 0,-6-4 0 15,6 0-2-15,7 1-5 0,1-4-4 16,5-5-6-16,-6-2-8 16,13 0-10-16,-6-5-14 0,-1 0-12 0,1-3-13 0,-1 0-14 15,-6 0-2-15,-6-3-11 0,-1 3-4 0,-5-3-2 16,-2 3-3-16,2-5-7 0,-8 5-41 16,1-3-57-16,-7 3-88 0,6-3-97 0,-6-2-134 15,0 1-144-15,7-2-164 0,-7-2-147 16,0 1-109-16,7 0-8 0,-1 0 78 15,0-5 123-15,0 1 182 0,8 0 196 16</inkml:trace>
  <inkml:trace contextRef="#ctx0" brushRef="#br0" timeOffset="50458.77">8538 11247 79 0,'6'-4'549'16,"1"-3"143"-16,-1 3 103 0,1-3 72 15,-7 3-112-15,0 4-177 0,6-3-172 16,-6 3-130-16,0 0-83 0,0 3-50 15,0 1-28-15,0 7-10 0,-6 0 0 0,-1-1 8 0,1 5 1 16,-1 0-1-16,-6 3-1 0,1-3-4 0,-2 4-2 16,-5-1-6-16,6 0-8 0,-7-4-3 15,7 1-3-15,0 0-3 0,0-1-2 0,7-3-2 16,-7-4-1-16,6 4-2 16,0-3-2-16,7-5 2 0,-6 2-1 15,6-2 9-15,0 0 14 0,6 2 9 0,1-5 5 16,6 4-7-16,6-4-4 0,-5 0-16 15,5 0-24-15,7 0-21 0,-6-4-14 0,6 4-7 16,0-5-6-16,-1 2-4 0,-5 3-3 16,0-3 0-16,-1 3-2 0,1-5-3 15,-7 2-5-15,-6 3-16 0,5 0-36 0,-5 0-53 0,0-3-75 16,-7 3-93-16,6 0-122 0,-6 0-151 0,7-5-154 16,-7 2-141-16,6 0-134 0,-6-6-36 15,0 6 58-15,0-4 130 0,0 0 171 0,0-1 182 16</inkml:trace>
  <inkml:trace contextRef="#ctx0" brushRef="#br0" timeOffset="50697.39">8681 11334 44 0,'-6'-8'465'0,"-8"5"92"0,8-4 78 15,0 3 80-15,-1 1-75 0,0-1-133 16,1 0-100-16,-1 4-68 0,7 0-50 16,-6 4-50-16,6 0-27 0,-6 3-6 15,6 3 5-15,0 3 14 0,0 1 13 0,6 4 7 16,-6 4-12-16,6 0-14 0,-6 0-13 0,0 0-14 15,7 3-19-15,-1-2-17 0,-6 3-19 16,7-5-11-16,-7 1-14 0,7 0-18 16,-1 0-20-16,-6-3-17 0,6-5-16 0,-6 1-14 15,0-5-11-15,7-1-6 0,-7-3-3 16,0 2-5-16,0-5-15 0,0 1-34 0,0-4-70 16,0 0-88-16,0 0-106 0,0-4-146 15,0-3-180-15,0-3-179 0,0-2-176 0,0 1-57 0,0-3 30 0,7-1 106 0,-7-3 173 16,12-1 202-16</inkml:trace>
  <inkml:trace contextRef="#ctx0" brushRef="#br0" timeOffset="51493.49">8949 11107 155 0,'-8'0'427'0,"8"-4"69"0,-6-3 62 16,0 7 8-16,6-3-63 15,-7-1-73-15,7 4-49 0,-7-4-40 0,7 4-47 16,0 0-62-16,0 0-65 0,0 4-58 15,0 3-35-15,-6 0-11 0,6 5 0 0,6-1 7 16,-6 7 11-16,0-4 13 0,7 4 11 16,-7 1 8-16,0 0 11 0,7 3 4 15,-7-5 8-15,6 6-5 0,-6-5-3 0,6 0-13 16,-6-4-13-16,8 2-12 0,-8-5-18 16,0 0-10-16,6 0-12 0,-6-8 0 15,0 5 9-15,0-5 16 0,0 1 26 0,0-4 14 16,0 4 7-16,0-8-4 0,0 4-13 0,-6-4-23 15,6-3-30-15,-8-4-20 0,8 4-14 16,-6-8-8-16,0 0-6 0,-1-3-1 0,0-1-3 16,1-2 0-16,-1-2 0 15,1 2 0-15,6-5 0 0,-6 4 0 0,6 4 0 0,6-4 0 16,-6 4 0-16,6 3-2 16,7 0 0-16,-6 1 0 0,6 0 2 0,7 2-1 15,-8 1-1-15,8 3 2 0,-1 5 2 16,1 0-2-16,0 3-2 0,-7 3 2 0,7 0 0 15,-2 8 1-15,2 0-1 0,-7 4 0 0,7 0 1 0,-7-1 0 16,0 5 1-16,0-1-1 16,-6 0 4-16,6-3 4 0,-7 4 1 0,0-1 5 15,2-3 2-15,-2 3 0 16,-6-4 0-16,6 1-2 0,-6-4-5 0,6 3-3 0,-6-2 0 16,0-1-2-16,0 0-9 15,0 0-28-15,0 0-54 0,0-4-76 16,0 1-101-16,0-5-135 0,0 1-182 0,0-4-195 15,7 0-190-15,0-4-54 0,-1 1 31 16,1-8 96-16,6 3 170 0,0-2 212 0</inkml:trace>
  <inkml:trace contextRef="#ctx0" brushRef="#br0" timeOffset="51767.4">9619 10972 451 0,'0'-15'620'0,"0"-3"108"0,0 0 94 16,-7 3 3-1,7 0-162-15,0 4-120 0,-6 5-92 16,6-6-94-16,0 8-82 0,0 0-78 16,-6 1-71-16,6 3-53 0,0 3-23 15,0 5 3-15,0 4 16 0,0 1 24 0,0 9 31 16,0 1 30-16,0 6 18 0,0 0 2 0,0 5-3 0,-8 1-12 0,8-1-20 16,0 2-18-16,0 1-20 0,0-4-17 0,0 0-19 15,8 0-13-15,-8-4-12 0,0 3-12 16,0-1-8-16,6-6-8 0,-6-3-9 15,6-4-34 1,-6-7-50-16,7 0-81 0,0 1-103 16,-1-9-131-16,0 0-181 0,7-3-193 0,1-6-184 15,-2-3-95-15,2-1 7 0,-1-5 83 0,-1-3 160 0,2-4 210 16</inkml:trace>
  <inkml:trace contextRef="#ctx0" brushRef="#br0" timeOffset="52150.68">9866 11199 116 0,'0'-7'469'0,"-6"4"76"0,-1-2 66 0,1 2 47 16,0-2-117-16,-1 2-124 0,0 3-78 0,1 0-44 16,-8 3-42-16,8 5-32 0,0 0-26 0,-1 3-18 15,1 0-17-15,6 0-8 0,-7 3 3 16,7 0-10-16,0 1-1 0,0 4-4 0,7-5 5 31,-1 5-3-31,1-5-6 0,5 1-2 0,2-4-9 16,-1 4-9-16,0-4-11 0,6-4-13 0,1 0-8 15,0 0 0-15,-1-2-2 0,1-5-2 16,0-5 5-16,5 5 8 0,-5-7 7 0,0 4 7 0,-8-5 13 16,8-3 8-16,-7 1 3 0,-7-1-2 15,1-4-7-15,0-1-14 0,-7-1-98 0,0-2-10 16,-7-3 0-16,0-3 0 0,1 3 0 16,-7 0 0-16,-7-1 0 0,0 5 0 0,1 4 0 15,-1-1 0-15,2 4 0 0,-2 0 0 0,-7 4 0 16,8 3 0-1,0 1-47-15,5 3-156 0,-5 3-77 0,6-3-82 0,6 7-84 16,1 1-99-16,6-1-118 0,0 4-125 0,6-3-120 16,8 2-39-16,-2 1 38 0,1-3 106 15,7 2 151-15,0-2 179 0</inkml:trace>
  <inkml:trace contextRef="#ctx0" brushRef="#br0" timeOffset="52767.46">10368 11236 275 0,'19'-8'593'15,"-5"1"114"-15,-2-4 81 0,2 0 37 16,-8 1-155-16,-6-6-145 0,7 1-116 0,-7 1-84 16,0 2-60-1,-7 2-58-15,1-5-42 0,-1 4-42 16,-6 4-34-16,-1 3-26 0,-4-3-14 16,4 3-9-16,-5 4-6 0,-1 0-7 0,1 4-5 15,-1 0-3-15,7 3-3 0,-6 0-5 16,5 0-4-16,2 5 0 0,-1 2 3 0,6 1-4 15,0-1 1-15,7 1 1 0,0 1 4 16,0-2 0-16,7 1-3 0,0-1 1 0,6 1 2 0,-1-5-3 16,2 1-1-16,-2-3-1 0,2-1 0 0,-1-3 4 15,7-1 7-15,-8-3 14 0,2 0 21 16,-2-3 21-16,1-1 16 0,1 0 11 16,-2-3 5-16,-6 0 1 0,2-5-13 0,-2 6-8 15,0-5-4 1,1-4 0-16,-7 4 0 0,7 4 2 0,-7-4 3 15,0 3 1-15,0 0-7 0,6 5-8 16,-6-1-11-16,0 1-16 0,0-1-15 0,0 4-13 16,0 0-7-16,0 0-7 0,0 4-3 15,0-1 0-15,7 9-1 0,-7-1 0 16,6 0 0-16,0 7 2 0,1 0-1 0,0 0 3 16,5 4 7-16,-5 4 1 0,6 0 3 15,0 3 3-15,0-3 2 0,0 3-1 0,-7-3-5 0,8 3 0 16,-8-3-6-16,1-1-1 0,-1-3-1 0,-6 0-2 15,7-4-1 1,-7-3 2-16,-7 1-1 0,7-2 0 0,-6-7 1 16,-7 4 1-16,7-7 1 0,-8 3-3 0,1-7 2 15,0 4 0-15,-6-4-3 0,-1-4-3 0,-6 0 0 16,0 1 0-16,-1-1 0 16,2-3 0-16,-7-1 0 0,-1 1 0 15,0 0 0-15,8-4 0 0,-8 3 0 0,7-3 0 16,0 4-1-16,6-4-41 0,7 4-48 15,-1-1-65-15,2 1-87 0,6 0-97 0,6-5-107 16,6 2-129-16,0-1-138 0,8 0-106 16,5-4-134-16,7 1-16 0,0-2 59 0,7-2 125 15,-1 0 166-15,1 0 164 0</inkml:trace>
  <inkml:trace contextRef="#ctx0" brushRef="#br0" timeOffset="53368.87">10850 11024 444 0,'7'-16'641'16,"-1"5"111"-16,-6-4 84 0,6 5-4 0,-6-1-168 16,0 3-141-16,7 1-102 0,-7 4-81 0,0-1-67 15,0 0-62-15,0 1-54 0,6 3-50 16,-6-4-36 0,0 8-29-16,0-4-2 0,0 3 4 15,0 5 12-15,7 2 13 0,-7 5 14 0,0-1 16 16,0 5 1-16,7-1 1 0,-7 5-3 0,6-1-2 15,-6 3-7-15,6-3-8 0,-6-1-9 16,0 2-7-16,7-2-3 0,0 2-5 0,-7-4 2 16,0-5 6-16,6 1 6 0,-6-5 6 15,0 1 1-15,0-3 1 0,0-1 2 0,0-3 6 16,0-1-19-16,0 1-68 0,0-1 0 16,0-3 0-16,0 0 0 0,0-3 0 0,-6-1 0 15,6 1 0-15,-7-5 0 0,0-3 0 0,1 0 0 0,6-3 0 16,-6-4 0-16,-1-4 0 0,7 3 0 15,-7-3 0-15,7 0 0 0,0 0 0 16,7 0 0-16,-7 4 0 0,7-4 0 0,-1 3 0 16,0 6 0-16,8-6 0 0,-2 4 0 15,1 4 0-15,7 0 0 0,0 0 0 0,-8 4 0 16,8 0 0 0,-1 3 0-16,1 0 0 0,0 4 0 0,-1 4 0 15,1 0 0-15,-7 6 0 0,6-2 0 16,-6 6 0-16,-6 5 0 0,6-1 0 0,-7 1 0 15,8 3 0-15,-8-1 0 0,-6 1 0 16,6 0 0-16,-6 0 0 0,0-4 0 0,0 5 0 16,0-9 0-16,0 5 0 0,0-5 0 15,0-3 0-15,0 0 0 0,0 1 0 0,0-6 0 0,0 2 0 16,0-5 0-16,0 1 0 0,0 0 0 16,0-4 0-16,0 0 0 0,0 0 0 0,0-4-288 15,-6 0-242-15,6-3-137 0,-6-3-147 16,0 1-143-16,6-5-100 15,-8 0 5-15,8-1 81 0,-6 0 158 16,6-4 196-16,-6-2 213 0</inkml:trace>
  <inkml:trace contextRef="#ctx0" brushRef="#br0" timeOffset="53753.73">12250 10840 136 0,'7'-3'370'0,"-1"-2"59"0,0 1 54 0,2 1-28 0,4 0-45 15,-6-1-27-15,1 0-18 0,-7 4-20 16,7 0-18-16,-1 0-19 0,-6 4-25 0,7 3-36 16,-7 0-28-16,6 8-9 0,-6 3-4 15,7 1-3-15,-7 6-5 0,7 5-4 16,-7 3-1-16,6-4 3 16,-6 7-7-16,6-2-19 0,0-2-25 0,2-3-26 15,-2 1-28-15,0-3-31 0,1-2-23 0,-1-3-16 16,1-5-9-16,0 2-26 0,-1-8-38 0,-6 3-61 15,6-6-92-15,-6-4-156 0,0-1-189 16,0-6-174-16,0-1-199 0,-6-4-63 0,0-2 24 16,-1-5 120-16,-6 0 171 0,0 1 184 15</inkml:trace>
  <inkml:trace contextRef="#ctx0" brushRef="#br0" timeOffset="53975.98">12224 11169 33 0,'-12'-3'520'15,"-2"3"151"-15,1 0 116 0,6-4 86 0,1 0-73 16,-1 1-152-16,7-1-151 0,7 0-125 15,-1 1-94-15,1-4-63 0,12 2-43 0,1 2-28 16,6 0-19-16,7-1-6 0,-7 4-3 0,7-4-4 0,-1 1-7 16,1-1-9-16,-1 4-13 0,1-4-15 15,-7 0-16-15,6 4-16 0,-13-3-12 0,1-1-6 16,0 1-7-16,-7 3-5 0,0-4-24 16,-6 4-50-16,-1 0-74 0,0 0-123 15,-6 0-183-15,-6 0-232 16,6 0-239-16,-6 0-91 15,-1 0 0-15,0-4 81 0,1 1 163 16,6-1 222-16</inkml:trace>
  <inkml:trace contextRef="#ctx0" brushRef="#br0" timeOffset="54487.37">13546 10847 23 0,'13'-4'402'0,"1"-2"102"15,-8-3 86-15,6-1 27 0,-4 3 1 16,-8-1-99-16,0 1-89 0,0 0-78 0,-8 3-65 16,-4 0-65-16,-2 1-63 0,2-1-37 0,-8 4-22 15,1 4-14-15,-1-1-5 0,1 5 3 0,-7-1 6 16,6 4 4-16,0 0 1 0,1 8 6 0,-1-2 0 16,0 3-3-16,8 5 3 0,-1 0 5 15,6 1 5-15,0 3 9 0,1-3 11 16,6 3 14-16,6-4 6 0,-6 1 2 0,14 0-1 15,-1-5-3 1,-1 2-8-16,8-2-11 0,0-2-8 0,-1-4-9 16,7 0-11-16,0-1-13 0,1-6-16 0,-1 2-16 0,6-2-16 15,-5-5-13-15,-1 1-9 0,-7 0-12 16,1-4-1-16,-2 0-4 0,-10 0-9 0,4 0-37 16,-5-4-56-16,0 4-76 0,-7-4-101 15,6-2-122-15,-6 1-160 16,0-2-158-16,0 0-146 0,7 0-131 15,-7-1-12-15,0-2 63 0,6-2 135 16,0 1 176-16,1 0 193 0</inkml:trace>
  <inkml:trace contextRef="#ctx0" brushRef="#br0" timeOffset="54943.21">13794 11100 111 0,'0'-4'477'0,"0"1"106"0,0-1 89 0,0 0 47 16,0 4-109-16,0-3-142 0,0 3-117 15,0 3-74-15,0-3-60 16,0 4-42-16,6 3-23 0,-6 0-8 15,0 1 4-15,6 3-9 0,-6-1-12 0,0 2-10 0,0-5-12 0,8 4-7 16,-8 0-13-16,0-3-12 0,0 0-13 16,0-2-7-16,0 2-6 0,0-5 2 15,0 1 9-15,0 0 8 0,0 0 17 0,0-4 18 16,0 0 22-16,6 0 15 16,-6 0 2-16,0 0-9 0,6 0-18 0,-6 0-24 15,13-4-27-15,-6 4-22 0,6-4-17 16,-1 0-9-16,2 4-4 0,-1-3-2 0,6 3 0 15,8-4-3-15,-8 4-1 0,7 0-4 16,0 4 2-16,0-1 2 0,-6 1-1 0,5 4 2 16,-5-5 3-16,0 8 5 0,-1-4-1 15,-5 4 1-15,-2 1 4 0,-5 2 2 0,-7 0-2 0,7-3 2 16,-14 4 0 0,0 0 0-16,1 3-4 0,-7-3 0 15,-7-1 1-15,7 1 0 0,-6-1 0 0,-1-2-1 0,1-1 2 0,-1 0 6 16,0-1 4-16,1-2 3 0,-7-5 2 15,6 5 5-15,1-5-4 0,6-3-7 0,-7 5-7 16,7-5-5 0,1-5-3-16,-2 5-7 0,1-3-1 0,7 3-1 15,-1-3-9-15,1-2-34 0,-1 2-57 0,7-5-73 16,0 1-95-16,0 0-134 0,0-4-166 16,7 0-176-16,6 0-169 0,-7-7-98 15,1 3 4-15,5-3 86 0,2-4 147 0,-8 0 194 16</inkml:trace>
  <inkml:trace contextRef="#ctx0" brushRef="#br0" timeOffset="55172">13891 11118 240 0,'-12'-3'517'0,"4"-1"105"15,-4 0 104-15,5 0 39 0,7 1-106 16,-6 3-112-16,6-4-90 0,0 1-83 0,6 3-85 16,1-4-72-16,5 4-56 0,8 0-28 0,0 0-10 15,6 0-3-15,0 0-1 0,0 4-1 0,0-4-4 16,7 0-9-16,-7 3-11 0,0-3-14 15,0 0-14-15,-7 0-14 0,1 0-16 0,0 0-12 16,-1 0-11-16,-6 0-11 0,-6 0-35 16,5 0-69-16,-5 0-110 0,0 0-162 0,-1 0-198 15,0 0-216-15,1 0-160 0,0 0-37 16,-1-3 55-16,1-1 135 16,5-3 182-16,-4-1 211 0</inkml:trace>
  <inkml:trace contextRef="#ctx0" brushRef="#br0" timeOffset="55768.65">14484 10828 168 0,'-7'-6'605'0,"7"-2"113"0,-6 1 84 16,6 0 68-16,-6 0-130 0,6 3-191 16,0 0-151-16,-8 0-97 0,8 4-73 0,0-3-63 15,0 3-49 1,0 3-37-16,8 1-21 0,-8 0 2 15,6 3 3-15,-6 4 12 0,6 0 13 0,-6 3 9 0,7 1 4 0,-7 3 1 16,7 1 6-16,-7 3 6 16,0 0 2-16,0 0 1 0,0 3-7 15,0-3-8-15,6 0-12 0,-6 1-14 16,0-6-14-16,0 2-10 0,0-4-4 0,0-1-5 16,0 1-2-16,0-8-2 0,0 4 3 15,0-7 10-15,0 3 17 0,0-3 22 0,0-4 31 16,0 3 29-16,0-3 12 15,0 0-163-15,0 0 0 0,-6-3 0 0,6-5 0 0,-7 1 0 0,7-4 0 16,-7 0 0-16,7-4 0 0,-6-3 0 16,6-3 0-16,0-1 0 0,-6-1 0 0,12-2 0 15,-6 3 0-15,0 0 0 0,6 0 0 16,1 3 0-16,0 1 0 0,-1 3 0 0,1 1 0 16,5-1 0-16,2 5 0 0,5-2 0 15,-6 1 0-15,6 4 0 16,7 0 0-16,-6 0 0 0,7 3 0 15,-9 4 0-15,9 0 0 0,-1 4 0 0,-6-1 0 16,-1 4 0-16,1 4 0 0,-1 0 0 16,0 4 0-16,-5-1 0 0,-1 1 0 15,-7 3 0-15,7 4 0 0,-6-3 0 0,-1 3 0 16,-6 0 0-16,6-4 0 0,-6 4 0 0,8-3 0 16,-8-2 0-16,0-1 0 0,0 2 0 0,0-7 0 15,0 3 0-15,0-3 0 0,0 0 0 0,0-3 0 16,0-1 0-16,0 0 0 0,6-3 0 15,-6-1 0-15,0 1-243 0,6-4-395 16,1 0-203-16,6-4-204 0,0-3-123 0,0-4 5 16,6 0 83-16,1-7 173 0,6 0 237 15,1-4 261-15</inkml:trace>
  <inkml:trace contextRef="#ctx0" brushRef="#br0" timeOffset="56075.11">15696 10719 492 0,'6'-7'711'0,"-6"-4"109"0,6 3 83 15,-6 2-17-15,0-3-187 0,0 6-205 0,0-1-137 0,0 1-96 0,0 3-75 16,0 0-43-16,0 3-16 0,0 4-2 16,0 2 5-16,7 1 18 0,-7 5 24 0,0 3 17 15,0 1-1-15,6 2-5 0,-6 2-3 16,0 2-7-16,0 0-10 15,7 6-11-15,-7-6-11 0,0 4-11 16,7-4-92-16,-7 1-38 0,6 0 0 16,-6-5 0-16,6 1 0 0,-6-2 0 0,7-3 0 0,-7-6 0 0,7 0 0 15,-7-3 0-15,6-1-2 0,-6-3-301 16,6-1-139-16,1-3-179 0,-7-3-191 0,7-5-186 16,-7-3-102-16,0 0 15 0,-7-3 87 15,0-4 171-15,1 2 212 16,0-1 228-16</inkml:trace>
  <inkml:trace contextRef="#ctx0" brushRef="#br0" timeOffset="56292.81">15605 10935 295 0,'-20'-3'559'0,"7"-1"119"16,-7 0 101-16,14 1 27 0,-8 3-132 15,8-3-124-15,0 3-106 0,6-4-98 0,6 4-88 16,0-5-63-16,8 5-46 0,5 0-23 16,7 0-7-16,-6 0 7 0,12-3 7 0,-5 3 1 15,5 0-2-15,-6-5-10 0,7 5-16 16,-7 0-25-16,-1-2-18 15,1 2-16-15,-6 0-18 0,0-4-9 0,-7 4-12 0,-1-4-18 16,2 4-44-16,-8 0-70 0,1-4-95 16,-1 4-151-16,-6 0-189 0,0 0-184 15,-6-3-184-15,-1-1-51 0,1 4 32 0,6-6 115 0,-6 1 173 16,-8-2 190-16</inkml:trace>
  <inkml:trace contextRef="#ctx0" brushRef="#br0" timeOffset="56891.7">16659 10759 313 0,'0'-8'495'0,"7"-2"81"16,-7 2 89-16,0-1-13 0,0-3-117 0,0 4-89 16,0-3-68-16,-7 5-57 0,7-3-82 15,-6 2-65-15,6 4-50 0,-6-1-37 16,-8 0-17-16,8 1-10 0,-8 3 2 0,2 0 5 16,-1 0 2-16,-7 3 9 0,0 5 3 0,1-1 4 0,-1 0 5 15,1 8 8-15,0 0 8 0,-1-1 8 16,1 9 6-16,-1-2 5 0,6 2 8 0,2 2 1 15,-1 4 5-15,6 0 9 0,0 1 12 16,7-1 7-16,0 4 7 16,7 0 5-16,6-3 8 0,0-2-1 15,7-2-1-15,6 0-16 0,0 0-169 0,7-5 0 0,-1-6 0 0,1 4 0 0,6-8 0 16,-1 0 0-16,2-7 0 0,5 3 0 16,-12-7 0-16,-1 0 0 0,1 0 0 0,-7 0 0 15,-6-4 0-15,-1 4 0 0,-6-3 0 0,0 3 0 16,-7-4 0-16,2 4 0 0,-8-4 0 15,0 0 0-15,0 4-324 0,0-3-390 16,-8-1-198 0,8 0-179-16,-6 1-72 0,6-5 30 0,0 5 95 15,0-5 184-15,0 4 236 0</inkml:trace>
  <inkml:trace contextRef="#ctx0" brushRef="#br0" timeOffset="57423.78">17199 11042 414 0,'0'-8'651'16,"8"0"104"-16,-8-2 80 0,0-1-15 0,6 3-140 0,-6 1-149 15,-6-1-130-15,6 1-72 0,0 4-58 16,0-1-53-16,0 0-48 0,0 1-43 0,-8 3-29 16,2 0-19-16,0 3-4 0,-1 1 6 15,-6 3 17-15,0 0 22 0,1 8 19 16,4 0 14-16,-4-1 12 0,-1 5 8 15,0 4 0-15,0-2-1 0,6 1 10 16,0 4 11-16,1-5-105 0,6 5-88 0,-6 0 0 16,12 0 0-16,-6-5 0 0,6 1 0 15,8 0 0-15,-8 0 0 0,7-3 0 0,7-4 0 16,-8-4 0-16,8-4 0 0,6 0 0 16,-7-3 0-16,8-1 0 0,-1-3 0 15,0-3 0-15,-6-5 0 0,6 1 0 0,-7 0 0 16,1 0 0-16,-8-4 0 0,2 4 0 0,-1-6 0 15,-7 3 0-15,0 3 0 0,-6-5 0 0,0 5 0 16,-6-4 0-16,0 4 0 0,-7-3 0 0,-1 1 0 16,2 3 0-16,-8-2 0 0,7 5 0 15,-7-1 0-15,1 0 0 16,0 1 0-16,-1 3 0 0,1 0 0 16,-1 0 0-16,0 0 0 0,7 3 0 15,-6 1 0-15,6 3 0 0,-7-3 0 0,7 3 0 0,7 0 0 16,-7 1 0-16,6-1 0 0,1 0 0 0,-1 1 0 15,7-1 0-15,-7-4 0 0,7 5 0 16,0-4 0-16,0-1 0 0,0 1 0 0,0 0 0 16,0-4 0-16,0 3 0 0,0-3 0 15,7 3 0-15,-7-3-421 0,0 0-532 0,7 0-251 16,-7-6-86-16,0 2 16 0,6-7 96 16,-6 0 222-16,7-4 322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15:23.2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17949 4018 364 0,'-6'0'478'16,"6"0"79"-16,-8 3 79 0,8-3-67 16,-6 0-99-16,6 0-84 0,0 0-66 0,0 0-54 15,0 5-53-15,6-5-48 0,2 0-25 0,4 0-13 16,1 3-12-16,7-3-18 0,0 0-19 16,-1 0-17-16,1 0-16 0,6 0-16 0,0-3-8 15,0 3-7-15,-1-5-7 0,2 5-6 16,-1-3 2-16,-6 3-4 0,6-3-5 15,-7-1-19-15,-6 4-35 0,0-4-44 0,-7 4-66 16,1 0-77-16,0-3-88 0,-7 3-87 16,-7 0-73-16,0 0-54 0,-5 3-67 0,-8 1 11 15,1 0 56-15,-1-1 86 0,-6 5 95 16</inkml:trace>
  <inkml:trace contextRef="#ctx0" brushRef="#br0" timeOffset="252.47">17962 4162 264 0,'-7'6'417'0,"1"2"68"0,0 0 75 16,6-6-32-16,0 3-40 0,0-1-35 0,6-1-26 16,0 1-29-16,1-4-47 0,6 0-65 15,0 0-66-15,7 0-57 0,-1 0-44 0,7-4-34 16,0 1-25-16,0-1-18 0,7-1-19 16,-7 5-7-16,6-7-2 0,-5 4 2 0,-1 0-7 15,-7-2-3-15,7 2 3 0,-13 0-1 16,6 0 0-16,-6-5-6 0,-6 8 3 15,0-5-4-15,-1 1-8 0,-6 4-29 0,0-3-55 16,-6 3-79-16,6 0-111 0,-14 0-127 16,8 0-144-16,-7 0-153 0,7 3-61 0,-8-3 19 15,2 4 80-15,-8-4 112 0,13 0 144 16</inkml:trace>
  <inkml:trace contextRef="#ctx0" brushRef="#br0" timeOffset="4259.49">19837 3835 66 0,'7'4'264'15,"-7"-4"37"-15,0 3-19 0,0-3-11 16,0 4-37-16,0-4-35 0,0 0-22 0,0 0-3 16,0 0 7-16,0 4 8 0,0-4 15 15,0 0 26-15,0 0 22 0,0 0 16 16,0 0 10-16,0 0-3 0,0 0-16 0,0-4-26 16,0 4-32-16,0 0-23 0,0-4-24 15,0 4-19-15,-7-3-14 0,7-4-15 0,0 3-11 16,0 0-21-16,0-3-16 0,0 0-7 15,0 4-1-15,0-6-5 0,0 6-1 16,0-4 6-16,0 3 5 0,0 0-3 0,7-3-3 16,-7 7 4-16,0-3 0 0,0-1-2 15,0 1-2-15,0-1 1 0,0 4-1 0,0-5-3 16,0 5-3-16,0-3-4 0,0 3-4 16,0-3-4-16,0 3-6 0,0 0-2 0,0 0-6 15,0 0-9-15,0 0-2 0,0 0-2 16,0 0 1-16,0 0-5 0,0 0-3 0,0 3 0 15,0 0-1-15,0 2 2 0,0 2-2 16,0 4 10-16,0 3 19 0,0 5 14 0,0 3 14 16,0 7 11-16,0 1 15 0,0 2 5 15,0 5-5-15,0-1-4 0,0 6-7 0,0-2-9 16,0-4-11-16,7 1-13 0,-7-4-9 16,0-1-5-16,6-2-2 0,1-5-5 0,-7-3-1 15,6-4 0-15,0 1 0 0,2-4-1 16,-2-4-3-16,-6 0 1 0,6-5 1 0,-6 3-1 15,6-6-1-15,-6-3-7 0,0 0-25 16,7 0-54-16,-7-3-75 0,0-1-91 0,0-1-125 16,7-1-167-16,-7-2-169 0,6 1-157 15,-6 0-93-15,7-4 1 0,-1 0 78 16,1-1 146-16,0 2 181 0</inkml:trace>
  <inkml:trace contextRef="#ctx0" brushRef="#br0" timeOffset="5067.1">20170 4073 63 0,'0'0'192'0,"0"-3"7"15,6 3-44-15,-6 0-62 0,0 0-44 0,6 0-23 16,-6 0-17-16,0 0-14 0,8 0-8 15,-8 0-5-15,6 0-2 0,-6 0-1 16,6 0 1-16,-6 0 7 0,0 0 5 0,7 0 6 16,-7 0 8-16,0 0 7 0,0 0 13 15,0 0 13-15,6 0 15 0,-6 0 14 0,0 0 10 0,0 0 8 0,0 0 5 16,0 0 2-16,0 0 3 0,0-4 1 16,0 4-1-16,0 0-2 0,0 0-5 0,0 0-7 15,0 0-9-15,0 0-9 0,0 0-8 16,0 0-8-16,0 4-5 0,0-4-5 15,0 0-7-15,0 0 2 0,0 0 3 0,-6 0 5 16,6 3 4-16,0-3 1 0,0 0 5 16,0 0-3-16,0 0-3 0,0 0-1 0,0 0-3 15,0 0 1-15,0 0-1 0,0 0-4 16,0 0-4-16,0 0-2 0,0 0 0 16,0 0-3-16,0 0 1 0,0 0 0 0,0 0 3 15,0 0-6-15,0 0-6 0,0 0-5 16,0-3-5-16,0 3-3 0,0 0-6 0,0-4-3 15,0 4-4-15,0-3-2 0,0 3 1 16,0-4-1-16,0 4 2 0,0-4-1 16,0 4 0-16,0-3-1 0,0 3-1 0,0 0-1 15,0 0-3-15,0 0 0 0,0-4 4 16,0 4 2-16,0 0 3 0,0 0-1 0,0 0 2 16,6 0 5-16,-6-4-1 0,0 4 0 15,0 0-1-15,0 0 0 0,0 0 0 0,0 0 2 16,0 0 2-16,0-3-4 0,0 3 0 15,0 0 3-15,0 0 3 0,0 0-7 0,0 0-3 16,0 0 5-16,0 0-1 0,0 0-4 16,0 0-2-16,0 0 2 0,0 0 3 15,0 0-1-15,0 0-1 0,0 0 3 16,0 0 0-16,0 0-1 0,0 0-3 0,-6 0-10 16,6 0-23-16,0 0-27 0,0 0-37 15,0 0-46-15,0 0-43 0,0 0-40 0,0 0-37 16,-7-3-62-16,7 3-35 0,0 0 9 15,0-4 27-15,0-1 40 0</inkml:trace>
  <inkml:trace contextRef="#ctx0" brushRef="#br0" timeOffset="5915.31">20241 4055 16 0,'0'4'190'0,"0"0"17"16,0-1-26-16,0 1-42 0,0-1-23 16,0 2-6-16,0-2 2 0,0 1 0 0,0-1 2 31,6 1 3-31,-6-1 1 0,0 5 0 0,0-4-1 0,0-1 8 0,0 1 3 0,0-1 3 31,0 5 6-31,8-5 1 0,-8-3 0 0,0 4 1 0,0 0 1 0,0-1 8 0,0-3 3 16,0 3 5-16,0-3 9 0,0 0 0 15,0 0 0-15,0 0-1 0,0 0-3 16,0 0-16-16,6 0-26 0,-6 0-14 0,0-3-7 16,0 3-13-16,0-3-11 0,0-1-6 15,0 0 11-15,0 1 0 0,0-1-4 16,0 0-7-16,0 1-2 0,0-1 0 0,0 1-8 16,0-5-9-16,0 4-4 0,0-3-6 0,-6 0-4 15,6-1-3-15,-8 1-2 0,8 0 2 16,-6 0-2-16,0-4-2 0,-1 4 0 0,1-6-1 31,-1 7 4-31,1-2-6 0,-7 2 0 0,7 1-4 0,-8-2-4 0,8 3-4 0,-8 1-6 16,2-1-2-16,-1 4-3 0,-1 0-1 15,2 4 1-15,-2-4-2 0,2 7-2 32,-1 0 2-32,-1 4 2 0,8 3 2 0,-8 6 5 0,8-2 5 0,-6 4 10 0,12 4 7 31,-7-1 7-31,7 5 0 0,0-6 1 0,0 3-1 0,0-2 1 0,7 1 3 0,-1-1 5 31,6-3 6-31,-4 1 3 0,4-5 5 0,-5-3 5 0,6 3-2 0,6-7-3 0,-5 0-3 16,-2-4 0-16,8 0-6 0,-1-2-9 15,1-5-10 1,0-5-4-16,6 1-4 0,-7-3 0 16,1-4 4-16,0 1 9 0,-1-6 14 0,-6-1 6 15,6-3 11-15,-5-1 10 0,-8-1 4 16,1 0 5-16,-1-3-9 0,-6-1 0 15,0 1-8-15,-6 3-8 0,-7-5-10 0,6 9-10 16,-6-3-10-16,0 2-9 0,-7 4-6 16,8 1-5-16,-8 3-5 0,6 4-7 0,-5 4 3 15,6-1-11-15,-6 4-26 0,5 0-41 16,-5 7-62-16,6-4-67 0,0 5-90 16,7-1-93-16,-8 4-116 0,14 0-148 0,-6 0-133 15,6 0-149-15,0 0-27 0,6 3 40 16,1-3 109-16,0-4 171 0,6 1 184 0</inkml:trace>
  <inkml:trace contextRef="#ctx0" brushRef="#br0" timeOffset="6503.24">20691 4095 252 0,'12'-10'622'0,"2"-5"114"0,-8 0 84 15,1 1 54-15,-7-6-157 0,0 0-183 0,-7 1-129 0,-6 1-82 0,6 2-61 16,-11 2-52-16,4 0-42 0,-5 3-31 15,-1 3-34-15,-6 5-30 0,0-1-22 0,0 8-12 16,7 3-11-16,-8 4-8 0,8 4-15 16,0 2 1-16,-1 6-1 0,7 2-3 15,0 8-8-15,0-3 5 0,7 3 7 0,6 0 3 16,0-4-4-16,0 1 3 0,6-5 6 16,7 1 0-16,0-8 0 0,0-4-8 0,-1 1 2 15,8-8-1-15,0 0-1 0,-1-2-6 16,1-5-1-16,0-5-2 0,-1 2 0 0,1-4-2 15,0-4 2-15,-8-4 3 0,1-3 8 16,0-1 19-16,0-2 13 0,-7-2 23 0,2 6 22 16,-8-6 16-16,6 9 11 0,-6-1-1 15,6 0-11-15,-6 8-17 0,0-3-20 16,0 5-20-16,0 2-17 0,6 3-12 0,-6 3-7 16,0 5-4-16,0 6-3 0,7 1 1 15,-7 7-1-15,0 5 0 0,7-2 1 16,-7 4-1-16,0 0-1 0,0 0 2 0,6 1 8 15,-6-1 8-15,0-3 8 0,0 3 8 16,7-4 7-16,-7-3 6 0,0 5 6 0,0-6 7 16,0-3 7-16,-7 4 13 0,1-7 12 15,-1 0 10-15,0-4 11 0,1 0-6 0,-6-4-106 16,-8 0 0-16,7-3 0 0,-7-4 0 16,-6 0 0-16,6-8 0 0,-5 5 0 0,-1-4 0 15,-7-1 0-15,7 1 0 0,-7-4 0 16,1 0 0-16,6 4 0 0,0-4 0 15,6 3 0-15,1-3 0 0,-1 4-257 0,13 0-374 16,1-4-247-16,6-1-247 0,6-2-79 0,1-1 23 16,13-3 90-16,-1-4 189 0,13 0 265 15</inkml:trace>
  <inkml:trace contextRef="#ctx0" brushRef="#br0" timeOffset="6994.32">20965 3916 241 0,'18'-15'693'0,"-4"1"132"0,-1-2 98 16,0 6 68-16,-6-1-157 0,-1 3-271 0,0 5-198 16,-6-1-121-16,6 4-73 0,2 4-43 15,-2 3-18-15,0 4 6 0,1 3 13 0,0 9 5 16,-1-1-12-16,1 7-14 0,-7 0-12 16,6 1-14-16,-6 7-10 0,6-5-4 15,-6 2 7-15,0-2 10 0,0-3 12 0,0 1 6 16,7-8 9-16,-7 0 6 0,0-4 0 15,0-3 5-15,0-1 8 0,0-7 16 0,0 1-80 16,0-1-67 0,0-7 0-16,0 0 0 0,0-2 0 0,7-6 0 15,-7-4 0-15,0-2 0 0,0-4 0 16,0-7 0-16,0-2 0 0,0-2 0 0,6-5 0 16,0 2 0-16,1 0 0 0,0 2 0 15,-1 3 0-15,7 2 0 0,0 3 0 0,0 5 0 16,1-2 0-16,5 4 0 0,0 5 0 15,8-2 0-15,-8 5 0 0,7 4 0 0,0 3 0 16,0 3 0-16,-7 4 0 0,7 5 0 16,-6 3 0-16,-7 2 0 0,7 5 0 0,-8 3 0 15,2 9 0-15,-8-5 0 0,1 8 0 16,-7-4 0-16,0 1 0 0,0-2 0 16,-7 0 0-16,7-2 0 0,-6-5 0 0,6 1 0 15,-6-4 0-15,6-3 0 0,-8-5 0 16,8-3 0-16,0-3 0 0,0-1 0 0,0-3 0 15,0-4 0-15,0-4 0 0,-6 1 0 16,6-6-379-16,-6 3-420 0,-1-5-285 0,1 3-142 16,-7-4-12-16,-6 2 79 0,-1 3 153 15,0-1 236-15,-6 1 317 0</inkml:trace>
  <inkml:trace contextRef="#ctx0" brushRef="#br0" timeOffset="7671.13">18568 6092 208 0,'0'4'427'0,"0"-1"74"0,0-3 78 16,0 0-10-16,6 4-27 0,-6-4-50 15,6 0-48-15,8 0-32 0,-2 0-45 16,2-4-71-16,-1 4-58 0,7 0-50 0,-2-3-41 15,2-1-34-15,0 0-29 0,5 4-21 16,-5-7-18-16,7 4-17 0,-1-2-8 0,-7 5-9 16,7-3-9-16,-6 0-12 0,-8-1-48 15,2 0-83-15,-1 4-134 0,-7 0-145 0,-6-3-162 16,0 6-166-16,0-3-85 0,-13 4 14 16,0 3 98-16,-6-4 125 0,-1 2 156 0</inkml:trace>
  <inkml:trace contextRef="#ctx0" brushRef="#br0" timeOffset="7858.58">18659 6213 30 0,'-14'10'481'0,"8"2"137"16,0-5 111-16,-1 1 94 0,1-1-64 0,6-3-125 15,0-1-101-15,0 0-100 0,6 2-75 16,1-2-69-16,-1-3-61 0,8 0-46 0,4 0-49 16,2 0-35-16,0 0-33 0,-1-3-23 15,7 3-19-15,-6-5-14 0,-1 5-3 0,1-3-6 16,-7 3-6-16,0-3-16 0,0 3-27 15,0-4-43-15,-6 4-57 0,-1-4-77 0,-6 1-111 16,0-1-136-16,0 0-163 0,-6 1-177 16,-8-1-59-16,8-3 18 0,-7 2 84 0,0-1 130 15,6-2 185-15</inkml:trace>
  <inkml:trace contextRef="#ctx0" brushRef="#br0" timeOffset="14827.67">20359 5865 31 0,'0'0'280'15,"0"0"67"-15,0 0 34 0,0 0-37 16,0-4 20-16,0 0 10 0,-7 4-11 0,7-3-9 16,0-1-2-16,0 4-5 0,0-3-26 15,0-2-37-15,0 5-44 0,0-3-30 0,0 3-24 16,-6-3-25-16,6 3-16 0,0-4-7 15,0 4-10-15,0-4-11 0,0 4-15 16,0 0-13-16,0 0-14 0,0 0-16 0,0 0-16 16,0 0-13-16,0 0-12 0,0 4-10 15,0 3 9-15,6 1 15 0,-6-1 12 0,0 4 12 16,0 3 16-16,7 1 20 0,-7 4 0 16,0-1-4-16,0 4-2 0,6 0-2 15,-6 0-3-15,0 0-10 0,0 3-5 0,6-2-3 0,-6 2-3 16,0-3-4-16,0 0-7 0,0 1 3 15,7-5-7-15,-7-1-9 0,0 2-1 16,0-9-4-16,7 6 2 0,-7-9-6 0,0 4 8 16,0-4 18-16,0-4 14 0,0 2 18 15,0-2 15-15,6 1 15 0,-6-4 5 0,0-4-9 16,0 4-13-16,0-3-19 0,0-5-19 16,0 1-51-16,0-4-9 0,-6 4 0 0,6-4 0 15,0-4 0-15,0 0 0 0,0 1 0 16,0-1 0-16,-7 0 0 0,7 1 0 0,0-1 0 15,0 0 0-15,0 1 0 0,0-1 0 16,0 1 0-16,0-1 0 0,7-1 0 0,-7 2 0 16,6 1 0-16,8-3 0 0,-8-2 0 15,7 3 0-15,0 1 0 0,0-1 0 16,-1 4 0-16,8-4 0 0,-7 4 0 0,7 1 0 16,0-2 0-16,-1 5 0 0,-6-4 0 0,6 4 0 15,1-1 0-15,-6 1 0 0,4 3 0 16,2 1 0-16,-7-1 0 0,1 0 0 0,4 8 0 15,-4-4 0-15,-1 7 0 0,0-3 0 16,0 6 0-16,-1 2 0 0,2-1 0 16,-8 8 0-16,1-5 0 0,6 8 0 0,-6-4 0 15,-7 4 0-15,6 4 0 0,0-1 0 16,-6 0 0-16,8 2 0 0,-8-2 0 0,0 1 0 16,0-4 0-16,0 3 0 0,0-2 0 15,6 2 0-15,-6-6 0 0,0 3 0 16,0-5 0-16,6-2 0 0,-6 4 0 0,6-4 0 15,-6-4 0 1,0 0 0-16,7-1 0 0,-7-2 0 0,0-1 0 16,0 1 0-16,0-5 0 0,7 1 0 0,-7-1 0 0,0-3 0 15,0 4 0-15,0-4 0 0,0 0 0 16,0 0 0-16,6-4 0 0,-6 4 0 0,0-3 0 16,0-1 0-16,0 1 0 0,7-1 0 15,-7 0 0-15,0 1 0 0,-7-1 0 16,7 1 0-16,0-2-480 0,-6 1-201 0,-1 4-207 15,0-3-216-15,1 3-63 0,-6-3 34 16,4 3 104-16,2-4 174 0,0 0 250 0</inkml:trace>
  <inkml:trace contextRef="#ctx0" brushRef="#br0" timeOffset="29584.08">17324 5598 34 0,'0'-4'387'15,"0"0"70"-15,0 0 65 0,0 2 67 16,0-3-65-16,0 1-73 0,0 1-42 0,-7-1-25 16,7 0-30-16,0 1-46 0,0 3-60 0,-7-4-50 15,1 4-36-15,0 4-31 0,-1-1-21 16,-6 5-16-16,-7 4-3 0,1 2 5 16,-1-1 5-16,-6 10 9 0,0 3 7 0,1 6 7 15,-8 2 6-15,0 3 11 0,-6 6 6 16,0 1 1-16,0 0-2 0,-1 8-4 0,2-1-6 15,-1 0-15-15,0 0-10 0,-1 0-12 0,1 5-14 16,1-9-10-16,5 4-13 0,1-7-11 16,5 0-10-16,1-7-6 0,6 0-8 15,1-5-7-15,6-2-5 0,0-8-5 0,0 0-3 16,6-3-4-16,1-5 0 0,0-3 1 16,6-4-2-16,-7 1-10 0,7-5-27 15,0-3-51-15,-7-3-72 0,7 0-90 0,0-6-107 16,0-1-147-16,0-5-155 0,0-4-138 0,0-2-145 15,-6-5-37-15,6 1 41 0,-7-5 120 16,7 1 164-16,-6-4 180 0</inkml:trace>
  <inkml:trace contextRef="#ctx0" brushRef="#br0" timeOffset="29974.62">16223 5821 398 0,'-6'-11'540'0,"6"-4"73"0,-7 4 69 0,7-3-33 0,-7 3-151 16,7-1-96-16,0 1-58 0,0 1-47 15,0 2-53-15,7 1-40 0,-7 3-48 0,7 1-22 16,-1 3-9-16,7 0 2 0,0 3 12 16,6 5 16-16,1 3 11 0,6 4 9 0,1 3 0 15,5 4 3-15,1 3 1 0,-1 5 1 16,13 2 1-16,-6 5 3 0,1 4-1 0,-1 2-6 15,7 4-6-15,-7-2-10 0,6 3-10 16,-6 0-17-16,0-2-45 0,6 3-89 16,-5-2 0-16,-1-3 0 0,0-4 0 0,0 1 0 15,0-4 0-15,0-5 0 0,-6-3 0 0,6-3 0 16,-7-3 0-16,-6-5 0 0,7 1 0 16,-7-9 0-16,-6 0 0 0,-1-5 0 15,1-2 0-15,-8 1 0 0,2-4 0 0,-8-4 0 16,0-4 0-16,-6 2 0 0,-6-2-10 15,0 2-494-15,-8-6-150 0,-5-2-165 0,-1 3-168 16,-6-5-112-16,0 2 4 0,1 0 77 16,-15-5 151-16,8 1 205 0,-14-1 235 0</inkml:trace>
  <inkml:trace contextRef="#ctx0" brushRef="#br0" timeOffset="30706.56">13624 5542 38 0,'7'5'369'0,"6"-5"91"0,-13 0 73 16,6 3-23-16,-6-3-3 0,0 0-53 15,0 3-53-15,-6 1-40 0,0 0-25 0,-8-1-22 16,-5 5-15-16,-7 4-25 0,-7 2-32 16,-13 4-25-16,-5 0-30 0,-14 8-25 0,-8 3-31 15,-10 0-36-15,-16 8-26 0,-11 3-22 0,-8 1-17 16,-12 9-9-16,-13 2-5 0,-1 3 1 15,8 4-3-15,0-1-3 0,4 4 2 0,15-3 7 16,1 3 13-16,-2-2 19 0,13-2 22 16,14-3 25-16,1 0 19 0,11-8 7 15,8 1 2-15,-1-8-1 0,7 1-10 0,13-4-16 16,0-5-18-16,6-3-15 0,13-7-17 16,1 0-17-16,6-2-14 0,7-10-9 0,5 0-4 15,-5 2-2-15,13-9-7 0,-1 1-26 16,0 0-51-16,7-8-64 0,0-3-73 0,0 0-104 0,0-8-139 15,0 0-147-15,7-3-144 0,0-5-156 16,-1 2-47-16,0-5 40 0,1 1 110 0,-1-5 158 16,1 1 182-16</inkml:trace>
  <inkml:trace contextRef="#ctx0" brushRef="#br0" timeOffset="31195.65">10993 5736 401 0,'0'-10'541'0,"-6"-5"69"32,6 4 62-32,0 3-33 0,-6-2-123 0,6 2-112 15,0 1-64-15,0 0-50 0,0 3-52 0,0 1-71 16,6-2-59-16,0 10-34 0,0-2-12 0,14 1 9 15,-1 7 20-15,1 3 25 0,13 1 31 16,-1 3 15-16,7 5 2 0,7 2 1 16,7 1 1-16,5 3 5 0,14 0 8 15,-1 5 4-15,7 2 5 0,6 0-8 0,1 5-22 16,7-2-25-16,5 6-28 0,2-1-24 16,-2 0-26-16,-6 0-16 0,-7 0-7 0,1 0-8 15,-6-1-3-15,-8-2-1 0,-6-4 10 16,0 0 7-16,0-1 3 0,-6-3 10 0,-7-4 10 15,1-2 8-15,-8-2 5 0,1-3 11 16,-7 0-48-16,-1-4-36 0,-5-4 0 0,0 1 0 16,-7-4 0-16,0-4 0 0,-6 1 0 15,-1-5 0-15,1 2 0 0,0-5 0 0,-8 0 0 16,1 0 0-16,0-5 0 0,0 2 0 16,1-1 0-16,-8 0 0 0,0-3 0 0,0 3 0 15,1-3 0-15,-7 4 0 0,0-5 0 16,-7 1-442-16,1 3-365 0,-6-3-263 15,-2 3-144-15,-5 1-11 0,-7-1 76 0,-7 0 157 16,1 1 235-16,-1-2 301 0</inkml:trace>
  <inkml:trace contextRef="#ctx0" brushRef="#br0" timeOffset="38126.47">7339 6689 179 0,'0'0'262'16,"0"0"4"-16,0 0-81 0,7-4-97 16,-7 1-128-16,0-4-117 0,7-1-63 0,-7 1-24 15,0-5 8-15</inkml:trace>
  <inkml:trace contextRef="#ctx0" brushRef="#br0" timeOffset="38566.49">7874 5953 440 0,'6'-4'554'0,"-6"-3"90"0,6 3 81 0,-6-3-45 15,0 4-144-15,7-2-99 0,-7 2-76 16,0 3-73-16,0-4-71 0,0 4-53 0,-7 4-31 16,1-1-17-16,0 5-8 0,-8 7 10 15,2-1 14-15,-2 8 12 0,-5 7 5 0,-7 1 2 16,0 7-4-16,-1 2-3 0,-5 10-2 16,-1-2-4-16,1 4-9 0,-7 8-15 0,-1-4-6 15,2 3-15-15,-1-3-21 0,0 1-15 16,-1-6-10-16,-5 1-6 0,13-2-1 0,-7-5-3 15,6-4 0-15,1-4-5 0,5-3-6 16,8-4-4-16,-1 1-7 0,1-8-2 16,5-4-4-16,2-4-2 0,5-2 0 0,0-1 0 15,1-4 1-15,-1-3 0 0,7-1-2 16,0 1-11-16,0-8-32 0,0 1-55 0,7-5-77 16,-1-2-96-16,-6-6-123 0,14-1-152 15,-8-6-135-15,0 2-123 0,1-5-127 0,0 0-22 16,-1-7 63-16,0 1 130 0,-6-1 147 15,7-4 167-15</inkml:trace>
  <inkml:trace contextRef="#ctx0" brushRef="#br0" timeOffset="38932.15">7079 6206 35 0,'-6'-20'388'0,"-8"6"76"15,8-4 64-15,0 0 33 0,-1-1-24 16,0 5-57-16,1-1-41 0,6 0-30 0,-7 5-27 15,7-1-36-15,-6 0-57 0,6 0-63 16,0 3-44-16,0 5-37 0,6-1-33 0,1 0-26 16,-1 4-13-16,1 4-4 0,12 3 4 15,-5 5 18-15,11 2 21 0,-5 8 22 16,12 4 19-16,-5 3 13 0,5 7 11 0,1 6 4 16,-1 1-7-16,7 4-13 0,-6 1-14 15,0 3-10-15,6-3-9 0,-7-4 1 0,7 0 16 16,0-7 13-1,-7 0 15-15,8-5-172 0,-7 1-1 0,-1-8 0 16,1-2 0-16,-7-2 0 0,0-2 0 16,-1-1 0-16,-5-6 0 0,0 2 0 15,-7-7 0-15,0 0 0 0,0 2 0 0,-7-6 0 16,-6 0 0-16,7-3 0 0,0 4 0 16,-7-4 0-16,0 0 0 0,0 0 0 0,-7 0 0 15,0-4-571-15,1 1-453 0,-7 0-230 0,-7-2-59 16,8-2 56-16,-8 0 130 0,-6-4 243 15,6 0 322-15</inkml:trace>
  <inkml:trace contextRef="#ctx0" brushRef="#br0" timeOffset="44839.54">22540 4142 190 0,'-6'9'456'15,"6"-6"96"-15,-7 5 83 0,1-5-32 16,6-3-49-16,-7 3-96 0,7 2-85 0,0-5-62 16,0 3-52-16,7 0-37 0,-7 2-30 15,13-5-23-15,-7 2-26 0,14 3-24 16,-1-5-25-16,1 4-24 0,-1-4-22 0,7 0-17 16,-6 0-8-16,6 0-16 0,1 0-2 15,-9-4-1-15,9-1-1 0,-7 5-2 0,-8-2-18 16,8 2-31-16,-14-5-64 0,7 5-73 15,-13 0-88-15,7 0-101 0,-14 5-101 16,1-3-84-16,-1 7-48 0,-5-2-59 0,-2-4 21 16,-6 5 67-16,1-1 98 0,6-4 109 15</inkml:trace>
  <inkml:trace contextRef="#ctx0" brushRef="#br0" timeOffset="45040.87">22579 4315 361 0,'-6'8'437'0,"0"-1"55"16,-1-1 22-16,0-1-71 0,1-1-63 15,6-1-38-15,-7 1-16 0,7-4-11 0,0 4-6 16,7-4-14-16,-7 3-31 0,6-3-39 16,8 4-44-16,-8-4-33 0,7 0-37 15,6 4-31-15,-6-4-29 0,7-4-19 0,-6 4-18 16,-2 0-26-16,1 0-50 0,0-4-80 16,0 4-110-16,-7-3-142 0,8-1-162 0,-8 0-173 15,-6 1-56-15,0-6 27 16,0 3 82-16,0-5 126 0,-6 3 156 0</inkml:trace>
  <inkml:trace contextRef="#ctx0" brushRef="#br0" timeOffset="45322.09">22774 4081 33 0,'8'-8'567'0,"-2"1"131"16,0 0 82-16,-6 3 50 0,7-3-88 15,-7 3-210-15,7 1-206 0,-1 3-114 0,0 0-60 16,7 3-33-16,1 1-14 0,-2 3-3 15,2 4 8-15,-2 1 0 0,2 5-9 16,-1 5-8-16,-1 3-1 0,-4 1-6 0,4 4-11 16,-6 0-8-16,-6-1-2 0,0 0 1 15,0 0-11-15,0 1-13 0,-6-2-3 16,-6-5-9-16,4 2-6 0,-4-3-12 0,-1-4-1 16,-1-2-1-16,2-2-3 0,-2-7-7 0,2 1-31 15,5-5-44-15,0 1-66 0,1-8-99 16,-1 1-141-16,7-5-151 0,0-2-140 0,7 2-152 15,6-6-39-15,0-1 43 0,7-4 110 16,-1 1 143-16,13 0 158 0</inkml:trace>
  <inkml:trace contextRef="#ctx0" brushRef="#br0" timeOffset="45681.94">23778 4001 100 0,'6'-16'624'0,"0"2"122"16,2 0 78-16,-8-9 68 0,0 5-78 0,-8-4-233 16,2-4-190-16,6 4-96 0,-6 4-58 15,-1-3-48-15,1 2-39 0,-1 1-25 0,1 2-18 16,-1 2-17-16,1 3-16 0,0-1-16 16,-2 9-15-16,2 0-16 0,0-1-12 0,-1 4-7 15,1 4-8-15,-8 2 2 0,8 11-3 16,0-3 1-16,-1 8 7 0,0-1 2 15,7 9 14-15,-6-1 6 0,0 5 12 0,6 2 5 16,0 1 7-16,0 2 2 0,6 3-3 16,-6-2-3-16,6-1-7 0,1-2-4 0,-7-5-9 15,7 2-11-15,-1-5-7 0,-6-3-7 16,6 0-11-16,-6-8-30 0,0-1-47 0,0-1-54 16,0-5-73-16,0-1-122 0,0-5-160 15,-6-5-147-15,0 0-126 0,-1-5-120 0,-6-5-20 16,0 3 73-16,-7-8 143 0,8 4 160 15</inkml:trace>
  <inkml:trace contextRef="#ctx0" brushRef="#br0" timeOffset="46489.37">23459 4232 306 0,'-14'-9'545'15,"8"6"119"-15,0-1 95 0,-1-3-28 0,7 3-103 16,0 1-130-16,0-4-129 0,0-2-112 16,7 7-87-16,5-6-66 0,8 5-40 15,0-5-30-15,5 2-15 0,8-2-9 0,0 3-4 16,6-2 7-16,-6 0-7 0,5 0-2 15,9-1-1-15,-15 1 3 0,7 0-6 0,-7-1-5 16,1 5 4-16,-7-4 0 0,-6 0 3 16,-1-1 10-16,1 1 20 0,-14 3 18 0,7 0 20 15,-13-3 19-15,0 3 6 0,0 1-5 16,0 0-10-16,-7 3-23 0,-5-4-18 0,6 8-13 16,-8-4-6-16,1 3-5 0,0 4-4 15,-6 0-2-15,5 1-2 0,2 7 0 16,-2-1 0-16,1 1-1 0,1 3 1 0,5 3-3 0,0-2-2 15,1 2-1-15,6-2 2 0,0-1-2 0,0 1 3 16,6-1 0-16,1-3 4 0,0-4-1 16,-1-1 0-16,7 3 1 0,-7-11-3 0,8 2 3 15,-2-4 1-15,2 0 1 0,-2-4 7 16,2-6 9-16,-1 2 14 0,-1-3 10 16,-4-4 4-16,-2-3 4 0,0 1-1 0,0-2-5 15,1 1-5-15,-7-4-2 0,0 3-6 16,0 4 5-16,0 1-4 0,0-1-3 0,-7 4-8 15,7 4-6-15,0 0-3 0,0 0-8 16,0 7-7-16,-6-5-3 0,6 5-4 0,-6 5-2 16,6 2 2-16,0 0-3 0,0 4 5 15,0 0 1-15,0 3 1 0,0 0 2 0,6 3-4 16,0-3 2-16,1 4 1 0,0-4-1 16,6 1 0-16,-7 0 1 0,8-1 1 0,-2-3 0 15,8 0-2-15,-1-4 2 0,1 1-1 0,-8-5-1 16,15 1-1-16,-7-4 1 0,-8-4 0 15,8 1-1-15,0-5-3 0,-7 1 2 16,-1-4 0-16,-4-3-1 0,-2 3-3 0,0-8-1 16,-6 5 1-16,0-4-3 0,0-1 0 15,-6 5-1-15,6-1-2 0,-6 0 7 0,-2 4-1 16,2 0 1-16,0 4 1 0,-1 0 4 16,7 0 0-16,-6 2-9 0,6 2-2 15,0-1-4-15,0 4-1 0,0 0-6 0,6-3 0 16,1 3 6-16,-1 0 4 0,8 0 1 15,4 3 1-15,-4 1 6 0,5-1 0 0,1 5 0 16,0-1 2-16,5 4-2 0,-5 0 2 16,-7 0 3-16,6 4 3 0,1 0 6 0,-7-1 10 15,0-3 14-15,-6-1 12 0,-1 6 10 16,0-5 8-16,2-1 4 0,-8 2-4 16,0-5-8-16,-8 4-8 0,2-4-10 15,0 4-11-15,-8-4-8 0,8 1-6 0,-13-1-3 16,5 1-2-16,-5 0-10 0,-7-6-34 15,6 2-54-15,0-4-75 0,-5 4-98 0,5-8-161 16,0 0-187-16,8 2-178 0,-8-6-155 16,14 0-38-16,-7-7 40 0,6 1 127 0,7-4 177 15,7 0 203-15</inkml:trace>
  <inkml:trace contextRef="#ctx0" brushRef="#br0" timeOffset="46723.13">24507 3879 173 0,'13'-15'688'15,"1"5"138"-15,-2-2 91 0,-5 2 57 0,-1 2-120 16,1 1-278-16,-1 3-217 0,-6 1-129 16,7 3-81-16,-7 0-36 0,6 3-8 15,0 5 13-15,2 3 13 0,-2 3 19 0,7 1 11 16,-6 8-10-16,-1 2-20 0,0 0-27 16,1 5-26-16,-1 2-26 0,1-2-20 0,0 3-12 15,-7-4-7-15,6 0-6 0,-6 0-3 16,0-7-21-16,0 5-40 0,0-9-50 15,0 1-71-15,0-5-92 0,0-3-142 0,0-4-163 16,0-4-158-16,-6-3-170 0,-1-3-47 16,0-8 31-16,1 0 111 0,-7-3 162 0,7-5 188 15</inkml:trace>
  <inkml:trace contextRef="#ctx0" brushRef="#br0" timeOffset="46934.15">24501 4085 70 0,'-7'-4'650'0,"7"4"170"0,-6-3 104 0,6 3 65 16,6-5-86-16,1 2-199 0,-1-4-234 15,7 3-138-15,7-3-83 0,-1-1-45 0,7 2-26 16,7-3-26-16,-1-2-23 0,1 4-25 16,6-3-18-16,0-2-15 0,0 1-17 0,1 4-17 15,-8-4-16-15,1 4-16 0,-7-1-25 16,-7 1-46-16,1 3-67 0,-8 1-76 16,-5 3-118-16,-7-3-149 0,0 3-167 15,-13 3-166-15,1 0-118 16,-15 1-21-16,1 3 64 0,0 1 131 15,-7 3 173-15</inkml:trace>
  <inkml:trace contextRef="#ctx0" brushRef="#br0" timeOffset="47396.45">22899 5631 417 0,'-7'11'569'0,"0"-5"125"15,7-1 71-15,-6 2-27 0,6-7-99 0,0 3-107 16,-6 1-105-16,6-4-106 0,6 0-77 15,-6 0-68-15,6 0-49 0,1 0-40 0,0 0-34 16,6-4-21-16,7 1-14 0,-2-1-6 16,2 1-10-16,-1-2-29 0,1 2-53 0,0 0-93 15,-1-1-130-15,1 0-149 0,0 4-159 16,-8 0-129-16,-5 0-79 0,0 4 24 0,-14 3 93 16,0 1 127-16,1-1 150 0</inkml:trace>
  <inkml:trace contextRef="#ctx0" brushRef="#br0" timeOffset="47569.53">22879 5854 119 0,'-13'14'447'0,"6"-3"100"0,1 1 81 15,0-5 6-15,-1-3-29 0,7 3-97 16,0-7-88-16,0 4-68 0,0-1-58 0,0-3-64 16,7 0-56-16,5-3-50 0,2-1-36 15,5 0-35-15,1-3-30 0,0 0-44 16,-2 0-77-16,9-5-121 0,-7 1-146 0,-2 0-160 15,9-3-171-15,-14-1-86 0,6 0 4 16,-5-3 82-16,-8 0 127 0,0 0 153 0</inkml:trace>
  <inkml:trace contextRef="#ctx0" brushRef="#br0" timeOffset="47803.87">23094 5561 250 0,'6'-4'571'0,"-6"0"120"0,7 1 70 0,-7 0-43 16,7-2-100-16,-7 5-167 0,6-3-151 0,1 3-102 15,5 0-48-15,-5 3-14 0,6 2-4 16,0-2 0-16,0 4-4 0,0 4 2 0,0 5-9 16,0-2-18-16,1 8-20 0,-8-4-18 15,0 4-25-15,1 0-14 0,-7 3-9 16,0 2-7-16,-7-2-14 0,1-3-33 0,0 3-62 16,-2 1-109-16,2-4-142 0,0-4-158 15,-1 1-148-15,7-5-151 0,7-3-27 0,-1 1 53 16,0-9 116-16,14 1 142 0</inkml:trace>
  <inkml:trace contextRef="#ctx0" brushRef="#br0" timeOffset="48210.08">23771 5722 159 0,'13'-15'676'0,"-7"0"121"15,-6 1 67-15,0-1 39 0,-6 0-116 0,-7 5-289 16,0-5-210-16,0 3-110 0,-7 6-64 15,1-1-31-15,-1-1-27 0,1 4-23 0,0 4-14 16,-1 0-10-16,7 4-7 0,0 0-11 16,0 3 2-16,0 1 4 0,6 3-1 0,1 0-3 15,6 0 4-15,6 3 4 0,1 1-3 16,0-1-2-16,5 1 1 0,8 3 3 0,-1-2-1 16,1-3 2-16,6 3 2 0,-6-1 2 15,5-1 0-15,2 0 0 0,-1 1 1 0,-6 0-4 16,-8 3 1-16,2-4 9 0,-2 2 19 15,-5 2 17-15,-1-4 31 0,-6 1 33 16,-6 0 26-16,-1-1 17 0,-5 1 3 0,-2-1-1 16,2-3-18-16,-8-2-19 0,-6-3-20 15,7 1-20-15,-1-3-17 0,-7-4-14 0,1 0-13 16,7 0-14-16,-7-4-10 0,6 1-5 16,1-5-3-16,-1 1-10 0,7 3-34 0,0-3-51 15,7 0-77-15,0-4-111 0,-2 3-170 16,8-3-213-16,8 1-193 0,-2-5-107 0,7 0-10 15,0-3 67-15,6-4 145 0,1 3 207 16</inkml:trace>
  <inkml:trace contextRef="#ctx0" brushRef="#br0" timeOffset="48475.57">23973 5524 156 0,'13'-14'690'15,"-6"2"134"-15,-1 2 85 0,0-5 69 16,2 8-90-16,-8 0-270 0,0-1-207 0,0 5-119 15,6-2-76-15,-6 2-66 0,0 3-49 16,0 0-38-16,0 3-13 0,0 5 10 0,0 2 13 16,0 9 14-16,0-1 11 0,0 8 9 15,0 3-7-15,0 4-20 0,6 4-17 0,-6 0-14 16,0 0-11-16,0 2-10 0,0-5-7 16,6 2-9-16,-6-3-1 0,0-4-1 0,0 1-2 15,0-5-3-15,0-2-6 0,8-5-27 16,-8-4-52-16,0 1-67 0,0-8-94 0,6-3-154 15,0-4-190-15,1 0-170 0,-1-7-170 16,8-4-61-16,-2 0 28 0,2-8 120 16,-2 1 175-16,1 0 188 0</inkml:trace>
  <inkml:trace contextRef="#ctx0" brushRef="#br0" timeOffset="48803.64">24246 5718 187 0,'0'-11'613'15,"0"1"139"-15,-6 2 83 0,6 1 3 0,-6-1-83 16,0 1-187-16,-2 3-201 0,2 1-123 15,0 3-73-15,-1 0-45 0,-6 7-25 16,6 0-13-16,1 8-6 0,-7 0-3 0,6-1 2 16,7 9-8-16,-6-1-11 0,6-1-12 15,6 1-10-15,1 0-11 0,0 0-8 16,5 0-3-16,-5-3 4 0,13-5 6 0,-8 1 11 16,8-4 14-16,-6-4 16 0,5 1 9 15,1-8 10-15,-2 0 3 0,2-4 8 0,0-3 9 16,-7 0 9-16,7-5 13 0,-8-2 6 15,-5-4 3-15,0-1-8 0,-1 1-17 0,-6-8-22 16,0 0-24-16,-6 1-22 0,-8-4-18 16,2 3-12-16,-2 3-9 0,-5 5-6 15,-1 0-4-15,0 7-18 0,2 0-32 0,-9 8-51 16,7-1-63-16,2 4-77 0,-2 4-87 16,0 3-110-16,7 0-135 0,0 1-139 15,6-1-132-15,7 4-95 0,0-4-4 0,7 0 77 16,0 0 141-16,12-2 175 0</inkml:trace>
  <inkml:trace contextRef="#ctx0" brushRef="#br0" timeOffset="49334.75">24540 5671 536 0,'6'0'736'0,"1"0"114"0,-1 0 73 16,-6 0-89-16,7 0-133 0,-7-4-227 15,0 4-179-15,0 4-104 0,0-4-73 0,0 3-36 16,-7 1-30-16,7 3-14 0,0 5-7 15,-6 2-4-15,6 1 1 0,0 3-2 0,0 1-3 16,0 2-3-16,6 1-6 0,1 0-2 16,-1-3-3-16,7-1-2 0,1-4 2 0,-8 1-1 15,7-4-1-15,6 0-1 0,-6-7-1 16,7-1 0-16,-7-3-3 0,7 0 0 0,-1-7 0 16,-6 0 1-16,7 0-2 0,-7-9 1 15,0 2 5-15,0-4 6 0,-1-4 5 16,2 0 4-16,-8 0 7 0,1-7 8 0,0 4 8 15,-7 2 5-15,0 1 7 0,6 0 9 16,-6 8 4-16,-6-1-7 0,6 8-12 0,0-1-14 16,0 5-10-16,-7-1-15 0,7 8-10 15,0 3-1-15,0 4 0 0,0-1 1 16,0 5 1-16,7 4 2 0,-1-4 1 0,0 3 0 16,1-4 0-16,6 4-2 0,0-2-2 15,7-1 0-15,-8-5 1 0,8 1 0 0,7 0 7 16,-9-4 11-16,9 1 11 0,-1-5 4 15,0-3 4-15,0 0 16 0,-7-3 13 16,7-5 10-16,-6 1 15 0,-7 0 24 0,1-4 21 16,-2 0 5-16,-6-7-4 0,1-1-10 15,-7 1-19-15,0-4-26 0,-7-4-22 0,1 1-22 16,0-1-12-16,-8 0-9 0,8 4-15 16,-7 4-5-16,0-1 0 0,0 5 0 0,-1-1 0 15,2 8 0-15,-1-4 0 0,6 7-21 16,-6-3-88-16,1 3-77 0,-2 4-84 0,2 0-98 15,-2 4-121-15,8 0-131 0,-7-4-146 16,-1 3-137-16,8 1-83 0,-6-1 12 0,4-3 86 16,2 0 145-16,0 0 186 0</inkml:trace>
  <inkml:trace contextRef="#ctx0" brushRef="#br0" timeOffset="53809.49">17063 9476 179 0,'-6'5'435'15,"-1"-1"88"-15,7-1 66 0,-7 1-46 0,7-4-33 16,-6 4-89-16,6-4-80 0,6 0-68 15,-6 0-55-15,7 0-50 0,0 0-52 0,5 0-37 16,2-4-29-16,5 4-20 0,1 0-12 16,0-4-4-16,5 1-2 0,1 3-7 15,0-4-3-15,0-1-2 0,-6 3-6 0,6-3-28 16,-7 2-52-16,1 0-72 0,-7 3-91 16,-7-4-114-16,8 0-117 0,-14 4-98 15,0 0-51-15,-6 0 18 0,-2 4 67 0,-11-4 99 16,6 4 116-16</inkml:trace>
  <inkml:trace contextRef="#ctx0" brushRef="#br0" timeOffset="54043.84">17122 9583 261 0,'-7'16'449'0,"1"-9"57"0,-1-1 37 0,7 2-63 16,-6-2-87-16,6-1-60 0,0-1-21 16,0-4 0-16,0 3 5 0,0-3-6 0,6 5-22 15,7-5-50-15,-6 0-57 0,13 0-51 16,-8-5-39-16,14 5-30 0,-7-3-23 0,1 3-16 15,6-4-8-15,1-1-8 0,-1 3-4 16,0-5 0-16,7-1-2 0,-8 5-1 16,-5-4-4-16,0 2-6 0,-1-2-20 0,-6 3-39 15,-7 1-58-15,7 3-80 0,-13-4-97 16,0 4-109-16,0 0-117 0,-6 0-109 0,-1 0-60 16,-5-4 21-16,-2 4 65 0,-6-3 100 15,8-1 127-15</inkml:trace>
  <inkml:trace contextRef="#ctx0" brushRef="#br0" timeOffset="56322.32">19884 9030 35 0,'0'-4'336'0,"-8"2"56"0,8-3 43 15,0 2-43-15,0-5-7 0,0 1-64 0,0 3-38 16,0-3-13-16,0 4-8 0,0-5-3 16,0 4-19-16,0-3-17 0,0 3-26 15,0 1-24-15,0-1-22 0,0 0-29 0,0 1-27 16,0 3-32-16,0-4-19 0,0 4-18 16,0 0-13-16,8 4-5 0,-8-1 6 0,0 5 9 15,6 2 9-15,-6 6 13 0,6-2 3 16,-6 4 6-16,6 1 1 0,-6 6 1 15,7 0 1-15,-7 1-7 0,7 4 1 0,-7-5-5 16,6 5-4-16,-6-5-7 0,0 1-11 16,7 0-5-16,-7-5-4 0,6 1-2 0,-6-3-4 15,7-4 1-15,-7 0 6 0,0-5 9 16,7 1 14-16,-7-4 36 0,0-3 40 16,0 3 44-16,0-7 24 0,6 0 8 0,-6 0-10 15,0-3-25-15,0-8-36 0,0 4-41 16,-6-4-29-16,6-4-16 0,0-3-11 15,-7 0-5-15,7-1-10 0,0-4-1 0,-7 2-4 16,1-5 0-16,6 4-1 0,0 4-2 0,0-3 0 16,0-2-1-16,6 4 1 0,1 1-3 15,0 4 2-15,5-4 1 0,2 3 0 0,-2 4 0 16,1 0 0-16,7 0 1 0,-8 1-1 16,8 2-1-16,0 0 1 0,-7 1 0 0,7 3-1 15,-8 4 0-15,2-4-2 0,5 8 0 16,-6 0 1-16,0 3 1 0,1 1 0 15,-8 2 1-15,7 5-3 0,0 0 3 0,-7 0 1 16,1 2-1-16,-1 6 0 0,0-2-1 16,2-2 5-16,-2 6 0 0,-6-2-1 0,0-4-2 15,6 1 1-15,-6-1 0 0,0 3 0 16,0-4-2-16,0-2 1 0,0 2-1 16,0-7 0-16,0 3 0 0,0-7 0 0,0 5 0 15,0-5 0-15,0-3 0 0,0-1-18 16,-6-3-45-16,6 0-80 0,-6-3-130 15,6-1-189-15,-8-7-224 0,-4 0-234 0,5-4-90 16,1-4 10-16,-7 1 92 0,6-8 168 0,1 1 214 16</inkml:trace>
  <inkml:trace contextRef="#ctx0" brushRef="#br0" timeOffset="56798.21">20346 8624 429 0,'6'-11'557'0,"-6"-3"75"16,7 2 63-16,-7-3-70 0,6 5-134 16,7-5-126-16,-6 4-78 0,-1 0-58 15,8-1-45-15,-2 2-41 0,8-1-33 0,-7 3-26 16,7 0-23-16,-8 6-19 0,8-3-17 16,-1 2-8-16,1 0-10 0,0 3-10 0,-8 0 3 15,8 3 2-15,-13 0 3 0,5 2 2 0,-4 5 7 16,-8-2 8-16,0 6-1 0,0-2 1 15,-8 2 1-15,-4 4 2 0,-2-3-7 16,1 3 2-16,-6 0-1 0,0 1 0 0,5-1 3 16,1 1 2-16,-6-5 10 0,12 1 3 15,-5-1 4-15,4-2 10 0,2-2 10 0,0 1 8 16,6-3 19-16,0-5 17 0,0 4 14 16,12-2 11-16,-4-2-3 0,11 1-2 15,0-4-18-15,1 0-19 0,6 0-18 0,6-4-22 16,2 4-15-16,-2-3-13 0,1 3-4 15,-1-5-2-15,1 5-1 0,-1-2 5 0,1 2 6 16,-7-5 7-16,6 5-2 0,-5 0-1 16,-2 0-5-16,-5-3-3 0,-8 3-7 15,2-4-6-15,-2 4-3 0,-4 0-1 0,-2 0-3 16,-6 0-19-16,0 0-46 0,0 0-80 16,-6 0-139-16,-2 0-201 0,-4 4-246 0,-8-1-207 15,7-3-76-15,-13 5 18 0,0-3 105 16,0 6 182-16,-7 0 241 0</inkml:trace>
  <inkml:trace contextRef="#ctx0" brushRef="#br0" timeOffset="57493.34">19245 10724 261 0,'-14'2'337'0,"2"2"39"0,-1 3-51 0,0-7-23 15,6 4-45-15,1-1-50 0,6-3-35 16,-6 5-25-16,6-5-18 0,-8 0-17 0,8 2-20 16,0-2-16-16,0 0-10 0,8 0 0 15,-8 0 5-15,6 0 12 0,7 0 9 0,0 0 2 16,0 0-2-16,-1 0-14 0,2 0-13 15,6-2-32-15,-1 2-10 0,-6-5-9 16,0 5-10-16,7-3-29 0,-8 3-58 0,1-4-87 16,-6 4-123-16,0 0-108 0,-7 4-124 15,0-4-42-15,0 3 19 0,-7 2 79 0,-6-5 104 16</inkml:trace>
  <inkml:trace contextRef="#ctx0" brushRef="#br0" timeOffset="57748.62">19141 10899 110 0,'-7'10'361'0,"1"-1"57"16,6-3 40-16,-7 2-28 0,7-5-40 16,0 1-24-16,7 0-9 0,-1-1-6 0,1 1-2 15,6-4-25-15,-1 0-40 0,8 0-58 0,0 0-53 16,-1-4-42-16,7 4-32 0,0-3-24 0,1-1-15 16,-1 0-22-16,-1-3-12 0,1 3-7 15,1 4-6-15,-8-3-3 0,0 0-4 16,-5-1 0-16,-1-1-6 0,0 5 1 0,-7-3-7 15,1 3-28-15,-1-5-60 0,-6 5-97 16,0 0-113-16,0 0-153 0,-6 0-157 0,-1 0-110 16,1 5-18-16,0-5 56 0,-8 0 97 15,8 0 138-15</inkml:trace>
  <inkml:trace contextRef="#ctx0" brushRef="#br0" timeOffset="58702.77">20371 10601 67 0,'0'-7'333'0,"-6"0"65"16,6 3 60-16,0-3-38 0,-6 0 18 0,6 0-32 16,0 2-23-16,-7-2-17 0,7 4-22 15,0-1-37-15,0 4-60 0,0-4-64 0,0 4-53 16,0 0-51-16,0 0-34 0,0 4-18 15,0 3 1-15,0 5 12 0,0 2 10 16,0 1 12-16,0 6 6 0,7 1 2 0,-7 1-3 16,0 2-7-16,0 0-7 0,0 1-2 15,6 0 2-15,-6 0 3 0,0-4 2 0,6-1-1 16,-6 2 6-16,0 0 5 0,7-6 4 16,-7-2 1-16,0 0 8 0,0-4 14 15,0 0 16-15,0-4 21 0,0 0 30 0,0-3 32 16,0-4 19-16,0 3 0 0,0-6-17 15,-7 3-29-15,7-8-39 0,-6-2-42 0,0-1-36 16,6-7-21-16,-7 3-10 0,1-8-8 16,6 1-6-16,0 0 0 0,0-3 0 0,0 3 1 15,6-4-1-15,-6 4-1 0,13 0 3 16,-7 4-14-16,8-1 3 0,-2 5 2 0,8-4 0 16,-7 6 1-16,7-2-1 0,6 3 11 15,0 3-5-15,-7 1-1 0,7 0-3 0,0 3 1 16,-6 4-1-16,7 0 1 0,-15 4-3 15,8 0 0-15,-7 4-3 0,-1-1 2 16,-4 7 2-16,4 0 1 0,-6 2 1 0,1 2-1 16,0 4 1-16,-1-5 1 0,-6 6-2 15,7-4 0-15,-7 2 0 0,0-2 1 0,0-1-1 16,6 0 0-16,-6 0 0 0,0-3 0 16,0 1-1-16,0-3-18 0,0-1-32 15,0-2-52-15,0-1-64 0,0-6-82 0,0 0-138 16,0 1-185-16,0-8-207 0,0 1-187 15,7-9-62-15,0 2 15 0,-1-9 103 0,6 1 182 16,2-1 231-16</inkml:trace>
  <inkml:trace contextRef="#ctx0" brushRef="#br0" timeOffset="58952.33">21048 10543 345 0,'8'-11'654'0,"-8"4"120"0,6-5 89 0,-6 6 6 16,0-2-145-16,0 2-197 0,0 1-158 15,0 1-111-15,0 4-83 0,0 0-49 16,0 4-18-16,0 1 1 0,6 5 4 0,-6 5 15 16,7-1 8-16,-7 8-7 0,7 0-15 15,-7 1-26-15,6 2-25 0,1 4-20 16,-7-4-13-16,0 4-9 0,6-3-8 0,-6 0-6 16,0 0-1-16,0-4-2 0,0-1-2 15,0 2-2-15,0-9-7 0,6 5-26 0,-6-8-44 16,0 0-54-16,0-3-84 0,7-1-140 15,-7-7-179-15,7 0-169 0,5-3-169 0,2-6-66 16,-1-1 19-16,-1-5 108 0,2 0 167 16,6 0 184-16</inkml:trace>
  <inkml:trace contextRef="#ctx0" brushRef="#br0" timeOffset="59302.59">21348 10653 153 0,'0'-10'509'0,"0"1"119"15,0 3 107-15,-6-2 65 0,0-3-124 0,6 8-140 16,-7-2-109-16,0 3-102 0,1-3-94 15,0 5-66-15,-1 5-41 0,1-3-22 16,-1 6-10-16,0 3-2 0,1 3-1 0,0 2-6 16,6 2-10-16,-8 4-10 0,8 0-14 15,0-1-9-15,8 5-10 0,-8-4-4 16,6 0-8-16,7 0-4 0,-6 0 3 0,6-4 7 16,-1-3 8-16,8 0 5 0,-7-1 11 15,7-2 11-15,-1-9 5 0,0 5-2 0,8-8-1 16,-8-4 6-16,0 0 13 0,8 1 9 0,-8-9 12 15,-6 2 13-15,7-2 7 0,-7-6-7 16,-6 3-14-16,5-7-18 0,-12 1-20 0,0-1-22 16,0-4-15-16,-12 0-10 0,5 1-8 15,-6 3-3-15,0 3-3 0,0 1 0 0,-7 8-4 16,1-2-24-16,-1 1-36 0,1 8-54 16,-1-2-63-16,0 5-75 0,1 5-81 0,6-2-104 15,0 1-123-15,0 3-139 0,6 5-134 16,1-5-69-16,6 3 10 0,0-2 84 0,6-1 137 15,8 0 181-15</inkml:trace>
  <inkml:trace contextRef="#ctx0" brushRef="#br0" timeOffset="59876.28">21896 10712 95 0,'20'-8'515'0,"-8"1"134"15,-6-3 97-15,8 1 43 0,-14-1-57 16,0-1-141-16,0 0-126 0,0-1-105 0,-7 2-80 15,0 3-57-15,-5-1-54 0,-2 0-44 16,2 1-33-16,-8 4-28 0,7 3-16 0,-7 0-17 16,1 3-11-16,-1 4-8 0,1 4-9 15,6 1 1-15,-7 2-2 0,14 5 2 16,-7-1 0-16,6 0-1 0,0 1 2 0,1-1-3 16,12 1 1-16,-6-1 1 0,7 0-5 15,0-3-3-15,6-1-2 0,0-3 20 0,0 1-16 16,0-9-5-16,0 4 4 0,6-7 0 15,-5 0 3-15,5-4-19 0,-6 1 16 0,0-5 4 32,0-2 4-32,0 2 8 0,1-3 10 0,-8-3 12 15,0 3 25-15,7 0 16 0,-6-5 15 16,-7 6 12-16,6 2 4 0,1 1-5 16,-7 5-21-16,0-7-19 0,6 9-19 0,-6-3-19 15,0 6-13-15,0-3-8 0,0 9-3 0,0 0 0 16,0 7 4-16,0-2-2 0,0 4-1 15,6 4 6-15,-6 0-3 0,0 4-1 0,0-1-4 16,8 8 1-16,-2-3 0 0,0 3-7 0,0 0 5 16,2-1 2-16,4 2 1 0,-5-5-1 0,-1 0 2 15,8-3 2-15,-8-5-1 0,-6 2 2 16,6-4 4-16,-6-5 15 0,0-3 16 0,-6-1 26 16,0-1 24-16,-1-6 24 0,-6 0 21 0,0-3 12 15,-1-3-2-15,-4 0-13 0,-2-6-18 16,0 3-21-16,-5-5-21 0,5 0-26 15,-13 0-16-15,7-4-12 0,-7 0-8 0,7 0-8 16,0 4-27-16,0-3-46 0,1 2-74 16,5 2-104-16,7-1-147 0,-1 0-207 0,8 0-242 15,12-4-218-15,1 0-68 0,6 4 31 16,6-6 106-16,7 2 191 0,7-4 254 16</inkml:trace>
  <inkml:trace contextRef="#ctx0" brushRef="#br0" timeOffset="60409.61">22417 10594 23 0,'6'-7'602'15,"0"0"162"-15,2-1 100 0,-8 5 59 16,6-4-83-16,-6 2-194 0,0 2-252 0,6-1-157 16,-6 4-84-16,0 0-34 0,0 7-14 15,7 1-4-15,-1 3 8 0,1 4 10 0,-7 3-4 16,6 4-17-16,1 4-21 0,-1-5-16 0,0 8-9 15,-6-3-6-15,8 0 1 0,-8 0 5 16,6 0 9-16,-6-5 10 0,0 1 5 16,0-2 3-16,6-7 9 0,-6 1 9 0,0-1 15 15,0-6 24-15,0 0 33 0,0-3 39 16,0-1 25-16,0-3 5 0,0 0-162 0,0-7-76 16,0 0 0-16,-6-5 0 0,6-2 0 15,0-5 0-15,6 1 0 0,-6-3 0 16,0-5 0-16,7-4 0 0,-1 0 0 0,7 3 0 15,-6-4 0-15,6 6 0 0,0 0 0 16,0 2 0-16,6 4 0 0,-6 1 0 0,7 4 0 16,0 2 0-16,-1 2 0 0,7 2 0 15,0 5 0-15,-6 6 0 0,5 1 0 0,-5 3 0 16,6 5 0-16,-6 2 0 0,-7 1 0 16,7 6 0-16,-8 1 0 0,2 1 0 0,-8 2 0 15,1 0 0-15,-1 1 0 0,-6 0 0 16,6 0 0-16,-6 0 0 0,0-5 0 15,-6 1 0-15,6 0 0 0,0-3 0 0,0-5 0 16,0 1 0-16,0-4 0 0,0 0 0 0,-6-4 0 16,6 1 0-16,0-5 0 0,0 5 0 15,0-8 0-15,0 0 0 0,0 0 0 0,0-8-512 16,-7 1-443-16,1-4-256 0,-1-3-88 16,0 0 22-16,1-9 111 0,0-3 234 0,-1 0 334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17:44.7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19290 7004 28 0,'7'0'258'0,"0"0"44"0,-7 0 14 16,6 0-54-16,-6 0-7 0,6-4-21 0,-6 4-16 16,0-3-4-16,7 3 10 0,-7-4 27 15,7 4 42-15,-7-4 26 0,0 1 16 0,6-1 0 16,-6 1-7-16,0-1-26 0,0 1-46 15,0-2-40-15,-6 1-34 0,6 1-25 0,0 0-25 16,-7 3-19-16,0-4-17 0,1 0-22 16,6 4-13-16,-13-3-5 0,6 3-4 0,1 0-4 15,-7 0-4-15,0 3 1 0,0 1 1 16,-1 0-5-16,2 2-7 0,-8 3-1 0,7-2-2 16,1 3 6-16,-2 1 0 0,-5 0 0 15,6 0 2-15,-7 3 1 0,7 3 2 16,0-3-4-16,0 4-2 0,7 0 0 0,-7 1-1 15,6-1 4-15,0 3-2 0,1 2-2 16,6-1 7-16,0 0 7 0,0 3 5 0,0-3-2 16,6 4 1-16,-6 0 2 0,14-4-5 15,-8 3-5-15,7 1-3 0,-7-4 0 16,14 3 2-16,-7-3 1 0,0 1-2 0,7-2 1 16,-1-2-1-16,1 3-4 0,-1-4-4 15,7 1-8-15,-6-2-3 0,6-1-4 0,-7-2-2 16,7 1 1-16,-6-5 1 0,6-1 2 15,1-3 2-15,-2-2 1 0,1-4 1 16,0 0-1-16,0 0-1 0,1-7 3 0,-1 0 4 16,-1-1 3-16,-5-3 4 0,6 0 3 15,-6-3 5-15,5-5 1 0,-5 5-1 0,-7-5-5 16,7 4 0-16,-7-3-4 0,6 0-5 16,-13-4-32-16,8 4 0 0,-8-5 0 0,1 1 0 15,-1 0 0-15,1-4 0 0,-7 5 0 16,7-5 0-16,-7 1 0 0,-7 2 0 15,7-3 0-15,0 6 0 0,-7-3 0 0,1 2 0 0,-1-2 0 16,1 4 0-16,-8-2 0 0,8 6 0 0,-6-3 0 16,5-1 0-16,-6 5 0 0,0-1 0 15,-1 5 0-15,2-5 0 0,-2 3 0 16,2 1 0-16,-1 0 0 0,-1 0 0 0,2 4 0 16,-8 0 0-16,7-1 0 0,0 1 0 15,-6 4 0-15,5-5 0 0,2 5 0 0,-8-1 0 16,7 0 0-16,-7 1 0 0,0 3 0 0,8-4 0 15,-8 4 0-15,7 0 0 0,-7 0 0 16,1 0 0-16,6 0 0 0,0 4 0 0,0-1 0 16,0 1 0-16,7 0 0 0,-8-1 0 15,8 5 0-15,6-2-274 0,-7 3-103 0,7-2-78 16,7 3-95-16,-1-2-117 0,8 4-140 16,-2-5-148-16,2-1-37 0,5 2 35 15,7-2 104-15,-6-1 158 0,12-2 205 0</inkml:trace>
  <inkml:trace contextRef="#ctx0" brushRef="#br0" timeOffset="532.26">20332 6675 281 0,'0'-8'428'0,"0"1"57"0,-6 0 62 16,0 2-25-16,-1-1-81 0,7 2-51 0,-7-3-28 16,1 4-21-16,-1-2-35 0,1 1-49 15,0 4-52-15,-1-3-36 0,-6 3-22 16,7 3-17-16,-8 1-10 0,1 1-4 0,0 1-6 15,-6 5-4-15,5 0-4 0,2 0 1 16,-8 4-4-16,7 3-4 0,-7 0 6 0,1 0 8 16,6 9 13-16,-6-2 10 0,5 4 10 15,2 1 9-15,-2 2 4 0,2 5-2 16,-2 0-7-16,1-1-10 0,7 5-16 0,0-1-14 16,-2 4-9-16,8 1-11 0,0-1-10 15,8 0-6-15,-8-5-4 0,6 5-7 0,7-3-7 16,-7-1-6-16,8-4-5 0,-2 1-6 15,2-4-2-15,5 0-3 0,-6-4-7 0,0 0-3 16,0-2-2-16,6-2-14 0,-5-3-4 16,-1-4 0-16,-1 0 0 0,2-3 0 0,-2-4 0 15,-4 0 0-15,-2 0 0 0,7-7 0 16,-7 0 0-16,1 0 0 0,-1-4 0 0,1 0 0 16,-1-8 0-16,0 4-36 0,2-3-144 15,-2-3-99-15,0-3-122 0,-6 3-165 16,7-5-177-16,0 1-160 0,-7-1-129 0,6 1-16 15,0-1 62-15,7 0 139 0,-6-7 192 16,0-3 209-16</inkml:trace>
  <inkml:trace contextRef="#ctx0" brushRef="#br0" timeOffset="1296.25">20521 7188 196 0,'0'-14'583'16,"7"-1"120"-16,-7-1 102 0,0 2 82 0,0 2-154 15,0 2-162-15,0 3-129 0,0-1-97 16,0 1-85-16,0 3-72 0,0-3-53 0,0 7-43 16,0-4-39-16,0 4-19 0,0 0-16 15,0 4 3 1,7 3 10-16,-7 0 14 0,6 8 21 0,-6-1 16 16,6 1 23-16,-6 7 10 0,7 1 3 15,-7-1 6-15,7 3 5 0,-1 1-1 0,-6-1-10 16,0-3-4-16,6 5-6 0,-6-6-8 15,7 1-10-15,-7-4-6 0,6 1-5 16,-6-1-7-16,0-4-6 0,7-3-2 0,-7 3-2 16,0-6-2-16,7 1 1 0,-7-3 7 15,0 2-32-15,0-5-36 0,0-3 0 0,0 0 0 16,0 0 0-16,0 0 0 0,0-3 0 0,0-1 0 16,-7 0 0-16,7-2 0 0,-7-6 0 15,1 4 0-15,-1-6 0 0,1 2 0 16,0-2 0-16,-1 3 0 0,0-4 0 0,1 1 0 15,0-4 0-15,-8 3 0 0,8 0 0 16,6 1 0-16,-7-1 0 0,7 0 0 0,-6 1 0 16,6-5 0-16,6 4 0 0,-6 1 0 15,7 0 0-15,-1-2 0 0,1 2 0 16,6 0 0-16,0 2 0 0,0-2 0 0,0 3 0 16,7-1 0-16,0 5 0 0,-8-3 0 15,8 2 0-15,-1 1 0 0,1 0 0 0,-1 3 0 16,1-3 0-16,0 3 0 0,-2 0 0 0,-4 1 0 0,5 3 0 15,-5 0 0-15,-2 0 0 0,2 0 0 16,-2 3 0-16,2 1 0 0,-1 0 0 16,-1 3 0-16,-4 0 0 0,4 0 0 0,-6 1 0 15,1 3 0-15,0-1 0 0,-1 5 0 0,1 0 0 16,-1-1 0-16,0 5 0 0,2-5 0 16,-8 5 0-16,6-1 0 0,-6 1 0 0,6 3 0 15,-6-8 0-15,0 4 0 0,0 2 0 16,0-3 0-16,0-2 0 0,0 0 0 15,0-1 0-15,0 1 0 0,0-1 0 0,0-3 0 16,0 0 0-16,0 0 0 0,0 0 0 16,0-3 0-16,0 0 0 0,0-1 0 15,-6-4 0-15,6 1 0 0,0 0 0 0,0-1 0 16,0-3 0-16,0 0 0 0,0 0 0 0,0 0 0 16,-6-3 0-16,6-5 0 0,0 2 0 15,-8-3 0-15,8 1 0 0,-6-2-550 16,0 0-227-16,6-6-227 0,-7 2-156 0,7-5-16 15,0 1 63-15,7 0 127 0,-7-4 205 16,6-4 274-16</inkml:trace>
  <inkml:trace contextRef="#ctx0" brushRef="#br0" timeOffset="1733.61">21238 6656 380 0,'0'-11'705'0,"0"-3"103"0,0 2 84 0,6 2 65 16,-6-2-231-16,7 1-235 0,-1 4-141 15,0 0-81-15,8 0-62 0,-1 7-39 16,0-4-21-16,0 4-10 0,7 4-4 16,-1 3-2-16,7 0 0 0,-6 8-3 0,6 0-7 15,-7 7 3-15,7 0 22 0,-6 7 31 0,6 4 20 16,0 4 14-16,-7 3 12 0,7 4 5 15,-13 4-224-15,7-1-4 0,-14 4 0 16,-6 1 0-16,0-1 0 0,-6 4 0 0,-7-4 0 16,-7-4 0-16,1 1 0 0,-7 0 0 15,6-4 0-15,-6-4 0 0,0-3 0 0,0 0 0 16,7-5 0-16,-7-2 0 0,6-2 0 16,1-5 0-16,5 0 0 0,2-9 0 0,-2 0 0 15,2-2 0-15,5-2 0 0,1-6 0 16,6 3 0-16,-7-3 0 0,0 0 0 0,7-1 0 15,0-3 0-15,-6 0 0 0,6-3 0 16,0-1 0-16,0 0 0 0,0-3 0 16,0 0 0-16,0-5-262 0,0 2-611 0,-6-1-320 15,6 0-106-15,-14-4 20 0,1 4 100 16,-6-3 179-16,-8-1 277 0</inkml:trace>
  <inkml:trace contextRef="#ctx0" brushRef="#br0" timeOffset="4673.68">12745 8756 117 0,'7'-5'335'0,"-7"-2"52"0,6 4 48 0,-6-5-52 15,0 1-17-15,0 0-41 0,6 0 4 16,-6-1 6-16,0 1-4 0,0 3-24 16,0 0-28-16,0 1-44 0,0-1-56 0,0 4-52 15,0 0-35-15,0 0-24 0,0 4-15 16,0-1 3-16,-6 5 0 0,0-1 11 0,-7 4 1 15,6 4 3-15,-6-1 2 0,0 5-6 0,0-4-12 16,-6 3-10-16,5 0-10 0,2-3-5 16,-8 3-10-16,7 1-6 0,0-5 1 15,0 0-6-15,7-2 1 0,-8 2-3 0,8-3-5 16,-1-4 1-16,0 1-2 0,7-1-1 16,-6-3-4-16,6 0-8 0,-6-1-8 15,6 1-25-15,0-4-45 0,0 0-56 0,0 0-80 16,0-4-79-16,6 1-80 0,-6-1-73 15,6-3-46-15,1 0-21 0,-7-1 5 0,7-3-18 16,-7 4 35-16,6-4 69 0,-6-1 74 16,6 1 70-16</inkml:trace>
  <inkml:trace contextRef="#ctx0" brushRef="#br0" timeOffset="4941.34">12575 8803 7 0,'0'-7'289'0,"0"4"55"0,-6-5 45 0,6 1-6 15,0 3-31-15,0 0-16 0,-6 1 0 16,6-1-2-16,0 0-12 0,0 1-37 0,0 3-39 15,6 0-34-15,-6 3-29 0,6 1-22 0,2 3-14 16,-2 4-1-16,7-4-2 0,-7 8-25 16,8-4-26-16,-2 4-26 0,2-4-12 15,-2 3-10-15,2-2-14 0,-1 2 3 0,-1-3-2 16,2-1-2-16,5 2-4 0,-6-5-4 16,0 1-2-16,0-1-4 0,0 1 0 0,1-5 3 15,-2-3-6-15,-5 4-3 0,6-4-3 16,-7 0-5-16,1 0-4 0,-7 0-19 0,6 0-26 15,-6-4-53-15,0 1-84 0,-6 3-101 16,6-5-117-16,-7 2-123 0,7-1-108 0,-6 1-73 16,-1-1 17-16,7 0 66 0,-6 1 100 15,6 3 125-15</inkml:trace>
  <inkml:trace contextRef="#ctx0" brushRef="#br0" timeOffset="5967.37">15167 7672 94 0,'0'0'300'0,"8"0"45"0,-8-4 2 0,0 4-13 16,0 0-39-16,0 0-32 0,0 0-22 15,0-5-4-15,0 5 0 0,0 0 2 0,0 0-5 16,0 0-4-16,0 0-15 0,0 0-5 16,0 0-10-16,6 0-17 0,-6 5-11 0,0-5-11 15,6 4-6-15,-6 2-14 0,7-2-12 16,-7 0-9-16,0 3-11 0,7 0-10 16,-7 0 0-16,0 1-7 0,0 3-8 0,0-4 0 15,6 1-8-15,-6 0-4 0,0-2-6 16,6 2-1-16,-6-5 2 0,0 5 3 0,7-8 11 15,-7 4 12-15,6-4 11 0,1 0 7 16,0-4 1-16,-1 0-1 0,7-3-6 0,6-4-13 16,-5-5-8-16,11 2-13 0,-5-4-5 15,13 0-9-15,-7-5-9 0,13-2-9 0,-7 0-5 16,14-2-6-16,-7 6-1 0,6-5 7 16,1 4 5-16,-7 0 5 0,0 1 4 0,-6 2 5 15,0 0-3-15,-8 5-5 0,-5-1-8 16,0 5-8-16,-7 1-6 0,0 3-8 15,-7-2-6-15,1 5-13 0,-1-1-18 0,-6 0-35 16,0 4-58-16,-6 4-75 0,-1-4-100 16,1 4-164-16,-7 3-223 0,-6 0-266 0,-1-4-115 15,-6 9-16-15,-7-5 53 0,1 4 145 16,-15-7 228-16</inkml:trace>
  <inkml:trace contextRef="#ctx0" brushRef="#br0" timeOffset="25864.62">14250 1444 245 0,'0'-5'292'0,"0"2"53"0,0-1-23 15,0 4-22-15,0-4-17 0,0 4-7 0,0-3-20 16,0 3-34-16,0 0-42 0,0 0-18 15,0 0 22 1,0 3 22-16,0 5 15 0,0 0 18 0,0 2 20 16,0 5-2-16,0 4-39 0,0 2-15 15,0 1-9-15,0 11-12 0,-7-1-9 16,7 10-2-16,0 2-3 0,0 3-24 0,-7 7-18 16,7 2-13-16,0 3-14 0,-6-1-22 0,6 0-18 15,0 1-5-15,-6-4-2 0,6 0-4 16,0-4-3-16,0-3-2 0,6-1 1 0,-6-6-6 15,0-1-11-15,6-4-4 0,-6-6-5 0,7-4-5 16,-7-1 0-16,0-6-5 0,0-5 1 16,0 1-2-16,0-8 0 0,0-3-6 0,0 0-27 15,0-8-32-15,0 0-42 0,-7-3-59 16,7-4-77-16,-6-4-100 0,0 1-115 0,-1-4-128 16,0-1-122-16,7-3-118 0,-6-3-18 15,6-1 56-15,-7-3 111 0,7-4 147 0</inkml:trace>
  <inkml:trace contextRef="#ctx0" brushRef="#br0" timeOffset="27430.51">14204 1352 82 0,'-7'-11'242'0,"-5"3"28"0,5 1 7 16,0 0-54-16,1-1-21 0,0 1-8 0,-1 3-13 15,7 0-12-15,0 2-22 0,0-3-25 0,0 5-14 16,7 0 2-16,-1 0 10 0,7 5 13 16,6-5 20-16,-6 2 21 0,13-2 18 0,0 4 6 15,7 0 0-15,-1-4-9 0,7 4-9 16,1-4-17-16,5 0-32 0,8 0-28 0,5 3-20 15,1-3-9-15,0 0-16 0,6 0-7 0,0 0 4 16,0 0-3-16,6 4 9 0,-6-4-10 16,14 0 5-16,-8 0-5 0,8 0-11 0,12 0-6 15,0 0-16-15,0 0 1 0,7 4-8 16,-1-4-2-16,1 2 4 0,-7-2 0 0,7 5-5 16,0-5 1-16,6 4-9 0,-7-1-4 0,1 1-6 15,0-4 2-15,0 4 9 0,-7-1-3 16,7-3 9-16,-7 0 4 0,7 4 0 0,-1-4-5 15,1 4-15-15,-1-1 3 0,2-3 6 0,4 3 7 16,-5-3 1-16,-1 5 10 0,1-5 4 16,7 3-3-16,-1 1-1 0,7 0-5 0,-7-4 6 15,-7 3 1-15,8 1 6 0,-8-1 5 0,1 1 0 16,6 0-4-16,1-1-9 0,-8 1-9 16,7-1-1-16,1 2 1 0,-8 2-2 0,7-4 0 15,-5 5 2-15,11-1 1 0,-5 0-10 0,5 0-2 16,1 5-1-16,-7-1 3 0,7-4 0 15,-7 5 6-15,-1-2 2 0,2 1-3 0,-7 0 2 16,6-4-11-16,-6 4 3 0,0-3 1 16,-7 3-1-16,0-4-1 0,-7-4-1 0,-5 5 8 15,-2 0-4-15,2-5-3 0,-1 0 3 16,-6 2 0-16,5-3 1 0,-11 3-3 0,-1-5-2 16,0 3 2-16,0-3-1 0,-6 0 0 0,0 0-3 15,-8 0 8-15,8 0 2 0,-7 0-5 16,1 0-1-16,-2 0 5 0,-5 0 1 0,7 0 0 15,-2 0 4-15,-5 0 7 0,-1 0 5 0,1 0 1 16,-7 0 4-16,0 0 0 0,-6 0 9 0,-7 0 6 16,0 0 6-16,-6-3 3 0,-1 3 5 15,-6 0-1-15,6-5-9 0,-11 5-5 0,-2 0-7 16,0 0-7-16,0 0-10 0,-6 0-4 16,0 0-7-16,7 0-6 0,-14 5-3 0,7-2 0 15,0 1 1-15,-6 3 0 0,0 1 3 0,0 2 0 16,6 2-5-16,-8 2 5 0,-4 1 2 15,5 3 18-15,0 4 20 0,1 0 22 16,-7 4 18-16,7 3 19 0,-8 4 16 0,2 0-7 16,5 0-11-16,-6 0-14 0,6 4-12 0,-6-5-19 15,7 5-13-15,-7-3-9 0,7 2 0 16,6-3 1-16,-8 4 3 0,8-1 3 0,-6-3 5 16,6 0 8-16,0-3 10 0,0-2-1 15,6 6 1-15,-6-9-4 0,0 4-10 0,8-7-8 16,-8 1-12-16,0-2-10 0,0-2-8 0,-8-1-6 15,8-3 2-15,-6-4-4 0,6 0-3 16,-6 1 2-16,-1-6 4 0,1 1 4 0,-7-3-1 16,0 4 1-16,-7-8-2 0,0 2-1 0,1-2-2 15,-7 0-3-15,6 0 1 0,-12 0-1 16,5 0 1-16,-5-2-3 0,-1-2 3 16,-5 0 1-16,-1 0 0 0,-7-3 0 0,-6 3 1 15,6-3 1-15,-13 3-2 0,1-3-3 0,-7 3 0 16,-7-3-1-16,1 3 1 0,-8-2-1 15,1 1 1-15,-6-2 1 0,-1 4 1 0,0-1 0 16,-12-3-4-16,-1 7 1 0,1-4 0 16,-1 4-3-16,-7 0 2 0,8 0 1 0,-1 0 0 15,-7 4 0-15,8-1-5 0,-7 1-4 0,-1 0-7 16,1-1-3-16,7 1-2 0,-7-1 5 0,5 2 7 16,-4-5 5-16,-1 3 4 0,-1-3 1 15,-5 0 3-15,5 3-4 0,-5-3-2 16,5 0 3-16,1 0 2 0,-1 0 0 0,2 0 3 15,-1-3 0-15,-1 3-1 0,1 0-1 0,7 0-5 16,-1 0 1-16,0-3 1 0,6 3 2 16,2 0 0-16,-1-5 0 0,6 5 5 0,0 0-4 15,-6-3-2-15,13 3 1 0,-7 0-3 0,7 0 0 16,0 0 0-16,0 0 3 0,0 0 4 16,6 0-4-16,-6 0 0 0,7 0 1 0,-2 3 0 15,2-3-1-15,6 0-1 0,0 0 2 16,-1 5-1-16,8-5-2 0,0 0-3 0,-1 3 1 15,6-3 4-15,1 0 2 0,7 0-1 0,-7 3 4 16,6-3-2-16,-6 0 2 0,7 4-5 0,-1-4-2 16,1 0 1-16,-8 0 1 0,7 0 1 15,-5 0-3-15,-2 0 1 0,8-4 1 16,-7 4-5-16,6 0 3 0,1-3 0 0,-8 3 2 16,8 0-1-16,-1 0 1 0,1-3 3 15,-1 3 0-15,1-5-1 0,-8 2 1 0,8 3-2 0,-7 0-1 16,-1-4-2-16,2 4-1 0,-2-3 0 15,1 3-1-15,1 0 1 0,11 0 2 16,-5 0-1-16,5 0 2 0,1 0 2 0,7 0 1 16,5 0 0-16,1 0-2 0,7 0-1 0,-1 0 2 15,8 0-1-15,-2 0 1 0,8 0-1 16,0 0 0-16,-1 0 2 0,1 0-3 0,6 0-3 16,0 0 1-16,-7 0-1 0,7 0 3 15,0 0-4-15,0 0-4 0,0 0-15 0,0 0-27 16,0 0-35-16,0 0-43 0,0 0-50 15,0 0-67-15,0 0-103 0,0-4-141 0,0 0-176 16,-7 1-182-16,7-5-94 0,0-2-7 16,0 2 79-16,0-3 146 0,7-4 198 0</inkml:trace>
  <inkml:trace contextRef="#ctx0" brushRef="#br0" timeOffset="27758.47">14654 2063 57 0,'0'-8'386'0,"-7"1"58"15,0-1 51-15,1 1 44 0,6 3-126 0,-7-4-94 16,7 6-60-16,-6 2-47 0,6-5-46 16,0 5-52-16,-6 0-25 0,6 5-5 15,0 2 11-15,0 0 29 0,-8 4 25 0,8 3 20 16,0 1 5-16,0 4-3 0,0-1-16 0,0 4-19 15,-6 0-20-15,6 4-12 0,0-4-20 16,-6 3-16-16,6-3-22 0,0 0-15 0,0-4-8 16,0 0-7-16,0-2-4 0,0-1-6 15,0-5 2-15,0 1-7 0,0-4-19 0,0 1-42 16,0-5-68-16,6-3-96 0,0-3-105 16,2-5-110-16,-2 1-98 0,0-8-68 0,7 0-52 15,1-2 18-15,-8-1 63 0,6-9 93 0,2 2 102 16</inkml:trace>
  <inkml:trace contextRef="#ctx0" brushRef="#br0" timeOffset="28086.58">14777 2044 121 0,'0'-7'330'0,"7"-1"39"0,-7 0 26 0,0 6-72 0,0-3-78 15,-7 5-54-15,7 0-21 0,0 7-4 16,-6-2 19-16,6 6 25 0,-7 0 27 0,7 4 19 16,0-1 0-16,0 1-7 0,7 3-18 15,-7 0-24-15,6 0-32 0,1 5-26 0,-1-5-19 16,7 0-14-16,0 4-6 0,1-7-3 15,5 3 0-15,0-3 1 0,0-4-4 0,1-1-4 16,0 1-8-16,6-6-7 0,-7-2-8 0,8-3-10 16,-8 0-6-16,0-3-2 0,1-5-2 15,0-2-5-15,-7-2 1 0,-1-3 0 0,2-3-6 16,-8 0-6-16,1-5-7 0,-7-2-8 16,-7-4-8-16,7 3-6 0,-12-3-4 0,4 3-3 15,-4 1-3-15,-8-2 2 0,1 9-2 0,-1 0-2 16,-6 4 0-16,0-1-2 0,0 8 0 15,0-4 1-15,-6 7-1 0,5 4-2 0,1 0-4 16,0 0-23-16,6 4-52 0,1-1-72 0,6 1-104 16,0 3-140-16,7-3-158 0,6 3-150 15,0-3-121-15,6 0-19 0,7-1 56 16,0-3 116-16,0 0 148 0</inkml:trace>
  <inkml:trace contextRef="#ctx0" brushRef="#br0" timeOffset="28430.58">15266 1527 274 0,'6'-18'488'0,"0"3"102"15,1 1 83-15,0-1-3 0,-7 4-131 16,0 3-112-16,6 1-87 0,-6 4-99 0,0-1-83 16,0 4-67-16,7 7-22 0,-7 5 0 15,0 6 12-15,0 1 22 0,6 6 24 0,-6 8 23 16,0 4 4-16,6 3 6 0,-6 7 0 15,0 8-9-15,8 0-15 0,-8 0-11 0,0 8-15 16,0-9-19-16,0 5-23 0,0 0-11 0,0-8-3 16,0 4-13-16,0-8-12 0,0 1-5 15,0-4-4-15,0-7-7 0,0-1 4 0,0-3-7 16,0-8-1-16,0 2-1 0,0-9-3 16,0-3 2-16,0-1-10 0,0-7-25 0,0 1-64 15,0-8-91-15,0-3-135 0,0-5-167 0,0-7-210 16,0 1-190-16,0-8-54 0,0 0 28 15,6-4 103-15,0 0 152 0,0 1 200 0</inkml:trace>
  <inkml:trace contextRef="#ctx0" brushRef="#br0" timeOffset="29028.14">15448 2019 8 0,'0'-12'428'0,"0"1"105"15,7 0 105-15,-1-3 79 0,-6 3-80 0,6-4-123 16,0 4-90-16,2-4-82 0,4 4-90 15,2 1-66-15,-1-1-51 0,-1 0-35 16,8 4-31-16,0 2-25 0,-1 2-15 0,1-1-10 16,0 4-10-16,-1 4-5 0,1 4-1 15,-2 2 2-15,2 1 2 0,-7 4-4 0,7-1 1 16,-14 5 3-16,1-1 2 0,0 0 2 0,-7 4 1 16,0-4 7-16,-7 5-1 0,-6 3-1 15,-7-5-4-15,1 2 1 0,-1-6-2 0,1 5-5 16,-1-3 12-16,-6-4 13 0,14-1 20 0,-8 0 19 15,7-6 32-15,-1 3 27 0,8-7 10 16,0-1 8-16,0 1-2 0,6-4-10 16,-8-4-27-16,8 1-25 0,0-1-20 0,8 0-22 15,-2-3-15-15,0 4-13 0,0-5-7 0,8 5-4 16,-1-5-2-16,-1 1-2 0,2 3-4 0,6-3-9 16,-1 2-6-16,-6 3-10 0,6-2-7 15,-5 0-7-15,-2 0 0 0,1 1 2 0,1 3 9 16,-8-4 7-16,7 4 6 0,-6 0 6 15,-1 4 2-15,0-1 1 0,-6 1 2 0,7 0 1 16,0 2 1-16,-1 3 4 0,-6-2 2 0,7 0 1 16,-1 1 0-16,0-5 6 0,8 5 1 15,-8-1-3-15,8 0-3 0,-2-3 3 16,1-1 0-16,7-3-2 0,0 0-2 0,-8 0 1 0,14-3 1 16,-6-1 5-16,-1 0-4 0,1-3-2 15,-1-4 2-15,1 4 2 0,0-4 4 0,-7 0-2 16,6 0 10-16,-12-4 4 0,5 0 0 15,-12-3 0-15,8 3 0 0,-8-3-6 0,-8 4-8 16,2-1 0-16,-7 0 0 0,-6 4-4 0,-1 1-3 16,1-2 3-16,-7 5 2 0,6 3-6 15,-6 0-2-15,0 1-10 0,0 3-28 0,6 0-45 16,-6 3-59-16,7 1-85 0,-1-4-121 0,7 4-142 16,0-1-153-16,7-3-171 0,-1 4-51 15,1-4 25-15,6-4 90 0,0 1 138 16,6-5 173-16</inkml:trace>
  <inkml:trace contextRef="#ctx0" brushRef="#br0" timeOffset="29332.94">16347 1596 448 0,'6'-18'602'0,"-6"1"122"0,0-2 82 15,0 1-42-15,0 3-153 0,0 0-119 16,0 1-112-16,0 3-116 0,0 4-71 0,0-1-72 15,0 5-46-15,0 3-30 0,0 3-24 16,0 8 5-16,6 0 7 16,-6 7 27-16,7 8 13 0,0 0 13 0,-1 6 18 0,1 9 9 0,-1-1 0 0,0 8-9 15,2 3-6-15,-2 4-8 0,-6-4-12 0,0 4-14 16,0 0-15-16,0-3-9 0,0-1-5 16,0 0-8-16,0-3-3 0,0-4-4 0,-6-4-7 15,6 1-5-15,0-9-8 0,0 1 0 0,-8-7-2 16,8-4 1-16,0-4 1 0,0 1-3 15,0-8-22-15,0-4-65 0,0 0-88 16,0-7-153-16,0-3-194 0,0-8-251 0,0-5-172 16,8-2-46-16,-2 0 30 0,-6-7 119 0,6-5 180 15,8 1 246-15</inkml:trace>
  <inkml:trace contextRef="#ctx0" brushRef="#br0" timeOffset="29762.42">16601 1934 7 0,'0'-15'477'0,"6"-3"134"0,0 4 106 16,2-2 71-16,4 2-79 0,-6-1-172 0,8 0-141 0,-8 5-127 15,7 2-104-15,1-3-61 0,4 8-45 0,-4-4-26 16,-1 7-16-16,0-5-6 0,6 5-5 16,-5 5-12-16,-2-2-1 0,-5 4-3 0,6 4-12 15,-13 0-11-15,7 1-8 0,-7-2-16 0,-7 5-11 16,1-1-7-16,-8 2 8 0,8-2 3 0,-7 1 11 15,0-4 18-15,7 0 15 0,-8 0 7 16,8-4 7-16,6 4 6 0,-7-7-2 0,7 2 1 16,7-1 8-16,-1 2 14 0,1-4 17 0,6 5 25 15,7-1 30-15,-8-3 10 0,15 4 1 16,-8 2 7-16,8-2 0 0,-2 3-9 16,1-1-11-16,-6 2 1 0,-1-1 0 0,1 3-7 15,-8 1-9-15,2-1-11 0,-8 1-10 0,-6-4-4 16,0 4-4-16,-6 0-5 0,0-1 0 0,-8-3-2 15,-5 4-6-15,-1-4-6 0,-6 0-6 16,7-1-2-16,-7-2-6 0,-7-1-8 16,7 1 0-16,-6-5-4 0,6-3-1 0,-1 0-16 15,-5 0-40-15,12-3-64 0,1-5-128 0,5 1-172 16,8-8-225-16,6 1-188 0,0-9-67 16,6 2 12-16,8-1 96 0,5-4 157 0,1 0 220 15</inkml:trace>
  <inkml:trace contextRef="#ctx0" brushRef="#br0" timeOffset="30043.6">17050 1927 211 0,'13'3'394'0,"-7"1"75"0,1 3 82 0,0 1 11 15,-7 3-63-15,6 0-36 0,-6 3-12 16,0 1-29-16,7 4-41 0,-7-1-59 0,0 3-52 16,6-2-35-16,1-1-35 0,-1 4-30 0,1-7-28 15,5 3-31-15,2-3-24 0,-1 0-20 16,6-4-5-16,-6 0-1 0,7-5-2 15,0-1 12-15,-1-5 8 0,1 0 11 0,6-5 11 16,-7-1 8-16,1-2 11 0,0-6 9 0,-2 3 1 16,-4-8-8-16,-1 1-16 0,-7-4-18 15,0-4-24-15,-6 0-25 0,0 1-15 0,-6-5-12 16,0 1-10-16,-7 4-3 0,-1-1 1 0,-4 8-2 16,-9 0-3-16,7 2-18 0,-6 6-30 15,0-1-51-15,1 3-59 0,-1 5-75 0,6 3-95 16,0 0-127-16,7 0-141 0,-7 0-170 15,14 3-148-15,-7 1-35 0,7 0 39 0,6-4 114 16,0 3 158-16,6 1 209 0</inkml:trace>
  <inkml:trace contextRef="#ctx0" brushRef="#br0" timeOffset="30371.65">18203 1578 228 0,'0'-14'593'0,"6"-1"128"0,0 4 95 16,-6 0 72-16,0 0-187 0,0 0-173 0,0 8-148 15,0-5-122-15,0 5-93 0,0 3-71 0,-6 3-48 16,6 1-8-16,0 7 4 0,0 4 16 16,0 7 35-16,0 7 37 0,0 4 34 0,0 7 7 15,0 8 0-15,0 2-10 0,0 6-30 16,0 3-30-16,0-1-29 0,-6-3-20 0,6 4-11 15,0 0-8-15,-7-7-7 0,7 2-1 16,0-7-4-16,-6-3-4 0,6-4-5 0,0-6-3 16,0-1-2-16,0-8-2 0,0-2-3 0,0-9 2 15,0 1 6-15,0-8-3 0,0 1-18 16,0-5-41-16,0-6-74 0,6-5-93 0,-6 1-163 16,7-12-195-16,-1 1-238 0,0-8-153 15,8-3-31-15,-1-4 40 0,6-3 125 0,1 2 182 16,-1-2 247-16</inkml:trace>
  <inkml:trace contextRef="#ctx0" brushRef="#br0" timeOffset="30783.32">18541 1952 168 0,'0'-3'549'0,"0"-1"111"16,7 4 91-16,-7 0 70 0,0 4-143 0,0-4-133 16,0 7-107-16,-7 0-71 0,7 4-54 15,0 0-32-15,0 4-36 0,0-1-20 0,7 1-18 16,-7 4-10-16,6-4-13 0,8-1-17 15,-8 1-21-15,8 0-23 0,-2-1-22 0,1-3-24 16,7 1-22-16,-8-6-16 0,8-2-10 16,0 3-9-16,-7-7-4 0,7 0-4 0,-2 0-3 15,-4-4-3-15,5-3-1 0,1 1 2 0,-8-6-2 16,2 1-3-16,-1-3-2 0,0-1 0 16,0 4-3-16,0-4 0 0,-6 4 6 0,-1 0 0 15,0 4 3-15,-6 3 2 0,7-3-1 0,-7 7-2 16,0-5-6-16,0 5-2 0,0 5-2 15,-7 2 0-15,7 4 2 0,-6 0 1 16,0 4 2-16,6-1 0 0,-7 4 4 0,7 1 0 16,-7 4 2-16,7-6 1 0,0 2 0 0,0 3-2 15,0-4 1-15,7-4 1 0,-7 4-3 0,0-6-7 16,7-1-27-16,-7 0-43 0,6-3-67 0,0-6-85 16,1 3-110-16,6-5-134 0,0-5-146 15,1-2-126-15,4-4-87 0,2 0-55 0,-7-4 7 16,7 1 88-16,0-8 142 0,-8 4 154 0,2-4 147 15</inkml:trace>
  <inkml:trace contextRef="#ctx0" brushRef="#br0" timeOffset="31051.08">19101 2099 190 0,'7'-11'386'0,"-7"0"96"0,7 4 78 16,-7 0-13-16,0 2-49 0,0 2-47 15,0 3-33-15,0 0-30 0,-7 3-27 0,7 5-26 16,0-4-30-16,0 7-25 0,-7 0-22 16,14-1-37-16,-7 1-32 0,7 4-26 0,-7-4-15 15,6 0-21-15,7 0-17 0,-6-1 5 0,6 2 6 16,-1-4 5-16,2-1-5 0,5-3-6 15,1-1-6-15,-8-3-12 0,8 0-5 0,0 0-6 16,-1-3-1-16,1-5 9 0,0 5 7 16,-1-8 1-16,-6 0-5 0,0-4-9 0,1 0-11 15,-2-3-17-15,-5-4-21 0,-1-4-12 16,-6 4-11-16,0 0-10 0,-6-4-6 0,-7 8 0 16,-1-4 0-16,2 8 0 0,-15-1 0 15,8 0 0-15,-7 9-34 0,0-6-46 0,6 9-62 16,-6-1-80-16,7 4-90 0,-1 0-103 0,0 4-125 15,8-4-156-15,-1 3-172 0,6-3-122 0,1 0-16 16,-1 0 57-16,1-3 119 0,12 3 185 16,7-4 224-16</inkml:trace>
  <inkml:trace contextRef="#ctx0" brushRef="#br0" timeOffset="31394.86">19760 1623 104 0,'0'-11'539'16,"0"3"127"-16,0 0 98 0,0 1 66 0,0 4-123 0,0 0-177 15,-8-2-158-15,8 2-118 0,0 6-77 16,0-3-33-16,8 8-7 0,-8 2 13 16,6 6 22-16,-6 2 29 0,6 8 27 0,1 3 13 15,-1 7-3-15,1 5 0 0,0 3-9 0,-1 3-16 16,0 5-27-16,0-5-31 0,-6 1-25 15,0 3-21-15,8-3-17 0,-8-3-16 0,0-2-16 16,0-3-12-16,0-3-11 0,0 0-7 0,0-9-12 16,0-2-4-16,0-4-5 0,0-3-2 15,0-5 0-15,0-3-1 0,0-4 0 0,0 1-17 16,6-5-44-16,-6-3-62 0,6-3-92 16,-6-5-101-16,14-3-134 0,-8-4-157 0,1-2-189 15,5-2-174-15,8-6-71 0,-7-1 11 16,7 0 90-16,0 1 149 0,-2-5 220 0</inkml:trace>
  <inkml:trace contextRef="#ctx0" brushRef="#br0" timeOffset="31739.4">20150 2007 98 0,'6'-11'471'0,"-6"7"106"16,0-3 99-16,0 4 64 0,0-2-115 0,-6 2-130 16,6 0-95-16,-6-1-79 0,-1 4-77 15,1 0-58-15,-1 0-26 0,7 0-10 0,-7 4-8 16,1-1-2-16,6 0-5 0,0 2-6 0,0 2-7 15,0 0-8-15,6 0-18 0,1 1-9 32,0 2-5-32,-1 2 0 0,7-1-4 0,0 0-5 15,0 4 0-15,1-4-8 0,5 0-5 0,-6 4-8 16,6-5-1-16,1 1 1 0,-7 5 4 16,6-6 2-16,-6 1 9 0,7 0-2 15,-7 0-4-15,-6 0-9 0,6-4-5 0,-7 4-6 16,0-4-7-16,1 1-1 0,-7-1 0 0,0 0 7 15,0 0-3-15,0-2 3 0,-7 2-2 16,1-4-2-16,0 1-4 0,-7 0-10 0,-1-1-2 16,-5 1-6-16,-1-4-7 0,1 0 0 0,0 0-5 15,-8-4-21-15,1 1-55 0,6-1-73 16,-6-3-87-16,1 0-100 0,-1-1-144 0,6-3-139 16,1-4-147-16,5 5-137 0,2-5-51 0,4 0 25 15,2 1 107-15,0-5 138 0,6 4 189 16</inkml:trace>
  <inkml:trace contextRef="#ctx0" brushRef="#br0" timeOffset="32129.95">20091 1985 182 0,'7'-14'419'0,"6"3"74"0,0 0 87 0,0-4 21 15,6 4-55-15,-5 1-48 0,6 2-44 0,-1 1-33 16,7-1-47-16,-6 5-63 0,6 3-51 0,-7 3-37 16,7 5-26-16,-6 2-17 0,-1 1-21 15,1 4-21-15,0 0-16 0,5 3-14 0,-5 0-16 16,0 0-13-16,-1 5 0 0,0-5-7 15,-6 1 3-15,7-1 2 0,-7 0 9 16,6 0 8-16,-6-3-4 0,7-3 3 0,0 1-6 16,-1-1-1-16,1-5-5 0,0 0 1 0,-2 1-4 15,9-5 0-15,-14 1 8 0,6-4 4 16,1-4 1-16,-7 1-2 0,7-5-3 0,-8 1-4 16,2-4-17-16,-8-4-58 0,0 0-7 15,1 1 0-15,-7-5 0 0,0 1 0 0,-7 0 0 16,1 0 0-16,-14 3 0 0,8-4 0 0,-15 5 0 15,7-1 0-15,-5 1 0 0,-8-1 0 16,8 4 0-16,-2 4 0 0,7-4 0 0,-6 7 0 16,0 0 0-16,7 1 0 0,-1 0 0 0,8 3-76 15,-8 3-136-15,7 0-114 0,0 1-141 16,6-4-208-16,1 7-252 0,0-3-155 16,6 0-29-16,-8-1 52 0,8 1 108 0,0 0 200 15,0-4 287-15</inkml:trace>
  <inkml:trace contextRef="#ctx0" brushRef="#br0" timeOffset="47678.84">19290 10287 107 0,'-6'3'335'16,"-1"-3"49"-16,7 0 45 0,-6 4-36 0,6-4-56 15,-6 0-44-15,6 0-25 0,0 0-16 16,0 0-19-16,-7 5-20 0,7-5-27 15,0 0-17-15,7 2-9 0,-7-2 8 0,0 0 8 16,0 4 10-16,6-1 11 0,-6 1 4 16,6 0-1-16,1-1-13 0,6 2-17 0,0-3-18 15,0 3-22-15,0-2-18 0,6 1-21 16,1 0-22-16,6-4-16 0,-6 4-14 0,5-1-9 16,2-3-4-16,-8 4-4 0,8-4-4 15,-1 3-4-15,-1-3 0 0,-5 4 0 0,0-4-1 16,-1 3-2-16,-6-3-1 0,0 5-1 15,-7-5-2-15,8 3-1 0,-8-3 0 16,-6 4-1-16,6-4 0 0,1 0 1 0,-7 3 3 16,0-3 0-16,0 0 1 0,7 4 2 15,-7-4 4-15,0 0 3 0,0 0 3 0,0 0 7 16,0 0 8-16,0 0 10 0,0 0 14 16,0 0 11-16,0 0 11 0,0 0 8 15,0 0 5-15,0 0 1 0,0 0-3 0,0 0 3 16,0 0-1-16,0 0-4 0,0-4-9 15,0 1-11-15,-7-1-15 0,7 1-14 0,0-5-16 16,-7 1-7-16,7 0-7 0,-6-1-3 16,6-4 2-16,0 2-4 0,-6-1 0 15,6-4 0-15,-6 4-1 0,6-3-3 0,0-1-2 16,-8 0-1-16,8 1 1 0,0-1-3 16,0 1 0-16,0-2 0 0,0 2 1 0,0-4 0 15,0 3 0-15,0 1-2 0,0-1 2 16,0 0-2-16,0 4 0 0,0-4-2 15,8 5-1-15,-8-2 3 0,6 1-1 0,0 0 3 16,0 0-3-16,1 1 4 0,6-2-1 16,-6 5 0-16,6-4-1 0,-6 4 0 15,5 0 1-15,-6 0 0 0,8-1 1 0,-8 1-1 16,7 3 2-16,1-3-1 0,-2 3-2 0,2 0-1 16,-2 4 0-16,2-3-2 0,-1 3 2 15,-1 0-2-15,2 0 2 0,-2 3 1 16,2-3-1-16,-1 4 1 0,0 0 0 0,0 0 2 15,-1 3 0-15,2-4-1 0,-8 9 0 16,7-5-1-16,-6 0 0 0,6 0 4 0,-7 4-3 16,8 1 1-16,-8-5-1 0,0 3 0 15,1 5 1-15,0-3-6 0,-1-2 3 0,1 5 1 16,-1 0-1-16,0-1 2 0,-6 1 0 16,7 0 3-16,-7-1-1 0,0 1 1 0,0 3-1 15,0-4 0-15,0 2-1 0,0 1 0 16,0-1 2-16,0 2 0 0,-7-4-2 15,7 1-4-15,-6 0 3 0,0-1 4 0,6 1-2 16,-7-5 3-16,1 6 2 0,-1-5 6 16,0-1 1-16,1 2 0 0,6-5 2 0,-6 0-5 15,-2 1 2-15,2-1 3 0,6-4-3 16,-6 2 1-16,6-2 3 0,-6 1 5 16,6-1 1-16,0-3 3 0,-7 0 7 0,7 4 5 15,0-4 6-15,0 0 7 0,0 0 7 16,0 0 5-16,0 0 4 0,0 0 0 0,0 0-67 15,0 0 0-15,0 0 0 0,7 0 0 16,-7 0 0-16,6-4 0 0,0 4 0 16,0 0 0-16,2-3 0 0,4 3 0 0,2-4 0 15,-1 4 0-15,6-3 0 0,0 3 0 16,1-5 0-16,6 5 0 0,1-3 0 0,5 3 0 16,-7-4 0-16,9 4 0 0,-2-3 0 15,1 3 0-15,-1 0 0 0,1 0 0 0,-7-4 0 16,7 4 0-16,-14 0 0 0,7 0 0 15,-6 0 0-15,-8 0 0 0,2 0 0 0,-2 0 0 16,-5 0 0-16,-1 0 0 0,-6 0 0 16,7 0 0-16,-7 0 0 0,7 0 0 15,-7 0 0-15,0 0 0 0,0 0 0 0,0 0 0 16,0-4 0-16,0 4 0 0,0 0 0 16,-7 0 0-16,7 0 0 0,-7 0 0 0,1-3 0 15,-1 3 0-15,7 0-372 0,-6-4-128 16,0 4-148-16,6-7-186 0,-7 3-209 0,7-4-58 15,7 1 26-15,-7-3 88 0,12-5 168 16,1 3 234-16</inkml:trace>
  <inkml:trace contextRef="#ctx0" brushRef="#br0" timeOffset="48283.96">21062 9737 274 0,'0'-4'349'0,"0"4"54"0,0-3-36 15,0 3 1-15,-6-4-25 0,6 4-25 0,0-4-9 16,0 4 4-16,0-3-4 0,0 3-10 16,-8-4-20-16,8 4-21 0,0-3-39 0,0 3-40 15,-6 0-35-15,6 0-34 0,0 0-21 16,-6 0-16-16,6 0-8 0,-6 3-2 0,-1 1-1 16,0-1 9-16,1 1 2 0,-1 0 2 15,1 3 2-15,0 5 4 0,-8-5 2 0,8 4 3 16,0 0 2-16,-8 4-1 0,8-1 4 15,-7 0-5-15,6 5 0 0,-6-2-2 0,7 2 4 16,-8 4 3-16,8-1-8 0,0 3-5 16,-1-3-3-16,1 4-4 0,-1-1-8 0,7-3-5 15,0 8 5-15,0-5 7 0,0 4 3 16,0 1-4-16,0-4-2 0,7 2 1 16,-1 2-8-16,1-1-7 0,5-3-7 0,-4-1-5 15,-2 2-6-15,6-5-8 0,2-1-5 16,-1 2-2-16,-1-6-4 0,2 3 2 0,-2-7 2 15,2 1 4-15,-8-2 5 0,7-1 6 0,-6-3 10 0,6-2 6 16,-7 2 7-16,0-4 9 0,2-1 11 16,-8 1 6-16,6 0-1 0,-6-4-82 15,6 0-1-15,-6 0 0 0,0-4 0 0,0 4 0 16,7-4 0-16,-7 1 0 0,0-1 0 0,0 1-37 16,0-2-196-16,0-1-89 0,0-2-98 15,0 2-134-15,0-3-154 0,0 1-164 16,7-2-137-16,-1 0-24 0,1-2 53 0,-7 1 133 15,6-3 183-15,7-1 219 0</inkml:trace>
  <inkml:trace contextRef="#ctx0" brushRef="#br0" timeOffset="48752.61">21316 10024 29 0,'0'-9'403'0,"-6"2"88"0,6 0 91 16,0 0 77-16,0 0-34 0,0-1-82 0,-7 1-66 15,7-1-51-15,0 1-58 0,0 3-72 16,0-3-64-16,0 7-38 0,0-3-30 0,-6-2-25 16,6 2-16-16,0 3-21 0,0 0-10 15,0 0-8-15,0 0 1 0,0 0 4 16,0 0 0-16,0 0-2 0,0 0-7 0,0 0-10 15,0 0 0-15,0 3 6 0,0 2 11 16,0-2 11-16,-7 4 14 0,7 1 14 0,0 3 4 16,-7-1-2-16,1 2-9 0,6 2-1 15,-6 4-4-15,12-3-4 0,-6 3-3 16,6 1-2-16,1-1-6 0,-7 4-36 0,7-3-63 16,-7-1 0-16,6 3 0 0,-6-2 0 15,7-5 0-15,-1 5 0 0,-6-4 0 0,6-1 0 16,-6-3 0-16,0 0 0 0,7 0 0 15,-7-2 0-15,0-3 0 0,0-3 0 0,7 1 0 16,-7 0 0-16,0-1 0 0,0-3 0 16,0 5 0-16,0-5 0 0,0-5 0 0,0 5 0 15,0-3 0-15,0-1 0 0,-7-3 0 16,7 3-326-16,0-7-161 0,0 3-153 16,-7-6-169-16,7 3-190 0,0-3-83 0,7-4 10 15,-7 2 79-15,0-1 163 0,7-1 213 16</inkml:trace>
  <inkml:trace contextRef="#ctx0" brushRef="#br0" timeOffset="49473.67">21401 9617 91 0,'0'-5'350'15,"0"5"70"-15,-7-3 64 0,7 3-23 0,0-3 12 16,-7-2-9-16,7 3-19 0,0 2-21 15,0-5-24-15,0 1-32 0,0 4-49 16,0 0-59-16,0-3-41 0,0 3-32 0,0 0-29 16,0 0-31-16,0-4-30 0,7 4-20 15,0 0-14-15,-1 0-6 0,8 0 3 0,-8 4 9 16,13-4 7-16,-6 3 3 0,0 1 0 16,7 1-3-16,-1-3-4 0,1 6-7 15,0-5-8-15,-1 9-3 0,0-5 0 0,-6 5 1 16,7 2 1-16,0 0 1 0,-8 1 7 15,8 3 2-15,-7 0 0 0,7 1 1 0,-8 3 4 16,2 0 8-16,-1 4 3 0,0 0 5 16,6 2 5-16,-5 1-1 0,-2 1-4 15,1-1-9-15,-6 0-5 0,6 1-5 0,-7 3-3 16,1-4-2-16,-7 1-2 0,7 3-2 16,-7-4-40-16,0 0-19 0,-7 1 0 0,7-5 0 15,-7 4 0-15,1-3 0 0,-7 0 0 16,6-4 0-16,-6 0 0 0,1 0 0 0,-2 0 0 15,2-4 0-15,-2 1 0 0,1-5 0 16,0 0 0-16,0 1 0 0,1-4 0 0,-2 0 0 16,8 0 0-16,-7-4 0 0,6-3 0 15,0 3 0-15,1-3 0 0,6-1 0 16,-6 2 0-16,0-2 0 0,6-3 0 0,-8 0 0 16,8 4 0-16,0-4 0 0,0 0 0 15,-6 0 0-15,6 3 0 0,0-3 0 0,0 0 0 16,0 0 0-16,0 0 0 0,0 0 0 15,0-3 0-15,0 3 0 0,0 0 0 0,0 0 0 16,6 0 0-16,-6 0 0 0,0-4 0 16,0 4 0-16,0-3 0 0,0-2 0 0,-6 2 0 15,6-1-424-15,-6-3-381 0,-1 0-326 16,0-1-122-16,1-2 1 0,-1-5 82 0,-5 5 166 16,-2-9 259-16,2 1 350 0</inkml:trace>
  <inkml:trace contextRef="#ctx0" brushRef="#br0" timeOffset="69778.24">8525 3601 325 0,'0'-5'472'16,"-6"-1"73"-16,-2-2 94 0,8 2-23 15,-6-3-113-15,6 6-69 0,-6-4-51 0,6 3-57 0,-7 1-84 16,7 3-72-16,0 0-55 0,0 3-34 0,0 4-11 15,0 0 3-15,0 8 12 0,0-1 14 16,0 6 8-16,7 2-4 0,-7 0-9 16,0 3-23-16,6 1-14 0,0 0-16 0,-6 0-11 15,8-1-9-15,-2-3-8 0,0 3-2 16,-6-6 0-16,7 3-3 0,-1-4-1 0,1-3-8 16,-1-1-22-16,1-3-33 0,-7 0-65 15,6-3-100-15,0-4-139 0,2-4-160 0,-2-4-150 16,0-4-121-16,1 1-24 0,0-8 54 15,-1 1 111-15,0-4 155 0</inkml:trace>
  <inkml:trace contextRef="#ctx0" brushRef="#br0" timeOffset="70137.53">8740 3550 218 0,'0'-8'401'0,"0"5"44"0,0 3 34 15,0 0-59-15,0 3-104 0,-6 5-52 0,6 2 1 16,0 6 8-16,-8-2 6 0,8 9 0 15,0-6-15-15,0 9-34 0,8-5-55 0,-8 5-38 16,12 0-32-16,-5-4-15 0,6 0-12 16,0 0-3-16,7-4-2 0,-8-3-2 0,8-1 0 15,6-2 2-15,-7-2 9 0,7-3 9 16,1-2 9-16,-7-5 15 0,5-5 17 16,-5 2 12-16,0-4 10 0,-2-4 9 0,-4 0 7 15,-1-7-4-15,-7-1-11 0,8 1-16 16,-14-7-20-16,6 0-19 0,-12-2-21 0,6-3-20 15,-7 5-15-15,-6 0-11 0,0-1-10 16,-1 4-11-16,-4 3-4 0,-9 5-2 0,1 0-2 16,0 5-2-16,-7 6-4 0,7 0-11 15,-6 3-28-15,-1 6-49 0,1-2-61 0,6 4-75 16,-1 3-97-16,8-4-124 0,-1 4-130 16,8-4-128-16,5 1-114 0,0 0-65 0,7-5 24 15,0 0 93-15,7 0 141 0,6-3 163 16</inkml:trace>
  <inkml:trace contextRef="#ctx0" brushRef="#br0" timeOffset="70832.3">9040 3382 36 0,'0'-23'381'0,"0"5"63"0,0-4 60 16,-8-3 56-16,2-2-128 0,-6 2-83 15,-2-1-42-15,-5 1-34 0,5-1-39 0,-12 0-31 16,7 1-17-16,-7 3-22 0,0-4-16 15,0 8-8-15,0-1-1 0,-1 5-14 0,-5-1-20 16,7 4-21-16,-8 4-19 0,0-1-17 16,-6 5-6-16,6 3-7 0,-6 0 0 0,1 3-2 15,-2 0 1-15,1 5 2 0,0 1-15 16,0 1-1-16,0 5-5 0,0-1-1 0,0 5-1 16,-1 2-4-16,1 1 0 0,-6 4 1 15,13 4 1-15,-8 3-3 0,7 3 1 0,1 1 2 16,6 7 9-16,1 0 1 0,-2-1 6 15,14 5 10-15,0 0 5 0,0 0 7 16,0-1-2-16,7 4 2 0,6-4 1 0,0 5 0 16,0-1 7-16,0 1 9 0,6 0 4 0,7-2 7 15,0 5 9-15,7-3 3 0,5-5-4 16,1 4-3-16,7-6 6 0,-1-1 0 16,8-5-4-16,5 3-2 0,-6-6 2 0,14-3 1 15,-7-4-6-15,5 0-8 0,2-4-6 0,5-2-5 16,1-4-9-16,0-5-11 0,6-3-7 0,0-4-7 0,0 0-6 15,6-7-4-15,-6-3-2 0,0-8-2 16,1 0-3-16,-1-3 2 0,-6-5-2 0,-1 1-2 16,-6-8 1-16,0 0 8 0,-7-6 6 31,-5-2 5-31,-1-3 8 0,0-7 5 0,-13-3 0 16,0 0-5-16,0-5-3 0,-7-3-5 15,-5 0-3-15,-1 1 5 0,-7-2 2 0,1 1 2 16,-7 4-1-16,0-4 0 0,-7 4-3 0,-6 0-9 15,-7 3-2-15,1-3-2 0,-7 3 1 16,-6 3-4-16,-1 1-1 0,-7 5 1 0,2 2 1 16,-1 5-2-16,-7 2 0 0,7 1 2 0,-6 7 0 0,-1 0 0 0,1 2-1 15,-2 6-2-15,2 1-2 0,7 1-3 16,-2 5-2-16,7-1-4 0,1 5 1 0,6-1-2 16,-1 1 0-16,8 3-2 0,0 0 2 15,6 0-2-15,-1 0 0 0,2 3-2 16,5-3-1-16,1 4-11 0,-1-1-22 0,0 1-34 15,7 3-44-15,0-3-48 0,-6 3-64 16,6 0-64-16,0 1-51 0,-6 0-67 0,6 1-101 16,0-1-138-16,0 4-138 0,0-5-110 15,0 4-22-15,0-4 50 0,0 4 118 16,-7-3 175-16</inkml:trace>
  <inkml:trace contextRef="#ctx0" brushRef="#br0" timeOffset="75404.61">14830 2560 256 0,'0'0'467'0,"0"-3"78"0,-8-1 94 0,8 4 6 15,0-4-102-15,0 4-96 0,-6 0-85 0,6 0-53 16,0 4-59-16,-6 3-55 0,6 2-25 15,-7 1-6-15,7 5 14 0,-7 7 7 0,1 0-10 16,6 3-7-16,-6 1-8 0,6 6-17 16,-7 1-13-16,1 1-18 0,6 2-13 0,-7-3-19 15,7 4-9-15,-7 0-3 0,7-5-1 16,-6 1-9-16,6 0-1 0,0-4-3 0,0 1-6 16,-6-4-9-16,6-1-6 0,0-2-3 15,0-6-9-15,0 2-3 0,6-8-5 0,-6 3-2 16,0-6-3-16,0 3 0 0,0-8 1 15,0 1-1-15,0-4-2 0,0 0 1 0,0-4-24 16,0 1-32-16,0-8-40 0,6 0-41 16,-6 0-39-16,0-4-42 0,0-3-14 0,0-4-12 15,0-4 2-15,0 0 15 0,7-3 16 16,-7-3 20-16,0-2 26 0,0-2 38 0,0 3 31 16,0-4 29-16,0 5 22 0,0-2 40 15,0 5 29-15,-7 0 22 0,1 3 17 0,6 4 12 16,-6 0 22-16,-1 7-4 0,7 0 4 15,-7 1 0-15,7 3 1 0,-6 4-8 0,0 3-12 16,6-4-9-16,-7 8-16 0,0 0-10 16,1 5-12-16,-1-2 3 0,1 4 2 0,-8 1 14 15,8 3 5-15,-6-1 6 0,-2 2 11 0,1 2-2 16,1 2 5-16,-2-3-8 0,2 3 1 16,-2 2-3-16,1-4-2 0,0-3-3 0,6 4-3 15,-5-4-2-15,6-4-1 0,-2 1 5 16,8-1 12-16,-6-4 16 0,6 1 4 0,-6-4 3 15,6 0-2-15,6-4-4 0,-6 1-18 16,6-4-18-16,2-1-13 0,4-3-15 0,-6-3-11 16,8-1-11-16,-1 0-3 0,7 0-6 15,-8-2-1-15,2-1-1 0,-2 2 1 0,8 2 1 16,-7-1 0-16,-1 0 1 0,8 4-5 0,-7 1 4 16,1 2 0-16,-2 1 1 0,-5 0-1 15,6 3-1-15,0 4 4 0,0 0 0 0,-6 4 2 16,5-1-2-16,-5 5 2 0,6 3 6 15,1 3 4-15,-8 1 2 0,7 3 9 0,-7 0 10 16,7 0 7-16,-6 5 6 0,5-1 8 16,-4 0 9-16,4 0 3 0,-5-5-1 0,-1 6-61 15,1-2-7-15,-1-2 0 0,7-1 0 0,-6 1 0 16,0-5 0-16,-7 2 0 0,6-6 0 16,0 0 0-16,1 2 0 0,0-5 0 0,-7 1 0 15,6-1 0-15,-6 1 0 0,7-6 0 16,-7 3 0-16,0-2 0 0,6-3 0 0,-6 4 0 15,0-4 0-15,0 4 0 0,0-4 0 0,0 0 0 16,6 0 0-16,-6-4 0 0,0 4 0 0,0 0 0 16,0-4 0-16,0 4 0 0,0 0 0 15,0 0 0-15,0 0 0 0,0 0 0 16,0 0 0-16,0 0 0 0,0 0 0 0,0 0 0 16,0 0 0-16,0 0 0 0,-6-3-238 0,0 3-141 15,6 0-64-15,-7-5-118 0,1 3-134 16,-1 2-150-16,0-8-142 0,-5 4-26 0,5 1 42 15,0-1 131-15,-6-2 171 0,7-3 206 16</inkml:trace>
  <inkml:trace contextRef="#ctx0" brushRef="#br0" timeOffset="80398.57">22892 10045 47 0,'-7'0'380'0,"1"0"90"0,6 0 80 0,-6 4 12 15,6-4 17-15,0 0-48 0,0 0-62 16,0 0-54-16,0 0-58 0,0 0-62 16,0 0-62-16,6 0-47 0,7 0-33 0,0 0-20 15,6 0-12-15,1-4-15 0,6 4-21 16,1-4-17-16,11 4-12 0,-5-4-5 0,6 1-6 15,7 0-6-15,-1-2-3 0,1-2-4 16,-7 3-11 0,0 1-7-16,0-1-6 0,-6 0-2 15,-8 4-2-15,-5-3-6 0,0-1-6 0,-7 4-21 16,-7-3-27-16,1 3-34 0,-1 0-59 0,-6 0-81 16,-6 0-92-16,-1 3-84 0,-6 1-75 15,1-4-64-15,-8 3-26 0,6 5 7 16,-5-5 36-16,-7 6 27 0,6-2 34 0,1-1 63 15,-1 2 63-15,-6-2 66 0</inkml:trace>
  <inkml:trace contextRef="#ctx0" brushRef="#br0" timeOffset="80632.64">23120 10147 71 0,'-6'8'325'0,"-8"-1"63"0,8 0 63 0,6-2-14 0,-6-3-8 16,-2-2 17-16,8 5 11 0,0-2-2 0,0-3-13 15,0 0-28-15,8 0-46 0,-2 0-70 16,0 0-61-16,8-3-46 0,5 3-39 0,-6-5-29 15,6 5-29-15,8-2-19 0,-1-3-15 16,-6 5-9-16,12-3-9 0,-7-1-7 16,-5 4-9-16,7-4-8 0,-8 4-5 0,7-3-8 15,-13 3-2-15,6-4-3 0,-5 4-9 16,-8-4-25-16,0 4-37 0,2 0-56 0,-8-3-92 16,0-1-127-16,-8 4-119 0,2-3-117 15,0-5-95-15,-8 4-87 0,2-3-4 16,5 0 79-16,-6-4 105 0,0-1 125 0</inkml:trace>
  <inkml:trace contextRef="#ctx0" brushRef="#br0" timeOffset="80882.67">23380 9906 208 0,'7'-12'470'0,"0"5"82"16,-1 0 98-16,1 1 34 0,-1 1-95 16,7-2-99-16,-6 2-70 0,5 2-52 15,2 3-73-15,-1 3-65 0,0 2-47 0,0 2-19 16,-1 0-10-16,8 8-2 0,-7 3-2 15,7 1-9-15,0 3-14 0,-8 0-15 0,2 7-19 16,-2-4-22-16,-5 5-18 0,-1 2-11 16,1-2-11-16,-7 3-5 0,-7 0-6 0,1-4-3 15,-7 1-3-15,0-1-3 0,0-2-4 16,-7-7 0-16,1 3-15 0,6-5-28 0,-14-3-46 16,8-4-63-16,6-4-103 0,-6-3-150 15,5-4-177-15,2-4-193 0,5-3-122 16,0-4-28-16,7-1 57 0,7-5 125 0,0-5 176 15</inkml:trace>
  <inkml:trace contextRef="#ctx0" brushRef="#br0" timeOffset="81434.33">25139 9821 226 0,'-13'-14'439'0,"-1"-5"59"16,8-2 63-16,-6 3 18 0,-2-1-69 15,1-4-59-15,1 9-36 0,-2-4-29 16,2 3-41-16,-2 4-72 0,1 0-74 0,0 4-61 15,-6 2-40-15,-1 3-22 0,1 2-14 16,-1 7-7-16,0 0-4 0,-6 4 12 0,7 8 14 16,-7-1 15-16,6 8 11 0,1-1 7 15,-1 5-2-15,0 3-5 0,8 4-10 0,-1 0-16 16,0-2-14-16,13 2-13 0,0 4-9 16,0-4-8-16,13-2-2 0,0 2-2 15,-1-8 2-15,15 1 1 0,-1-1 2 0,0-7 3 16,13-3-2-16,0-5 2 0,0-3 1 15,0-7 8-15,6-4 12 0,-5-8 11 16,-1-3 14-16,-7-3 17 0,-5-4 12 0,-1-4 8 16,0-4-7-16,-13-7-8 0,-1-1-11 15,2-3-17-15,-14 1-15 0,0-4-15 0,-6 3-7 0,-2 5-9 16,-11 0-6-16,6-2-5 0,-12 8-7 16,-2 5-4-16,1 2-7 0,-6 1-2 0,-1 6 0 15,1 5-14-15,-1 3-32 0,7 4-51 16,0 0-69-16,6 8-78 0,1 0-87 15,5 2-110-15,8 5-134 0,0-4-131 0,6 4-120 16,0-1-107-16,12 1-13 0,2-4 70 16,5 3 138-16,1-3 167 0,6-2 181 0</inkml:trace>
  <inkml:trace contextRef="#ctx0" brushRef="#br0" timeOffset="82902.55">25335 9874 49 0,'6'-5'570'16,"0"1"141"-16,1-4 96 0,-1 5 67 15,-6 0-84-15,0-1-188 0,0 0-195 0,7 4-129 16,-7 0-94-16,0 0-61 0,0 4-33 16,-7 3-17-16,7 1-1 0,0 6 12 0,0 1 12 15,7 7 2-15,-7 0-7 0,0 4-13 16,0 0-21-16,0-1-17 0,7 4-11 16,-7 1-9-16,0-5-2 0,6 4-3 0,-6-3 4 15,0-3-3-15,0-2-1 0,6-3 1 16,-6 1 2-16,0-5 15 0,0-6 20 15,0 0 16-15,0-5 8 0,0 0 6 0,0-6 0 16,0-5-17-16,0-3-25 0,-6-3-17 16,6-5-12-16,-6 1-7 0,-1-8-5 0,7 1 0 15,-7-1 0-15,1 1-1 0,6-5 2 16,0 4-1-16,0 4 0 0,6 1-2 16,-6-1 0-16,7 3 1 0,0 4-4 0,5 1 2 15,-5-1 1-15,6 5-4 0,0 2 1 16,0 1-2-16,6-1 1 0,-12 8 4 0,12-2-4 15,-5 4 6-15,-1 2-1 0,0 0 0 0,0 3 0 16,-1 3-3-16,-4 2 1 0,4-1-1 16,1 3 3-16,-6 1 0 0,6 4 2 0,-7-1 0 15,0 0 8-15,2 0-2 0,-8 1 0 16,6-1 0-16,-6 1-2 0,6-1 2 16,-6-3-3-16,0 2 9 0,0-2 6 0,0 0 7 15,0-3 4-15,-6-2 7 0,6-2 6 16,0-1 14-16,0 0 16 0,0-4 9 0,-6-3 3 15,6 0-1-15,0-6-7 0,-8-2-18 16,8 1-20-16,0-5-11 0,-6-6-12 16,6 4-5-16,0-8-5 0,6 0-4 0,-6-4-2 15,8 1-2-15,4 0-1 0,-5-5-1 16,6 8-1-16,0 0 0 0,7 0 1 0,-8 3-1 16,8 4-1-16,0 1 1 0,-1 3 1 15,-5 4-3-15,-2 2-1 0,1 2 2 16,0 0 0-16,-6 3 0 0,5 3 0 0,-4 5 3 15,-2 4 1-15,0-2-4 0,1 5 1 16,0 3 4-16,-7 0 1 0,6 0 0 0,-6 1-2 16,6 3 5-16,-6-4 0 0,7 1 0 15,-1 1 0-15,1 0 1 0,6-6 0 16,-7 1 0-16,8 0 0 0,-8-5-1 0,7 2-2 16,0-9 1-16,0 1-1 0,7-1 0 15,-8-3 1-15,8-7-3 0,-1 4 1 0,1-9-1 16,-6-2 2-16,5-1-1 0,-6 1-2 15,0-5 2-15,0-3 1 0,0 5-1 0,-7-6 2 16,-6 4-1-16,0-2 3 0,0 3-2 16,0 3 0-16,-12 0 0 0,5 1-3 15,-6 6 1-15,0 1-2 0,0-1-2 0,0 6 1 16,-1 2 2-16,-4 0 1 0,4 2-1 16,-5 6 2-16,5 2 3 0,2 5-1 0,-2 0 1 15,8-1-2-15,-7 5-1 0,6 3-1 16,7 0 0-16,0-4 1 0,0 4-2 0,0 0 1 15,7 0 2-15,6-3 2 0,-7-1 9 16,8 0 24-16,5 0 24 0,7-2 21 0,0-6 11 16,0 1 8-16,7-3-3 0,-1-5-22 15,7 0-61-15,1-6-15 0,-1 0 0 16,0-1 0-16,-1-3 0 0,2-1 0 0,-7 0 0 16,6-2 0-16,-13 2 0 0,0-3 0 15,0 4 0-15,-7-4 0 0,1 0 0 0,-7 4 0 16,6-8-40-16,-12 4-27 0,5-3-7 15,2-1 2-15,-1-4 8 0,-6 1 11 16,6 0 11-16,-7-1 12 0,0 1 9 0,-6 0 6 16,0 0 5-16,0 3 3 0,-6-4 5 15,0 9 2-15,-1 0 0 0,-6-2 3 0,0 4-3 16,-7 1 0-16,1 3-2 0,-1 4 0 16,-6 0 1-16,7 4 1 0,-1 3 0 0,0 1 1 15,1 4 0-15,0 1 1 0,6 6-1 16,-1-4 1-16,2 7 0 0,4-4 0 0,2 3-3 15,0 1 1-15,0-2 1 0,6-3-1 16,6 1 0-16,-6-3 0 0,6-1 1 16,8-2 0-16,-2-5-1 0,2 1 0 0,5-5 0 15,-6-3 1-15,6-3-1 0,1-1 0 16,0-3 0-16,-7-4 0 0,7 0 0 16,-8-3-2-16,1 2 2 0,-6-3 0 0,6 5 2 15,-7-6 8-15,0 5 12 0,2 1 10 16,-8 3 6-16,0-1 4 0,0 4 2 0,0 1-11 15,0 3-8-15,0 0-11 0,0 3-6 16,0 4-2-16,0 5-3 0,0 2 2 0,0 2-2 16,0 5 1-16,0 2 0 0,6 5-1 15,0 1 3-15,1 4 1 0,0 1 4 0,-1 2 6 16,1 1 4-16,-1-1 7 0,0-3 7 16,1 1 3-16,0-2-12 0,-7-3-26 15,0 1 0-15,6-5 0 0,-6 1 0 0,0-4 0 16,0-4 0-16,-6-3 0 0,6 0 0 15,-7-4 0-15,0-3 0 0,-5-6 0 0,5-2 0 16,-6 0 0-16,-6-2 0 0,-1-6 0 16,0 0 0-16,1 1 0 0,-1-4 0 0,-6 0 0 15,7 0 0-15,-7-4 0 0,6 5 0 16,-6-5 0-16,7 5 0 0,-1-7 0 0,7 7 0 16,0 0 0-16,0-6 0 0,-1 5-40 15,14 1-403-15,0-2-160 0,8 2-160 0,4-5-162 16,1 1-152-16,13 2-15 0,0-2 57 15,1-2 142-15,11 2 185 0,2 1 216 16</inkml:trace>
  <inkml:trace contextRef="#ctx0" brushRef="#br0" timeOffset="83339.95">27093 10041 184 0,'19'-17'596'0,"-5"-3"129"0,-2 3 93 0,-5-2 79 15,0 1-145-15,-1 3-169 0,-12 1-154 16,6 2-97-16,-14-3-67 0,8 5-53 0,-14 2-34 15,1 1-22-15,-1 0-8 0,0 2-18 16,1 5-11-16,-7 0-16 0,6 5-11 16,1 7-20-16,-1-6-12 0,1 8-13 0,6 1-11 15,0 4-12-15,0 3-10 0,6 0-4 16,1 0-4-16,0 3 0 0,6-3-2 0,6 0-2 16,0-3-2-16,1 3 2 0,6-4 3 15,6-3-2-15,-5-5 3 0,5 1 2 0,7-7 10 16,-6 0 13-16,-1-4 20 0,7-4 19 15,-6-3 17-15,0-1 28 0,-1-2 17 16,-6-5 13-16,6 4 13 0,-5 0 14 0,-8-1 14 16,0 2-184-16,1 0-2 0,-1 1 0 15,1 6 0-15,-7-2 0 0,7 3 0 0,-7 2 0 16,0 0 0-16,6 2 0 0,-6 6 0 16,6 4 0-16,2-1 0 0,-2 0 0 0,6 3 0 15,2 1 0-15,5 0 0 0,1-1 0 16,-1-3 0-16,1 1 0 0,6-2 0 0,6-2 0 15,-5-1 0-15,5-3 0 0,1-4 0 16,-7-4 0-16,6 0 0 0,-6 1-400 16,-7-5-148-16,1 0-143 0,-7-2-182 0,1-1-182 15,-2-4-41-15,-12 4 32 0,0-3 106 16,-6-5 176-16,0 1 238 0</inkml:trace>
  <inkml:trace contextRef="#ctx0" brushRef="#br0" timeOffset="83936.56">22866 7275 314 0,'-7'8'451'16,"7"-1"82"-16,7-4 122 0,-7 1 3 0,7 0-67 16,-1-1-56-16,0 1-40 0,1-4-49 15,6 0-97-15,6 0-94 0,-5 0-68 16,5-4-47-16,7 1-31 0,0 3-30 0,0-4-22 16,7 0-22-16,-7-3-16 0,7 7-6 15,-1-7-8-15,1 3-20 0,-7 4-36 0,0-3-49 16,0-2-77-16,-7 2-96 0,-5 0-111 15,-2 3-111-15,-5-4-108 0,-7 4-87 16,0 0-50-16,-13 0 29 0,-1 4 75 0,-4-1 109 16,-9 0 129-16</inkml:trace>
  <inkml:trace contextRef="#ctx0" brushRef="#br0" timeOffset="84139.27">22964 7382 280 0,'-14'6'456'0,"8"6"85"0,-6-5 107 0,4-3 3 16,8 3-65-16,0-3-59 0,0-1-50 15,0 4-50-15,8-3-75 0,-2 1-78 0,6-2-55 16,8 0-40-16,-7 1-26 0,13 0-22 16,-6-4-25-16,6 0-22 0,7 0-23 0,-7 0-18 15,6-4-12-15,1 0-13 0,-8 1-8 16,9 0-16-16,-9-2-30 0,-5-2-42 16,0 3-61-16,-1 1-67 0,-13-1-107 0,1-3-121 15,0 0-123-15,-14 0-117 0,7-5-103 16,-13 1-27-16,6 0 56 0,-5-7 106 15,-2 0 138-15</inkml:trace>
  <inkml:trace contextRef="#ctx0" brushRef="#br0" timeOffset="84389.2">23238 7085 406 0,'6'-15'556'0,"0"1"122"16,-6-1 96-16,7 0-42 0,-1 0-130 0,1 4-102 16,6 4-86-16,-7 3-88 0,8 1-65 15,-2 3-35-15,1 3-17 0,7 5-6 0,0 6 0 16,-1 5 9-16,7 0-8 0,-6 6-15 15,6 8-18-15,0 0-27 0,-7 7-29 0,1-3-38 16,-7 7-27-16,0-4-15 0,-7 0-14 16,-6 4-8-16,0-4-4 0,-13 1 1 15,7-1-7-15,-13-4-27 0,5 1-38 0,-5-3-57 16,-7-5-69-16,0 1-88 0,6-9-131 16,-6 1-174-16,0-11-199 0,7-1-158 0,-1-5-46 15,7-5 26-15,-1-8 110 0,8-7 178 16,6-3 227-16</inkml:trace>
  <inkml:trace contextRef="#ctx0" brushRef="#br0" timeOffset="87892.01">25289 6928 216 0,'0'-12'393'0,"0"-2"48"0,-7-4 56 0,7-1-30 15,-6 1-54-15,6-1-41 0,-6 1-13 16,6 3-6-16,0 1-25 0,0-1-32 0,0 8-56 0,0-4-51 16,0 7-48-16,0 1-30 0,0 6-18 15,6 1-2-15,-6 7 7 0,6 3 8 0,-6 8 24 16,7 5 17-16,-1 1 9 0,1 8-11 15,-7 1-11-15,7 3-7 0,-7 6-18 16,6-2-21-16,0-1-21 0,-6-3-17 0,6 1-15 16,2-5-11-16,-8-2-8 0,6-9-6 15,0 0-2-15,-6-3-3 0,0-3-1 0,0-4-2 16,7-1-14-16,-14-7-46 0,7-3-87 16,0 0-147-16,-6-8-187 0,0-3-215 0,-8-4-202 15,8-4-69-15,0-6 29 0,-1-6 114 16,0-6 169-16,1 0 209 0</inkml:trace>
  <inkml:trace contextRef="#ctx0" brushRef="#br0" timeOffset="88407.9">25270 6898 362 0,'6'-14'445'16,"-6"2"57"-16,6-6 57 0,1 3-73 15,6 1-75-15,-6-1-55 0,11 4-43 0,-4-3-41 16,12 2-44-16,-7 2-56 0,7 2-53 15,1-3-32-15,5 8-17 0,-6-4-14 16,7 7-10-16,-1-5-9 0,1 10-11 0,-7-3-9 16,0 6-3-16,-7 0 0 0,1 3-1 15,-7 4-5-15,-13-1 5 0,0 4 3 0,-7 4-3 16,1 0-2-16,-14 0-3 0,1 4 2 16,-7-5-3-16,0 5-4 0,-7-3 2 15,13-6-5-15,-5 3 5 0,-1-3-2 0,6-7 2 16,7 3-4-16,0-3-4 0,0-6 2 0,7 3-1 15,-1-3-1-15,7-4-1 0,0 0 1 16,7 0 3-16,-1 0 1 0,1-4 2 0,5 1 3 16,8-1-2-16,0 0 0 0,-1 1 1 15,1 3 0-15,6 0 3 0,0 0 11 16,-1 3 15-16,2 1 16 0,-1 3 14 0,0 1 11 16,-6 2 3-16,-1 5-4 0,1 4-4 15,-8-1-3-15,2 1-4 0,-8 2 0 0,-6 2 3 16,0 2 1-16,-6-3 3 0,0 3-4 15,-8-3-3-15,1-3-10 0,-6 3-1 16,6-7 0-16,-7-1 1 0,-6 1 8 0,7-5 7 16,-1-2 6-16,0-4-6 0,-6-1-6 15,7-3-13-15,-7 0-15 0,6-3-12 0,1-1-8 16,-1 1-5-16,0-6-4 0,8 3-18 16,-1-2-36-16,6 1-62 0,0 0-101 0,7-4-125 15,0 0-161-15,7 0-177 0,6-5-174 16,0 6-52-16,0-5 41 0,6 4 92 0,1-3 145 15,0 0 183-15</inkml:trace>
  <inkml:trace contextRef="#ctx0" brushRef="#br0" timeOffset="88657.51">25836 7100 198 0,'13'-8'545'0,"0"1"122"0,0-4 97 16,-7 7 60-16,1-3-148 0,0 3-136 15,-7 1-132-15,6 0-112 0,0 3-91 16,-6 0-54-16,0 6-41 0,7 2-11 0,0-1 9 15,-7 7 13-15,6 5 5 0,-6 3-6 16,6 0-16-16,-6 4-26 0,0-4-23 0,0 3-23 16,0 1-12-16,0-1-11 0,-6-3-7 15,6 0-22-15,-6-3-45 0,6-4-71 16,-7-1-132-16,7-3-183 0,-7-7-225 0,7-4-186 16,-6-4-64-16,0-3 11 0,6-8 102 15,-7-3 165-15,7-4 219 0</inkml:trace>
  <inkml:trace contextRef="#ctx0" brushRef="#br0" timeOffset="88758.12">25933 6935 138 0,'0'-15'353'0,"0"-3"31"0,0 7 15 0,0-1-50 15,0 5-152-15,0 0-91 0,0 7-77 16,0 0-84-16,0 7-90 0,0-3-130 0,0 4-64 16,7 2-31-16,-1 5 8 0,1-4 44 15</inkml:trace>
  <inkml:trace contextRef="#ctx0" brushRef="#br0" timeOffset="89319.93">26357 7110 54 0,'19'-7'464'16,"-12"-4"89"-16,0 0 84 0,-1 0 86 0,-6-3-85 16,-6-1-143-16,-1 0-81 0,0 5-63 15,-6-2-66-15,1 1-76 0,-8 4-62 0,0 3-39 16,-5 4-42-16,-1 0-24 0,-1 4-20 15,1 3-11-15,6 4-4 0,-6 1-5 16,7 2 0-16,6 5-3 0,0-1 0 0,0 0 2 16,6 4-2-16,1-4 2 0,6 4-2 15,6-3-1-15,1-5 2 0,0 0 2 16,5 2 5-16,2-9 0 0,5 0 1 0,1-3 5 16,0-4 1-16,-2-4-3 0,2 0-3 15,-1-3-1-15,-5-3 2 0,6-2-5 0,-8 1 12 16,-5 0 16-16,-1 1 16 0,8-2 16 15,-14 1 11-15,6 0 10 0,-6 0 1 16,0 0-6-16,0 4-8 0,0-1-11 0,0 5-12 16,0-1-10-16,0 1-12 0,0 3-10 15,6 3-8-15,-6 4-7 0,6 5 1 0,2 2-1 16,-2 4 1-16,0 9 0 0,7-2-1 16,1 8 3-16,4 0-1 0,2 3-1 15,0 2 5-15,-1-2 8 0,1 1 4 0,0 2 7 16,-1-1 0-16,-6 1 1 0,0-2-4 0,1-5-7 15,-8 2-2-15,-6-1-3 0,0-4 5 16,-6-3 9-16,-2-1 14 0,2-5 24 0,-7-6 23 16,-6 1 25-16,6-8 17 0,-13-4 13 15,6-3-1-15,-6 0-11 0,-1-7-16 0,-5 0-24 16,-1-4-19-16,1 0-20 0,-1-5-16 16,1 2-10-16,-1-4-11 0,1 3-4 15,-1-2-3-15,1 1-5 0,-1 2 0 0,7-4-5 16,6 2-19-16,1 2-47 0,6 2-72 15,0 2-96-15,7-1-125 0,12 0-173 16,0 0-195-16,14 0-210 0,7 0-84 0,-1 0 13 16,13-3 82-16,6 3 152 0,1-9 206 15</inkml:trace>
  <inkml:trace contextRef="#ctx0" brushRef="#br0" timeOffset="89820.58">27529 6967 127 0,'20'-25'405'0,"-7"3"54"15,-1 0 51-15,-4 0 36 0,-2 5-143 16,0-3-76-16,1 3-39 0,-7 1-7 0,0 2-5 16,0 0-22-16,-7 2-1 0,-5 1-7 15,-2 0-13-15,1 1-32 0,-6 2-31 0,6 4-25 16,-7 0-47-16,0 4-21 0,1 4 5 15,-7 3 6-15,6 5 14 0,1 2 18 0,-1 9 18 16,0 2 4-16,2 4-8 0,4 4-5 16,1 8-17-16,0-1-5 0,6 0-1 15,1 4-8-15,6 0-6 0,6-1-6 0,1-1 3 16,0-2-9-16,12-1-7 0,1-5-4 16,0-2-6-16,5-2-6 0,1-4-7 0,7-4-7 15,-1-4-9-15,1-4 0 0,0-3 4 16,6-7 7-16,0-1 7 0,0-6 13 0,-7-1 21 15,1-3 20-15,-1-7 20 0,-6-2 13 16,1-1-32-16,-8-5-107 0,0-8 0 0,-5 1 0 16,-1-8 0-16,0 4 0 0,-13-7 0 15,0 3 0-15,-13 1 0 0,0-1 0 0,-7 1 0 16,1-1 0-16,-7 7 0 0,-7-2 0 16,-6 3 0-16,0 2 0 0,0 7 0 15,-7-3 0-15,7 4 0 0,-6 5 0 0,5-1 0 16,1 8 0-16,1-1 0 0,5 4 0 0,1 1 0 15,-1 3 0-15,7 3 0 0,6 1-358 16,1 4-177-16,-1 3-141 0,8 0-158 16,-2 3-165-16,1 1-66 0,0 0 20 0,6-1 85 15,-5 1 153-15,5 0 210 0</inkml:trace>
  <inkml:trace contextRef="#ctx0" brushRef="#br0" timeOffset="92596.77">11768 10671 112 0,'0'4'195'0,"-6"-1"9"16,6-3-59-16,-7 4-42 0,7-4-12 15,0 5 4-15,-7-5 5 0,7 0 11 0,0 3 3 16,0-3 1-16,0 0-4 0,0 0-7 16,0 0-4-16,-6 3-5 0,6-3 6 0,0 0 5 15,0 0 3-15,0 0 3 0,0 0 3 16,0 0 0-16,0 0-11 0,0 0-14 0,0 0-15 0,0-3-16 15,0 3-17-15,0-3-13 0,0 3-11 16,0 0-8-16,0-5-1 0,0 5 0 0,0 0 3 16,0 0 0-16,0 0 3 0,0 0 2 15,0-4 2-15,0 4-1 0,-6 0 2 16,6 0 0-16,0 0 3 0,0 0 3 0,0 0 1 16,0 0-2-16,0 4 0 0,0-4-4 15,0 0-2-15,0 0-6 0,0 0-4 0,0 0-1 16,0 0-1-16,0 0 0 0,0 0 0 15,0 0 10-15,0 0 11 0,0 0 11 0,0 0 17 16,0 0 14-16,0 0 11 0,0 0 3 16,0 0 2-16,0 0-1 0,0 0-6 15,0 0-8-15,0 0-11 0,-7 0-8 0,7 0-9 16,0 0-12-16,0 0-8 0,0 0-7 16,0 0-3-16,0 0-2 0,0 0-4 0,0 0-1 15,0 0-5-15,0 0 0 0,0 0 1 16,7 0-5-16,-7 0-2 0,0 0 3 15,0 5 0-15,0-5 1 0,0 0-1 0,0 0 4 16,0-5 1-16,0 5-1 0,0 0 1 16,0 0-3-16,0 0 2 0,0 0-1 0,0 0 3 15,0 0-3-15,0 0 0 0,0 0 2 16,-7 0-1-16,7 0-1 0,0 0-5 16,0 0 15-16,0 0-5 0,0 0-5 0,0 0-1 15,0 0 0-15,0 0 3 0,0 0-12 16,0 0 3-16,0 0 4 0,0 0 1 0,0-4 3 15,0 4-2-15,0 0 0 0,0 0 1 16,0 0 0-16,0 0 0 0,0 0-2 16,0-3 75-16,0 3-35 0,0 0-19 0,0 0-8 15,0 0-7-15,0 0-2 0,0 0-74 16,0 0 34-16,0 0 16 0,0 0 9 0,0 0 6 16,-6 0 2-16,6 0 1 0,0 0 5 15,0 0-3-15,0 0 1 0,0 0-2 16,0 0 1-16,0 0-1 0,0 0-2 0,0 0 5 15,0 0-1-15,0 0 1 0,0 0 0 16,0 0-1-16,0 0 0 0,0 0-6 0,-7 3-5 16,7-3-52-16,-7 4-84 0,-5 4-109 15,5-1-117-15,-6 0-116 0,-6 4-125 16,-1 0-20-16,0-4 46 0,1 1 93 0,-1 0 106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19:37.65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9247 10693 82 0,'-6'0'373'0,"0"-3"70"0,0 3 60 0,-2-3-9 16,8 3-9-16,-6 0-43 0,0-5-34 15,6 5-34-15,0 0-40 0,-7 0-44 16,7 0-54-16,7 5-51 0,-7-5-36 0,12 0-24 16,-4 0-14-16,10 0-16 0,-4 0-23 15,5 0-24-15,7 0-18 0,-6 0-10 0,6 0-5 16,-1 0-4-16,2-5-7 0,5 5 1 16,-6-4-14-16,1 4-31 0,-1-3-66 0,-6 3-93 15,-1-4-115-15,-6 4-129 0,0 0-126 16,-13 4-113-16,6-4-47 0,-12 3 32 0,-1 1 86 15,-6 4 110-15,-6-1 128 0</inkml:trace>
  <inkml:trace contextRef="#ctx0" brushRef="#br0" timeOffset="220.51">9274 10876 33 0,'0'8'430'0,"-7"-1"84"0,7 1 70 0,0-6 89 15,0 3-72-15,0-2-93 0,7-3-81 16,-1 0-57-16,1 0-51 0,6 0-71 0,-1 0-75 15,2 0-52-15,-1-3-31 0,7 3-24 16,-2-5-19-16,9 3-15 0,-7 2-10 16,-1-4-9-16,7 4-6 0,-6-4-5 0,-1 4-24 15,0 0-47-15,-5-4-84 0,-1 4-126 16,0-3-164-16,-7-5-156 0,1 6-145 0,-7-7-40 16,0 2 37-16,0-4 101 0,0 1 147 15</inkml:trace>
  <inkml:trace contextRef="#ctx0" brushRef="#br0" timeOffset="502.84">9645 10518 23 0,'0'-11'427'0,"6"3"75"0,1 2 56 16,0-6 59-16,5 5-80 0,-5 3-111 0,6 0-69 16,0 0-38-16,0 8-24 0,6 0-37 15,-5 2-47-15,5 6-45 0,1 3-28 0,0 3-21 16,-1 4-15-16,0 0-12 0,1 7-9 15,-7 1-6-15,0-1-15 0,-6 5-15 16,5-2-14-16,-12 0-12 0,0-2-6 0,-6 3-6 16,0-4 0-16,-8-3 0 0,2 4-3 15,-2-8 1-15,1-4-1 0,-6 0-1 0,6-3 2 16,-1-5 0-16,-5 2-1 0,6-9-4 16,0 1-14-16,1 0-38 0,-2-4-77 0,8 0-122 15,-8-4-151-15,8 0-173 0,0 1-181 16,-1-4-67-16,1-1 20 0,6 1 93 15,-7-4 136-15,7 0 168 0</inkml:trace>
  <inkml:trace contextRef="#ctx0" brushRef="#br0" timeOffset="2242.12">11097 10488 133 0,'0'-4'314'0,"0"1"46"0,-6-2 48 0,6 3-59 16,0-2-58-16,0 0-21 0,0 0-4 16,0 1 5-16,0 0 8 0,-7-2-1 0,7 3-2 15,0-3-8-15,0-2-20 0,0 3-28 16,0 0-28-16,0 4-21 0,0-3-15 0,0-1-13 15,0 1-5-15,-6 3-13 0,6-4-10 16,0 4-8-16,0-3-5 0,0 3-3 0,0 0-7 16,0 0 1-16,0 0-6 0,0 0-12 15,0 0-15-15,0 0-16 0,0 0-13 0,6 0-16 16,-6 3-7-16,0 4 5 0,0 0 9 16,0 4 17-16,0 8 15 0,7-4 15 0,-7 7 14 0,0 3 7 0,0 4 2 15,0 1-3-15,6 2-4 0,-6 2-4 16,0 2-8-16,0-3-8 0,0 1-9 0,7-2-7 15,-7 1-9-15,0-4-9 0,7 2-2 16,-7-6-2-16,0-3-1 0,6 0 0 0,-6-8 2 16,0 1 6-16,6-5 24 0,-6 2 33 15,0-9 30-15,0 1 19 0,0-4 9 16,0 0-4-16,0-4-22 0,0-3-44 0,-6-4-79 16,6-4 0-16,0 1 0 0,-6-4 0 15,-1 0 0-15,7-9 0 0,0 5 0 16,-7-3 0-16,7-1 0 0,0-3 0 0,0 0 0 15,0 3 0-15,7-3 0 0,0 3 0 0,5 1 0 16,-5-1 0-16,6 3 0 0,6 2 0 16,1-2 0-16,0 5 0 0,-1 0 0 15,1 4 0-15,6 0 0 0,-7-3 0 0,7 7 0 16,-6 3 0-16,6 4 0 0,-7-2 0 16,1 5 0-16,-8 0 0 0,8 8 0 0,-6-1 0 15,-1 3 0-15,-7 10 0 0,0-6 0 16,1 8 0-16,0 0 0 0,-7 4 0 0,0 0 0 15,0 2 0-15,0-2 0 0,0 4 0 16,-7-5 0-16,7 1 0 0,-7 0 0 16,7-4 0-16,-6 0 0 0,6-5 0 0,-6 2 0 15,6-4 0-15,0-1 0 0,0-3 0 16,0-3 0-16,0-4 0 0,0-2 0 0,0 3 0 16,0-10-20-16,-7 5-138 0,7-6-99 15,-6-2-125 1,-1-3-176-16,7-3-212 0,-7-1-215 0,7-4-103 15,0-2 0-15,0-5 72 0,0 1 154 16,7-7 225-16</inkml:trace>
  <inkml:trace contextRef="#ctx0" brushRef="#br0" timeOffset="2710.88">11553 9906 245 0,'0'-15'460'16,"-6"0"56"-16,6 1 57 0,0-1 2 16,0 0-118-16,6 4-91 0,0 1-49 0,2-1-25 15,4-4-26-15,1 8-42 0,0-1-35 16,6 1-29-16,1 0-26 0,0 0-22 0,-1 2-33 16,1 2-10-16,0 3-14 0,5 0-12 15,-5 0-5-15,0 3-5 0,-7 4 7 0,0 1-7 16,0 0-3-16,-1 3 0 0,-4 4 2 15,-8-1-3-15,0 0-3 0,-8 5 0 0,-4-2-1 16,5 2 0-16,-12-1 62 0,0 5-31 16,-1-5-17-16,-6 4-15 0,6-4-9 15,1 1-2-15,5-1-74 0,-5 1 40 0,13-9 28 16,-8 5 19-16,8-8 23 0,0 4 30 16,6-3 40-16,6-5 21 0,0 5 14 0,1-5 9 15,13-3-4-15,-1 4-17 0,7-4-26 0,0 0-26 0,0-4-22 0,7 4-17 0,-7-3-10 31,6-2-6-31,1 5-5 0,-7-3-3 0,6 0-4 0,-5-1-3 0,-1 4-4 0,-7-4-3 32,1 4-5-32,0-3-4 0,-8 3-2 15,-6-3-2-15,1 3-13 0,0 0-53 0,-7 0-76 0,-7 0-124 0,0 0-212 0,-5 3-296 32,-8 4-223-32,1-3-75 0,-7 2 10 15,-7 2 90-15,1 0 193 0,-8 3 287 0</inkml:trace>
  <inkml:trace contextRef="#ctx0" brushRef="#br0" timeOffset="3351.27">10602 13027 18 0,'0'7'306'0,"0"0"63"0,0 1 72 15,0-1 16-15,0-3 30 0,6 2 10 0,2-1-2 0,-2-1-14 0,7-4-35 0,7 0-52 31,-8 0-83-31,8 0-81 0,6-4-58 0,0 4-42 0,1-5-34 0,-2-1-30 0,1 2-23 32,7 1-16-32,-7-4-11 0,0 2-3 0,0 3-8 0,0-3-20 0,-7 5-60 0,1-4-99 31,-14 4-124-31,1-3-151 0,0 6-158 0,-14-3-160 0,0 4-39 0,-5 1 47 0,-8-3 97 16,0 6 135-16</inkml:trace>
  <inkml:trace contextRef="#ctx0" brushRef="#br0" timeOffset="3538.7">10693 13214 252 0,'0'14'471'0,"-6"-2"75"0,6-2 117 31,-6-2 41-31,12-1-74 0,-6-3-75 0,6 4-49 0,1-8-41 0,0 3-89 0,6-3-92 16,6 0-69-16,0-3-47 0,1 3-37 16,0-8-27-16,5 4-25 0,2 0-22 0,-1-3-18 15,0 0-14-15,0 3-9 0,0-3-4 16,-7 4-3-16,1-2-5 0,-7 2-15 0,-6-1-37 15,-1 1-67-15,1 3-113 0,-7 0-173 16,-7 0-225-16,1 3-221 0,-1-3-87 16,-6 4-2-16,-7-1 77 0,14-3 155 0,-7 5 217 15</inkml:trace>
  <inkml:trace contextRef="#ctx0" brushRef="#br0" timeOffset="5214.43">12146 13027 63 0,'0'-4'320'0,"0"-3"56"16,7 3 60-16,-7-3-37 0,0 4 0 15,0-2-25-15,0 2 5 0,0-4 2 0,0 3-20 16,0 4-34-16,0-4-51 0,0 4-58 15,0 0-68-15,0 0-47 0,0 4-20 0,0 3 3 16,0 5 12-16,6 2 15 0,-6 0 18 16,6 9 9-16,1-1 2 0,-7 3-10 15,6 1-6-15,1 3-10 0,0 0-9 0,-7 5-10 16,6-5-10-16,0 1-6 0,2-2-1 16,-8-2-3-16,6 0 2 0,-6-5 1 0,6-2 3 15,-6-1 5-15,0-3-1 0,0-1 1 16,6-3 8-16,-6-2 10 0,0-2 24 0,0-4 24 15,0 0 16-15,0-3 4 0,0 0-4 16,-6-3-20-16,6-5-30 0,-6-3-37 16,0 0-28-16,6-6-35 0,-8-6-20 15,2 2 0-15,0-9 0 0,6 0 0 0,0-2 0 16,0-1 0-16,0 0 0 0,6 4 0 16,0-1 0-16,2 1 0 0,4 3 0 0,1 1 0 15,7-1 0-15,0 5 0 0,-2 1 0 0,9 3 0 16,-7 2 0-16,6 0 0 0,-1 1 0 15,-5 2 0-15,6 5 0 0,0 0 0 16,-7 3 0-16,7 4 0 0,-6 4-1 0,-1 0 0 16,1 3-1-16,-6 8 2 0,5-1 0 15,-6 4 2-15,0 8 0 0,-7-1-2 16,-6 9 0-16,6 2 0 0,-6 5 0 0,-6 3 0 16,6 0 0-16,-6-1 0 0,0-3 0 0,-1 1 0 15,0-1 0-15,7-7 0 0,-6 4 0 16,-1-8 0-16,7-4 0 0,0 1 0 0,0-3 0 15,0-9 0-15,0 1 0 0,0-5 0 16,0-2 0-16,0 0 0 0,0-5 0 16,0-3 0-16,0 0 0 0,0 0 0 0,0-3-168 15,-6 3-365-15,6-4-198 0,0 0-231 16,-6 4-169-16,-2-3-30 0,2 3 53 0,-7 3 126 16,-6 1 207-16,-1 0 270 0</inkml:trace>
  <inkml:trace contextRef="#ctx0" brushRef="#br0" timeOffset="5621.84">10524 15412 82 0,'-6'7'447'0,"-7"1"74"0,6-5 51 0,1 1 25 16,-8-1-71-16,8 5-105 0,6-5-75 15,-6-3-37-15,6 4-18 0,0 0-35 0,6-1-46 16,0 0-52-16,1 1-36 0,6-4-35 16,7 5-30-16,-1-5-19 0,7 0-16 15,-6 0-14-15,5 0-32 0,2 0-63 0,-7-5-95 16,-1 5-127-16,0-4-157 0,-5 4-158 15,-1-3-112-15,-7 3-13 0,-6 0 55 0,0 0 106 16,-13 3 147-16</inkml:trace>
  <inkml:trace contextRef="#ctx0" brushRef="#br0" timeOffset="5840.52">10478 15639 365 0,'-12'15'489'0,"-2"-1"66"0,2 1 80 0,5-5-20 15,1 2-95-15,-1-5-65 0,7 4-36 16,0-4-31-16,0 0-47 0,0-3-64 0,13 4-55 15,0-5-44-15,0 1-38 0,6-4-32 16,8 0-29-16,-1 0-28 0,6-4-18 16,1 1-13-16,-1 0-7 0,1-6-4 0,-7 6-4 15,7-4-1-15,-14-4-7 0,8 4-18 16,-15 0-39-16,1-2-66 0,0 3-104 0,-13-5-146 16,0 3-177-16,-6-4-181 0,-7 6-103 15,0-5-12-15,-7 1 66 0,0-3 123 0,-5-1 169 16</inkml:trace>
  <inkml:trace contextRef="#ctx0" brushRef="#br0" timeOffset="6987.05">11839 15306 15 0,'0'0'275'0,"0"0"54"16,0 0 28-16,-6-4-23 0,6 4 15 15,0-4-3-15,0 1 8 0,0-5 25 0,-6 5 23 16,6-4-7-16,0 3-10 0,0-4-21 16,0 1-37-16,0 0-45 0,0-1-35 0,-7 1-16 15,7 4-14-15,0-5-16 0,0 1-13 16,0 3-14-16,0-3-6 0,-6 4-12 16,6-2-14-16,0 2-13 0,0-2-14 0,-7 2-10 15,7 0-15-15,0 3-11 0,0-4-11 16,0 4-9-16,0-4-11 0,0 4-10 0,7 0-9 15,-7 0-5-15,0 0-5 0,0 0-8 16,0 0-4-16,0 0-1 0,0 0-3 0,0 0-5 16,0 0 4-16,0 0 4 0,0 0 8 15,0 0 9-15,0 0 12 0,0 0 12 16,0 0 10-16,0 0 7 0,0 0 5 0,0 0-2 16,0 0-5-16,0 0-10 0,0 0-12 15,0 0-9-15,0 4-10 0,0 0-10 0,0-1-4 16,0 8 3-16,0 1 7 0,0 2 11 15,0 4 16-15,0 1-5 0,6 3-39 16,-6 3 0-16,7 4 0 0,-7 1 0 0,6 0 0 16,-6 2 0-16,6-3 0 0,-6 5 0 0,8-5 0 15,-2 1 0-15,-6-5 0 0,6-3 0 16,-6 0 0-16,0-4 0 0,7-3 0 16,-7-4 0-16,0 0 0 0,0-4 0 0,0-3 0 15,0-1 0-15,0-6 0 0,0-1 0 16,-7-6 0-16,7-2 0 0,-6-6 0 0,0-4 0 15,-2-4 0-15,2-3 0 0,6 3 0 16,-6-6 0-16,6 3 0 0,0 2 0 0,6-2 0 16,-6 4 0-16,14 2 0 0,-8 2 0 15,0-1 0-15,8-1 0 0,-2 9 0 0,8-1 0 16,-1 0 0-16,1 4 0 0,-1 0 0 16,7 4 0-16,-6 4 0 0,0-1 0 15,-1 4 0-15,1 4 0 0,-1 3 0 0,1 4 0 0,-7 0 0 16,6 7 0-16,-5 0 0 0,-2 5 0 15,1-1 0-15,1 3 0 0,-2 0 0 16,-4 1 0-16,-2 0 0 0,0 0 0 0,0 2 0 16,1-1 0-16,-7-5 0 0,7 3 0 15,-7-3 0-15,6-4 0 0,-6-2 0 0,0-2 0 16,0-3 0-16,0 0 0 0,7-8 0 16,-7 2-168-16,0-5-353 0,0-8-184 0,0-3-210 15,0-4-201-15,6-8-40 0,0-6 52 16,8-3 120-16,-2-5 190 0,8-2 248 0</inkml:trace>
  <inkml:trace contextRef="#ctx0" brushRef="#br0" timeOffset="7242.87">12569 15115 359 0,'0'-14'611'16,"0"3"121"-16,0 0 100 0,0 0 17 0,0 3-144 16,-6 2-145-16,6-2-128 0,0 3-111 15,0 5-80-15,-7 0-45 0,7 5-13 0,0 6 13 16,0 3 31-16,7 5 34 0,-7 6 23 0,6 4 0 15,-6 4-11-15,14 1-21 0,-8 3-29 0,0 2-53 32,1 1-170-32,6 1 0 0,-6-1 0 0,5 0 0 0,-6 1 0 0,8-4 0 15,-8-1 0-15,8-7 0 0,-8 1 0 0,1-4 0 16,-7-8 0-16,6 0 0 0,-6-8 0 0,6-1-49 31,-6-6-376-31,7-3-128 0,0-3-136 0,-7-9-140 0,6-2-125 0,0-6-77 0,8-5 22 16,-8 0 94-16,7-4 150 0,0 0 179 31</inkml:trace>
  <inkml:trace contextRef="#ctx0" brushRef="#br0" timeOffset="7557.48">12843 15405 102 0,'0'-12'417'0,"0"2"94"0,0 2 95 16,-7 5 75-16,1-5-58 0,-1 5-67 0,1 3-60 16,-7 0-50-16,7 3-54 0,-2 5-71 15,-4-1-54-15,12 7-41 0,-7 1-20 0,0 4-19 16,7 2-19-16,-6 5-22 0,12 4-20 15,-6-1-14-15,7 0-16 0,0 0-7 0,5-4-6 16,2 6 0-16,-1-10 1 0,0 1 0 16,6-3 4-16,7-5-3 0,0-3-2 0,1-4-6 15,-1-7-7-15,13 0-8 0,-7-7-5 16,1-4 0-16,-1-3 9 0,1-5 9 0,-7-3 6 16,0-3 6-16,0-5-1 0,-13 1-9 15,1-3-45-15,-2 2-32 0,-12-3 0 16,0 3 0-16,-6 5 0 0,-8-1 0 0,-5 8 0 15,-7 0 0-15,-6 4 0 0,-1-1 0 16,1 7 0-16,-8 0 0 0,7 5-132 0,1 3-119 16,-1 3-117-16,7 2-174 0,0 1-213 15,7 2-242-15,13 0-105 0,-2-1 0 16,8 0 68-16,8 0 151 0,4 1 223 0</inkml:trace>
  <inkml:trace contextRef="#ctx0" brushRef="#br0" timeOffset="8051.8">13618 15338 416 0,'0'-6'735'0,"-7"-5"104"0,-5-1 73 15,-8 1 35-15,0-3-178 0,-6 3-254 16,-7 3-153-16,8 1-88 0,-9 3-57 0,2 1-53 16,7 3-44-16,-1 7-33 0,-1 0-19 15,14 5-14-15,0-2-15 0,1 9-12 0,12-4-12 0,0 7-7 16,12-4 4-16,1 0-4 0,7 4-1 15,0-4 0-15,6-3-1 0,-1-1-2 0,1-3-8 16,7 1-3-16,-7-9-2 0,-6-3 0 16,6 0 0-16,-7-3 2 0,-5-6 2 0,-2 3 5 15,8-5 12-15,-14 3 24 0,1-2 35 16,-1 2 31-16,1 1 29 0,-7 0 13 0,7 3-1 16,-7 1-22-16,0 3-31 0,0 0-31 15,0 3-21-15,0 4-3 0,0 4 5 16,0 7 10-16,0 1 8 0,0 7 6 0,0 3 1 15,0 3-8-15,0 5-10 0,0-1-7 16,6 2-7-16,-6 1-7 0,0 2-1 0,0-4-5 16,0 0 1-16,-6-1 2 0,-1 1 3 0,7-4 3 15,-13-4-6-15,6-4-23 0,-5 1 0 0,4-8 0 16,-4-3 0-16,-2 0 0 0,2-8 0 16,-1 0 0-16,-1-7 0 0,2 0 0 0,-2-2 0 15,-5-10 0-15,-7 1 0 0,6-3 0 16,-6-5 0-16,1 1 0 0,-9-4 0 0,9 0 0 15,5 0 0-15,-6 4-201 0,13-5-285 16,0 2-172-16,6 2-194 0,7-3-214 0,7 4-65 16,6-9 29-16,0 7 95 0,13-6 174 15,0-4 230-15</inkml:trace>
  <inkml:trace contextRef="#ctx0" brushRef="#br0" timeOffset="8590.84">14021 15269 222 0,'8'-11'674'0,"-2"4"127"16,0-1 92-16,-6 5 73 0,0-4-140 16,0 3-225-16,0 0-185 0,0 1-107 15,0 3-55-15,0 3-31 0,0 1-17 0,0 7 1 16,0 0 13-16,0 3 16 0,0 8-4 0,7 0-17 16,6 4-24-16,-7 0-28 0,7 3-26 15,-7 0-26-15,8 4-25 0,-8-3-84 16,7-1-2-16,-6 0 0 0,-1-3 0 0,1-5 0 15,-1-2 0 1,1-1 0-16,-7-3 0 0,0 0 0 16,7-8 0-16,-7 0 0 0,0 1 0 0,0-8 0 15,-7 3 0-15,7-6 0 0,-7 0 0 0,7-5 0 16,-6-1 0-16,-1-4 0 0,1-1 0 16,-1-2 0-16,1-2 0 0,6-4 0 15,-7-3 0-15,7-1 0 0,0 0 0 0,7 1 0 16,-1-1 0-16,1 0 0 0,6 0 0 15,0 5 0-15,0-2 0 0,0 6 0 0,6-3 0 16,1 3 0-16,6 2 0 0,0 4 0 16,-6 0 0-16,6 1 0 0,-7 5 0 0,1 2 0 15,0 6 0-15,-2 2 0 0,-4 5 0 16,-1 1 0-16,0 7 0 0,-6 1 0 0,-1 2 0 16,0 6 0-16,0-2 0 0,2 1 0 0,-8-1 0 15,0 4 0-15,0-3 0 0,0 0 0 16,0 0 0-16,-8-5 0 0,8-2 0 15,0-1 0-15,0-3 0 0,0-1 0 0,0-7 0 16,-6 1 0-16,6 0 0 0,6-8 0 16,-6 0 0-16,0 0 0 0,0-8 0 0,0 0 0 15,0-2 0-15,0-5 0 0,-6 0 0 16,6-3-90-16,-6 0-621 0,0-4-291 16,6 4-218-16,-7-4-49 0,0 0 59 0,1 3 133 15,-1 4 225-15,1-3 291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19:52.0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17513 3033 133 0,'0'4'371'0,"0"0"61"15,0-4 44-15,0 3-33 0,0-3-57 0,0 0-65 16,0 0-48-16,0 0-12 0,6 0-14 0,0 0-17 16,7 0-16-16,1-3-31 0,-2 3-24 15,2-4-45-15,5 0-34 0,-6 0-38 16,6 1-17-16,1-2-12 0,0 3-5 0,-7 2-4 16,0-4-2-16,0 0 7 0,-1 4-8 0,-4 0-4 15,-2 0-31-15,0 0-58 0,-6 0-90 16,0 0-105-16,0 4-98 0,-6 0-106 0,0-2-116 15,-2 3-18-15,-4 2 39 0,-1 1 85 16,0-1 91-16</inkml:trace>
  <inkml:trace contextRef="#ctx0" brushRef="#br0" timeOffset="185.76">17538 3169 367 0,'0'2'465'16,"0"3"68"-16,0-5 59 0,0 0-70 0,0 3-73 15,7-3-57-15,0 0-44 0,-1 0-38 16,8 5-35-16,-2-5-43 0,1 0-48 15,7-5-38-15,0 5-31 0,-2 0-20 0,-4 0-28 16,5-3-19-16,1 3-15 0,0 0-13 16,-8-5-10-16,1 5-14 0,1 0-25 0,-8 0-57 15,0 0-94-15,1 0-112 0,-7 0-130 16,7 0-135-16,-14 0-150 0,7-2-38 0,-7-2 39 16,7 1 87-16,-6-5 117 0</inkml:trace>
  <inkml:trace contextRef="#ctx0" brushRef="#br0" timeOffset="498.6">17805 2941 238 0,'0'-10'529'0,"7"-5"123"0,-7 3 103 0,7 2 40 15,-1-1-170-15,-6 4-131 0,7 0-106 0,-1-1-108 16,0 4-83-16,8 4-47 0,-2 4-24 16,2-1-10-16,-1 9-8 0,7-1-5 0,-8 3-15 15,2 8-20-15,5 0-13 0,-13 0-15 16,8 7-8-16,-8 1-7 0,-6-1 1 0,0 0 2 15,0 1-1-15,-6 0 0 0,-1-3-4 16,-6 4-4-16,0-6-4 0,7-3-3 0,-8 0-2 16,2-4-2-16,-2 2 2 0,8-6 15 15,-7-3 10-15,6-4 10 0,-6 0 5 0,7-3 5 16,-1 0 1-16,0-4-8 0,1 0-14 16,0 0-11-16,-1 0-11 15,7-4-5-15,-6 0-6 0,-1 1-16 16,7-1-33-16,0 1-54 0,-7-1-74 0,7-1-123 15,0 2-149-15,0 0-157 0,0-1-164 0,7 0-103 0,0 1-7 16,-1 0 78-16,1-5 128 0,-1 3 157 16</inkml:trace>
  <inkml:trace contextRef="#ctx0" brushRef="#br0" timeOffset="8177.27">19454 3019 137 0,'6'0'123'0,"-6"0"-23"0,0 2-32 16,0-2-13-16,0 5-3 0,0-5 10 0,0 3 15 15,0-3 14-15,0 0 13 0,0 0 0 0,0 0-2 16,0 4-3-16,0-4-7 0,0 0 0 16,0 0-2-16,0 0-2 0,0 0 2 0,0 4 0 15,0-4 5-15,0 0 2 0,0 0 4 16,0 0 7-16,0 0 6 0,0 0 9 0,0 0 7 15,0 0 7-15,0 0 14 0,0 0 12 16,0 0 9-16,0 0 9 0,0 0 4 0,0 0-1 16,0 0-8-16,0 0-10 0,0 0-19 0,0 0-25 15,0 0-15-15,0 0-20 0,0 0-19 16,0 0-17-16,0 0-6 0,0 0 0 0,0 0-4 16,0 0 1-16,0 0 8 0,0 0 1 15,0 0 1-15,0 0-7 0,0 0 4 0,0 0-3 16,0 0-7-16,0-4-2 0,0 4-3 0,0 0 0 15,0 0-10-15,0 0 5 0,0 0 4 16,0 0-11-16,0 0-1 0,0 0-1 16,0 0-6-16,0 4-14 0,0-4-6 0,0 0 6 15,0 0-6-15,0 0 2 0,0 0 9 0,0 0 6 16,0 0-9-16,0 0-1 0,0 0-1 16,0 0 5-16,0 0-10 0,0 0 5 0,0 0 6 15,0 0 0-15,0 0 1 0,0 0-6 16,0 0-3-16,0 0-5 0,0 0-2 0,0 0 5 15,0 0 3-15,0 0 1 0,0-4 4 0,0 4 1 16,0 0 2-16,0 0-4 0,0 0 0 16,0 0 0-16,0 0 3 0,0 0-1 0,0 0 1 15,0 0 1-15,0 0 1 0,0 0 3 16,0 0 0-16,0 0 3 0,0 0-1 0,0 0 1 16,0 0-1-16,0 0-1 0,0 0-2 15,0 0-3-15,0 0-2 0,0 0-3 0,0 0-2 16,0 0-2-16,0 0-3 0,0 0 2 0,0 4 0 15,0-4 2-15,0 0 1 0,0 0-1 16,0 0 0-16,0 0 1 0,0 0-2 0,0 0-1 16,0 0 3-16,0 0 12 0,0 0 10 15,0 0 12-15,0 0 16 0,0 0 12 0,0 0 8 16,0 0 1-16,0 0 0 0,0 0-5 0,0-4-10 16,0 4-10-16,0-4-9 0,0 4-19 15,0-3-8-15,0-2-4 0,0 5-2 16,-6-2-7-16,6-6 5 0,0 8 8 0,0-7-3 15,0 3 0-15,0 0 1 0,0-3 12 0,-8 3 2 16,8 1 5-16,0-5 5 0,0 5 1 16,-6-1 0-16,6 0-2 0,0 1-11 0,-6 0-5 15,6-2-2-15,-7 5-7 0,7-4-4 16,-6 4-2-16,-1 0 0 0,1 0-1 0,-1 4 1 16,-5 1 1-16,4-2 2 0,-4 4-5 0,-2 0 3 15,1 1-2-15,7 4 0 0,-7-2 0 16,0 5 3-16,0 3 1 0,6 0-1 0,-6 0 1 15,7 4-2-15,0 4 1 0,-1-3-4 16,0 2 2-16,7 4 5 0,0-4 5 16,7 4 11-16,0 1 7 0,-1 0 11 0,7-4 12 15,0-1 6-15,6 0 6 0,-5-3 6 16,5-3 8-16,1-2 5 0,0-1 4 0,-1-2 3 16,7-2 2-16,-6-9-9 0,6 4 0 15,-7-7 3-15,7 0 5 0,-6 0 3 16,5-7 6-16,-5 4 14 0,0-9 15 0,-8 5 15 15,8-3-67-15,-7-6-76 0,1 2 0 16,-2-5 0-16,-6 1 0 0,1-1 0 0,0-2 0 16,-7-5 0-16,6 4 0 0,-12-4 0 0,6 0 0 15,-7 5 0-15,0-5 0 0,1 5 0 16,-6-1 0-16,-2-1 0 0,1 1 0 16,-7 3 0-16,8 2 0 0,-8-1 0 0,7 3 0 15,-7 0 0-15,1 1 0 0,0 2 0 0,5 5 0 16,-5 1 0-16,-1-3 0 0,8 6 0 15,-8-2 0-15,7 5 0 0,-7 0 0 0,8 0 0 16,-2 5 0-16,1-2 0 0,0 6 0 16,6-3 0-16,1-2 0 0,-7 3-71 0,6 1-321 15,7-1-88-15,0 4-116 0,7-4-166 16,0 1-186-16,5-2-102 0,1-1-1 0,7 2 65 16,0-4 139-16,6-3 213 0</inkml:trace>
  <inkml:trace contextRef="#ctx0" brushRef="#br0" timeOffset="8600.08">20144 2777 42 0,'6'-14'472'0,"-6"2"107"0,-6-2 100 15,6 3 94-15,0-5-74 0,-7 6-150 0,7-5-101 16,-6 7-81-16,-1-2-82 0,0 2-75 15,7 1-54-15,-6 0-41 0,0 3-30 0,-1 4-21 16,-6 0-14-16,7 0-13 0,-7 7-2 0,-1 1 1 16,-6 6 11-16,8 1 13 0,-8 3 15 15,7 5 19-15,-7 2 11 0,2 4 15 16,4 1 15-16,1 6 16 0,-7 1 9 0,8 3-3 16,6 4 12-16,-2 0 7 0,-4 3-1 0,12 2-8 15,0-2-4-15,0 1 1 0,6-1-13 16,0 0-19-16,8-2-23 0,5-1-109 15,-6-8 0-15,7 2 0 0,-1-6 0 0,1 0 0 16,-1-5 0-16,1-6 0 0,0-2 0 16,-1-5 0-16,-6 1 0 0,6-7 0 0,-5-1 0 15,-2-3 0-15,2-4 0 0,-1 0 0 16,-1 0 0-16,-5-4 0 0,0-3 0 0,-1-1-15 16,0 2-340-16,-6-6-131 0,8 1-172 15,-8-3-210-15,0-2-202 0,6-5-48 16,-6 2 34-16,6-3 102 0,-6-3 179 0,7-2 246 15</inkml:trace>
  <inkml:trace contextRef="#ctx0" brushRef="#br0" timeOffset="9084.35">20359 3073 378 0,'6'-10'555'0,"-6"-1"126"0,0 0 106 15,0-1-31-15,0 2-112 0,0 2-99 0,0 1-96 16,0-1-94-16,0 1-84 0,0 3-57 15,0 1-40-15,0 3-29 0,0-5-23 0,0 5-17 16,0 0-15-16,0-3-18 0,0 3-7 16,0 0-5-16,0 0 1 0,0 0 9 0,0 0 18 15,0 0 22-15,-6 0 19 0,6 0 12 0,0 0 8 16,0 0 1-16,0 3-10 0,0-3-10 16,0 0-17-16,0-3-12 0,0 3-9 0,0 0-9 15,0 0-7-15,0 0-6 0,0 0-50 16,0 0-20-16,0 0 0 0,0 0 0 0,0 0 0 15,0 0 0-15,0 0 0 0,0 0 0 16,0 0 0-16,0 0 0 0,0 3 0 0,0-3 0 16,0 8 0-16,0 1 0 0,-7-3 0 0,7 5 0 15,0 4 0-15,-6 0 0 0,6 2 0 16,-7 2 0-16,7 6 0 0,-7 1 0 16,7 0 0-16,-6 4 0 0,6 2 0 0,0-3 0 15,-6 1 0-15,6-1 0 0,0 1 0 0,0-5 0 16,6 1 0-16,-6-4 0 0,0-4 0 15,0-4 0-15,0 1 0 0,0-3 0 0,0-5 0 16,0 0 0-16,0-3 0 0,0 0 0 0,6-1 0 16,-6-3 0-16,0 0 0 0,0-3 0 15,0-1 0-15,7 0 0 0,-7-3 0 0,0 0 0 16,0-5 0-16,0 4-20 0,0-6-483 16,0 3-195-16,0-8-217 0,0 5-208 15,0-4-45-15,0-4 43 0,0 3 103 0,0-1 194 16,0-3 253-16</inkml:trace>
  <inkml:trace contextRef="#ctx0" brushRef="#br0" timeOffset="9570.69">20450 2582 4 0,'-7'-11'459'0,"7"0"119"0,0 0 111 0,7 4 97 16,-7-3-60-16,0 2-149 0,6-3-103 0,-6 4-85 15,6 3-90-15,2-3-76 0,4 3-45 16,1 1-30-16,0 3-19 0,14 0-18 0,-8 0-7 16,13 3-7-16,2 4-10 0,-2 1-8 15,7 6-7-15,-7 1-8 0,1 3 0 0,6 4 4 16,-13 7 7-16,6 0 11 0,-5 8 11 0,-1 0 15 15,-7 4 10-15,7 6 10 0,-12 0 11 16,4 1 1-16,-10 3 2 0,4 4 4 0,-12-3-2 16,0 2 3-16,0 1 7 0,-6 1-36 15,-8-5-122-15,2 0 0 0,-8-3 0 0,1-4 0 16,-1 0 0-16,0-4 0 0,1-4 0 16,-1-3 0-16,2-3 0 0,-2-1 0 0,0-3 0 15,7-4 0-15,-1-4 0 0,8 0 0 16,-6-7 0-16,5 1 0 0,0-1 0 15,1-8 0-15,6 5 0 0,0-5 0 0,-7 0 0 16,7-3 0-16,0 5 0 0,0-10 0 16,0 5 0-16,7-3 0 0,-7-5 0 0,6 2 0 15,-6-2 0-15,7 0-364 0,0-2-434 16,-7-1-330-16,6-4-131 0,-6 0-5 0,-6 1 80 16,-1-4 168-16,-6-1 259 0,-7 1 355 15</inkml:trace>
  <inkml:trace contextRef="#ctx0" brushRef="#br0" timeOffset="15845.5">18801 6136 181 0,'0'4'462'0,"-6"3"83"0,6-7 66 0,0 3-9 15,0 1-57-15,6-4-108 0,-6 0-89 16,14 5-56-16,-8-10-47 0,8 5-52 0,-1 0-55 16,6-4-41-16,0 1-20 0,1-1-26 15,7 1-16-15,-1-1-15 0,-1 0-6 0,1 1-8 16,0-1-9-16,1 4-43 0,-8 0-96 16,-6-3-113-16,0 3-130 0,0 3-137 0,-13-3-155 15,0 4-55-15,0 3 41 0,-13-3 86 16,0 3 116-16</inkml:trace>
  <inkml:trace contextRef="#ctx0" brushRef="#br0" timeOffset="16050.92">18880 6309 270 0,'-6'7'461'16,"-1"0"82"-16,0-3 83 0,7-1-17 0,-6 1-67 0,6 0-65 31,6-1-50-31,-6-3-47 0,7 0-53 16,0 0-58-16,5-3-62 0,2 3-47 0,-1-4-40 15,7 0-31-15,-2 1-25 0,2-1-24 16,0 0-13-16,5-4-9 0,-5 6-6 0,0-6-5 16,-1 4-7-16,-5 0-16 0,-2 1-38 15,-5-1-80-15,0 4-124 0,-1-4-154 0,-6 1-184 16,0-1-183-16,-6 4-66 0,-1-3 23 16,-6-2 95-16,0 2 136 0,6-4 179 0</inkml:trace>
  <inkml:trace contextRef="#ctx0" brushRef="#br0" timeOffset="16363.35">19063 6048 503 0,'6'-14'673'0,"-6"2"110"0,0-1 87 15,0 1-28-15,0 1-188 0,0 0-172 16,6 0-131-16,-6 7-92 0,14-3-71 16,-8 7-45-16,7 0-28 0,0 3-14 0,7 5-3 15,-1 3-2-15,1 0-6 0,-1 7-4 16,1 4-6-16,0 4-1 0,-8 3-6 15,8 0-5-15,-14 1 2 0,1 2-3 0,-1 2 2 16,-6-1 7-16,-6-5 6 0,-1 6 3 16,1-5 4-16,-7 1 9 0,6-5 9 0,-5-3 8 15,-2-4 10-15,1 1 20 0,7-4 17 16,-7-5 14-16,6-2-85 0,-5-1-91 0,4-3 0 16,2-1 0-16,0-3 0 0,-1 4 0 15,1-4 0-15,6 0 0 0,-7 0 0 0,7 0 0 16,-6-4 0-16,6 4 0 0,-7 0-85 15,7 0-488-15,-6-3-271 0,6-1-281 0,-7 1-103 16,7-5 11-16,-13 4 86 0,7-4 171 16,-8 1 273-16</inkml:trace>
  <inkml:trace contextRef="#ctx0" brushRef="#br0" timeOffset="21417.91">10752 6778 235 0,'0'3'294'16,"0"1"30"-16,0-1-39 0,6 1-23 15,-6 3-47-15,0-3-26 0,8 3 7 0,-2 5 9 16,7-6 20-16,-7 5 30 0,7-3 28 15,6 4 28-15,1-2-1 0,6 0-8 0,1 2-24 16,5-5-40-16,7 4-38 0,7-4-35 0,-1 5-18 16,14-5-15-16,0 0-16 0,6 0-12 15,6-3-16-15,1 3-14 0,6-4-14 16,0-3-12-16,0 0-10 0,1 0-9 0,-8-3-4 16,8 3-9-16,-2-3-2 0,-4-1-4 15,-8 0-3-15,6-3-1 0,-12 3-4 0,-1 1 1 16,-6-1-1-16,-6 4-3 0,-7-3 0 15,-13-2-1-15,6 5 3 0,-12 0-1 16,-1-3-2-16,-5 3-5 0,-8 0-11 0,0 0-23 16,1 0-58-16,-14 3-128 0,1-3-186 15,-7 5-224-15,-6-2-165 0,-14 1-72 0,1-1 9 16,-7-3 100-16,-14 4 175 0</inkml:trace>
  <inkml:trace contextRef="#ctx0" brushRef="#br0" timeOffset="32161.85">20547 6107 230 0,'7'-4'325'16,"-7"0"51"-16,7 1-32 0,-7-5 18 0,6 1 3 16,-6-1 2-16,6-2 7 0,-6 3 10 15,0-5-4-15,0 2-21 0,-6-5-28 0,6 5-45 16,-6-6-45-16,6 5-39 0,-7 1-27 0,0-2-26 16,7 1-18-16,-6 4-15 0,0 0-11 15,-1 0-15 1,0 2-16-16,-6 5-13 0,7-3-11 15,-7 6-7-15,-6 2-6 0,5-2 5 0,1 8-2 16,-6-4 4-16,0 8 10 0,5-1 11 16,-6 5 5-16,8-1 3 0,-8 8 14 15,7 0 10-15,0-1 10 0,6 5 3 0,1-2 10 16,-1 6 5-16,7-1-2 0,7-4-9 16,-1 4-14-16,1-3-11 0,6-1-16 0,0 0-13 15,7-4-8-15,6-3 0 0,0-2-4 16,0-3-5-16,7-7-4 0,-1 2-2 0,7-8-4 15,-7-4-7-15,7-4-5 0,-6-3-30 16,-1-8 19-16,1-2 13 0,0-6 18 16,-14 1 22-16,1-7 21 0,-1-1-6 0,-12 1-78 15,0-8 0-15,-7 4 0 0,0-4 0 16,-7 2 0-16,-6-2 0 0,0 3 0 0,-7 5 0 16,1 4 0-16,-7 0 0 0,6 5 0 15,-6 3 0-15,0 1 0 0,1 6 0 0,5 2 0 16,0 5 0-16,1-1 0 0,5 4 0 15,-5 0 0-15,6 4 0 0,6 3-342 0,-6 0-118 16,7 4-86-16,-1-4-123 0,7 4-133 16,0 0-124-16,7-3-72 0,-1-1 18 15,1 0 86-15,6 1 158 0,7-5 189 0</inkml:trace>
  <inkml:trace contextRef="#ctx0" brushRef="#br0" timeOffset="32523.17">21198 5792 200 0,'8'-14'633'0,"-2"-5"119"0,-6 4 95 15,0-7 71-15,-6 7-140 0,6-3-201 16,-8 3-149-16,-4 1-87 0,5 2-69 0,-6 2-49 16,0 6-39-16,7-3-35 0,-8 7-33 15,2 0-24-15,-2 4-16 0,2 3-14 0,-8 8-4 16,7-1 1-16,-1 8 12 0,2 0 15 15,-1 8 12-15,0-1 15 0,6 0 18 0,1 8 20 16,0-1 19-16,6 1 12 0,0 3 13 16,0 4 4-16,6-3-169 0,0-2-30 0,7 5 0 15,1-2 0-15,-2-3 0 0,2 2 0 16,5-1 0-16,1-3 0 0,-1 0 0 0,0-5 0 16,8 0 0-16,-8-2 0 0,0-4 0 15,8-4 0-15,-8 0 0 0,-6-7 0 16,7 0 0-16,0-8 0 0,-7 0 0 0,-1-7 0 15,2 0 0-15,-8-7 0 0,7-5-372 16,-6 2-193-16,-1-5-115 0,1-4-130 0,-1-2-131 16,0-2-90-16,-6 3 9 0,7-3 77 15,-7 1 145-15,7 0 191 0,-1-1 209 16</inkml:trace>
  <inkml:trace contextRef="#ctx0" brushRef="#br0" timeOffset="33159.93">21544 6030 425 0,'0'-15'660'0,"7"4"130"0,-7 0 100 16,0 4-26-16,0-4-105 0,0 3-155 16,0 1-143-16,0 3-101 0,0 1-86 0,0-1-70 15,0 1-50-15,0 3-54 0,0 0-31 16,6 3-8-16,-6 4 6 0,0 1 9 0,6 3 8 16,1 0 28-16,0 3 15 0,-7 5 5 15,6 3 6-15,0 0 3 0,1 0 6 16,-1 0-1-16,-6 0 3 0,7 3 2 0,0-2-105 15,-7-2-46-15,6 1 0 0,-6-3 0 16,6-1 0-16,-6-3 0 0,0-1 0 0,8 1 0 16,-8-7 0-16,0 2 0 0,0-6 0 15,0 3 0-15,0-3 0 0,0 0 0 0,0-4 0 16,0 0 0-16,0 0 0 0,0-4 0 16,-8 0 0-16,8-3 0 0,-6 0 0 0,0-5 0 15,-1 1 0-15,-6-3 0 0,6-1 0 16,-5 1 0-16,5-5 0 0,0-3 0 0,1 4 0 15,0-1 0-15,-1 1 0 0,7 0 0 16,-7-1 0-16,7 1 0 0,7 0 0 0,-7 0 0 16,13 3 0-16,-7-3 0 0,8 3 0 15,-2 0 0-15,1-3 0 0,7 3 0 0,-6 4 0 0,4 1 0 16,2-1 0-16,-7 4 0 0,7-1 0 0,-8 1 0 16,8 3 0-16,-7 4 0 0,1-4 0 15,-2 4 0-15,2 4 0 0,-8 0 0 0,7 3 0 16,0 4 0-16,0 0 0 0,-7 3 0 15,8 2 0-15,-8 1 0 0,0 3 0 0,1-3 0 16,0 5 0-16,-1-3 0 0,1 2 0 0,-1-2 0 16,-6 3 0-16,0-4 0 0,6 1 0 15,-6-1 0-15,8 1 0 0,-8-5 0 16,0 0 0-16,6 1 0 0,-6-4 0 0,0-4 0 16,0 1 0-16,6-1 0 0,-6-4 0 15,0 1 0-15,0 0 0 0,0-4 0 16,-6 0 0-1,6-4 0-15,-6-3 0 0,6 0 0 0,-8-1-599 16,2-3-260-16,0 0-218 0,-7-8-122 16,6 5 17-16,0-9 83 0,1 3 152 15,0-3 230-15,6-6 272 0</inkml:trace>
  <inkml:trace contextRef="#ctx0" brushRef="#br0" timeOffset="33476.82">21981 5645 496 0,'6'-14'735'16,"6"-1"119"-16,-4 4 85 0,4-4 8 0,1 4-206 16,1 4-212-16,-2-1-143 0,2 1-89 15,5 7-54-15,1 0-32 0,-8 7-16 0,8 4-5 16,0 4 4-16,-1 6 1 0,-6 10 3 16,6 5 1-16,-5 1 8 0,5 7-2 15,-5 3 4-15,-2 1-188 0,-6 3-21 0,2 4 0 16,-2 0 0-16,-6 3 0 0,0-2 0 15,-6-1 0-15,-2-4 0 0,2 0 0 0,-6-3 0 16,5-1 0-16,-6-11 0 0,6 1 0 16,1-3 0-16,0-5 0 0,-2-7 0 0,2-4 0 15,0-3 0-15,6-3 0 0,-7-2 0 16,7-7 0-16,0 5 0 0,0-4 0 0,-7-4 0 16,7 0 0-16,0 0 0 0,0-4 0 15,-6 1 0-15,0-2 0 0,-1-1 0 0,-6-1-580 0,0-5-563 16,-7-3-184-16,1 0-25 0,-7 1 83 15,6-4 159-15,-6-4 272 0,1 0 365 0</inkml:trace>
  <inkml:trace contextRef="#ctx0" brushRef="#br0" timeOffset="34958.26">2168 4711 66 0,'0'-8'270'15,"0"5"60"-15,0-5 7 0,0 1-30 0,0 0 63 16,0 0 12-16,0-1-1 0,0 2-2 16,-6-3 5-16,6 6-13 0,0-4-29 0,-7 3-54 15,7 0-48-15,-6 1-34 0,6-1-37 0,0 0-30 16,-6 1-17-16,6 3-18 0,-8 0-17 16,8 0-21-16,0 0-20 0,-6 3-9 0,6 1-8 15,0 3 11-15,0 1 11 0,-6 2 14 16,6 5 17-16,0 0 20 0,0-1 14 0,0 8-2 15,0 0 3-15,0 3 1 0,0 2 1 16,0 2-1-16,6 4-9 0,-6 1-10 0,6 2-7 16,2-3-7-16,-2 0-11 0,0-1-7 15,7-2-3-15,-6 0-3 0,6-1 1 0,-1-4 1 16,8-3-2-16,-6 0-4 0,-2-3-4 0,8-1 1 16,-1-3-2-16,-5-1 1 0,5 1 3 15,1-5 2-15,-8-2 4 0,8-4 3 16,0-1 6-16,-1 1 9 0,1-4 7 0,0 0 10 15,-1-7-82-15,1 3-15 0,-1-7 0 0,0 0 0 16,1-4 0-16,-1 0 0 0,1-2 0 0,-7-3 0 16,0 3 0-16,6-9 0 0,-11 5 0 15,4-5 0-15,-6 0 0 0,1-3 0 0,0-1 0 16,-1 1 0-16,-6 0 0 0,7-4 0 0,-7 4 0 16,0-1 0-16,0 1 0 0,0 3 0 15,-7-3 0-15,7 3 0 0,0 1 0 0,-6-1 0 16,6 4 0-16,-7 1 0 0,0-2 0 15,7 5 0-15,-6 0 0 0,6 2 0 16,-6 1 0-16,6 5 0 0,0-1 0 0,0 0 0 0,-6 4 0 16,6 3 0-16,0 0 0 0,0 1 0 15,0-1 0-15,0 4 0 0,0-4 0 0,0 4 0 16,-8 0 0-16,8 0 0 0,0 4 0 0,-6 3 0 16,6-3-263-16,-6 7-271 0,-1 0-155 15,1 4-227-15,-1-4-176 0,0 7-38 0,-11-4 41 16,4 1 95-16,1 4 189 0,0 0 282 15</inkml:trace>
  <inkml:trace contextRef="#ctx0" brushRef="#br0" timeOffset="47581.68">1602 2366 168 0,'-7'-7'361'0,"1"0"58"16,-1-1 60-16,0-3-43 0,1 1-9 0,0 2 0 16,-8-3 0-16,8 1-8 0,-7-2-21 0,6 1-31 15,-6 0-73-15,1 3-73 0,-2 1-47 0,2 0-34 16,-2 0-19-16,-5 3-19 0,5 0-10 0,2 1-6 16,6 3-9-16,-8 0-9 0,1 3-10 0,7 5 1 15,-1 3 0-15,0 4 7 0,1 3 7 0,6 1 6 0,0 6 5 16,0 4 3-16,6 0 4 0,1 4-10 0,0 1-9 31,6 2-11-31,-7 1-13 0,8-1-15 0,-2 1-11 16,8 0-9-16,-7-5-5 0,-7 1-3 0,8-4-8 15,-2 1-18-15,-5-1-33 0,6-3-42 0,-7-5-52 16,1 2-65-16,-7-9-82 0,0 5-103 16,0-8-109-16,0-1-113 0,-7-1-96 0,-5-2-88 15,-2-7 7-15,2 0 77 0,-8-4 116 0,1-4 143 16</inkml:trace>
  <inkml:trace contextRef="#ctx0" brushRef="#br0" timeOffset="47739.66">1152 2754 88 0,'-13'-6'420'0,"7"-2"88"0,0 5 78 0,-2-2 13 15,8 2-58-15,0-5-95 0,0 6-70 0,8-3-56 16,-2 1-55-16,7-3-55 0,0 4-50 0,6-5-42 16,1 1-38-16,6-1-30 0,0-2-20 0,0 2-10 15,0-3-6-15,6 4-28 0,-6-4-57 0,7 4-97 16,-7-4-119-16,0 0-133 0,1 0-136 0,-8-4-131 15,0 4-25-15,8-4 50 0,-7 1 94 0,-2-1 122 16</inkml:trace>
  <inkml:trace contextRef="#ctx0" brushRef="#br0" timeOffset="47973.97">1738 2227 105 0,'0'-14'427'0,"-6"-1"91"0,-1 0 101 15,1 3 48-15,6-2-37 0,-14 3-85 0,8 0-62 0,0 4-47 16,0 0-71-16,-1-1-86 0,0 5-66 0,1 0-48 15,-1 3-45-15,1 0-34 0,6 3-20 0,-7 4-1 16,0 4 9-16,1 5 1 0,0 1 2 16,6 5-2-16,0 3 0 0,-6 5-3 0,12-1-8 15,-6 8-7-15,6-3 1 0,-6 5-5 0,13-2-6 16,-6 3-14-16,-1-3-10 0,7-1-1 0,1 1-8 16,-2-7-12-16,2-1-21 0,-2-4-37 15,1-3-47-15,1-3-68 0,-2-5-84 0,2-3-109 16,-2-4-118-16,2-7-121 0,-1 0-101 0,-1-7-100 15,-5-4-11-15,6-3 65 0,-7-5 112 0,1-3 140 16</inkml:trace>
  <inkml:trace contextRef="#ctx0" brushRef="#br0" timeOffset="48364.5">1849 2355 308 0,'0'-22'472'16,"-6"4"106"-16,-1-1 113 0,7 5-31 0,-7 3-86 16,7 4-82-16,-6 0-81 0,6 2-95 0,0 2-108 15,0 3-78-15,0 0-39 0,0 8-15 16,6 2 6-16,-6 1 16 0,14 7 11 0,-8-2 8 15,0 5-5-15,8 1-11 0,-8 0-15 0,7 0-18 16,0 4-13-16,-6 0-6 0,5-4-5 16,2 3-3-16,-8-3-5 0,1-4-2 0,6 1-2 15,-6-1-3-15,-1-3 3 0,-6-9 14 0,6 6 31 16,-6-4 35-16,6-5 27 0,-6-3 16 0,0 0 2 16,-6-7-11-16,6-1-35 0,-6-2-39 0,0-9-32 15,-1 4-20-15,0-7-10 0,1 1-10 16,-1-1 0-16,7-4 1 0,-6 1 1 0,6 2-2 15,0 1-2-15,0 4 0 0,6 0 0 0,-6 3-4 16,7 0-2-16,-1 1 4 0,1 2-1 0,0 6 3 16,5-1-5-16,2-1 1 0,5 8 2 15,-6 0-2-15,6 0 3 0,1 8 0 0,0-1 3 16,-1 4 2-16,1 0 1 0,0 4 1 0,-8-1-1 16,8 4 1-16,-7 0 2 0,-1-4-3 15,2 5-3-15,-8-4-24 0,1 3-39 0,0-3-52 16,-1-1-68-16,-6 1-93 0,0-4-134 0,0-3-153 15,0-1-150-15,-6 1-143 0,-1-8-75 0,0 0 19 16,1-8 98-16,0 1 154 0,-2-4 180 16</inkml:trace>
  <inkml:trace contextRef="#ctx0" brushRef="#br0" timeOffset="48614.48">2220 1985 7 0,'7'-22'530'0,"0"4"160"0,-1 3 107 16,0-2 66-16,1 5-71 0,-1-2-177 0,1 6-177 15,0 5-129-15,5-2-69 0,2 10-26 16,-2 2-7-16,8 4 7 0,-1 3 16 0,-5 5 1 16,5 6-7-16,1 0-13 0,0 9-15 0,-8-1-26 15,8 4-31-15,-7 3-21 0,0 0-20 0,0 4-25 16,0 0-21-16,-6-4-12 0,-1 4-10 16,0-3-12-16,1-1-10 0,-7-3-6 0,6 0-23 15,-6-5-49-15,0-6-71 0,7-1-96 0,-7-2-111 16,-7-9-177-16,7 1-216 0,0-8-235 0,-6-4-80 15,-1 2 16-15,1-5 70 0,-7 0 156 0,0 0 227 16</inkml:trace>
  <inkml:trace contextRef="#ctx0" brushRef="#br0" timeOffset="49413.93">1342 5956 261 0,'0'4'370'0,"0"0"73"0,0-4-17 15,0 0 20-15,0-4 30 0,0 0-6 0,0-3-16 16,0 0-14-16,0-4-19 0,-8 3-20 0,8-2-59 16,-6 2-51-16,6-3-40 0,-6 3-31 15,-1 1-24-15,0 0-30 0,1 3-23 0,-7 4-23 0,0 0-29 16,0 4-25-16,-7 3-25 0,7 5-18 16,-6 2-9-16,0 4-5 0,-1 5 1 0,7-2-1 15,0 5 0-15,0 0 3 0,-1 3 0 0,8-4 1 16,6 1-1-16,0 0-2 0,0-4-2 0,0 0-2 15,6-7-4-15,2-1-1 0,4-3 1 0,-5-3 2 16,6-5-1-16,0 0 0 0,-1-6-1 0,2-4 2 16,-1 0-3-16,0-5-2 0,0-2 1 15,-7 0 1-15,8-5 1 0,-8 4 2 0,0-3 6 16,-6 0 11-16,0 0 16 0,7 3 18 0,-7 0 21 16,0 3 13-16,0 6 4 0,0-2-9 15,0 1-15-15,0 3-20 0,0 4-22 0,0 0-18 16,7 8-10-16,-7-1 0 0,6 8 1 0,7 0 2 15,-7 2 1-15,1 6 1 0,6 3 4 0,-7-1 4 16,8 5 6-16,-2 2 8 0,2 1 10 0,-8 0 9 16,1 1 4-16,-1 1 1 0,0-1-1 15,2-1-1-15,-8 0-3 0,0-4-4 0,0-4 2 16,-8-2 0-16,2-2 1 0,0-2-3 16,-7-5-2-16,-1-3-2 0,2 0-4 0,-8-6-6 15,0-2-8-15,-5 1-9 0,5-4-6 0,-6 0-15 16,0-4-37-16,-1-4-50 0,8 5-70 0,0-7-79 15,0 1-101-15,-1-1-127 0,13-8-148 0,-6-1-155 16,13 1-156-16,0-8-70 0,7 1 21 0,6-5 96 16,-1 1 159-16,8-4 193 0</inkml:trace>
  <inkml:trace contextRef="#ctx0" brushRef="#br0" timeOffset="49677.89">1523 5865 18 0,'0'-11'545'0,"0"4"172"15,0-1 106-15,0 1 71 0,-6 3-83 0,-1 1-133 16,1-1-195-16,0 4-144 0,-1 0-87 0,-6 0-57 16,7 4-42-16,-8 3-25 0,8 3-18 0,-7 2-5 15,7 2 1-15,-2 4 6 0,2 5 5 16,0 3-1-16,0-1 0 0,6 8-4 0,0 0-5 16,6 0-11-16,-6 4-9 0,6-4-14 15,0 4-11-15,2-5-14 0,-2 1-13 0,7 0-7 16,-7-4-7-16,8-3-5 0,-2-1-8 0,8-2-8 15,-7-5-28-15,0-3-45 0,0-1-59 0,1-6-73 16,-2-5-93-16,1-3-117 0,7-8-133 0,-8 2-123 16,2-5-114-16,-2-8-105 0,2 5-15 15,-8-9 65-15,1 2 126 0,-1-5 151 0,-6 1 164 16</inkml:trace>
  <inkml:trace contextRef="#ctx0" brushRef="#br0" timeOffset="50047.9">1660 6099 109 0,'0'-11'461'0,"-6"1"129"16,6 2 119-16,0 1 34 0,-7 0-37 0,7 3-113 15,0-4-108-15,-7 5-112 0,7 3-110 16,0 0-83-16,0 0-53 0,0 7-18 0,7 1-4 16,0 3 12-16,-1 3 13 0,1 4 13 0,-1 0-2 15,1 5-15-15,6-2-14 0,-7 4-10 0,0-2-12 16,2 3-10-16,-2-4-3 0,0-4-3 16,-6 0 0-16,7 0 1 0,-1-6 4 15,-6-1 20-15,0-1 26 0,0-6 26 0,7 1 13 16,-14-2 3-16,7-6-7 0,0-2-26 0,-6-2-33 15,-1-4-34-15,1 0-25 0,6-4-34 0,-6 1-8 16,-2-4 0-16,8 3 0 0,0 0 0 16,0-4 0-16,0 5 0 0,0-1 0 0,8 1 0 15,-2 0 0-15,0-2 0 0,1 2 0 0,-1 7 0 16,8-5 0-16,-2 5 0 0,-6 4 0 16,8 3 0-16,6 0 0 0,-7 3 0 0,-1 4 0 15,2 1 0-15,-2 3 0 0,2 0 0 16,-1 3 0-16,-7 2 0 0,7-2 0 0,-6 1 0 15,-1-1 0-15,0 1 0 0,2 0-30 16,-8-4-95-16,6 3-81 0,-6-7-96 0,-6 4-115 0,6-7-159 0,0 0-166 16,-8-4-164-16,2-4-117 0,0-3-6 15,-1-1 66-15,1-7 150 0,-1-2 188 0,1-10 217 16</inkml:trace>
  <inkml:trace contextRef="#ctx0" brushRef="#br0" timeOffset="50266.87">1920 5884 231 0,'8'-19'651'0,"-2"1"143"16,-6 3 85-16,6 0 14 0,-6 8-106 15,7 0-185-15,6 3-165 0,-6 8-87 16,5-1-30-16,2 8 8 0,5 4 11 0,1 3 3 16,-1 8-2-16,7 3-11 0,0 4-21 0,0 4-47 15,-6 3-261-15,-1 1 0 0,1-1 0 16,-8 0 0-16,2 4 0 0,-8-1 0 0,-6-2 0 16,7-4 0-16,-7 0 0 0,0-4 0 0,-7-4 0 15,7-7 0-15,-6 0 0 0,6-12 0 16,-6 2 0-16,-2-5 0 0,-4 1 0 0,5-8-84 15,-6-4-365-15,7 0-181 0,-7-3-217 16,-1-5-232-16,8 2-75 0,-7 0 26 0,6-10 77 16,1 3 178-16,0-6 248 0</inkml:trace>
  <inkml:trace contextRef="#ctx0" brushRef="#br0" timeOffset="51863.03">23426 2180 13 0,'0'-9'335'0,"7"7"76"0,-1-6 64 15,-6 4-40 1,0 4-11-16,6-3-88 0,-6 3-81 0,0 0-45 15,0 0-4-15,8 0 10 0,-2 7 20 0,7-3 17 16,0 2 12-16,6 3-5 0,1-2-35 16,6 0-38-16,7 1-33 0,5 3-29 0,8-4-22 15,6 0-21-15,7 0-22 0,6 1-13 16,7-1-10-16,6 1-3 0,0-5 6 0,0 1 1 16,-7-1 3-16,2-3 5 0,-8 0 0 0,-13 0 2 15,-1 0 5-15,-5-3 17 0,-13-1 14 16,-1 4 14-16,-13-3 4 0,1-2 4 0,-6-2-9 15,-8 4-21-15,0-5-19 0,1 5-14 16,-7-5-17-16,-7 1-11 0,7-1-6 0,-6 5 1 16,0-4 0-16,-1 3-1 0,0-3-3 0,1 3 1 15,6 4-2-15,-6-3-3 0,-2 3-4 16,2 0-1-16,0 0 2 0,-1 3 0 0,-6 1 0 16,7 3 3-16,-7 4-3 0,7 0-1 15,-8 7 5-15,1 0 7 0,0 5 6 0,0 3 4 16,1-1 7-16,-2 8 3 0,1 0-2 15,0 3-7-15,0 5-3 0,7 3-1 0,-8 0 2 0,2 3 6 0,5 5 10 0,0-1 5 16,1 0 5-16,-7 4 11 0,6 1-2 0,7-2 3 31,-6 8-10-31,-1-3-4 0,7 7-2 0,0 0-5 0,0 3 4 0,-6 1-3 0,6 3 5 16,0-2 2-16,0 2 6 0,6-1-3 31,-6 6-6-31,0-1 1 0,7 3-2 0,-1-3-3 0,-6 3-1 0,7 2 0 0,-7 2 4 0,0-4 8 16,7 1 6-16,-7-5 5 0,6 5 2 15,-6 0-50-15,0 3-14 0,6-3 0 32,-6-1 0-32,0 5 0 0,7-5 0 0,-7-3 0 0,0 3 0 0,0-2 0 0,0-2 0 15,0 5 0-15,0-4 0 0,0 4 0 0,0-1 0 16,0-3 0-16,0 0 0 0,0 0 0 16,-7 0 0-16,7 3 0 0,0-2 0 0,0 2 0 15,0-4 0-15,0 2 0 0,0 2 0 31,0-7 0-31,0 5 0 0,0-1 0 0,0-1 0 0,0-2 0 0,7-1 0 0,-7 1 0 32,7-1 0-32,-7-3 0 0,0-5 0 0,6 1 0 0,-6-8 0 0,0 1 0 0,6-3 0 31,-6-9 0-31,0 0 0 0,0-6 0 16,0-5 0-16,0-3 0 0,0-4 0 0,-6-7 0 0,6-2 0 0,-6-3 0 0,-8-6 0 15,2 1 0-15,-2-8 0 0,-5 2 0 16,-7-6 0-16,-7-3 0 0,-5 0 0 0,-2-1 0 31,-12-4 0-31,0 1 0 0,-7-1 0 0,0-2 0 0,1-1 0 0,-7 0 0 0,6 0 0 16,0 3 0-16,8-4 0 0,5 6 0 15,1-2 0-15,12 1 0 0,7 3 0 0,6-3 0 16,1 4 0-16,12-5 0 0,1 1 0 16,6-1 0-16,6-3-152 0,1-3-369 0,6-1-122 15,7-3-128-15,12-1-139 0,1-6-128 31,-1 0-17-31,7-5 56 0,7-7 136 0,6 0 183 0,0-6 213 0</inkml:trace>
  <inkml:trace contextRef="#ctx0" brushRef="#br0" timeOffset="52675.83">26096 4564 276 0,'7'-11'376'0,"-7"0"50"0,7 1-1 16,-7-2 8-16,0 1-25 0,6 0-28 15,-6 1 11-15,0-1 15 0,0 0-19 0,0 4-30 16,0-5-45-16,-6 5-47 0,-1-1-63 16,7 2-54-16,-13 1-41 0,6-2-31 0,-5 7-19 15,-2 0-19-15,2 0-9 0,-2 3-3 31,-5 6 3-31,5-3 10 0,2 9 8 0,-8-1 13 0,7 9 15 0,0-1 5 0,0 7 10 32,0 0 2-32,6 5 5 0,1 2 4 0,6 4 3 0,0-3 12 0,6 3-1 0,1 4 3 15,0-4 3-15,12-3-6 0,-6 0-7 16,14-4-19-16,-9 0-10 0,9-4-13 0,5-7-10 16,1 0-10-16,-1-4-2 0,1-6 6 15,-1-2 10-15,8-6 9 0,-1-4 8 0,0-4 13 16,-7-6 16-16,1-2 17 0,-1-2 16 15,1-9-74-15,-7 1-65 0,-6-3 0 0,6-8 0 16,-13-3 0-16,6-1 0 0,-12-4 0 31,-1 1 0-31,-6-4 0 0,0 4 0 0,-6 0 0 16,-7 3 0-16,-7 1 0 0,0 2 0 16,1 2 0-16,-7 3 0 0,0 3 0 0,0 3 0 15,-7 5 0-15,7 3 0 0,0 1 0 16,-7 6 0-16,7 1 0 0,7 4 0 0,-7 3 0 15,0 3 0-15,6 1 0 0,1 7 0 16,-1-1 0-16,8 5 0 0,-8 0 0 0,13-1 0 16,-5 2 0-16,4 2-128 0,8 0-356 15,8 1-94-15,-2-5-125 0,7 4-149 16,0-3-159-16,13-1-39 0,0-6 38 0,0 2 99 16,13-5 168-16,-7-2 213 0</inkml:trace>
  <inkml:trace contextRef="#ctx0" brushRef="#br0" timeOffset="53113.14">27158 4107 38 0,'6'-19'534'15,"1"1"134"-15,-1 0 96 0,-6 4 70 16,0-6-67-16,0 6-175 0,0-1-148 0,-6 0-105 15,6 5-69-15,-7 3-54 0,1-2-47 16,0 6-43-16,-1 0-33 0,0 3-25 0,-5 0-47 16,-8 6 3-16,7 3 5 0,-7 5 6 15,0 4 12-15,1 4 20 0,-7 8 46 0,6 2 4 16,1 5 18-16,-7 12 29 0,6-3 21 16,-6 6 18-16,7 2 15 0,6 2 10 15,-6 6-2-15,5-3-4 0,8-1-2 16,-1 5-205-16,1-5-15 0,6 1 0 0,0-1 0 15,6-3 0-15,7-3 0 0,1-5 0 0,-2 1 0 16,8-5 0-16,-1-2 0 0,1-8 0 16,6 0 0-16,0-4 0 0,1-8 0 0,-2-1 0 15,1-6 0-15,-6-3 0 0,6-4 0 16,-7-3 0-16,1-4 0 0,0-4 0 0,-8-3 0 16,-5-4 0-16,6 0 0 0,-6-3 0 15,-7-1-113-15,0-4-419 0,0 1-147 16,0-3-167-16,0-2-163 0,-7 2-83 0,7-5 16 15,0 0 81-15,0 1 158 0,7-5 212 16</inkml:trace>
  <inkml:trace contextRef="#ctx0" brushRef="#br0" timeOffset="53714.01">27314 4623 56 0,'0'-12'622'0,"0"-1"161"0,7 1 114 15,-7 2 91-15,0-2-51 0,0 5-195 0,0 0-202 16,0-1-127-16,0 5-95 0,0-1-82 0,0 4-65 15,-7-3-54-15,7 6-43 0,0 1-13 16,0 3 6-16,0 4 16 0,0 4 17 16,0 3 19-16,0 1 13 0,0 6-7 0,7 1-6 15,-7-1-12-15,0 4-6 0,0 5-2 0,0-5-2 16,6 4-10-16,-6-4-87 0,0 0 0 16,7-3 0-16,-7-4 0 0,0 0 0 0,0-4 0 15,7-3 0-15,-7-4 0 0,0-1 0 16,0-1 0-16,0-6 0 0,0 0 0 15,0-3 0-15,0-3 0 0,0-4 0 0,0-1 0 16,0-6 0-16,-7-1 0 0,7-3 0 16,-7-4 0-16,1 0 0 0,6-8 0 0,-7 4 0 15,1-3 0-15,-1-3 0 0,0 2 0 0,7 1 0 16,-6-1 0-16,6 5 0 0,0-1 0 16,0 1 0-16,6 2 0 0,-6 2 0 0,7 2 0 15,6 1 0-15,0 0 0 0,7 4 0 16,0 2 0-16,5 1 0 0,-5 0 0 15,6 3 0-15,7 1 0 0,-7 4 0 16,0-1 0-16,0 4 0 0,-7 4 0 0,7-1 0 16,-6 2 0-16,5 5 0 0,-11 1 0 15,6 0 0-15,-7 4 0 0,-1 7 0 0,2-4 0 16,-2 8 0-16,-5-5 0 0,0 5 0 16,-1 3 0-16,1-3 0 0,-7 3 0 0,6 2 0 15,-6-6 0-15,6 4 0 0,-6-4 0 0,7 1 0 16,-7 0 0-16,0-5 0 0,7-2 0 15,-7-4 0-15,0-1 0 0,0 1 0 16,6-8 0-16,-6 1 0 0,0-5 0 0,0 1 0 16,0 0 0-16,0-1 0 0,0-3 0 15,0-3 0-15,0 3 0 0,0-8 0 0,0 1 0 16,0 0 0-16,0-8 0 0,0 5 0 16,0-9 0-16,0 4-484 0,-6-3-473 15,6-4-263-15,0 0-73 0,0 0 45 0,0-4 119 0,0 1 203 16,6 0 283-16</inkml:trace>
  <inkml:trace contextRef="#ctx0" brushRef="#br0" timeOffset="54265.32">28024 3766 76 0,'0'-7'487'0,"-6"2"154"0,6 2 105 0,0 0 32 15,0-5-23-15,0 5-128 0,6-5-124 16,-6 8-123-16,6 0-75 0,1-3-56 0,0 3-31 16,6-5-26-16,-1 1-13 0,8 4-1 15,-6 0-10-15,11 4-6 0,1 1-9 0,0 3-15 16,7 1-17-16,-7 2-15 0,7 5-9 15,-1-2-6-15,1 4-2 0,-1 1 2 0,1 6 8 16,-7 0 21-16,6 9 20 0,-5 3 25 16,5-1-28-16,-6 7-137 0,7 9 0 15,-7 0 0-15,0 2 0 0,-7 5 0 0,1-1 0 16,-7 9 0-16,0-1 0 0,-13 0 0 16,7 3 0-16,-14-3 0 0,1 1 0 0,-8-3 0 15,-6-1 0-15,2-3 0 0,-9-6 0 0,7-3 0 16,-12-6 0-16,6-6 0 0,0-2 0 15,0-4 0-15,0-7 0 0,6 0 0 16,-6-4 0-16,13-4 0 0,-7-4 0 0,8-3 0 16,-1 1 0-16,6-5 0 0,1-4 0 15,-1 5 0-15,1-5 0 0,6-3 0 0,-7 4 0 16,7-4 0-16,-7 4 0 0,7-4 0 16,0 0 0-16,0 0 0 0,0 0 0 15,-6 0 0-15,6 0 0 0,0 0 0 0,6 0 0 16,-6-4 0-16,0 0 0 0,0 1-92 15,-6-1-904-15,6-3-282 0,0-5-111 0,-6-2 24 16,0-1 132-16,-2-6 255 0,2-1 370 16</inkml:trace>
  <inkml:trace contextRef="#ctx0" brushRef="#br0" timeOffset="61650.67">4708 11624 147 0,'13'0'138'0,"7"0"-39"0,0 0-43 16,5-4-27-16,1 4-12 0,0 0-8 15,7-3-6-15,6 3-3 0,1-3-1 0,5 3-5 16,7-5-7-16,-7 5-10 0,14 0-15 16,6-3-28-16,0 3-35 0,1 0-22 0</inkml:trace>
  <inkml:trace contextRef="#ctx0" brushRef="#br0" timeOffset="63291.87">21387 10287 246 0,'0'3'493'0,"0"1"120"16,-6 1 116-16,6-3-23 0,0-2-33 15,0 4-95-15,0-4-98 0,0 3-100 0,6-3-96 16,-6 0-66-16,7 0-53 0,0 0-43 0,5 0-27 16,2 0-18-16,5-3-19 0,1 3-18 15,6-4-17-15,0 4-10 0,0-2-7 16,0-3-2-16,0 1-1 0,0 1-7 0,-6 3-5 15,-1-5-21-15,1 5-38 0,-8-3-52 16,2 3-85-16,-2-3-96 0,-12 3-102 0,7 0-93 16,-14 0-88-16,7 3-61 0,-12 0-60 15,-2 2 23-15,2-2 66 0,-8 6 93 16,1-7 114-16</inkml:trace>
  <inkml:trace contextRef="#ctx0" brushRef="#br0" timeOffset="63493.33">21446 10412 61 0,'-6'7'353'0,"-1"0"70"0,1 0 71 15,0-3 37-15,6-1 0 0,0 1-8 16,0 1-18-16,0-3-23 0,0-2-38 16,6 0-66-16,7 0-92 0,-7 0-81 0,7 0-52 15,6 0-44-15,-5 0-30 0,12-2-24 16,-7 2-20-16,1-5-12 0,0 5-9 16,5-4-6-16,-5 1-2 0,-6 3-4 0,-2-4-12 15,1 4-33-15,-6 0-60 0,-1-4-101 16,-6 1-134-16,7-1-144 0,-14-3-137 0,7-1-132 15,-6 1-48-15,-1 0 44 0,0 0 104 16,1-4 129-16,0-1 140 0</inkml:trace>
  <inkml:trace contextRef="#ctx0" brushRef="#br0" timeOffset="63761.69">21654 10176 413 0,'7'-7'539'0,"-7"-4"137"15,7 4 105-15,-1 0-55 0,1 0-124 0,-1-1-97 16,0 4-88-16,8 1-109 0,-8 3-75 15,7 0-49-15,0 7-31 0,7 1-12 0,-7 2-2 16,7 5-5-16,-8 7-11 0,8 0-14 16,-1 4-6-16,1-1-12 0,0 5-21 15,-7-1-21-15,-7 1-11 0,8-5-10 0,-14 4-6 16,6-3-4-16,-6-3-1 0,-6-2-5 16,-2 2-5-16,2-6-7 0,-7-2-20 0,7-1-39 15,-8-3-58-15,2-4-93 0,5 1-161 16,0-8-194-16,1-3-215 0,6-2-140 15,0-5-38-15,6-1 43 0,8-4 136 0,5 1 186 16</inkml:trace>
  <inkml:trace contextRef="#ctx0" brushRef="#br0" timeOffset="64394.1">22729 10213 85 0,'-6'-10'611'0,"0"-1"117"0,-2-5 88 16,8 2 80-16,-6 3-50 0,6-3-231 15,-6 2-171-15,6 2-86 0,0-1-66 16,0 3-61-16,-7 5-59 0,7-5-46 0,0 5-28 16,0 3-33-1,7 0-23-15,-7 3-20 0,0 5-8 0,6 3 7 16,0 7-6-16,-6 0 15 0,8 4 18 15,-2 8 15-15,0-4 10 0,-6 6 2 0,0-3 8 16,6 4 4-16,-6-3-4 0,0-1-3 16,7 0-1-16,-7 0 2 0,0-7-5 0,0 3-4 15,0-5-2-15,0-3 2 0,0-2-1 16,0 0 3-16,7-4 16 0,-7-3 22 0,0-5 17 16,0 1 10-16,0-1-132 0,0-6-7 15,0-1 0-15,0-4 0 0,-7-2 0 0,7-5 0 0,0-4 0 0,-7 2 0 16,7-9 0-16,0 0 0 0,-6-3 0 15,6 0 0-15,-6-4 0 0,6 4 0 0,0-5 0 16,0 6 0-16,0 1 0 0,6 1 0 16,0 5 0-16,1-1 0 0,0 0 0 0,6 7 0 15,-1-3 0-15,2 3 0 0,-1 4 0 0,6-3 0 16,1 6 0-16,-1-4 0 0,7 6 0 16,-6 2 0-16,-1 0 0 0,1 4 0 15,0 0 0-15,-1 4 0 0,1 0 0 0,-8 2 0 16,8 6 0-16,-7 3 0 0,1 0 0 15,-2 3 0-15,-6 0 0 0,2 4 0 0,-2 1 0 16,0 2 0-16,-6 1 0 0,7-1 0 31,-7 1 0-31,0-1 0 0,7 0 0 0,-7-2 0 16,-7-1 0-16,7 0 0 0,0-3 0 16,0-2 0-16,0-2 0 0,0 0 0 0,0-4 0 15,0 0 0-15,0-4 0 0,7 1 0 16,-7-5 0-16,0 1 0 0,0-4 0 0,0 0 0 15,0 0 0-15,-7-4-295 0,7-2-296 16,-7-3-212-16,1-1-222 0,6-2-123 16,0-1-2-16,-6-7 71 0,12-2 153 0,-6-3 229 15,6-1 269-15</inkml:trace>
  <inkml:trace contextRef="#ctx0" brushRef="#br0" timeOffset="64833.86">23439 9715 213 0,'14'-18'625'0,"-2"-4"129"0,1 0 102 0,0 4 79 15,-6-5-144-15,13 1-186 0,-8 1-145 0,1 2-97 16,0 1-77-16,7-1-59 0,-7 5-50 16,7 3-37-16,-1 4-30 0,1 0-27 15,-1 2-23-15,0 5-20 0,8 5-12 0,-7-3-10 16,-1 10-7-16,0 3-4 0,0 0-2 15,-5 3 2-15,-1 0 2 0,-6 4 4 0,-7 3 4 16,0 0 5-16,-7 2 5 0,-6-1 2 16,-1-1 3-16,-5 4 0 0,-7-3-1 15,6 0-1-15,-5 0 0 0,5-5 3 0,0 1 1 16,1 0 2-16,6-4 4 0,6-3 4 16,-5-3 16-16,5-2 19 0,7-3 23 0,0 1 12 15,7-4 7-15,5-4 4 0,8 0-8 16,6-4-12-16,7 1-15 0,0-5-72 0,12 4-18 15,-6-3 0-15,7-4 0 0,6 4 0 16,-1 0 0-16,2-1 0 0,-1-3 0 0,0 5 0 16,-6-6 0-16,-1 4 0 0,-5 1 0 15,-8 0 0-15,-7 4 0 0,2-2 0 0,-7 2 0 16,-8-1 0-16,-5 0 0 0,0 1 0 16,-7-1 0-16,0 1 0 0,-14 3-178 15,2-4-284-15,-8 0-212 0,-7 4-242 0,-5-3-201 16,-1 3-51-16,-5-4 40 0,-8 1 113 15,-6-2 206-15,0 2 265 0</inkml:trace>
  <inkml:trace contextRef="#ctx0" brushRef="#br0" timeOffset="66079.72">2109 8565 63 0,'0'-11'302'15,"0"0"47"-15,-6 0 52 0,6 0-33 0,0 0-32 16,0 0-23-16,0 0 16 0,0-1 31 0,0 2 15 15,0 2-6-15,0 1-14 0,-6 0-22 16,6 0-42-16,0 2-54 0,0 2-55 0,0 0-36 16,0 3-34-16,0 0-32 0,0 0-26 15,0 0-14-15,0 6-3 0,0 3 3 0,0 1 11 16,6 5 11-16,-6 3 9 0,6 4 8 16,-6 4 3-16,7-1 5 0,6 5 8 0,-7 7 9 15,8-4 2-15,-1-1 12 0,0 5 3 16,6-4 1-16,1 1-7 0,0-6-4 0,-1 2-4 15,7-5-10-15,0-2-5 0,0-2-4 0,7-3-5 16,-7-3-4-16,7-7-4 0,-1-1-1 16,1-4-5-16,5-3 1 0,-5-3 0 0,-1-4 2 15,-5-4 4-15,5-4 3 0,-6-3 4 16,1-5 3-16,-1-2 1 0,-7-4-79 0,1-4-8 16,-8-4 0-16,2-3 0 0,-8-1 0 0,0 1 0 15,1 0 0-15,-7-4 0 0,0 7 0 16,0 1 0-16,-7-1 0 0,7 4 0 0,-12 4 0 15,4 4 0-15,8 2 0 0,-6 4 0 16,0 5 0-16,0 3 0 0,-1 0 0 0,7 8 0 16,-7-5 0-16,7 4 0 0,0 1 0 0,-6-1 0 15,6 4 0-15,0 4 0 0,0-1 0 0,-7 1 0 16,7 7-243-16,0 0-300 0,-6 0-184 16,6 3-197-16,0 5-180 0,-6-1-32 0,6 1 43 15,0-1 121-15,-8 4 203 0,8-3 245 0</inkml:trace>
  <inkml:trace contextRef="#ctx0" brushRef="#br0" timeOffset="68674.89">28284 2011 58 0,'0'-4'293'0,"8"-3"53"16,-8 3 55-16,0 0-29 0,0-3-29 15,6 4-17-15,-6-2-4 0,0 2-6 0,0 3-14 16,6-3-26-16,-6-1-26 0,13 4-21 0,-6-4-25 15,6 4-24-15,7-3-16 0,6 3-20 16,6-4-18-16,7 0-13 0,6 1-15 0,8-1-22 16,5 0-19-16,1 1-6 0,12-1-13 15,2-3-8-15,-2 3-14 0,14 0-3 0,-7-2-6 16,0 1-5-16,-7 2 3 0,1-1-5 0,-14 1-2 16,-5-1 4-16,-1 0 5 0,-13 1-4 15,-6 3 6-15,-7-4 13 0,-7 4 17 0,-6 0 14 16,0-4 1-16,1 4 15 0,-8 0 5 15,0-3-2-15,0 3-6 0,2 0-9 0,-8-5-2 16,0 5-11-16,0-2-9 0,0 2-8 16,0 0-12-16,0 0 4 0,-8 0-7 0,8 0-1 15,0 0-7-15,0 2 3 0,-6 3 6 16,6-2-9-16,-6 5 1 0,6-1-6 0,-6 4 0 16,6 0 1-16,-8 3 4 0,8 5 2 0,-6-1-3 15,6 0 4-15,-6 4 4 0,6 0-5 16,-7 4-1-16,7 0 0 0,-6 0 9 0,6 2 12 15,0 6 7-15,0-5 8 0,0 4-2 16,0 3 7-16,0 1-7 0,0 0-6 0,0 3-8 16,0 0-7-16,-7 1-1 0,7 6 1 0,-7-3 4 15,7 4 2-15,-12-1 7 0,6 5 0 16,-2-4-1-16,2 3-4 0,-7 3 0 16,7-3 0-16,-8 8-6 0,8-1 3 0,-8 5 3 15,8-1 2-15,-6 5-2 0,5-2-1 16,0 2-3-16,1 2-3 0,6-3-3 0,-7 4 6 15,1-4 6-15,6 3 3 0,-6 0 0 0,6 5 0 16,0-1-5-16,0 0-1 0,-8 1-5 16,8 3-2-16,0 0 2 0,0-1 7 15,0-2 5-15,0 3-3 0,0 3 0 0,8 1 0 16,-8 0 2-16,0 3 0 0,0 0 0 16,0 0 2-16,0 0-1 0,0 1-1 0,0-1-3 15,0 4-4-15,0 1-5 0,6-2-4 16,-6 1-4-16,0 0-4 0,0 3 2 0,0-3 1 15,0 1 0-15,0 2 4 0,-6 1 0 16,6 2 2-16,0 2-1 0,0-5 3 16,0 5 4-16,6-5 2 0,-6 5 4 0,0-1 3 15,6 1 3-15,1 2-1 0,-7-2-5 16,6-2-3-16,1 6-2 0,0-6-4 0,-1 2-2 16,0-1-3-16,0 1-1 0,2-1-2 15,-2 0-2-15,0-4 0 0,1 1 1 0,0 0 6 16,-1-1 6-16,1 0 7 0,-1-3 4 15,0 4 0-15,2 3 2 0,-8-7-6 0,6 4-3 16,0-4-4-16,0 0-2 0,-6 0 0 16,7 0-10-16,0-4-10 0,-1 5 0 0,-6-6 0 15,7 2 0-15,-7-2 0 0,0 2 0 16,6-4 0-16,-6-1 0 0,0 1 0 16,6-3 0-16,-6-2 0 0,0 0 0 0,8-2 0 15,-8 0 0-15,0-5 0 0,0-4 0 0,6 2 0 16,-6-5 0-16,6 0 0 0,-6-4 0 15,6 2 0-15,-6-9 0 0,8 5 0 0,-8-6 0 16,0-2 0-16,6-1 0 0,-6-2 0 16,6-2 0-16,1-6 0 0,-7 0 0 15,6-4 0-15,1-4 0 0,-7-4 0 0,7 1 0 16,-1-8 0-16,0 1 0 0,-6-5 0 16,6-3 0-16,-6 1 0 0,0-2 0 15,0-2 0-15,0-5 0 0,0 1 0 0,0 0 0 16,-6-4 0-16,0 0 0 0,0 0 0 0,-8 0 0 15,-5-4 0-15,-1 0 0 0,-6 1 0 16,-7-1 0-16,-5 0 0 0,-9 1 0 16,-4-4 0-16,-8 3 0 0,-6-4 0 0,-7 1 0 15,-6 3 0-15,-6-2 0 0,-1-2 0 16,1 0 0-16,-1 1 0 0,0-1 0 0,7 1 0 16,6 0 0-16,7 0 0 0,6 2 0 15,8-1 0-15,-2 2 0 0,15 4 0 16,-2-4 0-16,7 1 0 0,7 3 0 0,1-4 0 15,5 4 0-15,0-4 0 0,7 0-24 0,1-3-371 16,5 0-114-16,0-8-138 0,7-3-138 16,7-4-122-16,0-4-111 0,5-3-3 15,8-7 77-15,-1-6 144 0,14-1 175 0,-1-4 183 16</inkml:trace>
  <inkml:trace contextRef="#ctx0" brushRef="#br0" timeOffset="69425.52">30564 6718 253 0,'7'-14'459'16,"-7"-5"75"-16,0 5 82 0,0-4 14 16,-7-1-92-16,7 1-66 0,-7-1-43 0,1 1-38 15,0 0-51-15,-8 4-67 0,8-1-49 0,-7 0-42 16,7 4-31-16,-8 3-25 0,2 5-20 15,-2-1-21-15,2 8-14 0,-2-1-8 0,-5 9-7 16,5 2 6-16,-4 1-1 0,4 7 5 16,-5 3 0-16,5 5 5 0,2 2 8 15,-2 5-4-15,2 0 10 0,-1 4 7 0,6 2 7 16,7-2-1-16,-7 3-1 0,7 0-5 16,7-4-7-16,6 1-4 0,0-1-4 31,7-4-2-31,6-3-1 0,0-7-1 0,7 0 1 15,-1-4 0-15,1-8 0 0,-1-3-1 0,1-4-4 16,-1-3-2-16,7-8 4 0,-6-3 2 16,-1-4 6-16,1-3-49 0,-7-5-30 0,0-2 0 15,0-9 0-15,-7 4 0 0,1-10 0 16,-6-1 0-16,-8 0 0 0,0-7 0 0,-6 4 0 16,0 0 0-16,-6-1 0 0,-8 5 0 0,2-1 0 15,-2 8 0-15,-5 0 0 0,-7 7 0 16,6 0 0-16,-5 3 0 0,-1 1 0 0,0 7 0 15,-1 3 0-15,1 2 0 0,0 6 0 0,0 0 0 16,7 0 0-16,-7 6 0 0,13 2 0 16,-7-2-297-16,14 6-116 0,-8 3-62 0,14-5-89 15,0 6-104-15,0-2-114 0,14 0-110 16,-8-2-60-16,14-1 27 0,-1 0 98 0,7-3 149 16,7-6 178-16</inkml:trace>
  <inkml:trace contextRef="#ctx0" brushRef="#br0" timeOffset="69737.94">31443 6454 123 0,'20'-20'498'0,"-1"-3"114"0,-12 1 111 0,6 4 94 16,-7 0-124-16,-6-1-126 0,0 4-96 16,7 5-90-16,-14-2-96 0,7 1-83 0,-6 7-64 15,0-3-48-15,-1 7-28 0,-6 0-25 16,0 4-11-16,0 3 10 0,0 4 25 0,-7 3 20 15,0 5 15-15,1 7 27 0,-1-1 27 0,2 8 4 16,-2 4 0-16,7 7 20 0,-7 0 15 16,14 3 2-16,-8 5-7 0,8 2-17 0,6 2-17 15,0-1-39-15,0 1-31 0,6-6-27 16,8 1-21-16,-2-2-10 0,8-5-8 0,-7-5-3 16,7-2-3-16,-1-5 0 0,1-5 0 15,0-2-4-15,-8-7-28 0,8-2-47 0,-1-10-67 16,-5 2-92-16,5-8-100 0,-6 0-136 15,7-8-150-15,-7-7-140 0,-1 1-117 0,-4-7-95 16,4-2 3-16,-6-6 88 0,-6 0 145 16,7-8 173-16</inkml:trace>
  <inkml:trace contextRef="#ctx0" brushRef="#br0" timeOffset="70253.45">31620 6752 252 0,'0'-16'459'0,"0"2"102"0,0-1 131 15,-8 0 19-15,8 5-68 0,0-1-57 0,0 4-52 16,0-1-76-16,0 0-118 0,0 5-98 15,0 0-80-15,0 3-62 0,0 3-38 0,8 5-6 16,-2 3 7-16,0 3 17 0,-6 5 41 0,6-1 36 16,2 3 25-16,-8 2 25 0,6 3 15 15,0 2-4-15,1 1-28 0,-1 1-12 16,1-4-10-16,0 4-26 0,-1-5-25 0,0 1-18 16,0-1-13-16,2-3-26 0,4 1-24 0,-5-5-29 15,-7 0-7-15,6-3 0 0,1-5 0 16,-7-3 0-16,7 1 0 0,-7-8 0 0,0 0 0 15,6-3 0-15,-6-2 0 0,0-5 0 16,0-5 0-16,-6 1 0 0,6-5 0 0,-7-4 0 16,7 3 0-16,0-7 0 0,-7-2 0 0,7 4 0 15,7-4 0-15,-7 2 0 0,7 2 0 0,-1-1 0 16,0 4 0-16,1 1 0 0,6 2 0 16,0 1 0-16,0-1 0 0,0 5 0 0,7-1 0 15,-8 4 0-15,8 0 0 0,0 4 0 16,-1 0 0-16,1 3 0 0,-1 0 0 0,-5 4 0 15,5 4 0-15,-6 0 0 0,0 3 0 0,0 4 0 16,0 4 0-16,0-1 0 0,-6 9 0 16,-1-2 0-16,8 5 0 0,-8-1 0 0,-6 1 0 15,6 1 0-15,-6-2 0 0,7 0 0 16,-7-3 0-16,0 4 0 0,0-8 0 0,0 0 0 16,0 0 0-16,0-3 0 0,0-5 0 15,0-2 0-15,0 1 0 0,0-3 0 0,0-6 0 16,0 0 0-16,0-3 0 0,0-4 0 15,-7-1-314-15,7-3-234 0,-6 0-149 0,6-4-156 16,0 0-182-16,-6-2-54 0,6-2 31 0,0-3 92 16,0 0 172-16,0-3 211 0</inkml:trace>
  <inkml:trace contextRef="#ctx0" brushRef="#br0" timeOffset="70690.84">32147 6356 91 0,'0'-15'511'0,"0"1"132"0,0-2 103 15,-6 2 79-15,6-1-120 0,6 5-146 0,-6-1-117 16,0-4-98-16,0 8-71 0,6-4-50 16,-6 3-26-16,7-3-1 0,-1 5 5 0,1 1-14 31,-1-2-18-31,7 0-26 0,-7 3-17 0,8 1-40 0,6-2-40 0,-8 5-20 0,1 5-6 16,1-2-4-16,5 1-5 0,-12 3 0 31,5 5 2-31,-5-2 0 0,-7 5-4 0,0-1 4 0,0 1 0 0,-7 3 3 0,-5 0 1 15,-2 5 1-15,2-5 3 0,-2 1 0 0,-5-1 4 16,6-4 2-16,0 4 5 0,-1-7 3 0,8 4 3 16,0-8 16-16,-1 4 26 0,1-4 35 15,-1-2 32-15,7-3 28 0,0 3 20 0,7-5 1 16,-1 0-75-16,1 0-121 0,5-5 0 16,2 3 0-16,6-3 0 0,-1 2 0 0,7-4 0 15,0 3 0-15,0-2 0 0,1 1 0 0,-2-2 0 16,1 2 0-16,0 2 0 0,0 3 0 15,-6-3 0-15,-1-1 0 0,1 4 0 0,-7 0 0 16,-6 0 0-16,-1-4 0 0,1 4 0 16,-1 0 0-16,-6 0 0 0,-6 0-308 0,6 0-148 15,-7 0-146-15,1-3-177 0,-8 0-196 0,8-2-107 16,-7 2-1-16,0-5 78 0,7 1 152 16,-1-4 210-16,7 1 248 0</inkml:trace>
  <inkml:trace contextRef="#ctx0" brushRef="#br0" timeOffset="71034.5">32674 5986 231 0,'7'-11'666'15,"-1"0"111"-15,1 0 63 0,0 4 37 0,-1-1-175 0,6 1-229 16,2 4-171-16,-1-2-91 0,0 5-39 16,6 0-13-16,1 5-19 0,0 5 13 15,-1 1 6-15,1 7 20 0,-8 1 13 0,8 6 27 16,0 8 34-16,-7 4-2 0,7 7 0 0,-8 8 4 15,8-1-2-15,-7 3-22 0,-7 8-25 16,1-3-167-16,0 4-39 0,-7-5 0 0,0 4 0 16,-7-3 0-16,0 0 0 0,1 0 0 0,0-5 0 15,-1-2 0-15,0-5 0 0,-6 0 0 16,7-6 0-16,-8-4 0 0,8-4 0 0,0-4 0 16,0-3 0-16,-1-8 0 0,0 1 0 15,1-8 0-15,-1 0 0 0,7-5 0 0,0 3 0 16,-6-6 0-16,6 1 0 0,0-1 0 15,-6-3 0-15,6 0 0 0,-8-3 0 0,2 3 0 16,0-4-138-16,-1-3-533 0,0 2-268 16,-5-1-232-16,5-5-65 0,-6 0 34 0,6-4 111 15,1 0 202-15,0-4 284 0</inkml:trace>
  <inkml:trace contextRef="#ctx0" brushRef="#br0" timeOffset="77812.5">12445 13808 378 0,'0'7'574'0,"0"-4"118"15,0 1 94-15,0 0-31 0,0-4-89 16,0 3-95-16,0-3-91 0,0 0-67 16,7 4-47-16,-7-4-39 0,13 4-41 0,-6-4-37 15,5 0-40-15,8 0-39 0,0 0-39 16,-1 0-36-16,1 0-27 0,6-4-21 0,0 4-13 15,-7-4-10-15,7 1-9 0,1 3-4 16,-1-4-15-16,-7 0-31 0,1 4-43 0,-1-3-54 16,-6-1-60-16,1 4-80 0,-8-3-103 15,-6 3-123-15,0 0-127 0,0-5-124 0,-14 10-136 16,2-5-25-16,-8 3 56 0,1 1 125 16,-1 3 154-16,-6 0 167 0</inkml:trace>
  <inkml:trace contextRef="#ctx0" brushRef="#br0" timeOffset="78015.59">12530 13921 295 0,'-13'15'521'0,"6"-8"128"0,-5 3 109 16,5-2-12-16,0-4-74 0,1 3-84 16,6-3-82-16,0 3-86 0,6-3-70 15,1-1-59-15,0 1-46 0,5-1-40 0,8 2-37 16,-1-2-34-16,1 1-30 0,0-4-24 16,6 0-22-16,-1 0-16 0,2 0-14 15,-7-4-8-15,6 1-9 0,-7-2-5 0,-6 5-20 16,0-3-41-16,-7-1-54 0,8 1-77 15,-14-5-117-15,0 5-161 0,0-4-169 0,-7-1-167 16,-6-3-118-16,7 4-16 0,-7-3 69 16,-1-2 137-16,2-3 170 0</inkml:trace>
  <inkml:trace contextRef="#ctx0" brushRef="#br0" timeOffset="78312.39">12713 13658 54 0,'6'-12'555'0,"0"-2"142"16,1 3 108-16,0-4 85 0,-1 4-62 15,1 3-156-15,5-2-150 0,2 2-98 0,-2 4-63 16,8 4-44-16,-7 0-37 0,7 7-28 16,6 5-21-16,-7 2-21 0,1 9-22 15,-7-1-26-15,6 7-18 0,-5 4-18 0,-2 3-10 16,-12 5-8-16,7-1-8 0,-14 4-12 16,1 0-27-16,0-1-61 0,-14-2 0 0,7-1 0 15,0-3 0-15,0-4 0 0,0-4 0 16,0-3 0-16,-1-8 0 0,2-4 0 15,-1 2 0-15,6-9 0 0,1-3 0 0,-1-1 0 16,1-3 0-16,0 0 0 0,-2-3 0 0,8-1 0 16,-6 0 0-16,6-3 0 0,-6 0 0 15,6-5 0-15,-7 5 0 0,7 0-32 0,-7-4-707 16,7 4-357-16,-6-1-174 0,6-3-32 16,-6 0 65-16,-1 0 143 0,-6 4 256 15,0-4 360-15</inkml:trace>
  <inkml:trace contextRef="#ctx0" brushRef="#br0" timeOffset="88826.7">15448 12943 119 0,'13'-7'358'0,"-7"3"71"16,8-3 63-16,-14-4-49 0,6 0 40 0,0-1-21 15,1 2-16-15,-7-2-10 0,0-2-9 16,0 3-25-16,0 0-48 0,0 0-49 0,0 0-38 15,-7 0-37-15,1 4-34 0,0-1-30 16,-2 5-32-16,2-1-31 0,-6 0-27 0,-2 4-18 16,1 4-13-16,-7 7-5 0,-6 0 5 15,7 7 12-15,-7 8 14 0,-6 2 12 0,5 6 6 16,-5 6 5-16,6 8-1 0,0 7-10 16,-1 4-8-16,2 3-8 0,5 1-1 0,8 1-7 15,-2 3-2-15,1-1 2 0,7 0-1 16,6-4-6-16,6-4-8 0,1-2-7 15,5-1-8-15,8-8-11 0,0 1-5 0,5-8-5 16,2 0-4-16,-1-3-1 0,0-7-3 16,0-2-12-16,0-5-36 0,1-9-58 0,-9 1-75 15,9-7-88-15,-7-5-115 0,-2-6-143 16,2-5-137-16,-7-2-131 0,7-6-121 0,-8-2-37 16,8-4 52-16,-6 0 119 0,5-3 155 15,-5-5 176-15</inkml:trace>
  <inkml:trace contextRef="#ctx0" brushRef="#br0" timeOffset="89482.84">15793 13415 25 0,'7'-11'455'16,"-7"-3"125"-16,6 2 117 0,-6 2 61 16,0-1-20-16,0 0-124 0,0 4-102 0,0-1-95 15,0 0-97-15,0 5-82 0,0 3-69 16,6-4-59-16,-6 4-45 0,0 4-22 0,0-1-6 15,0 5 6-15,7 2 9 0,-7 6 19 16,7 2 26-16,-7 0 14 0,6 4 9 16,-6 4 6-16,6-1 7 0,2 0 1 0,-8 6-4 15,6-6-2-15,-6 5-2 0,6-1-7 16,-6-3-2-16,0 0-4 0,7-5-3 0,-7 2-5 16,6-6-4-16,-6 3-1 0,0-7-2 15,7-1-4-15,-7-2 3 0,0-2-9 16,0-1-88-16,0-3 0 0,0-1 0 0,0 1 0 15,0-4 0-15,0-4 0 0,0 1 0 16,-7-1 0-16,7-3 0 0,0-1 0 0,-6-2 0 16,-1-2 0-16,1-1 0 0,6 1 0 15,-6-7 0-15,-2 5 0 0,2-5 0 0,6 2 0 16,-6-2 0-16,6 1 0 0,0-1 0 16,0 1 0-16,0 3 0 0,0-3 0 0,6 0 0 15,0-1 0-15,8 5 0 0,-1-5 0 16,0 4 0-16,0-3 0 0,7 4 0 15,-8 2 0-15,8-2 0 0,-1 3 0 0,1 0 0 16,0 3 0-16,-1 1 0 0,1 0 0 0,-1 4 0 16,-6 3 0-16,7 0 0 0,-7 0 0 15,-1 7 0-15,2 0 0 0,5 1 0 0,-12 2 0 16,6 5 0-16,-1-1 0 0,2 1 0 16,-8 3 0-16,1 4 0 0,6-3 0 15,-7 3 0-15,1-4 0 0,-1 4 0 0,1 0 0 16,0 0 0-16,-7 0 0 0,6-3 0 15,0 3 0-15,-6-4 0 0,7 1 0 0,-7-5 0 16,7-3 0-16,-7 1 0 0,0-3 0 16,0-1 0-16,6 0 0 0,-6-6 0 0,0 3 0 15,0-5 0-15,0 0 0 0,0 0 0 16,0-5 0-16,0 3 0 0,0-6 0 0,-6 0-199 16,6-1-360-16,-7-3-182 0,7-3-208 15,-7-3-172-15,1-1-36 0,6-3 91 0,-6 1 101 16,-1-5 193-16,7 0 257 0</inkml:trace>
  <inkml:trace contextRef="#ctx0" brushRef="#br0" timeOffset="89951.43">16242 12932 27 0,'0'-11'508'0,"0"-1"119"15,0 6 100-15,0-6 69 0,7 2-61 16,-7-2-160-16,0 5-142 0,7 0-98 0,-1-1-86 16,-6 1-66-16,13 0-50 0,-6 3-43 15,5 1-27-15,2-1-15 0,-1 0-8 16,7 4-9-16,-2 0-6 0,2 4-5 0,-1 0-5 16,1-1-5-16,-6 4-6 0,5 1 3 15,-6 3 0-15,0 0-1 0,-7 0 5 0,1 1 8 16,-7 2 9-16,0-1 9 0,-7 3 6 15,-5 2 9-15,-2-3 0 0,1 3 0 16,-7 1-4-16,2-2-6 0,-2 3-1 0,7-6 0 16,-7-1 10-16,0 4 9 0,8-3 11 15,-1-3 15-15,-1-4 13 0,8 0 16 0,0 1 8 16,-1-5 10-16,0-3 6 0,7 4 5 16,0-4-2-16,7 3-7 0,6-6-15 15,0 3-14-15,0 0-18 0,14-4-20 0,-2 1-16 16,1-1-17-16,0 0-10 0,7 1-10 15,-1-1-5-15,1 0-3 0,-1 1-4 0,-6-2-2 16,1 5-1-16,-7-3-1 0,-2 3-9 0,-4 0-9 16,-1 0-18-16,-7 0-29 0,1 0-41 15,-7 3-63-15,0 5-73 0,0-4-99 16,-7 7-154-16,1-4-195 0,-1 0-215 0,1 5-117 16,6 2-19-16,-6-3 56 0,6 3 146 15,6 2 210-15</inkml:trace>
  <inkml:trace contextRef="#ctx0" brushRef="#br0" timeOffset="90310.72">16984 13419 194 0,'0'-7'682'0,"-6"-4"129"0,6 0 93 16,-6-1 88-16,6 2-88 0,-6 3-232 15,6-4-178-15,-7 2-103 0,7 7-82 0,-7-3-81 16,7 2-77-16,0 3-58 0,0 3-33 16,0 4-2-16,0 5 13 0,0 6 20 0,7 4 20 15,-7 0 20-15,7 7 13 0,-1 1 0 16,0-1-9-16,0 4 0 0,2 0-3 16,-8 0-4-16,6 0-102 0,0 0-26 0,-6-4 0 15,7-4 0-15,-7 1 0 0,7-3 0 16,-7-5 0-16,0 1 0 0,0-9 0 0,0 1 0 15,0 0 0-15,0-7 0 0,0-1 0 16,-7-3-64-16,7-7-352 0,-7 4-160 0,1-12-196 16,0 1-200-16,-2-5-128 0,2 1-14 15,0-5 61-15,-7 2 142 0,0-1 214 0,-6 0 251 16</inkml:trace>
  <inkml:trace contextRef="#ctx0" brushRef="#br0" timeOffset="90513.8">16803 13577 243 0,'-14'0'652'0,"8"0"148"0,0 0 101 15,6 0 22-15,0 0-69 0,0 0-158 0,6 0-179 16,0 0-108-16,8 0-65 0,5 3-48 0,7-3-47 16,0 4-40-16,7-4-38 0,-1 3-32 15,1-3-31-15,6 4-27 0,-7-4-26 0,8 0-20 16,-8 4-13-16,1-4-8 0,-1 0-4 16,-13 0-6-16,1 0-12 0,0 0-27 15,-7-4-38-15,0 4-59 0,-6 0-72 16,-1 0-105-16,0 0-158 0,-6-4-201 0,0 4-242 15,7-3-121-15,-7-1-20 0,0 1 55 16,0-5 142-16,13 1 212 0</inkml:trace>
  <inkml:trace contextRef="#ctx0" brushRef="#br0" timeOffset="91388.63">17617 13422 52 0,'-7'-3'698'15,"1"-1"173"-15,-1-3 94 0,0 0 81 0,1 3-18 16,6-3-228-16,-6 3-269 0,6 1-152 16,-6 3-85-16,6 0-77 0,0 3-70 0,0 1-44 15,0 7-11-15,6 0 5 0,0 7 11 16,7 4 15-16,-6 0 5 0,6 7-8 16,-7-4-12-16,8 5-5 0,-8-1 4 0,0 5-33 15,0-9-74-15,-6 4 0 0,8-2 0 0,-2-2 0 16,-6-4 0-16,0-3 0 0,6 1 0 15,-6-4 0-15,0-4 0 0,0 0 0 16,0-4 0-16,-6-3 0 0,6 0 0 0,0-4 0 16,0-4 0-16,-6-3 0 0,6-1 0 15,-8-2 0-15,8-9 0 0,-6 4 0 0,0-7 0 16,6 0 0-16,-6-6 0 0,-2 1 0 0,8-5 0 16,0 3 0-16,0-1 0 0,0-3 0 15,0 7 0-15,8 1 0 0,-2-1 0 16,0 0 0-16,0 8 0 0,8-4 0 0,-1 4 0 15,0 3 0-15,0 1 0 0,-1 3 0 16,8 0 0-16,-7 3 0 0,1 4 0 0,-2 0 0 16,2 8 0-16,-2 0 0 0,2 4 0 15,5 3 0-15,-6 0 0 0,0 6 0 0,7 2 0 16,-7-1 0-16,0 4 0 0,0 5 0 16,-1-6 0-16,2 5 0 0,-1 3 0 0,0-4 0 15,0 1 0-15,-7-3 0 0,0 2 0 16,2-3 0-16,-2-4 0 0,0 0 0 0,-6 1 0 15,7-5 0-15,-7 1 0 0,0-4 0 16,0-3 0-16,0-1 0 0,0 0 0 16,0-3 0-16,0-4 0 0,0 3 0 0,0-6 0 15,0-1 0-15,0-3 0 0,-7 0 0 0,7-5 0 16,0 1 0-16,0-3 0 0,-6-1 0 16,6-3 0-16,0-1 0 0,-6 2 0 0,6-2 0 15,6 1 0-15,-6-5 0 0,0 5 0 16,6 0 0-16,1 3 0 0,0-4 0 15,-1 5 0-15,1 0 0 0,5-1 0 0,2 4 0 16,-2-4 0-16,2 4 0 0,-1 0 0 16,0 1 0-16,0-2 0 0,-1 5 0 15,2 3 0-15,-1-3 0 0,0 3 0 0,0 4 0 16,-1-3 0-16,2 6 0 0,-1 1 0 16,0 0 0-16,0 7 0 0,-7-4 0 0,8 8 0 15,-2-1 0-15,2 2 0 0,-2 1 0 16,-5 2 0-16,6 3 0 0,-6-4 0 0,5 0 0 15,-4 1 0-15,-2-1 0 0,0 1 0 16,1-1 0-16,-1-4 0 0,-6 1 0 0,0-1 0 16,0 1 0-16,0-3 0 0,0-2 0 15,0 0 0-15,0-2 0 0,0 1 0 16,0-3 0-16,0-3 0 0,0 1 0 0,0-4 0 16,0 4 0-16,-6-4 0 0,6 0 0 15,0-4 0-15,-7 0 0 0,1 1 0 0,6-3-114 16,-6-6-650-16,-2 1-353 0,8-8-160 0,0 1-16 15,8-3 67-15,-2-2 156 0,0-3 264 16,7 1 355-16</inkml:trace>
  <inkml:trace contextRef="#ctx0" brushRef="#br0" timeOffset="91718.19">18444 12872 630 0,'0'-28'822'0,"6"2"114"0,-6 4 86 15,7 0-4-15,0 7-184 0,5 1-245 16,1 3-138-16,1 4-81 0,-2 2-50 0,8 5-39 16,6 9-20-16,-7 1-3 0,7 13-8 15,7 2-101-15,-7 8-149 0,7 11 0 0,-7 4 0 16,6 6 0-16,1 8 0 0,-7 5 0 16,0 2 0-16,-7 1 0 0,1-1 0 0,-7-3 0 15,-6-3 0-15,-7-6 0 0,-7-1 0 16,0-5 0-16,-5-3 0 0,-2-4 0 0,2-7 0 15,-8-8 0-15,7 0 0 0,-1-11 0 16,8 1 0-16,-6-8 0 0,5 0 0 0,0-8 0 16,1 2 0-16,6-5 0 0,-7-5 0 15,7 2 0-15,-6-1 0 0,6 1 0 0,0-5 0 16,-6 1 0-16,6 0 0 0,0 0 0 0,-8-1-506 16,8-3-649-16,-6 0-196 0,0-1-48 15,0-2 69-15,-1 3 180 0,0-3 336 16,-6 3 381-16</inkml:trace>
  <inkml:trace contextRef="#ctx0" brushRef="#br0" timeOffset="104768.34">18756 15650 105 0,'-6'-7'384'0,"0"0"65"0,-8 0 83 0,2-1 39 16,-2 0-2-16,-5 1-52 0,-1 0-28 16,0-1-13-16,-5 4-39 0,-1 4-69 0,-7 4-66 15,7 0-44-15,-6 7-28 0,-7 4-24 16,5 3-19-16,-4 4-17 0,-1 4-19 0,6 7-11 15,1 3-6-15,-1 5-3 0,1 3 3 16,12 11 3-16,-6 0 5 0,7 6 4 0,-1 6-2 16,0 6-8-16,7 0-16 0,0 0-14 15,6 5-17-15,1-5-15 0,6 1-17 0,6-5-18 16,8-3-8-16,5-4-9 0,1-1-14 0,12-5-8 16,1-5 0-16,6-3 0 0,0 0 0 15,0-8 0-15,0-3 0 0,0-5 0 0,1-2-2 16,-2-8-95-16,-5-5-66 0,-7 0-85 0,0-11-105 15,-7-3-116-15,7-3-142 0,-6-7-161 16,-1-7-165-16,-5-1-78 0,5-7 18 16,-6 0 80-16,0-3 156 0,1-2 199 0</inkml:trace>
  <inkml:trace contextRef="#ctx0" brushRef="#br0" timeOffset="105630.45">18926 16393 14 0,'0'-21'429'15,"0"-2"84"-15,0 3 94 0,0 0 105 16,0 3-52-16,0-2-103 0,0 4-64 0,0 0-44 16,0 5-69-16,-7-1-94 0,7 3-80 0,0 5-66 15,0 3-42-15,0 0-25 0,7 3-5 16,-7 8 6-16,7 0 11 0,-1 4 19 0,0 7 15 15,0 0 10-15,8 7 3 0,-8 1 0 0,1-1 2 16,6 4-5-16,-6 0-10 0,-1-3-6 16,6-3-3-16,-4 4-5 0,-2-6 0 0,0 0-1 15,1-2 3-15,0-2-1 0,-7-2-2 16,6-4-1-16,-6 0-6 0,0-5-2 0,0-2-1 16,7-1 5-16,-7-3-92 0,-7-1-7 15,7-3 0-15,-6-3 0 0,6-1 0 0,-7-7 0 16,-6 4 0-16,7-7 0 0,-2-5 0 15,2 1 0-15,-6-1 0 0,5-6 0 0,0 2 0 16,7-6 0-16,-6 4 0 0,6-1 0 0,0 0 0 16,0-3 0-16,6 7 0 0,8-4 0 15,-8 1 0-15,6 3 0 0,8 4 0 0,-6-5 0 16,5 9 0-16,1-5 0 0,-1 9 0 16,1-2 0-16,-1 2 0 0,0 2 0 0,8 5 0 15,-8-1 0-15,0 4 0 0,1 0 0 16,0 4 0-16,6 3 0 0,-7 4 0 0,1 0 0 15,-7 7 0-15,7 0 0 0,-8 1 0 0,2 4 0 16,-1 2 0-16,0 0 0 0,-7 1 0 16,1-1 0-16,-1 4 0 0,0-2 0 0,2-7 0 15,-2 7 0-15,-6-5 0 0,0 0 0 0,6-3 0 16,-6-2 0-16,0-1 0 0,7-6 0 16,-7 1 0-16,0-3 0 0,0-1 0 0,0-4 0 15,0-3 0-15,0 0 0 0,0-3 0 0,0-4 0 16,-7-1 0-16,7-6 0 0,-6-1 0 0,0 0 0 15,-2-4 0-15,2-6 0 0,0 3 0 16,-1-3 0-16,7-4 0 0,0-1 0 16,0 4 0-16,0-3 0 0,7 4 0 0,-7-2 0 15,6 2 0-15,8 3 0 0,-8 0 0 0,7 4 0 16,0-1 0-16,0 5 0 0,-7 3 0 0,8-1 0 16,-2 5 0-16,2 0 0 0,-8 7 0 15,7 0 0-15,0 0 0 0,6 7 0 0,-5 0 0 16,-2 5 0-16,2 3 0 0,-1 0 0 15,-7 2 0-15,8 5 0 0,-2 0 0 0,-6 4 0 16,8 0 0-16,-8-1 0 0,1 1 0 0,-1-1 0 16,1-3 0-16,0 5 0 0,-1-7 0 15,0 0 0-15,0-3 0 0,-6 2 0 16,8-4 0-16,-8 0 0 0,6-5 0 0,-6-2 0 16,0-1 0-16,6 0 0 0,-6-2 0 0,0-5 0 15,-6 0 0-15,6-5 0 0,-6 2 0 16,-8-5-92-16,8 1-392 0,-7-3-154 0,6-2-184 15,-6-3-198-15,0-3-90 0,0 0 9 16,7-9 82-16,-8 2 150 0,8-4 221 0,0 0 261 16</inkml:trace>
  <inkml:trace contextRef="#ctx0" brushRef="#br0" timeOffset="106052.29">19545 15804 118 0,'-7'-18'455'0,"7"-2"73"16,0 3 86-16,0-5 91 0,0 0-119 0,7 4-115 16,-1-4-57-16,0 4-47 0,7-5-65 15,-6 9-64-15,12-5-55 0,-5 5-27 0,-2 3-25 16,8 0-21-16,-1 4-7 0,1 2-18 16,6 2-16-16,-6 3-13 0,-1 3-11 0,7 2-5 15,-6 5-2-15,-7 1-1 0,-1 4 6 16,2 3 15-16,-8 4 8 0,-6 1 5 0,0-2 1 15,-6 4 2-15,0 2-5 0,-8-1-10 16,-5-1-4-16,6 1 1 0,-6 0-3 16,5-5-1-16,2 2 1 0,-2-6 5 0,8 3 7 15,-1-3 9-15,1-2 15 0,6-4 18 16,0 0 16-16,0-4 16 0,6 1 5 0,14-4 1 16,-7-4-7-16,7 0-14 0,5 0-19 15,7-4-19-15,-5-1-16 0,5 2-13 0,1-1-22 16,0-3-35-16,0 4 0 0,-1-5 0 15,-7 1 0-15,9 0 0 0,-15 2 0 16,1-1 0-16,-1 2 0 0,-6 0 0 0,0 0 0 16,-7 4 0-16,1 0-118 0,-7 0-119 15,0 4-109-15,-7 0-140 0,7 3-204 0,-6 1-236 16,0-1-148-16,-1 0-24 0,7 4 49 16,-6-4 121-16,6 5 210 0,0-2 269 0</inkml:trace>
  <inkml:trace contextRef="#ctx0" brushRef="#br0" timeOffset="106364.65">20456 16075 341 0,'0'-7'705'0,"0"3"124"0,-6 1 84 0,6-2 65 0,0 3-206 15,0-3-243-15,0 5-146 0,0 0-72 16,0 7-33-16,6 1-14 0,-6 7 1 0,6-1 11 15,2 8-2-15,-2 4-28 0,0 4-36 16,1 3-38-16,-1-1-37 0,1 5-37 0,-1 2-27 16,7-2-20-16,-6 0-14 0,0 0-12 15,-1-1-9-15,0-6-5 0,1 4-10 0,0-9-1 16,-7 0 0-16,6-2 0 0,-6-6 0 0,0-1-1 16,0-6-44-16,0 1-59 0,0-3-86 15,-6-5-107-15,-1-3-127 0,7-3-172 0,-7-5-190 16,-5-3-213-16,5 1-74 0,-6-9 24 15,0 1 84-15,0-5 163 0,-6 5 205 0</inkml:trace>
  <inkml:trace contextRef="#ctx0" brushRef="#br0" timeOffset="106567.38">20300 16408 461 0,'-7'0'696'16,"7"-3"116"-16,0-1 86 0,0 1 1 0,7-5-165 15,-1 4-170-15,8-3-123 0,-2 4-79 0,8-5-54 16,6 5-47-16,1-6-44 0,-2 7-40 15,15-3-38-15,-8-1-26 0,7 2-27 16,6-4-20-16,-5 6-18 0,-1-3-15 0,-1 2-12 16,2-1-7-16,-7-1-8 0,-1 2-13 15,-5 0-33-15,-9-1-45 0,-4 4-62 0,-1 0-64 16,-1-4-78-16,-4 4-100 0,-2 0-153 0,-6-3-195 16,-6 3-162-16,6-3-55 0,-8-2 15 15,2-2 76-15,0 0 166 0,6-4 231 0</inkml:trace>
  <inkml:trace contextRef="#ctx0" brushRef="#br0" timeOffset="107567.13">21440 16056 48 0,'6'-10'410'0,"-6"-5"98"0,7 4 111 16,-7 3 101-16,0-2-60 0,0 2-74 0,0 1-42 15,0 0-54-15,0 0-81 0,0 2-91 16,-7 2-79-16,7 3-64 0,0 0-36 0,0 3-24 16,0 2-8-16,0 5 8 0,7 5 14 0,-7-1 15 15,6 5 8-15,1 4 3 0,-7-2 2 16,6 5-2-16,8 0-4 0,-8 2-9 0,0-2-8 16,1 7-8-16,-1-4-12 0,1 1-11 0,-7-5-6 15,6 6-4-15,1-11-3 0,-7 3-43 0,0-2-47 16,6-6 0-16,-6 0 0 0,0-4 0 15,0 0 0-15,0-7 0 0,0 3 0 0,0-4 0 16,-6-6 0-16,-1-1 0 0,1 1 0 16,-1-9 0-16,1 2 0 0,-7-5 0 0,7-4 0 15,-8 2 0-15,1-5 0 0,0-3 0 0,7-2 0 16,-7-2 0-16,7-1 0 0,-2 5 0 16,8-5 0-16,0 4 0 0,8 1 0 0,-2 0 0 15,0 3 0-15,7 0 0 0,0 3 0 16,6-3 0-16,1 4 0 0,6 3 0 0,1 1 0 15,-1-1 0-15,-1 4 0 0,-5 4 0 16,6 0 0-16,0-2 0 0,-7 9 0 0,1 0 0 16,0 0 0-16,-1 9 0 0,1-2 0 15,0 7 0-15,-1 2 0 0,-6-2 0 0,0 4 0 16,7 4 0-16,-8-4 0 0,2 5 0 16,-8-2 0-16,7 4 0 0,-7-2 0 0,8 3 0 15,-8-5 0-15,0 5 0 0,1-4 0 16,0 0 0-16,-7 0 0 0,0 0 0 0,6-3 0 15,-6-1 0-15,0-3 0 0,0-4 0 0,0 0 0 16,0-1 0-16,0-3 0 0,0 1 0 16,0-8 0-16,0 4 0 0,0-4 0 0,-6-4 0 15,6 1 0-15,-7-9 0 0,7 2 0 0,-7-5 0 16,1 0 0-16,0-2 0 0,0-6 0 16,-2 1 0-16,2-4 0 0,0 1 0 0,-1 3 0 15,7-4 0-15,0 3 0 0,0 2 0 16,7 3 0-16,-1-1 0 0,0 1 0 0,2 0 0 15,4 4 0-15,1-6 0 0,0 6 0 0,6 3 0 16,1 0 0-16,0 0 0 0,-7 4 0 16,7 0 0-16,-2 2 0 0,2 5 0 15,-6 0 0-15,5 5 0 0,-6-1 0 0,6 6 0 16,-5 1 0-16,-1 3 0 0,-1 1 0 0,2 4 0 16,-8-1 0-16,8-1 0 0,-8 6 0 15,7 0 0-15,-7-2 0 0,1 2 0 0,0-2 0 16,-7 5 0-16,6-4 0 0,0 0 0 15,-6 0 0-15,0 0 0 0,6-4 0 0,-6 1 0 16,0-1 0-16,0-3 0 0,8-5 0 0,-8 2 0 16,0-2 0-16,0-6 0 0,0 3 0 0,0-3 0 15,0-4 0-15,0 0 0 0,0-4 0 0,0 1-165 16,-8-5-454 0,8 1-243-16,0-8-249 0,0 1-95 0,8-4 23 15,-8 3 96-15,6-3 172 0,0-1 244 16</inkml:trace>
  <inkml:trace contextRef="#ctx0" brushRef="#br0" timeOffset="108161.28">22403 16068 4 0,'0'-12'503'0,"7"5"163"0,-7-4 123 16,0 4 99-16,0-4-45 0,0 8-137 16,0-5-148-16,7 4-134 0,-7 4-93 0,0 0-64 0,6 4-37 15,0-1-19-15,2 5 5 0,4 3 7 16,-5 4 2-16,6 0-4 0,0 5-10 15,-1 3-7-15,-4 3-7 0,4-1-9 0,1 5-102 16,0 3-86-16,-6 0 0 0,6-4 0 0,-6 3 0 16,5-1 0-16,-5-2 0 0,0 0 0 15,-1-7 0-15,0 4 0 0,1-8 0 0,-7 1 0 16,6-5 0-16,-6 1 0 0,7-7 0 16,-7 2 0-16,0-6 0 0,0-1 0 0,0-3 0 15,0 0 0-15,0-3 0 0,0-1 0 0,-7-6 0 16,1 2 0-16,6-7 0 0,-7 1 0 15,-5-5 0-15,5 1 0 0,-6-8 0 0,7 1 0 16,-8-1 0-16,1-3 0 0,7-2 0 16,-1 3 0-16,1 2 0 0,-1 1 0 0,7-2 0 15,0 2 0-15,0 3 0 0,0 0 0 0,7 0 0 16,6 0 0-16,-7 4 0 0,14-3 0 16,-7 1 0-16,7 3 0 0,-1 2 0 0,7-4 0 15,0 9 0-15,-6-2 0 0,5 2 0 16,1 6 0-16,-6-3 0 0,7 7 0 0,-8 3 0 15,0 1 0-15,1 3 0 0,-1 4 0 16,1 4 0-16,0 3 0 0,-7 1 0 0,-1 2 0 16,2 2 0-16,-2 2 0 0,2 1 0 15,-8 3 0-15,7 1 0 0,-7-2 0 0,2 2 0 16,-8 3 0-16,6-3 0 0,-6 27 0 0,0-1-620 16,6-9 620-16,-6-6-67 15,0-38 72-15,0 1 62 0,0 2-132 16,0-1 179-16,0-1-127 0,0-4 118 15,0 3-155-15,0-3 66 16,0-3 22-16,6-1-63 0,-6 4 6 16,0-5-19-16,0-1-48 0,0 2 66 15,0 1-698-15,0-4-1110 16,0 2 37-16</inkml:trace>
  <inkml:trace contextRef="#ctx0" brushRef="#br0" timeOffset="108739.27">23146 15408 507 0,'0'-15'645'0,"7"1"79"0,-1-1 68 0,7 5-8 16,0-1-216-16,6 3-148 0,7 0-68 16,1 5-41-16,-1 3-28 0,6 3-27 15,1 5-29-15,-1 3-19 0,-5 7-13 0,5 4-14 16,1 8-18-16,-7 2-4 0,6 9 2 16,-6 3 1-16,1 3-6 0,5 4-4 0,-6 1-7 15,0-1-18-15,-7 4-18 0,1 0-17 16,-7 0-16-16,1 0-16 0,-8 0-13 0,-6-3-10 15,0 2-9-15,-6-2-9 0,-8-1-6 0,1-4-2 16,-7 0-3-16,1-3-1 0,0 1-1 16,-1-4-6-16,-6-2 0 0,7-2 0 0,-8-4 0 15,1 0 0-15,0-4 0 0,0 1 0 16,1-5 0-16,5 1 0 0,-6-3 0 0,6-3 0 16,-6-1 0-16,13-4 0 0,-7-5 0 0,7 2 0 15,7-5 0-15,-8 1 0 0,14-5 0 16,-6 1 0-16,6-1 0 0,0-3 0 0,0 0 0 15,0 0 0-15,6-3 0 0,2 3 0 16,-2-4 0-16,0 1 0 0,1-1 0 0,6 0 0 16,-6 4 0-16,-7-3 0 0,6 3 0 0,0-4 0 15,-6 4 0-15,7-3 0 0,-7 3 0 16,0-4 0-16,0 4 0 0,7 0 0 16,-7 0 0-16,0-5-21 0,0 3-324 0,0 2-56 0,-7-5-72 15,0 2-123-15,1 0-180 0,0-2-203 16,-8-2-61-16,1 5 9 0,1-6 77 0,-2 4 154 15,-5-1 232-15</inkml:trace>
  <inkml:trace contextRef="#ctx0" brushRef="#br0" timeOffset="116061.55">2012 12346 167 0,'-7'25'289'0,"7"-3"26"0,0-4-23 16,0-2-40-1,0-6-48-15,0-3-23 0,7-4-2 0,0 2 17 16,-1-10 22-16,-6-1 18 0,7-2 34 16,-1-3 18-16,0 0 13 0,-6-3-13 0,7-5-22 15,-7 1-32-15,0-1-50 0,-7 1-42 0,7 1-38 16,-6-6-17-16,0 9-7 0,-1-5-6 15,-6 5 3-15,0-1-4 0,-1 4-4 16,2 0-10-16,-1 3-8 0,0 1-11 0,0 4-9 16,7 3-9-16,-8 0-9 0,8 3-2 0,-1 2-5 15,1 2-5-15,-1 4-1 0,1 3 0 0,6 1 9 16,-7 3 11-16,7 8 18 0,0 0 21 16,0 7 15-16,0-1 14 0,0 12 9 15,0-3 7-15,0 6-6 0,0 4-5 0,0 1-6 16,0 0-3-16,0 2-6 0,-6 5-10 0,-1-4-8 15,-6 8-7-15,7-6-5 0,-8 6-3 16,-5-1-5-16,6 0-3 0,-6 1 3 0,-1-1-2 16,0-4 1-16,-5-3-2 0,5 1 3 0,-6-2 1 15,6-2-3-15,-5-1-1 0,-2-7-2 0,1 0-4 16,0 0-7-16,0-12-7 0,0 2-4 16,0-5-1-16,0-3-5 0,0-8-1 0,6 0-4 15,-6-7 3-15,7-4 0 0,5-2-2 0,-5-5-1 16,6-7 0-16,0-2 0 0,7 2-2 15,-1-4-5-15,0-4 1 0,7 1 0 0,-6-4 0 16,12 3 3-16,-6-3-2 0,0 0 1 0,7 2 1 16,0-2 0-16,-7 4 0 0,6 3-3 0,0 0-1 15,-6 3-1-15,7 1-1 0,-7 3 0 16,0 1 0-16,6-1-1 0,-6 4 2 0,7 0 4 16,0 0-1-16,-1 4 1 0,-6 3 1 0,6 0 3 15,8 9 3-15,-8-2 0 0,0 4 0 0,1 4 5 16,-7 4 3-16,7 3 3 0,-7 4 4 0,0 3 5 15,-7 8 9-15,0 1 6 0,1 2 2 16,0 1 2-16,-8 3 1 0,2 0-5 0,-8 4-6 16,7 1-5-16,-7-2-4 0,8 5-5 15,-8-1-3-15,7 2-1 0,0 1-2 0,-6 2 0 16,5-2 1-16,1 2 3 0,0-1 1 0,0 4 2 16,1-3-1-16,-2-1 3 0,1 4 1 15,0 0-3-15,7-3-2 0,-7 2-1 0,-1 4 1 16,2-2-9-16,5-1-2 0,-6 3-2 0,7-3-4 15,-1 1-1-15,-6-3 3 0,6 3 3 0,1-1-2 16,0 0 3-16,6 0 2 0,-8 0 2 0,8 0 1 16,-6 4 2-16,6-5 2 0,-6 5-3 0,6-4-1 15,0 0 3-15,0 0-2 0,-7-1-4 0,7 1-1 16,0-3 1-16,7-1-1 0,-7 0-3 0,6 1-2 16,-6-5 0-16,6 1-2 0,2-8 2 0,4 0 4 15,2-3 7-15,-1-4 8 0,-1-4 6 0,2 0 5 16,5-7 3-16,1 1-2 0,-1-9-5 0,0 1-7 15,1-4-3-15,0-4-20 0,-1-4 0 0,1-3 0 16,0-3 0-16,-8 0 0 0,8-5 0 0,-7-3 0 16,7 0 0-16,-8 0 0 0,1-3 0 0,1-1 0 15,-8 0 0-15,0 4 0 0,2-3 0 0,-2-2-32 0,-6 5-112 0,0-3-94 16,0 3-129-16,-6-3-206 0,-8-2-267 0,1 3-232 16,-7-3-77-16,1-2 19 0,0 0 93 0,-1-4 194 15,1-8 279-15</inkml:trace>
  <inkml:trace contextRef="#ctx0" brushRef="#br0" timeOffset="122910.87">2878 11979 177 0,'-7'0'281'0,"7"0"31"16,0 0-64-16,0 0-32 0,-6 0-44 16,6 0-49-16,0 0-18 0,0 4-5 15,0-4 13-15,0 4 28 0,0-1 28 0,0 1 14 16,0 3-4-16,0-3-5 0,6 3-4 0,1 0 1 15,0 0-4-15,6 1 9 0,0-1 0 16,6 1-6-16,1-1-15 0,6 1-17 0,-1-1-26 16,9 0-26-16,5 1-20 0,0-5-11 15,7 5-10-15,-1-5-19 0,7 0 4 0,7 2-3 16,0-1-3-16,12-1 2 0,7 4 4 16,6-3-3-16,8-4-6 0,5 3-1 15,8 1 2-15,11 0-2 0,2-1-4 0,19-3-6 16,6 4-4-16,7-1 3 0,6 2-5 15,8-2-4-15,11-3-7 0,1 4 10 0,13-4 5 16,-1 3-11-16,8-3-4 0,6 4 7 16,0 0 8-16,7-4-7 0,-2 3-1 0,8 1 19 15,-6 3 10-15,6-2-2 0,-7 2-2 16,14 0 9-16,-1 0 0 0,7 4-15 0,-6 1 0 16,-1-6 2-16,7 5-1 0,-6 1-15 15,5-2 5-15,1 1 0 0,-7 0-10 16,1 1-7-16,6-6 3 0,-7 5 6 0,-6 0-7 0,-6-4-3 15,-1 5 7-15,-6-5 7 0,-6 1-7 16,-1 2-2 0,-6-2 1-16,-1-1 8 0,-5 4-4 0,-7-4-2 15,0 1 7-15,-7 0 14 0,-7-2 18 16,-4-2 3-16,-9 3 10 0,0-4 9 16,-5 2 0-16,0-1-10 0,-8-4-12 0,0 3-2 15,-5-3-4-15,-7 5-7 0,0-5-4 16,0 2-4-16,-14-2 0 0,7 0-3 0,-13 4-6 15,1-4-1-15,-14 0 1 0,0 0-2 16,0 4-3-16,-13-4-4 0,-6 0-2 16,0 0-1-16,-7 4 1 0,0-4 0 0,-13 0 0 15,1 3-1-15,-8 0 4 0,1 2-1 16,-14-5-1-16,-7 2 1 0,2 3-1 0,-7-5 1 16,-1 4-1-16,-6-4 3 0,0 0 10 15,-6 3 14-15,-1-3 15 0,1 0 14 16,-7 0 11-16,0 0 6 0,0 0-3 0,0 0-12 15,-7 0-13-15,1 0-10 0,-1-3-10 16,-6 3-10-16,0 0-3 0,0-4-4 0,0-1-2 16,-7 3-3-16,0-3-1 0,2-1 0 15,-2 2-2-15,1-4 1 0,-7 6-1 0,6-6-4 16,0-1-2-16,1 6-7 0,-1-4-8 16,1 3-6-16,5-2-9 0,-6 1-9 0,8-2-11 15,-1 3-6-15,0 1-2 0,6-1-5 16,-5 1 0-16,-2-1-3 0,2 0 3 0,-2 4 1 15,1-3 4-15,0 3 4 0,6 0 10 16,-5 0 12-16,6 0 10 0,-8 0 7 0,8 0 9 16,-1 0 6-16,1 0 1 0,-1 0-1 15,0 0 0-15,1 0 2 0,0 0 4 16,-1 0 0-16,0 0-3 0,1 0-2 0,0 0 2 16,-1 0 2-16,0 0-1 0,1 0 1 15,-7 0 1-15,7 0 4 0,-8 3-1 0,2-3-2 16,-2 0-1-16,1 4 0 0,7-4-1 15,-7 0-2-15,0 4 4 0,7-4 0 16,-8 3 0-16,8-3-1 0,6 4 0 0,-7-4-2 16,1 0 0-16,6 3 0 0,-7 1-1 15,7 0-2-15,0-1 2 0,0 5 2 16,0-1 4-16,7 3 1 0,-1-1 9 0,-6 5 12 16,7 0 10-16,-1 2 8 0,-6 2 6 15,6 0 7-15,2 4 5 0,-8 0-5 0,6 4-3 16,0 0-7-16,1 0-3 0,-1-1-9 15,1 4-7-15,-1 0-4 0,1 1 4 0,-1 2 0 16,0 1 2-16,2 0 4 0,-2 1 6 16,0 2 9-16,-6 1 0 0,7 3-1 0,0-3 1 15,-7 7-2-15,6-1-4 0,-6 1-12 16,0 5-6-16,0-2-2 0,0 0-2 0,0 4-4 16,0-2-3-16,0-2-1 0,6 4-1 15,-6 1-4-15,0-5 3 0,7 4 3 16,-7 4 0-16,6-3 0 0,1-1 3 0,-7 0 5 15,7 1 0-15,-1-1 3 0,0 1 3 16,1-2 1-16,0 2-3 0,-7-2-2 0,6-1-4 16,0 2-4-16,1-3-2 0,0-1-3 15,-1 1 0-15,1 0-2 0,-7 3-2 0,6-4-3 16,0 2-2-16,2 1-1 0,-2 1-1 16,-6-2-1-16,6-2 0 0,0 0 2 0,-6 1 1 15,7-4 0-15,0 3 1 0,-1-2 4 16,-6-1-2-16,7-4 0 0,-1 4-1 0,0 0-2 15,2-4 2-15,-2 3 0 0,0-1-2 16,0-3-1-16,2 5 0 0,-2-2 2 0,7 1-2 16,-7-3 1-16,8 0-1 0,-2-3 3 15,2 3 2-15,-8-3 1 0,14-1 2 16,-7 1 9-16,-1-3-1 0,8 2-1 0,-7 1-1 16,7-4 4-16,0-1-4 0,-2 1-9 0,2 0 2 15,0-4 1-15,-1 5-2 0,7-1-6 16,-6-4 2-16,-1 4 1 0,7-4 0 0,-6 5 0 15,6-6 3-15,-7 5 1 0,1 1 6 16,6-1 6-16,-7-4 6 0,1 3 3 0,0-2 3 16,-7 3 0-16,7-4-4 0,-1 4-5 15,-6-3-4-15,6 2 1 0,-5 2-3 0,-2-5-1 16,2 4-3-16,-1 1-2 0,0-7-2 16,0 7-4-16,-7-5-2 0,8 4 2 0,-8 1 0 15,0-5 1-15,1-1-2 0,-1 2-1 0,-6 3 1 16,7-3-1-16,-7-5-1 0,0 4 1 0,0-3 1 15,-7 0-2-15,7-5 1 0,-6 6 1 16,-7-9 1-16,7 4 0 0,-8-4 2 0,1 1 2 16,-6-2 4-16,-1-2 2 0,1 3 3 0,-7-6-5 15,-7 2 2-15,0 1 0 0,-5-5-1 16,-2 2-5-16,-12-1-3 0,0-4 3 0,0 4-3 16,-13-3-3-16,6-1-1 0,-12-4 2 15,-1 5 0-15,-6-5 1 0,-7 1-1 0,-6 0 1 16,-1-4-1-16,-5 3-2 0,-7-3-3 15,-1 0 4-15,1 0 0 0,-7-3 1 0,1 3 3 16,-7-4-3-16,-1 0 0 0,1 1-5 0,-7-1 3 16,8 0 0-16,-8 1-4 0,0-1 1 15,-7 1 2-15,1-2 1 0,0 2-1 0,0-1 2 16,-7 1 4-16,0-1-2 0,0 0 0 16,1 1-3-16,-8 3 0 0,2-4 0 0,-2 0-1 15,0 4 1-15,2-3 0 0,-8 3 0 0,0-4-1 16,0 4 0-16,0-3 0 0,0 3 0 0,0-5 0 15,1 5 4-15,-7-3-3 0,6 3-2 16,-6-3 0-16,0 3-2 0,-2 0 0 16,2 3 4-16,0-3 0 0,-7 3 0 15,7-3 0-15,0 5-1 0,-7 2 5 0,6-4-2 16,1 5-1-16,0-5-1 0,-1 8 0 0,1-4 5 16,0 5-4-16,-7-1-3 0,7 0 0 15,0-1 1-15,0 6 1 0,-1-2 1 0,7 1 0 16,-6-4 1-16,6 3-1 0,0 1-2 0,7 0 2 15,-7-1-1-15,7 1 0 0,0-4 0 0,-1 4 0 16,1-1 0-16,6-3 0 0,1 4 0 16,6-4 0-16,-8 4 1 0,15 0-1 0,-7-1 0 15,0-3 1-15,6 3-3 0,0 1 1 0,7 0 1 16,-1 0 1-16,7-1 1 0,-5 1 0 0,-2-1-6 16,7 4 0-16,1-3-1 0,-1 0 3 15,7-1 1-15,-1 2 1 0,1-2 5 0,7 1 1 16,-1-1-3-16,0-3-3 0,7 0-2 0,-1 4 0 15,9-5 1-15,-2 2 0 0,6-5 3 0,1 4 0 16,0-4 1-16,6 5 1 0,7-5-4 0,0 0 0 16,0 1-2-16,7-5 1 0,-1 4-2 0,0-2 0 15,13 2 0-15,-5-4 2 0,5 1 1 0,7 0 0 16,0-1 3-16,6 1 7 0,7-4 4 0,-6 4 10 16,12-4 8-16,1 0 8 0,-1 0 1 0,14 3-2 15,-8-3-5-15,8 0-10 0,0 0-9 0,-1 0-8 16,7 0-7-16,-7 0-5 0,7 0-9 15,0 0-17-15,0 0-25 0,0 0-38 0,0 0-46 16,0 0-60-16,0 0-79 0,0 3-102 0,0-3-124 16,-6 0-155-16,6 4-180 0,-13-4-81 0,7 5 10 0,-8-2 77 15,-5 0 129-15,-7 1 182 0</inkml:trace>
  <inkml:trace contextRef="#ctx0" brushRef="#br0" timeOffset="131207.25">1243 11887 51 0,'-13'8'285'0,"7"3"49"0,0-3 19 15,-1-1-64-15,-6 4-5 0,7-4-45 16,-2 0-31-16,2 0-13 0,0 1 6 0,-1-4 21 16,1 3 28-16,-1-3 31 0,7-1 26 0,0-3 16 15,7 4 7-15,-7-8-8 0,6 4-17 16,7-7-28-16,7 0-30 0,6-5-24 0,0-6-20 16,13-3-18-16,6-6-21 0,8-5-19 0,-1-5-13 15,13-7-13-15,6 0-18 0,8-8-19 0,-1-2-10 16,7 2-8-16,6-6-15 0,0 3-14 15,0-4-7-15,0 1-1 0,-6 3-6 0,-1-4-3 16,-5 4-3-16,-1 4-3 0,-12 0-4 16,-1 6-4-16,-14 9 0 0,-5 3-4 0,-13 8 1 15,-7 2-2-15,-7 5-13 0,-6 7-26 0,-6 0-50 16,-7 7-64-16,-7 4-82 0,-6 4-93 16,-14 7-122-16,2 4-115 0,-7 4-124 0,-14 2-88 15,1 8-63-15,-8 4 18 0,-6 4 92 16,1 0 121-16,-7 3 160 0</inkml:trace>
  <inkml:trace contextRef="#ctx0" brushRef="#br0" timeOffset="131519.79">1517 11946 286 0,'-19'26'371'0,"-1"-4"22"16,7 0 16-16,0-4-118 0,0-3-98 15,7-4-39-15,-2 0 14 0,2-4 54 0,6-3 93 16,0 0 69-16,6-4 47 0,8-4 18 15,-1-3-9-15,7-4-38 0,6-4-66 0,6-8-50 16,7-9-34-16,6-1-25 0,14-12-20 0,13-2-17 16,0-4-22-16,12-8-17 0,8 1-23 0,-1 0-15 15,0-5-9-15,7 1-13 0,-7 0-14 16,6-1-13-16,1 1-9 0,-7-1-12 16,0 5-8-16,-6-1-6 0,-7 8-3 0,-6-1-6 15,-7 9-2-15,-6 2 0 0,-8 5-8 0,-11 7-6 16,-7 4-7-16,-7 5-17 0,-7 3-34 15,-6 5-61-15,-6 5-80 0,-7 3-107 0,-14 4-178 16,1 4-233-16,-6 6-247 0,-14 2-90 16,-6 2 0-16,-7 8 66 0,-12 1 162 0,0 6 236 15</inkml:trace>
  <inkml:trace contextRef="#ctx0" brushRef="#br0" timeOffset="136267.98">4390 17292 203 0,'6'-8'460'0,"0"4"72"0,-6-3 67 15,7 3 28-15,-7 1-80 0,6-1-71 16,-6 4-47-16,0-4-33 0,0 4-36 0,-6 0-56 16,6 0-63-16,-7 0-49 0,7 4-42 0,-6-4-28 15,-8 7-16-15,2 1-14 0,-8-1-4 16,-6 7 1-16,0 1 7 0,0 1 4 0,-6 1-4 16,-8 5-3-16,1 3-9 0,0 1-10 15,-7 0-8-15,7 3-11 0,-6 1-3 0,-1 3-1 0,1 0-2 16,-1-4 3-16,1 3 1 0,5-2 6 15,1 3-1-15,0-4-1 0,1 2 0 0,5-4-1 16,1 4 3-16,-2-6-4 0,2 0-5 0,-1 1-4 16,7-3-7-16,1-1-7 0,-2-4-14 0,1 0-3 15,6-3-5-15,1-4-3 0,-1 0-4 16,8 0 0-16,5-4-1 0,-6-4-2 0,7 1 0 16,6 0-7-16,0-1-7 0,0-3-21 0,0-3-31 15,0 3-36-15,6-8-37 0,0 5-37 0,8-4-39 16,-2-4-31-16,8 0-32 0,7-4-40 0,-2 0-67 15,15-2-81-15,-8-2-90 0,13-4-92 0,1 2-98 16,6-2-38-16,0-2 45 0,7 0 89 16,-7-1 122-16,7 0 134 0</inkml:trace>
  <inkml:trace contextRef="#ctx0" brushRef="#br0" timeOffset="136564.82">4623 17430 363 0,'14'-3'470'0,"-1"-1"83"15,-7 0 34-15,-6 4 43 0,0 0-41 0,0 4-56 16,-6 0-39-16,-7-1-39 0,-1 4-57 16,2 1-72-16,-14 3-58 0,-1 4-48 0,-5 0-34 15,-7 3-21-15,7 1-18 0,-14 2-13 0,0 5-9 16,0-1-6-16,-5 1-12 0,-2 3-20 16,1 4-7-16,0 1-11 0,0 3-13 0,0-5-14 15,-1 5-8-15,8-5-1 0,-1 5-13 16,1-4-7-16,6-4-3 0,-1 1-5 0,8-2-8 0,6-2 3 15,1-3 2-15,-2-1-1 0,7-4-1 0,8-3 1 16,-2-1 5-16,2-2-8 0,5-6-9 16,0 2-14-16,1-1-26 0,6-7-32 0,0 4-42 15,6-1-51-15,1-3-70 0,0 0-95 0,-1-3-145 16,8-1-190-16,-2 0-206 0,1 1-81 16,-6-1 7-16,6 0 70 0,-13-2 152 0,6 1 209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22:25.72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23954 12302 340 0,'-6'4'518'0,"-2"-4"103"15,2 3 107-15,6-3-25 0,-6 0-72 16,-1 0-93-16,7 0-80 0,-6 0-79 0,6 0-88 16,0 3-73-16,0-3-50 0,6 0-33 15,1 4-20-15,5-4-13 0,2 0-10 16,5 0-15-16,1 0-18 0,6 0-17 0,0 0-13 15,7-4-12-15,-7 4-8 0,6-3-4 16,1 3-12-16,-7 0-31 0,7-3-53 0,-7 3-86 16,-7 0-120-16,1 0-149 0,-8 0-144 15,2 0-112-15,-8 3-124 0,-12 0-11 16,-2 5 72-16,-4 3 122 0,-8-3 138 0</inkml:trace>
  <inkml:trace contextRef="#ctx0" brushRef="#br0" timeOffset="202.95">23966 12543 414 0,'-12'11'594'0,"12"0"114"16,-6-4 89-16,6-2-36 0,0-2-113 16,6 1-119-16,0-8-108 0,7 4-88 15,7-3-58-15,0-5-52 0,6 1-44 0,-1-4-28 16,15 0-21-16,-8-1-14 0,7 2-17 16,0-5-17-16,1 1-14 0,-1-1-10 0,-1 0-16 15,1 3-13-15,-6-2-8 0,-7 3-6 16,-6 0-7-16,0 4-17 0,-8 4-33 15,-5-5-61-15,-1 5-94 0,1-1-144 0,-7 1-180 16,0 3-193-16,-7-5-183 0,7 2-58 16,-6-1 32-16,-1 1 108 0,7-1 163 0,0-3 198 15</inkml:trace>
  <inkml:trace contextRef="#ctx0" brushRef="#br0" timeOffset="968.6">25719 11837 512 0,'0'-8'642'0,"0"1"82"0,0-1 69 16,6 2-55-16,-6 1-183 0,0 2-159 0,0-1-89 15,0 1-60-15,0-1-51 0,0 4-50 16,0 4-26-16,0-1-22 0,0 9-12 0,0-2 1 16,0 9 10-16,0-1 20 0,0 3 14 15,-6 6-1-15,6 2-2 0,0 0-1 0,0 4-7 16,6-1-10-16,-6 6-3 0,0-2 3 16,0 1-11-16,7-4-11 0,-1 0-14 15,-6 0-12-15,7-4-4 0,-7 0-3 0,6-3 4 0,0 0 0 0,-6-4 8 16,8-4 16-16,-8 0 6 0,6-3 7 15,-6-4 7-15,0 0 13 0,6-5 22 0,-6 3-17 16,0-6-121-16,0 2 0 0,0-5 0 16,0 0 0-16,0-5 0 0,0 2 0 0,0-9 0 15,0 5 0-15,0-3 0 0,-6-2 0 16,6-2 0-16,0-4 0 0,0-1 0 0,0-4 0 16,0 2 0-16,0-5 0 0,0 1 0 15,0-5 0-15,6 1 0 0,-6 3 0 16,7-3 0-16,-1 3 0 0,1 0 0 0,6 5 0 15,-1-1 0-15,2 1 0 0,-1-2 0 0,6 4 0 16,-6 1 0-16,7 0 0 0,0 0 0 16,5 3 0-16,-5-4 0 0,6 5 0 15,-6 0 0-15,5-1 0 0,-5 4 0 0,6 0 0 16,-6 4 0-16,-1-5 0 0,7 9 0 16,-13-1 0-16,7 4 0 0,-6 0 0 0,4 4 0 15,-4 3 0-15,-1 4 0 0,-7 0 0 16,8 7 0-16,-2 0 0 0,-6 1 0 15,2 7 0-15,4-5 0 0,-5 5 0 0,-1 3 0 16,1-3 0-16,-7 4 0 0,7-1 0 0,-7 0 0 16,0 1 0-16,0-1 0 0,0-3 0 15,0 3 0-15,0-7 0 0,0 3 0 16,0-2 0-16,0-6 0 0,0 1 0 0,0-2 0 16,0-2 0-16,6-2 0 0,-6-2 0 15,0-2 0-15,0-5 0 0,0 1 0 0,0-1 0 16,0 1 0-16,0-8 0 0,0 1 0 15,0-1 0-15,0-7 0 0,0 1 0 16,-6-2-92-16,6-6-479 16,0-1-266-16,-7-3-264 0,7-3-115 15,0 0 6-15,0-4 84 0,7-5 177 0,-7 1 262 16,6 0 293-16</inkml:trace>
  <inkml:trace contextRef="#ctx0" brushRef="#br0" timeOffset="1765.35">26416 11001 31 0,'0'0'456'0,"-8"0"110"0,2-4 122 0,6 4 95 15,-6-3-74-15,6-1-115 0,-6 1-92 16,6-2-74-16,0-2-89 0,0 4-72 0,0-5-51 16,-7 5-37-16,7-5-21 0,7 1-15 15,-7 0-9-15,0 0-8 0,0-1-6 0,6-2 0 16,0 2-5-16,0-3-9 0,2 3-8 15,-2-3-4-15,0 4-3 0,8-4-11 16,-1 4-7-16,-1-4-2 0,2 3-7 0,5 1-6 16,1 0-5-16,-1 0-4 0,0-1-5 0,1 8-5 15,0-3-8-15,-1 3-4 0,1 0-4 16,0 3-8-16,-7 1-5 0,6 3-4 0,-6 1-1 16,-7 2-1-16,1 1-2 0,0 0 0 15,-7 4 1-15,0 0 1 0,-7 0-1 16,-6 0-4-16,0 3 1 0,0-4 2 0,-6 4 1 15,-7-3 0-15,6 0-1 0,0 3 4 16,1-6-1-16,-1-2-2 0,1 1-1 0,6 0-1 16,0-3 0-16,6-4 3 0,0 2-1 15,1-2 6-15,6-4 4 0,0 4 4 16,0-4 3-16,13-4 0 0,-6 4 3 0,6 0-4 16,6-4 0-16,8 4 2 0,-2 0 5 15,1 4 5-15,0 0 9 0,1-1 10 0,5 5 9 16,-6-1 2-16,-6 0-61 0,5 8 0 15,-5-5 0-15,-7 5 0 0,0 0 0 0,-6 4 0 16,-1-1 0-16,-6 1 0 0,-6 2 0 16,-1-3 0-16,-6 4 0 0,-6 0 0 15,-7-3 0-15,0 0 0 0,-1-1 0 0,-5 0 0 16,6-4 0-16,-1-3 0 0,2-4 0 16,-1 1 0-16,6-4 0 0,-6-4 0 0,7 0 0 15,-1-4 0-15,7 1 0 0,0-2 0 16,0-2 0-16,0 0 0 0,6-4 0 0,1 4 0 15,0 0 0-15,-2-1 0 0,8 1 0 16,0-4 0-16,0 8 0 0,0-5 0 0,0 3 0 16,0 2 0-16,0 0 0 0,0-1 0 15,0 4 0-15,0 0 0 0,8 0 0 16,-2 0-401-16,0 0-368 0,1 4-308 16,-7-1-151-16,7 0-17 0,-7 2 73 15,-7-2 154-15,0 2 252 0,-5-2 320 0</inkml:trace>
  <inkml:trace contextRef="#ctx0" brushRef="#br0" timeOffset="5483.77">25002 12082 89 0,'0'-11'340'0,"0"-4"58"0,0 0 53 0,-6 0-42 15,6 1 2-15,-7-1-9 0,7 5 5 0,-7-5-6 31,1 4-18-31,0 3-32 0,-8-2-48 0,2 6-70 0,-1 0-63 0,-1 1-35 16,2 6-19-16,-8 1-7 0,0 3-10 0,7 0-9 16,-6 5-4-16,6 2-5 0,-1 1-2 0,8 7-1 15,-7 1 2-15,7-2 8 0,6 8 1 16,0-3 0-16,0 6-5 0,6-2-8 0,1 0-10 16,-1-1-9-16,8 0-7 0,-2-3 4 15,2-1 0-15,5 0 8 0,1-6 12 16,-1-1 11-16,0-3 13 0,1-4 14 0,7-4 19 15,-9-3 11-15,9-4 10 0,-1-4 3 16,-6-3-2-16,-1-4-4 0,1-4 5 0,-2-3 4 16,-4-1-1-16,-1-6-156 0,-7 0-1 15,1-8 0-15,-7 3 0 0,-7-7 0 0,1 5 0 16,-7-1 0-16,-1 4 0 0,-4-2 0 16,-2 6 0-16,-7 0 0 0,1 6 0 0,-6 5 0 15,7 3 0-15,-8 4 0 0,7 3 0 16,0 4 0-16,-1 4 0 0,8-1 0 15,0 1-69-15,-1 7-262 0,7-4-65 0,6 4-64 16,7 0-93-16,0 3-107 0,7-6-106 16,-1 3-77-16,7-3-79 0,7-1 14 0,0-3 95 15,5-4 147-15,1-4 166 0</inkml:trace>
  <inkml:trace contextRef="#ctx0" brushRef="#br0" timeOffset="5874.21">25458 11276 379 0,'0'-23'480'0,"0"6"87"0,-7-1 114 0,1-1-33 0,6 4-109 0,-6 0-54 0,-1 8-49 15,1-4-69-15,-1 4-98 0,0 7-72 0,-5 0-46 31,5 0-30-31,-6 7-5 0,0 8 9 0,-7 0 13 0,8 7 15 0,-8 3 10 16,0 9 14-16,1 5 10 0,-1 9 8 0,8 3 3 16,-8 11 0-16,7 4 5 0,-1 7-5 15,8 9-7-15,-6 2-16 0,12 4 14 0,0 3-7 16,0 2-99-16,6 1-83 0,6 1 0 16,2 0 0-16,11-3 0 0,-5-7 0 0,6-1 0 15,7-4 0-15,-1-7 0 0,7-7 0 16,1-3 0-16,-1-4 0 0,0-8 0 0,-7-8 0 15,7-6 0-15,-7-4 0 0,-5-11 0 16,5-7 0-16,-6-8 0 0,1-3-245 0,-1-11-207 16,0-4-164-16,0-8-190 0,-1-6-186 0,9-4-102 15,-2-8 1-15,-6-4 76 0,6-6 163 16,2-8 222-16,-2-3 244 0</inkml:trace>
  <inkml:trace contextRef="#ctx0" brushRef="#br0" timeOffset="6311.62">27041 10493 189 0,'12'-23'471'0,"2"2"85"0,-2 1 93 0,2 3 60 16,5 2-143-16,-5 0-91 0,5 4-66 16,-6 3-49-16,6 8-54 0,1 5-41 0,0 2-21 15,6 7-8-15,-7 9 4 0,7 2-6 16,7 8 3-16,-7 10-13 0,0 6-7 16,7 13-1-16,-7 7 11 0,-7 12 30 0,7 7 14 15,-6 7-8-15,-1 7-8 0,1 12-140 0,-1 3-115 16,-6 5 0-16,1-1 0 0,-8-1 0 15,-6 1 0-15,0-4 0 0,0-7 0 16,-6-8 0-16,-8-2 0 0,1-6 0 0,0-8 0 16,0-10 0-16,-7-7 0 0,1-6 0 15,0-8 0-15,-1 0 0 0,-7-11 0 0,2-4 0 16,5-3 0-16,0-7 0 0,2-10 0 16,-2-1 0-16,0-7 0 0,7-1 0 0,1-9 0 15,-2 3-461-15,-5-5-277 0,5-7-339 16,-4-1-144-16,-2-3-25 0,0 0 67 0,-6-7 147 15,0-1 254-15,0 1 358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23:02.82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10342 3419 196 0,'-6'0'240'0,"-2"-5"2"0,2 5-46 16,0 0 3-16,6 0 5 0,-6 0-22 0,6 0-10 16,-7 0-12-16,7 0-17 0,0 0-19 15,0 0-22-15,0 0-21 0,0 5-8 0,7-5 6 16,5 0 16-16,8 0 19 0,-1 0 30 15,21 0 33-15,-1-5 27 0,13 1 14 16,13 1-7-16,0-2-17 0,6-1-23 0,8-2-20 16,6-3-35-16,5 4-31 0,9-4-18 15,-2 0-10-15,1 1-14 0,5-2-11 0,-4 1-2 16,-2-3-2-16,1 2-1 0,-7-2-6 16,-6 3 4-16,-1-1-5 0,-5 2-6 15,-14 3-5 1,-7-5-6-16,-5 5 0 0,-14 4-4 0,-7-5-2 15,-6 5 1-15,-13-1-10 0,1 4-23 16,-8 0-69-16,-6-4-103 0,0 8-161 0,-14-4-146 16,2 4-146-16,-8 3-58 0,-5 0 24 15,-9 4 80-15,2 0 149 0</inkml:trace>
  <inkml:trace contextRef="#ctx0" brushRef="#br0" timeOffset="679.9">12472 4348 21 0,'0'-22'234'16,"-7"5"27"-16,1-6 34 0,-1 1-57 0,7-4-42 15,-7 4-7-15,1 1 9 0,0-1 18 16,6 0 13-16,-8-1 25 0,2 2 26 15,6 2 15-15,-6 4 32 0,0-3 0 0,6 4-9 16,-7 2-17-16,7 4-53 0,-7 2-47 16,7 2-69-16,0 0-41 0,0 12-32 0,-6-2-22 15,6 11 13-15,0 4 21 0,0 8 30 0,0 4 21 16,0 8 16-16,0-1 5 0,0 7-10 16,0 5-17-16,0-1-13 0,6 4-16 15,1-3-15-15,0-2-15 0,-1-2-7 0,6-1-10 16,-4-3-9-16,4-3-7 0,-5-1-5 15,0-3-5-15,6-5-4 0,-7-6-5 0,0 4 0 16,1-8-1-16,0 0-1 0,-7-4-3 16,6 0-16-16,-6-7-30 0,0 0-53 15,0-3-77-15,-6-1-124 0,6-7-165 0,-7 4-190 16,0-8-183-16,1 4-65 0,-7-4 16 16,0-3 93-16,0 0 150 0,-1 3 194 0</inkml:trace>
  <inkml:trace contextRef="#ctx0" brushRef="#br0" timeOffset="1086.07">12139 4902 259 0,'0'0'434'0,"-6"-4"81"16,6 0 76-16,-6 1-38 0,6-2-54 15,0-2-59-15,0 4-52 0,6-5-54 0,-6 5-61 16,6-1-66-16,-6 0-52 0,7 4-29 15,6 4-7-15,0 0 0 0,0 3 13 0,0 7 8 16,7 2 6-16,-1 2-10 0,7 0-12 16,-6 8-11-16,-1-4-8 0,7 7-3 0,-6-3-7 15,6-1 4-15,-7 1 0 0,1-4-4 16,6 0-8-16,-13 1-4 0,7-6-1 0,-1-2-4 16,-6 0 2-16,0-4 12 0,-6-5 26 15,6 2 16-15,-7-8 9 0,0 0-1 16,8 0-8-16,-8-11-14 0,8 4-27 0,-2-8-20 15,1-3-17-15,1-3-16 0,-2-6-6 16,8-2-7-16,-7-1-10 0,7-2-5 16,-8-2-3-16,2 5 2 0,5 0-4 0,-12 3-1 15,6 5 2-15,-7 3-2 0,7-1-2 16,-6 8 8-16,-7-1-8 0,6 2-11 0,-6 6-26 16,0 0-39-16,6 4-51 0,-6 0-82 15,-6 4-84-15,6 7-101 0,0 0-153 16,-6 0-209-16,6 4-229 0,-7 3-76 0,0 1 10 15,1-1 71-15,-7 0 153 0,0 4 238 16</inkml:trace>
  <inkml:trace contextRef="#ctx0" brushRef="#br0" timeOffset="19170.39">23948 3766 28 0,'0'-3'359'16,"0"-1"82"-16,0-1 67 0,0 2-16 15,-8 0 29-15,8 3-62 0,0-5-47 0,0 2-50 16,-6 0-40-16,6 3-42 0,0-3-57 16,0 3-57-16,0 0-44 0,0 0-32 0,0-5-25 15,0 5-22-15,0 5-17 0,0-5-10 16,0 3-1-16,0 3 12 0,6 2 7 0,-6 4 14 15,8 2 21-15,-8 0 18 0,6 5 4 16,-6-5 0-16,0 8 6 0,6-4-5 0,-6 2-13 16,6-6-6-16,-6 4-8 0,7 0-2 15,-7-4-9-15,7-2-4 0,-7 2-7 16,0-3-5-16,6-4-4 0,-6 2-2 0,0-3 7 16,7-2 14-16,-7 0 19 0,0-1 19 15,0-3 13-15,0 0 8 0,0 0-7 0,0-3-14 16,0-1-23-16,-7-3-22 0,7-5-15 15,0 5-15-15,-6-7-5 0,6 3-8 16,0-4 2-16,-7-2-4 0,7 2-1 0,0-4-1 16,0 4-4-16,0 0 3 0,0-3-3 15,0 4 1-15,0-1 1 0,7 5 2 0,-1-6 1 16,1 2-1-16,-1 3 1 0,0-4 0 16,8 4-2-16,6 0-2 0,-8-1 4 15,8 2 3-15,-7 3-4 0,7-4 0 0,-1 4 2 16,1 2-1-16,-8 2-4 0,8-1-2 15,0 4 1-15,-7 0 2 0,7 0-3 0,-8 4 6 16,2 4 0-16,-8-1 0 0,7 4 0 16,-7 0-1-16,8-1 1 0,-8 6-4 0,-6-2 3 15,6 1 1-15,0 3 3 0,-6-4 1 16,8 1-1-16,-8 0 1 0,0 3-3 0,0-7 0 16,6 3-1-16,-6 2-2 0,0-5-1 15,6-4 2-15,-6 4 4 0,0-4-2 0,0 1 0 16,0-5 1-16,0 5 2 0,0-5 0 15,7-3-7-15,-7 3-20 0,0 2-38 16,0-5-50-16,0 0-71 0,0 0-105 0,0 0-140 16,0-5-159-16,0 2-159 0,6 0-147 15,-6-1-35-15,7 0 47 0,0-2 115 0,5-2 164 16,2 1 188-16</inkml:trace>
  <inkml:trace contextRef="#ctx0" brushRef="#br0" timeOffset="19404.68">24566 3828 362 0,'0'0'515'0,"6"0"102"0,-6 0 81 16,0-4-3-16,0 4-103 0,0 0-102 0,0-3-84 15,7 3-84-15,-7 0-91 0,6-4-79 16,8 0-54-16,-8 4-38 0,7 0-20 0,0-3-18 16,6 3-11-16,-5 0-5 0,-2 0-6 0,8 0 3 15,-7 0-3-15,0 0 5 0,0 0-2 16,1 0 5-16,-2 0 1 0,1 0-4 15,-6 0-14-15,-1 0-26 0,1 0-42 0,-1 0-61 16,-6 0-94-16,0 0-100 0,6 0-114 16,-6 0-109-16,-6-3-92 0,6 3-53 0,0 0 34 15,0-5 70-15,0 5 108 0,0-4 124 0</inkml:trace>
  <inkml:trace contextRef="#ctx0" brushRef="#br0" timeOffset="19731.88">25100 3623 322 0,'6'-7'511'0,"0"0"93"16,2-1 100-16,-8 0-16 0,6 5-107 0,-6-5-97 16,0 5-83-16,6 0-75 0,-6-2-89 15,0 5-79-15,0 0-57 0,0 0-38 0,0 5-23 16,0-2-10-16,7 8 12 0,-7 0 11 15,0 4 20-15,6 3 14 0,-6 0 15 0,0 4 8 16,7 4-3-16,-7-5 2 0,0 6-3 16,0-2-3-16,0-3-9 0,0 4-9 0,0-8-6 0,7 4-14 0,-7-4-19 0,0-3-12 15,0 0-11-15,0-4-7 0,0 0-10 16,0-4-1-16,6 0-2 0,-6-4-15 0,-6-3-36 16,6 0-57-16,0 0-89 0,-7-3-125 15,7-4-175-15,-13-3-190 0,6-2-188 16,-5-3-60-16,-2 1 23 0,-5-5 92 0,-1 5 159 15,-6-5 194-15</inkml:trace>
  <inkml:trace contextRef="#ctx0" brushRef="#br0" timeOffset="20138.03">24155 3315 352 0,'-12'-11'459'0,"-8"1"39"0,-7-2 41 16,9 1-61-16,-9 4-111 0,1 0-50 0,6-1-29 16,-5 4-3-16,-1 1-16 0,0 3-28 15,-1 0-56-15,8 3-32 0,-7 4-23 0,6 1-24 16,1 7-6-16,0 4-2 0,-1 6 10 15,-6 1-2-15,13 11 5 0,-7 2 15 16,7 6 5-16,0-2 3 0,0 5 1 0,7 4 2 16,6-1-2-16,0 3-10 0,0 2-8 15,6-2-10-15,0 1-6 0,8-3-12 0,-1-1-15 16,7 1-11-16,-8-1-16 0,14-8-11 16,-7 2-14-16,8-5-8 0,-8 0-6 0,8-7-5 15,-1-4-1-15,0 1-5 0,-7-8-17 16,7 0-33-16,-6-8-43 0,5-3-57 0,-5 1-81 15,6-9-104-15,1-6-129 0,-1-2-141 16,-1-2-143-16,8-8-110 0,-7-2-12 16,6-2 62-16,-6-10 122 0,7-1 158 0</inkml:trace>
  <inkml:trace contextRef="#ctx0" brushRef="#br0" timeOffset="20597.88">25354 3162 408 0,'13'-18'516'0,"-6"-1"74"0,-1 1 86 16,7-1-46-16,-6 1-141 0,5 3-91 0,-5 1-59 16,6 2-49-16,0 2-71 0,0-2-51 15,0 9-39-15,0-1-22 0,0 0-17 0,7 4-8 16,-7 8-3-16,7-1-7 0,-1 3-5 15,-6 6 2-15,12 2 1 0,-5 8-4 0,-6 0 10 16,5 2 11-16,1 8 13 0,-1 6 12 16,1 2 6-16,-1 3 5 0,0 5-4 15,-5 2 1-15,-1 2-12 0,0-2-14 0,-7 5-12 16,1-4-11-16,-7 0-8 0,-7-4-9 16,1 0-1-16,-1-3 6 0,-6 0 7 0,1-4 8 15,-8-4 4-15,7-4 5 0,-7 1-3 16,7-8 1-16,0 1 2 0,0-5-3 0,0-2-1 15,7-9 3-15,-1 0 15 0,1-2 8 16,-1-1 13-16,0-8-26 0,7 5-92 0,-6-5 0 16,6-3 0-16,0 4 0 0,0-8 0 15,0 4 0-15,0-3 0 0,0-1 0 0,0-3 0 16,-6 3 0-16,6-3-334 0,0 0-141 31,0-1-169-31,-8-3-203 0,8 5-207 0,-6-2-59 16,-7-4 22-16,7 5 89 0,-14 3 176 15,0-3 244-15</inkml:trace>
  <inkml:trace contextRef="#ctx0" brushRef="#br0" timeOffset="21206.57">24293 5066 308 0,'-7'-7'364'0,"0"0"58"0,1-1-28 0,-1-2 10 16,1 2-45-16,-8 0-9 0,8 1 8 16,-6 0-9-16,4 0-24 0,-4 2-24 0,-1 5-33 15,-1 0-45-15,2 0-42 0,-8 9-34 16,7-3-14-16,-7 10-3 0,0 2-3 15,2 7-1-15,4 5 3 0,-5 2 8 0,5 5 3 16,8 4-10-16,-6 2-14 0,4 1-13 16,8 1-13-16,0-2-16 0,0 1-12 0,8 0-10 15,-2-3-9-15,6-4-7 0,2 2-10 16,-1-5-8-16,0-6-5 0,6 2-6 0,-5-4-2 16,5-8-9-16,1 1-27 0,-8-5-39 15,2-6-66-15,5-5-102 0,-6 1-151 0,6-11-174 16,-5-1-166-16,6-6-141 0,-8-1-33 15,1-7 52-15,-6-4 122 0,6 1 166 16</inkml:trace>
  <inkml:trace contextRef="#ctx0" brushRef="#br0" timeOffset="21714.78">24403 5338 314 0,'7'-11'509'0,"-7"-5"96"0,0 6 108 15,6-1 11-15,-6 0-114 0,0 4-95 16,0-1-76-16,0 4-80 0,0 1-99 0,0-1-95 15,0 4-58-15,0 0-42 0,7 0-21 0,-7 7-6 16,6 0 2-16,-6 5 10 0,6 2 6 16,1 4 1-16,0 1-2 0,-1 4-5 15,0-2-7-15,2 1-8 0,-8-1-8 0,6-2-4 16,0 4 0-16,-6-5 0 0,7-4-1 16,-7 1 10-16,6 0 10 0,-6-4 13 0,0-4 19 15,0 1 22-15,0-2 26 0,0-2 17 16,0-4 11-16,0 0-1 0,0 0-11 15,0-4-22-15,-6-2-31 0,6-2-24 0,-7-3-24 16,7 0-14-16,-6-3-12 0,6-5-7 16,-6 4-2-16,6-3-5 0,0-4 0 0,0 4 0 15,0-1-2-15,6 5-1 0,0-5 0 16,1 5 1-16,-1-1-1 0,7 1 0 0,0 2 1 16,1 1 1-16,-2 4-1 0,1 0 1 15,7 3 2-15,-8 1-1 0,2-2 0 0,6 5-1 16,-8 0 0-16,-5 5 1 0,6-2 1 15,0 4-1-15,-7 4 2 0,8 0 2 0,-8 4 1 16,7-4 1-16,-6 7-1 0,-7-3 0 16,6 0 1-16,1 3 0 0,-1-3-3 15,-6-1 1-15,0 1-1 0,6-1 0 0,-6 1-2 16,8-4 2-16,-8 0-8 0,0-4-31 16,6 5-45-16,-6-5-49 0,0-3-55 0,0-1-65 15,6 1-91-15,-6-4-124 0,7-4-129 0,-7 1-131 0,6-8-134 16,1-1-44-16,-1 2 45 0,7-5 123 15,-7-4 157-15,8 1 173 0</inkml:trace>
  <inkml:trace contextRef="#ctx0" brushRef="#br0" timeOffset="21964.72">24976 5242 280 0,'0'-11'475'0,"6"0"93"0,1 0 112 0,-7 0-10 16,7 4-76-16,-7 2-85 0,0-1-76 0,0 2-75 15,0 1-104-15,0 3-84 0,0 0-46 16,0 3-21-16,0 5 2 0,0 3 9 15,0 7 13-15,-7 0 13 0,7 4 1 0,-7 7-8 16,1-2-7-16,6 5-7 0,-12 1-4 16,4 0-1-16,2 3-2 0,0 1-7 0,-1 0-7 15,1-1-19-15,-1 1-11 0,0-4-17 16,7-3-20-16,-6-1-12 0,6-4-10 0,0-6-7 16,-6-1-29-16,6 1-43 0,0-9-56 15,0-2-90-15,6-1-145 0,-6-7-194 0,6-4-193 16,8-2-178-16,-1-9-59 0,-1 4 24 15,8-7 115-15,0-1 180 0,-1 1 208 16</inkml:trace>
  <inkml:trace contextRef="#ctx0" brushRef="#br0" timeOffset="22403.18">25191 5480 249 0,'0'-7'532'0,"6"-5"121"0,-6 5 97 15,7-4 18-15,-7 4-136 0,7-4-109 0,-1 0-115 16,1 4-110-16,-1 0-81 0,0-1-62 15,8 1-48-15,-2 3-40 0,2 1-21 0,5-1-7 16,-5 4-18-16,-2 0-5 0,8 4-6 16,-7-1-3-16,0 1-2 0,0 7 1 0,0-4-2 15,0 4 4-15,-7 4 3 0,1-4 6 16,-7 8 4-16,0-5 9 0,0 1 7 0,-7 3-1 16,-5 0 3-16,-2-3 3 0,2 3-1 15,-2 0-5-15,-5 1 4 0,-1-4 2 0,8-1 4 16,-2 1 7-16,1 0 11 0,1-5 12 15,-2-2 15-15,8-1 16 0,0 0 19 0,-2-3 17 16,8-1 14-16,0 2 8 0,0-5-3 16,0 0-9-16,0 0-18 0,8 0-23 0,-2 0-26 15,6 0-23-15,2-5-18 0,-1 5-14 16,7-3-10-16,-2-1-6 0,2 4-3 16,7-3-4-16,-8 3-1 0,7-4 0 0,-6 4-4 15,-1 0-2-15,0-4 0 0,1 4 0 16,0 0-1-16,-1 0 0 0,-5-3-3 0,-8 3-12 15,7 0-28-15,-7 0-43 0,-6 0-57 16,7 0-67-16,-14-4-82 0,7 0-102 16,-6 1-134-16,-1-1-158 0,1-4-159 0,-8 2-113 15,8-5-11-15,-7-4 64 0,7 0 133 16,-7-2 186-16</inkml:trace>
  <inkml:trace contextRef="#ctx0" brushRef="#br0" timeOffset="22700.12">25562 5034 71 0,'0'-19'539'0,"13"1"132"16,-6 3 92-16,-1 0 62 0,1 1-96 15,5 3-183-15,-4 3-148 0,4 5-107 0,2 3-63 16,5 3-32-16,-6 5-21 0,6 6-3 16,1 5 6-16,6 3 5 0,-7 7 6 15,-5 0-5-15,5 8-6 0,-6 3-16 0,0 4-14 16,1 0-19-16,-8 8-24 0,-6-1-18 15,0 0-19-15,-6 0-9 0,-2 1-10 16,-4-1-5-16,-1-4-5 0,6-2-4 0,-6-9-4 16,1 0-4-16,4-6-1 0,2-8-4 15,0 0-2-15,-1-7 1 0,7-1-4 0,-6-6-3 16,6-1-31-16,-7-3-62 0,7-1-83 16,0-3-101-16,-6 0-150 0,6-3-221 0,-7-1-247 15,-6 0-149-15,6 1-27 0,-12-1 40 16,0-3 120-16,-1 3 202 0,1 0 268 0</inkml:trace>
  <inkml:trace contextRef="#ctx0" brushRef="#br0" timeOffset="23262.44">24286 6825 269 0,'0'-12'455'0,"0"2"88"16,-7-1 104-16,7 4-2 0,0-5-61 15,0 5-68-15,0 4-61 0,0-5-70 0,0 5-96 16,0 3-92-16,-6 0-54 0,6 3-33 16,-7 5-7-16,1 2 13 0,0 5 16 0,-8 3 21 15,8 1 5-15,0 6 1 0,-8 4-5 0,8 5-11 16,-7-1-17-16,6 7-21 0,0 0-18 16,1 1-20-16,6 2-20 0,0-2-18 15,0-1-10-15,0 0-6 0,6-4-6 0,1-2-3 16,6-5 0-16,-6 1 2 0,5-5 0 15,2-3-8-15,-2-4-26 0,2-2-44 0,-1-6-61 16,0-3-82-16,6 1-116 0,-5-8-150 16,-2-5-159-16,8 2-135 0,-7-8-114 0,0 0-11 15,6-3 65-15,-5-1 132 0,-1-4 167 16</inkml:trace>
  <inkml:trace contextRef="#ctx0" brushRef="#br0" timeOffset="23856.46">24579 7034 68 0,'0'0'268'0,"0"-4"33"0,0 0 24 16,6 0-34-16,-6 1-24 0,0 3-10 16,0-3-1-16,0 3 9 0,6-5 10 15,-6 5 2-15,0-2-3 0,0 2-7 0,0 0-11 16,0 2-4-16,0-2-15 0,0 8-11 15,8-1-9-15,-8 1-6 0,6 7-1 0,-6-1-10 16,6 4-7-16,1 4-20 0,-7 0-20 16,7 4-16-16,-1 0-18 0,0 0-16 15,-6-1-14-15,7-3-7 0,-1 0-9 0,1-1-4 16,0-6-6-16,-7 1-6 0,6-2-1 16,-6-3 5-16,6-4 14 0,-6-3 22 0,7 3 19 15,-7-7 10-15,0 0 3 0,7 0-11 16,-7-7-18-16,0 0-27 0,0-1-24 15,6-7-16-15,-6 1-10 0,0-5-6 0,0-3-5 16,0 0-6-16,7-7-3 0,-14-1-3 16,7-3-1-16,0 1-1 0,0-5 2 0,0 4-3 15,0-4 1-15,-6 1 2 0,6 3 1 16,0 0 8-16,0 4 6 0,0 3 11 0,0 0 10 16,0 0 14-16,0 5 1 0,6 2-6 15,1 1-7-15,-1 4-9 0,7-1-10 16,0 4-16-16,7 0-3 0,-1 4-1 0,7-1 0 15,7 1-2-15,-1 3-1 0,14 1 3 16,-7-1-2-16,7 0 1 0,5 4 1 16,-4-3-2-16,-2 3 2 0,7 0 0 0,-7-4 0 15,-5 4 0-15,5 0-1 0,-12-4-5 16,-1 4-10-16,-6 0-12 0,-6-3-15 0,-1 3-25 16,-5 0-35-16,-8 0-36 0,0 0-43 15,-6 0-45-15,-6 0-54 0,0 0-57 16,-1 3-80-16,-6 1-110 0,-6 0-121 0,-1 3-123 15,0-3-99-15,1 6-6 0,-1 2 66 16,0-2 127-16,-5 1 163 0</inkml:trace>
  <inkml:trace contextRef="#ctx0" brushRef="#br0" timeOffset="24418.34">25100 6935 9 0,'-6'3'477'0,"-1"-3"136"15,0 4 96-15,1-4 72 0,6 0-88 0,-7 0-166 16,7 0-145-16,0 4-114 0,-6-1-70 0,6 1-41 16,0 0-17-16,0 2 4 0,0 3 11 15,0 1-4-15,0 8-12 0,0 1-14 16,0-2-7-16,6 6-12 0,1-1-6 0,-7 4-1 16,6-1 0-16,-6 2-3 0,7-2-9 15,-7 1-4-15,7-8-8 0,-7 4-1 0,0-5 2 16,0-1 5-16,6-6 8 0,-6 1 16 15,0-4 22-15,0 1 17 0,0-3 11 16,0-5-3-16,0 0-5 0,0-5-21 0,0-3-27 16,0-2-30-16,-6-1-22 0,6-4-17 15,0-3-11-15,-7-4-8 0,7 4-6 0,0-5-3 16,0 3-2-16,0-3-2 0,0 1 0 16,7 3-1-16,-7 1 0 0,6 0 2 0,0 0-4 15,8 3 1-15,-8 4-2 0,7-3 0 16,0 2-1-16,6-3 0 0,-5 8 0 0,-2-3 2 15,8 5 2-15,-7-2-1 0,1 4 1 16,4 3 0-16,-4 0-1 0,-1 3 0 16,0 4 1-16,-6 1 2 0,5 3 2 0,2 3-1 15,-8 2 2-15,0 2 0 0,1 4 1 16,-1 0-2-16,-6 0-1 0,7 0 5 0,-7-1-1 16,0 2 1-16,0-1-5 0,0-4 6 15,0 0 2-15,0-4 4 0,0 1 1 16,0-4 0-16,7 0 5 0,-7 0-6 0,0-4-3 15,0 1-3-15,0-5-5 0,0 1-17 16,0-4-40-16,0 0-61 0,0-4-81 0,0 1-95 16,0-5-116-16,0 1-143 0,0-4-170 15,0-3-167-15,-7-5-117 0,7 1-10 0,0-3 60 16,7-5 132-16,-7 0 192 0,0-3 220 16</inkml:trace>
  <inkml:trace contextRef="#ctx0" brushRef="#br0" timeOffset="24717.13">25627 6481 181 0,'20'-22'543'15,"-7"3"118"-15,0 4 84 0,0 1 64 0,0 3-171 16,7 3-136-16,-7 5-110 0,6 3-78 16,1 3-50-16,-1 12-21 0,1 3-12 0,0 8-7 15,-1 4-5-15,0 2 5 0,-6 9 2 16,1 7 0-16,5-2-13 0,-6 10-9 0,-7-1-16 15,7 3-34-15,-6 4-28 0,0-3-34 16,-7 3-25-16,-7-3-18 0,7-1-14 0,-7-1-8 16,1-11-5-16,-1 1-2 0,-5-6-2 15,5-8-2-15,0-3-1 0,1-4-2 0,0-9-1 16,6 1-1-16,-7-6-2 0,7-1-2 16,-7-5-18-16,7-1-36 0,-6-2-58 15,-1-3-85-15,7 0-110 0,-12 0-169 0,-2 0-237 16,2-3-282-16,-8-2-112 0,-6 2-7 0,-1 0 62 15,-5-1 144-15,-7 0 241 0</inkml:trace>
  <inkml:trace contextRef="#ctx0" brushRef="#br0" timeOffset="25310.66">23986 8675 191 0,'0'-4'392'0,"7"-4"62"0,-7 5 61 15,0 0-55-15,0-1-53 0,0 4-48 16,-7-4-23-16,7 8-15 0,-6 0-17 0,-1 2-14 16,0 6-14-16,-5 2-24 0,-2 4-35 15,8 8-23-15,-7 0-25 0,0 8-26 16,0-2-18-16,0 5-21 0,6 2-16 0,-5 3-15 15,5 2-11-15,0-5-8 0,1 6-13 16,-1-9-8-16,7 1-6 0,0-5-7 0,0-2-8 16,0-1-1-16,7-3-9 0,-1-5-30 15,1-2-52-15,6-1-93 0,-7-6-126 0,8-5-154 16,-2-7-162-16,2 0-153 0,5-4-72 16,1-4 26-16,-1-2 89 0,1-1 134 15,0-4 157-15</inkml:trace>
  <inkml:trace contextRef="#ctx0" brushRef="#br0" timeOffset="25924.34">23810 9137 152 0,'7'-5'349'0,"-7"2"58"0,7-1 56 0,-1-3-45 16,0 0-46-16,1 3-25 0,-1-3 1 15,8 0-2-15,-8-1-13 0,7 5-16 0,6-5-21 16,-5 5-32-16,5-1-42 0,1 0-33 15,-1 1-31-15,1 3-27 0,6 3-21 0,0-3-17 16,-7 8-10-16,7-5-14 0,-6 8-7 16,-1 0-4-16,1 4-4 0,0-1-6 15,-8 1-4-15,-5 3 1 0,6 0 1 0,-6 5-4 16,-1-4 2-16,-6 1 2 0,0-1-2 16,-6 0-2-16,-1-1-2 0,1 1-2 0,-8-1-4 15,2-4-4-15,-2-3-4 0,-5 4-1 16,6-8-2-16,-6 1-3 0,-1-5-5 15,7-3-2-15,-7 0 0 0,8 0-8 0,-8-3-4 16,6-1-7-16,2-3-19 0,5 3-38 16,-6-4-58-16,13 1-94 0,-7 0-133 0,14-4-152 15,-7 4-157-15,13-5-138 0,-6 1-70 16,13-3 28-16,-2 2 99 0,2-2 141 16,7 0 164-1</inkml:trace>
  <inkml:trace contextRef="#ctx0" brushRef="#br0" timeOffset="26268.02">24435 9071 332 0,'7'-8'532'0,"-7"1"122"0,7-4 108 16,-7 0-14-16,0 3-109 0,6-2-96 0,-6-2-88 16,0 1-101-16,6 5-93 0,2-2-61 15,-2 0-51-15,0 1-40 0,1 0-27 16,-1 3-16-16,7 1-14 0,0-1-14 0,7 1-13 15,-7 3-6-15,0 0-8 0,6 3-4 16,1 1-4-16,0 3 0 0,-8 0-1 0,8 0 0 16,-1 4-4-16,-5 0 1 0,-1 4 0 15,0 1 1-15,0-2 1 0,-7 4 5 0,0 0 7 16,2-4 6-16,-8 5 6 0,0-1 7 16,-8 1 3-16,2-1 0 0,0 1-1 0,-7-5-5 15,0 4-2-15,0-3-10 0,-7-5-3 16,7 2-7-16,-7-1 1 0,1-4 1 0,6 1-1 15,-7-5 0-15,1 0-1 0,6-3-10 16,0 0-28-16,-7-3-39 0,14 0-52 0,-7-1-65 16,6-3-96-16,1-1-122 0,-1 1-129 15,7 0-123-15,7-1-104 0,-1-3-56 16,1 5 35-16,6-6 99 0,-1 1 134 0,2 0 150 16</inkml:trace>
  <inkml:trace contextRef="#ctx0" brushRef="#br0" timeOffset="26611.7">24911 9012 176 0,'13'-11'458'16,"0"0"99"-16,-6 3 121 0,-1-3 44 0,-6 4-90 15,0-4-78-15,0 4-71 0,0-1-69 16,-6 5-99-16,-1-4-81 0,1 3-59 0,-8 0-46 16,8 4-32-16,-7 4-24 0,0 0-20 15,0 3-10-15,0 1-5 0,0 6-2 16,7 0-1-16,-8 5-3 0,8-1-1 0,-8 8 5 15,8-4 4-15,6 4 3 0,-6-1 8 16,6-3 9-16,0 4 15 0,0-5 11 16,6 2 12-16,0-1 14 0,2-5 4 0,4 2 0 15,2-4-1-15,5 0-10 0,-6-5-16 16,13 1-14-16,0-3-15 0,0-5-13 0,0 2-13 16,0-3-11-16,1-2-8 0,-9 0-5 15,9-2-1-15,-7-3-2 0,-2 5-3 16,-4-3-16-16,-1 0-21 0,-7-2-46 0,1-2-62 15,0 3-75-15,-7-3-99 0,0 4-134 16,0-5-153-16,0 1-149 0,-7 3-162 0,7-3-44 16,-7 0 38-16,7-1 116 0,0 0 155 15,0 5 184-15</inkml:trace>
  <inkml:trace contextRef="#ctx0" brushRef="#br0" timeOffset="26974.17">25386 8997 97 0,'7'-7'468'0,"-7"-4"97"0,0 3 104 16,0-2 93-16,0 2-113 0,7-2-113 0,-7-2-75 16,0 5-57-16,0 0-70 0,0-1-67 0,0 5-42 15,0-2-32-15,6 3-28 0,-6-3-33 16,0 2-32-16,0 3-27 0,-6 0-24 15,6 0-23-15,0 3-16 0,0 4-1 0,6 1 10 16,-6 3 11-16,0 4 10 0,0 3 11 16,6 0 13-16,-6 1 0 0,0 3-6 0,7 0-7 15,-7 4-15-15,0-4-5 0,7-4-5 0,-7 4-4 16,6-4-5-16,-6 0-3 0,0-7 3 16,7 4-7-16,-7-4-6 0,0-5-6 0,0 3-19 15,6-6-37-15,-6 2-55 0,0-5-80 16,0 0-115-16,0-5-151 0,0-2-165 15,-6-4-166-15,6 0-107 0,-7-4-8 0,7 1 67 16,0-4 131-16,-6 3 171 0</inkml:trace>
  <inkml:trace contextRef="#ctx0" brushRef="#br0" timeOffset="27208.48">25321 9001 174 0,'-6'0'522'15,"0"0"124"-15,-1 0 108 0,7 0 51 0,-7 0-115 16,7 0-123-16,0 0-110 0,0 0-97 15,0 0-88-15,7 0-62 0,6 0-58 0,-1 0-42 16,8 0-29-16,0 0-23 0,-1 0-20 16,1 0-14-16,6 0-8 0,-7 0-7 15,7 0-2-15,-6 0-44 0,0-4 16 0,-1 4 13 16,1-4 1-16,-7 4-7 0,0-3-23 16,0 3 8-16,-7 0-72 0,0-3-108 0,2 3-129 15,-2-5-144-15,-6 5-148 0,0 0-153 16,0 0-46-16,-6 5 41 0,-2-5 100 0,2 3 135 15,0 0 162-15</inkml:trace>
  <inkml:trace contextRef="#ctx0" brushRef="#br0" timeOffset="27536.59">25367 9356 379 0,'-7'4'613'0,"1"4"96"0,-1-5 71 16,1-3-27-16,0 4-146 0,6-4-145 15,-8 3-117-15,8 1-61 0,0-4-43 0,8 0-28 16,-8 4-22-16,6-4-20 0,7 3-18 16,0-3-26-16,6 0-22 0,1 0-22 0,0 0-27 15,-1 0-17-15,7 0-15 0,0-3-12 16,-6-1-3-16,13 4-1 0,-8-4 0 0,-5 1-1 15,6-1 3-15,-6 1 1 0,-1-2 0 16,-6 2-1-16,0-1 2 0,0 4-8 16,-6-3-21-16,-1-1-40 0,1 4-71 0,-7-4-108 15,0 1-163-15,0-1-189 0,0 4-193 16,-7-4-121-16,7 1-18 0,-6-2 62 0,6 3 136 16,0-6 180-16</inkml:trace>
  <inkml:trace contextRef="#ctx0" brushRef="#br0" timeOffset="27958.3">26063 8946 416 0,'8'-15'679'16,"-8"-3"106"-16,6 4 80 0,0-5 23 0,-6 5-195 15,7 2-181-15,-7 1-135 0,0 0-94 16,6 8-75-16,-6-5-56 0,0 8-53 0,7 0-25 15,-7 4-9-15,7 3 2 0,-1 4 6 16,0 8 7-16,1-1-4 0,-7 3 5 16,7 6 4-16,-1-2 1 0,0 4 6 0,-6 1 2 15,0-1 17-15,7 4 1 0,-7-4 3 16,0 5-1-16,0-5 0 0,6-3 1 16,-6 0-3-16,0-1-4 0,0-3-6 0,0-5 3 15,0 2-1-15,0-4-2 0,0 0-55 16,0-4-47-16,0-4 0 0,0 0 0 0,0-3 0 15,0 4 0-15,0-8 0 0,0 3 0 16,7-3 0-16,-7 4 0 0,0-4 0 0,0 0 0 16,0 0 0-16,0 0 0 0,0 0 0 15,0-4 0-15,7 4 0 0,-7 0 0 0,0-3 0 16,0-2 0-16,0 2 0 0,6-1 0 16,-6 1 0-16,0-1-299 0,0 0-78 0,0-3-92 15,0 3-148-15,0 1-201 0,0-4-196 16,-6-1-62-16,6 0 21 0,-7 1 93 0,7 0 176 15,0-5 244-15</inkml:trace>
  <inkml:trace contextRef="#ctx0" brushRef="#br0" timeOffset="29413.28">27920 1938 194 0,'7'-15'387'0,"-7"0"61"0,6 1 72 16,-6 3-21-16,0-3-20 0,0 6-18 15,0-3-26-15,6 3-36 0,-6 5-56 0,-6-1-74 16,6 1-85-16,0 6-42 0,0 1-21 16,-6 7-3-16,-1 3 5 0,0 9 21 0,1-2 12 15,6 5-29-15,-7 3-19 0,1 0-19 16,0 5-19-16,6-2-25 0,-7 2-21 0,7-2-3 15,0-2-9-15,0 3-1 0,7-7-4 0,-7-1-2 16,6 1 0-16,-6-8-1 0,6 1-1 16,-6-5 0-16,7 0-2 0,-7-5-15 0,6 1-24 15,-6-6-43-15,0-1-58 0,7 1-90 16,-7-8-114-16,7 1-115 0,-7-1-122 0,0-6-91 16,6-2-90-16,-6 1 11 0,0-3 77 0,6-1 105 15,1-4 135-15</inkml:trace>
  <inkml:trace contextRef="#ctx0" brushRef="#br0" timeOffset="29819.41">28142 2033 373 0,'6'-7'468'0,"-6"2"63"16,0 3 42-16,0 2-95 0,0-5-119 0,-6 5-75 16,6 5-27-16,-7-3-9 0,0 6-13 15,1 0 0-15,-7 3-2 0,7-1-8 0,-1 5-30 16,0 0-44-16,1 4-16 0,0-2-26 0,6 3-18 15,0 1-28-15,0-3-7 0,6 4-5 16,7-4-11-16,-6 1 0 0,5-1-4 16,1-3 9-16,7-1 8 0,0 1 15 0,-1-4 8 15,7-3 9-15,0-2 11 0,0-2 1 0,1-4-12 16,5 0-5-16,-6-4 3 0,-1 1 6 16,2-8 7-16,-7 3 16 0,-2-3 14 0,2-3-1 15,-13-1-9-15,6 0-14 0,-6-3-18 16,-1-3-22-16,-6-1-20 0,-6 0-15 0,-1-3-11 15,1-2-6-15,-1 2-3 0,-6 3-4 0,-1 0-3 16,-4 0-3-16,4 7-2 0,1 0-1 16,-7 4-1-16,2 0-4 0,-2 4-15 15,7 3-28-15,-7 1-31 0,0 3-43 0,8 3-43 0,-1 1-46 16,-7 0-42-16,14-1-37 0,0 5-56 16,-2-1-79-16,8 0-89 0,0 0-99 15,0 1-72-15,8 0-77 0,-2-1 13 0,6-4 84 16,2 1 114-16,-1 0 137 0</inkml:trace>
  <inkml:trace contextRef="#ctx0" brushRef="#br0" timeOffset="30131.84">28695 1846 78 0,'13'-14'383'16,"0"-1"76"-16,-6 0 87 0,-1 1 41 15,0 3-60-15,-6 0-42 0,7 0-38 0,-7 0-43 16,7 3-71-16,-7 5-78 0,0 3-72 15,0 0-54-15,0 7-23 0,6 4 2 0,-6 4 23 16,0 7 20-16,7-1 25 0,-7 9 10 16,6 2-16-16,0 5-13 0,-6-4-19 0,7 3-11 15,0 1-10-15,-1-3-4 0,0 2 3 16,2-3-8-16,-2 0-3 0,0-3-7 0,1-2-20 16,-1 2-12-16,1-8-18 0,-1-4-13 0,1 0-12 15,-1-2-8-15,-6-5-2 0,6-1 0 16,-6-2 2-16,0-5-3 0,0 1-1 0,0-4-1 15,0 0-1-15,0-4-27 0,-6 1-39 0,6-5-49 16,-6 4-73-16,6-2-87 0,-7-2-128 16,1 5-152-16,-1-5-182 0,1 5-183 0,-1 3-54 15,1-5 21-15,-8 5 92 0,-5 5 155 16,6-2 207-16</inkml:trace>
  <inkml:trace contextRef="#ctx0" brushRef="#br0" timeOffset="30538.03">27900 2571 322 0,'-19'0'472'0,"6"0"59"0,-1 0 53 0,2-2-68 15,5 2-78-15,-6 0-91 0,13-5-52 16,-6 5-22-16,6 0-16 0,0 0-2 16,6 0-6-16,7 0 4 0,6 0 2 0,8 0-5 15,-1 0-9-15,13-4-22 0,7 4-22 16,6 0-23-16,13-3-12 0,0 3-12 0,6-4-11 16,8 0-13-16,-1 4-15 0,-6-3-11 0,6-1-16 15,-7 4-12-15,1-4-11 0,-7 1-12 16,0 3-12-16,-6-3-11 0,-7-2-7 0,-7 2-9 15,-6-1-3-15,-6 4-1 0,-1-3-2 0,-12-1-5 16,0 4 0-16,-7-4-10 0,0 4-27 16,-6 0-40-16,-1 0-56 0,-6 0-62 0,0 4-94 15,-6-4-122-15,-1 4-157 0,0 3-173 16,-6 1-163-16,0-2-51 0,-6 2 30 0,-1 3 99 16,-6 3 164-16,1 1 204 0</inkml:trace>
  <inkml:trace contextRef="#ctx0" brushRef="#br0" timeOffset="31211.71">28480 3392 211 0,'7'-10'419'0,"-7"-2"71"0,6 1 54 16,0-3-56-16,1-2-9 0,-7 2-62 0,7 0-37 15,-7-5-36-15,6 4-22 0,-6 0-34 16,-6 1-48-16,6 3-46 0,-7-3-43 0,0 6-27 15,-5-3-32-15,-1 5-25 0,-1 2-26 16,-6 4-24-16,-5 0-5 0,5 4-7 16,-6-1 4-16,7 4-2 0,-1 0 0 0,0 4 2 15,2 4-3-15,4-1 5 0,1 1-8 16,0 0 4-16,6-1 3 0,1 1 3 0,6 0 2 16,0 0 1-16,0-4 6 0,6 3 6 15,1-7 13-15,6 0 4 0,0 2 7 0,1-6 0 16,-2-3 3-16,8 0-1 0,-1-3-6 15,-5-2 4-15,4 1 7 0,2-3 10 0,-7-3 10 16,1 2 10-16,-2-2 7 0,-6-2 1 16,8 5 6-16,-8-3 0 0,1-3-4 0,0 6 2 15,-1 0-2-15,-6 0-8 0,7-1-17 16,-7 5-16-16,0-1-15 0,6 1-22 16,-6 3-17-16,0 0-8 0,0 3 0 0,0 4-4 15,0 1 1-15,0 6 4 0,6 1 1 0,-6 7 2 16,0 0-2-16,0 7 2 0,7-4 5 15,-7 5-1-15,7 0 13 0,-1-1 4 16,0-3 14-16,-6-1 7 0,7 0 6 0,-7-2 4 16,7-4-5-16,-1-1-6 0,-6-4-13 15,0-3-6-15,7 0-7 0,-7 0-2 0,0-8-8 16,0 5-9-16,0-4-14 0,6-1-37 16,-6 1-57-16,0-4-80 0,0 0-99 0,-6-4-154 15,6 1-188-15,0-1-191 0,6-7-156 16,-6 4-34-16,0 0 42 0,7-5 129 15,6 2 186-15,-7-1 219 0</inkml:trace>
  <inkml:trace contextRef="#ctx0" brushRef="#br0" timeOffset="31790.37">28923 3363 22 0,'6'-15'480'15,"1"1"131"-15,-7-1 105 0,0-3 83 16,-7 3-68-16,7 0-157 0,-6 4-125 15,-1-4-118-15,1 5-95 0,-7 2-75 0,0 1-56 16,-1 0-41-16,2 3-17 0,-8 0-13 0,7 4-6 16,-7 4-8-16,1 0-4 0,0-1-6 15,6 8-5-15,-1-3-5 0,2 6 0 0,-2-3-3 16,8 4 3-16,-7-1 0 0,13 6 0 16,-6-6 2-16,6 1 3 0,0-1 8 15,6-3 3-15,-6 3 5 0,7-3 9 0,5 0 10 16,-5 0 9-16,0-2 1 0,5-7 7 15,2 2 5-15,-1 0 2 0,6-8 7 0,-6 4 7 16,1-6 6-16,-2 1 8 0,8-2 4 16,-14-1 2-16,7-3-1 0,1 0-6 0,-2 0 6 15,-5-3-9-15,0 3 3 0,-1-4 1 16,0 4-4-16,1-3 0 0,-7 2-10 16,6 5-2-16,1 0-11 0,-7-1-8 0,0 5-9 15,0-4-13-15,7 7-10 0,-7-5-12 16,0 5-9-16,0 0-7 0,0 0-5 0,0 5-3 15,0 2 1-15,6 0 1 0,-6 8 5 0,0 3 0 16,0 1 6-16,0 3 8 0,0 3 13 16,0 4 21-16,0 1 18 0,0 0 17 15,0 2 18-15,0-3 13 0,0 4 8 0,0-4 4 16,0 2-46-16,0-6-76 0,6 0 0 16,-6 1 0-16,0-4 0 0,0-4 0 0,0-4 0 15,0 2 0-15,0-5 0 0,0-4 0 16,0 0 0-16,7-3 0 0,-7-1 0 0,0 1 0 15,0-4 0-15,0 3 0 0,0-3 0 16,0 0 0-16,0 0 0 0,0-3 0 0,0-1 0 16,0 1 0-16,0-1 0 0,-7-3-421 15,7 0-243-15,0 0-246 0,-6-5-216 0,0 1-66 16,-1 0 35-16,-6-1 101 0,0 2 195 16,0-1 279-16</inkml:trace>
  <inkml:trace contextRef="#ctx0" brushRef="#br0" timeOffset="33180.67">28637 4839 167 0,'6'0'316'0,"0"-4"57"16,-6 1-23-16,0-1 2 0,6 0-8 0,-6 1-41 15,0-5-18-15,8 5 4 0,-8-4 12 0,0 2 0 16,0-1-9-16,0-2-3 0,6 1-22 15,-6 0-31-15,0-2-36 0,0 3-26 16,0-1-15-16,0-1-15 0,0-3-15 0,-6 4-21 16,6-1-20-16,-8 5-13 0,8-5-15 15,-6 2-15-15,0 1-14 0,0-2-4 0,-1 4-8 16,0-1-3-16,1 0-8 0,-1 1 1 16,1 3-4-16,-8-4-5 0,8 4-1 15,-6-4-2-15,5 4 1 0,-6 0-2 0,6 4-2 16,-6-4 3-16,0 4 2 0,0-4-1 0,6 3 0 15,-5 1 2-15,-1 0 5 0,6-1-2 16,-6 1 0-16,7-1 10 0,-8 2 10 0,8-2 8 16,0 0 5-16,-1-3 10 0,0 4 6 15,7-4 1-15,-6 0-1 0,6 4 0 16,0-4 1-16,-7 0 0 0,7 0-2 0,0 0-1 16,0 0-3-16,0 0-4 0,0 0-3 15,0 0-3-15,0 0-1 0,0 0-1 0,0 0 1 16,0 0 12-16,0 0-5 0,0 0-1 15,0 0-2-15,0 0-4 0,0 0 2 16,0 0-9-16,0 0 2 0,0 0 2 0,0 0 5 16,7 0 5-16,-7-4 2 0,0 4-3 15,0 0-2-15,0-4-4 0,0 4-7 0,6-3-10 16,-6 0-6-16,0-2-3 0,7 5-3 16,-7-3-3-16,0-1 1 0,0 4-3 0,7-3-1 15,-7 3 1-15,0 0 0 0,0-4 2 16,0 4-3-16,0 0-2 0,0 0-3 0,0 0-4 15,0 0-4-15,0 4-2 0,0-4 0 16,0 7 1-16,-7 1 4 0,7 2 3 0,0 5 5 16,-7 3 1-16,7 1 1 0,-6 3 3 15,6 0-1-15,-7 3-1 0,7 1 0 16,-6-1-1-16,6 1 0 0,-6 0 0 0,6-4-1 31,-8 0 1-31,8 0-1 0,0-4-2 0,0 1 4 16,-6-9-1-16,6 5 3 0,0-4 0 15,0-3 0-15,0-1 6 0,0-4 5 0,0 5 16 16,0-5 17-16,0 1 20 0,0-4 20 16,0 0 17-16,0 4 18 0,0-4 5 15,0 0 1-15,0 0-9 0,0 0-12 0,0 0-108 16,0 0 0-16,0 0 0 0,0 0 0 16,0 0 0-16,6 0 0 0,2-4 0 0,4 4 0 15,8-4 0-15,-1 4 0 0,1-3 0 16,6-1 0-16,-7 0 0 0,7 4 0 0,1-3 0 15,-1-1 0-15,-6 4 0 0,5-3 0 16,-5 3 0-16,0-5 0 0,-8 5 0 0,8-3 0 0,-13 3 0 16,5 0 0-16,-5-4-12 0,0 4-197 0,-7 0-68 15,6 0-70-15,-6 0-73 0,0-3-126 16,0 3-157-16,0-4-167 0,-6 0-119 0,6 1-13 16,-7-5 50-16,-6 0 136 0,7-2 191 15,-1-1 222-15</inkml:trace>
  <inkml:trace contextRef="#ctx0" brushRef="#br0" timeOffset="33477.5">28655 4813 389 0,'-6'-7'610'0,"6"4"127"0,0-2 87 0,-6 2-38 0,6 0-138 16,0-1-148-16,0 4-157 0,0 0-123 16,0 0-86-16,0 4-57 0,0 2-17 15,0 6 13-15,0 2 25 0,6 9 26 0,-6-2 21 16,6 5 15-16,2 3-7 0,-8 1-14 15,6 3-17-15,-6-4-10 0,6 4-6 16,-6 0-2-16,0-4-2 0,7 4 1 0,-7-3 2 16,0-5-6-16,7 0-7 0,-7 1-11 15,6-3-11-15,-6-5-17 0,0-4-18 0,0-2-10 16,7-1-38-16,-7-4 10 0,0 0 1 16,0-3-23-16,0-1-43 0,0-3-70 0,0-3-62 15,0-1-119-15,0 1-161 0,0-8-173 16,6 3-167-16,0-7-134 0,1 4-15 0,0-3 46 15,5-1 128-15,8 0 177 0,-1-3 203 16</inkml:trace>
  <inkml:trace contextRef="#ctx0" brushRef="#br0" timeOffset="34017.22">29138 4931 127 0,'13'-22'526'15,"-6"-3"133"-15,-7 2 115 0,6 1 71 16,-6 0-114-16,-6 3-148 0,6-2-121 0,-7 3-106 15,-6 3-94-15,6-3-64 0,-6 3-55 0,0 4-35 16,1 0-24-16,-2 4-22 0,-5-1-20 16,6 5-16-16,-6 3-7 0,-1 0-9 15,6 7-5-15,-5 0-7 0,-1 0-2 0,8 8 2 16,-2-4-2-16,1 5 0 0,7 1-2 16,0-2 5-16,-1 0 3 0,0-1 0 0,7 4 3 15,0-7 4-15,7 4 1 0,0-4-3 16,-1 0-1-16,0-4 2 0,7-3 2 15,7 0 8-15,-7-1 7 0,6-3 17 0,1-3 19 16,-7-1 15-16,7-3 21 0,-1 3 8 16,-6-7 13-16,6 0-1 0,-5 0 0 0,-1 0 3 15,-7-3-4-15,7-1-3 0,-6 4-2 16,-1 0 1-16,-6 0-3 0,7 4-12 0,-7-1-13 16,7 2-16-1,-7 1-20-15,0 2-22 0,0 3-19 0,0 0-12 16,0 3-7-16,0 4 1 0,0 1 2 15,0 9 5-15,-7 3 3 0,7 2 0 0,0 7 4 16,0 0-3-16,0 8 3 0,0-4 8 0,0 3 5 16,0-2 13-16,0 1 14 0,0-1 20 15,7-5 12-15,-7 4 6 0,6-6-16 0,-6 0-65 16,6 0 0-16,-6-5 0 0,7 0 0 16,-7-4 0-16,0-3 0 0,7-4 0 15,-7-1 0-15,0-2 0 0,0 0 0 0,0-5 0 16,6 1 0-16,-6 0 0 0,0-4 0 15,-6 0 0-15,6-4 0 0,0 0 0 16,0 1 0-16,-7-5-260 0,7 5-308 0,-7-9-235 16,7 5-278-16,-12 0-105 0,5-4 4 15,0-1 71-15,-6 2 160 0,0 2 254 0</inkml:trace>
  <inkml:trace contextRef="#ctx0" brushRef="#br0" timeOffset="35175.42">28910 6575 69 0,'0'4'199'0,"0"1"23"16,0-5-47-16,-6 2-46 0,6-2 1 16,0 5-11-16,0-2-14 0,0-3-4 0,0 3 3 15,0 2 1-15,-7-5 7 0,7 3 12 16,0-3 16-16,0 4 14 0,0-4 17 0,0 0 25 16,0 2 24-16,0-2 30 0,0 0 36 15,0 0 33-15,0 0 21 0,0 0-1 16,0-2-17-16,0 2-27 0,0-4-42 0,0 1-45 15,0-2-38-15,0 2-23 0,0-5-13 16,0 1-13-16,-7 0-11 0,7-4-13 0,0 4-13 16,0-8-16-16,-6 4-18 0,0 0-16 15,-2-3-10-15,2-1-12 0,0 4-5 0,-7 0-1 16,0-1-2-16,0 2-2 0,-1 2-3 16,2 6 3-16,-8-3-2 0,1 5-3 15,5 0 1-15,-5 5 0 0,0 1-3 0,-1 1-1 16,1 0 1-16,5 8 0 0,2-3-2 15,-2 2 3-15,1 4 1 0,7-3 3 16,-8-1-2-16,14 1 4 0,-6 3-1 0,6-2 3 16,0-2 1-16,0 0-1 0,6-2 2 15,2 2-2-15,-2-3 0 0,0-3-4 0,7 3 2 16,1-8 2-16,-2 4 1 0,2-3-1 16,5-4 3-16,-6 3 2 0,0-6 4 15,7 3 9-15,-8-4 14 0,2 1 16 0,-1-1 18 0,-1-3 20 16,-5 0 12-16,6-1 3 0,-7 0-3 15,2-2-4-15,-2 3-11 0,0-5-8 16,1 2-7-16,-1-2-3 0,1 1-5 0,-1 0-4 16,-6 4-3-16,7 0-7 0,-7-4-9 15,0 8-4-15,6-5-4 0,-6 4-5 16,0 1-5-16,0-1-6 0,0 0-2 0,0 4-6 16,6-3-6-16,-6 3-4 0,0 0-6 15,0 0-2-15,0 0-5 0,0 3 1 0,0 1 0 16,0 3 3-16,0 0 4 0,0 5 1 15,0-1 5-15,0 3-1 0,0 4 7 16,0 1 15-16,0 3 16 0,0 0 18 0,0 3 18 16,0 1 16-16,0-1 13 0,0 5 0 15,0-1-26-15,-6-2-76 0,6-2 0 0,-6 4 0 16,6-7 0-16,0 0 0 0,0 0 0 16,-7-4 0-16,7 1 0 0,0-5 0 15,0 2 0-15,0-6 0 0,0 1 0 0,0-5 0 16,0 2 0-16,0-3 0 0,0-1 0 0,0-1 0 15,0 0 0-15,0-3 0 0,0 0 0 16,0 4 0-16,0-4 0 0,0 0 0 0,-6 0 0 16,6 0 0-16,0 0 0 0,0-4 0 15,0 4 0-15,0-3 0 0,0 0 0 16,0-1-140-16,-7-1-354 0,7 2-189 0,-6-4-234 16,6 3-192-16,-7-4-51 0,1 2 40 15,0-1 102-15,-2 2 197 0,2-2 274 0</inkml:trace>
  <inkml:trace contextRef="#ctx0" brushRef="#br0" timeOffset="36334.26">28663 8576 163 0,'0'-4'289'0,"0"0"46"0,0 4-30 15,0-3 10-15,-8 0 21 0,8-2-25 16,0 2-20-16,0-1-2 0,0 1 11 0,-6 3 14 16,6-4 1-16,0 0-1 0,0 1-17 15,0-1-23-15,0 4-32 0,0-4-42 0,0 1-36 16,0-1-27-16,0-4-19 0,6 5-15 16,2-4-7-16,-2-1-11 0,0 1-2 15,8 3 2-15,-1-4-3 0,-1 1-3 0,8 1-14 16,-7 1 1-16,7-2-1 0,-1 7-16 15,8-4-14-15,-8 4-9 0,0 4-10 0,0-4-9 16,1 7-14-16,6 1 3 0,-13 0 3 16,7 2 1-16,-7 5 3 0,0-1 2 15,0 1 3-15,-7 0 2 0,1 4 4 0,-7-2 7 16,7 5 6-16,-7 1 2 0,-7-1 1 16,0 3 2-16,1 1-6 0,-7 3-5 0,0-4-4 15,0 2-6-15,-7-2-4 0,1 1 0 16,-1-1 3-16,0-3 8 0,1 1 13 0,-7-5 19 0,6 3 19 15,8-6 12-15,-8 0 13 0,7-4 4 16,0 0 0-16,6 0-1 0,-5-4-5 16,5 1 4-16,7-5 4 0,-7 2 7 0,1-3 6 15,6 2 3-15,0-4 3 0,0 0-7 16,0 0-14-16,6 0-14 0,1 0-83 0,6-4-1 16,7 4 0-16,-1 0 0 0,7-2 0 15,0 2 0-15,7-5 0 0,-7 5 0 0,6-3 0 16,1 3 0-16,-1 0 0 0,7 0 0 15,-6-4 0-15,7 4 0 0,-2 0 0 0,-5 0 0 16,-1-4 0-16,1 4 0 0,-7 0 0 16,0 0 0-16,-7 0 0 0,-5 0 0 0,-2 0 0 15,2 0 0-15,-8-4 0 0,1 4 0 16,-1 0 0-16,1 0 0 0,-7 0 0 0,0-3 0 16,0 3 0-16,-7 0 0 0,1-4 0 15,-7 0-329-15,-1 1-140 0,-4 3-134 16,-2-8-173-16,0 5-209 0,-5-5-93 0,-9 1 2 15,2 0 65-15,-1-4 151 0,1 3 217 16</inkml:trace>
  <inkml:trace contextRef="#ctx0" brushRef="#br0" timeOffset="36834.14">28200 8312 365 0,'-7'-11'489'0,"1"-3"78"0,-1 2 94 16,1 1-18-16,0 0-128 0,6 5-77 0,-7-3-35 16,0 3-50-16,7 2-68 0,0-3-61 15,-6 3-43-15,6 4-33 0,0-4-37 16,0 4-28-16,0 0-26 0,-6 4-15 0,6 0 2 15,0 3 10-15,0 3 17 0,0 5 20 16,0 4 20-16,6 3 15 0,-6 3 8 16,0 9 0-16,6-2-4 0,1 9-3 0,0 2-6 15,-1 6-6-15,0 1-12 0,1 6-3 16,-1 2 3-16,1 1-1 0,6-4-1 0,-7 6-1 16,2-1-3-16,-2-2-4 0,0-3-15 0,0 3-8 15,1 1-12-15,0-5-9 0,6 6-9 16,-7-5-8-16,0 0-6 0,2-4-7 0,-2 1 0 15,0-8-5-15,-6 0-1 0,6-7-3 16,1-5-2-16,-7-6 1 0,7-1-2 16,-7-7 3-16,0-3 1 0,0-4 0 0,0 0 1 15,0-7-12-15,0-1-24 0,0-6-40 16,-7-1-49-16,7-3-68 0,-7-1-76 0,1-7-79 16,0 1-85-16,6-8-121 0,-6 0-136 15,6-7-134-15,0-4-129 0,0-7-20 16,6-4 49-16,-6 0 128 0,6-8 166 0,7 1 191 15</inkml:trace>
  <inkml:trace contextRef="#ctx0" brushRef="#br0" timeOffset="37599.03">28324 8451 87 0,'0'-22'445'0,"-7"0"77"16,7 4 77-16,-7 0 93 0,1 0-113 15,0 3-108-15,0 1-55 0,6-2-37 0,-8 5-44 16,8 1-63-16,0-2-42 0,0 1-28 16,0 4-34-16,8-3-29 0,4 1-27 0,1 3-22 15,7-2-18-15,12 5-16 0,1-5-4 16,5 5-1-16,9-1 0 0,-2 4-1 16,13-5 3-16,1 5-3 0,0 0-7 0,12 0-5 15,1 0-6-15,6 5-9 0,7-5-8 16,-6 4-8-16,5-4-4 0,0 3-6 0,-5-3 3 15,-8 0 3-15,1 0-1 0,-7 0 2 16,-7 0-1-16,-5-3 4 0,-14-1 18 16,0 4 20-16,-13-5 24 0,0 3 22 0,-6-2 16 15,0 0 10-15,-14 1-6 0,7-5-12 16,-7 4-11-16,1-3-9 0,-7 4-4 0,0-5-1 16,0 4-1-16,0-3-7 0,0 3-6 15,0-3-13-15,0 3-14 0,0 4-12 0,0-3-13 16,0 3-8-16,0 0-7 0,0 0-1 15,-7 3-1-15,7 5-1 0,0-1 2 16,0 7 2-16,0 1 2 0,0 8 2 0,-6 2 1 16,6 4 5-16,0 8 4 0,0 4 4 15,0 2 21-15,0 9 24 0,0 3 23 16,6 3 18-16,-6 2 8 0,7 1 6 0,-1 1-15 16,1 1-96-16,-7-5-1 0,6 0 0 0,0-2 0 15,-6-1 0-15,0-4 0 0,8-3 0 16,-8-1 0-16,0-6 0 0,0-2 0 15,0-1 0-15,0-6 0 0,0-2 0 0,-8 0 0 16,8-9 0-16,0 2 0 0,-6-6 0 16,0-2 0-16,-1 0 0 0,1-5 0 0,-7 6 0 15,-6-5 0-15,-1-4 0 0,-13 3 0 16,1-2 0-16,-7-1 0 0,-7 4 0 0,1-3 0 16,-14-1 0-16,-6 1 0 0,-14-1 0 15,1 0 0-15,-6 0 0 0,-14 0 0 16,0-3 0-16,-6 3 0 0,-7 1 0 0,1-5 0 15,-1 5 0-15,7-2 0 0,6 3 0 16,7-6 0-16,12 5 0 0,8-1 0 0,6-3 0 16,13 2 0-16,7-1 0 0,5-2 0 15,14 1 0-15,0-4 0 0,6 4 0 0,8-4 0 16,-2 3 0-16,2-3 0 0,4 0 0 16,8 0 0-16,0 0 0 0,0-3 0 0,8-1 0 15,-2 0 0-15,7-4 0 0,0 2-47 16,6-2-480-16,1 2-241 0,0-2-306 0,-1-3-124 15,1-4-11-15,0 0 70 0,-2 1 130 16,-4-4 243-16,-1-1 348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23:56.69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14634 10162 66 0,'-7'12'434'16,"7"-10"91"-16,-6 6 75 0,6 0 44 0,0-5-9 15,0-3-82-15,0 4-74 0,0 0-54 16,6-4-46-16,1 0-64 0,6-4-71 0,0 4-62 16,-1-4-45-16,15 1-32 0,-7-5-25 15,6 5-25-15,6-4-19 0,-6 2-11 0,7-2-8 16,-1 0-6-16,1-1-6 0,-1 1 0 16,1 4-4-16,-7-5-1 0,-7 1-4 15,1 3-19-15,-6 1-30 0,-2 3-50 0,1-4-62 16,-6 4-91-16,-7 0-114 0,0 0-113 15,0 0-108-15,-7 0-78 0,-6 4-73 0,1 3 14 16,-2-4 78-16,-6 4 114 0,1 1 129 16</inkml:trace>
  <inkml:trace contextRef="#ctx0" brushRef="#br0" timeOffset="227.92">14777 10290 210 0,'-6'11'416'0,"-1"0"74"16,0-4 88-16,1 0 6 0,6-2-26 0,0 2-45 15,-6-3-36-15,12 0-26 0,-6-1-45 16,6 1-72-16,1-1-62 0,6-3-44 0,0 0-37 16,0-3-34-16,14-1-39 0,-8 4-29 15,7-3-20-15,0-1-21 0,-7 0-14 0,7-3-12 16,0 2-6-16,-6 3-5 0,6-6-5 16,-7 4-3-16,1 0-3 0,-7-3-19 0,7 5-31 15,-14-3-44-15,8-2-64 0,-14 2-96 16,6 2-128-16,-6-4-129 0,0 0-127 15,-6-1-112-15,-2 1-67 0,2 0 29 0,-7-1 93 16,7-2 128-16,-7-2 147 0</inkml:trace>
  <inkml:trace contextRef="#ctx0" brushRef="#br0" timeOffset="571.49">15064 9931 242 0,'6'-14'513'0,"1"3"121"0,-1-1 99 0,1 2-17 15,-1 0-66-15,8 1-121 0,-2 1-105 16,1 2-96-16,0 2-71 0,6 4-49 0,-5 4-36 16,6-1-26-16,-1 5-17 0,1 4-14 0,-1 1-10 15,0 1-6-15,1 9-5 0,-1-1-5 16,1 7-7-16,0 0-5 0,-7 4-8 0,-7 1-14 16,0 6-29-16,-12 0 6 0,6 1 2 15,-13-1-2-15,0 4-1 0,0-4 0 16,-7 0 17-16,1-3-14 0,-1-1-6 0,1-3 4 15,0-2 5-15,-1-6 6 0,7-7 12 16,0 3 16-16,0-6 18 0,7-4 16 16,-8-3 8-16,8 0 0 0,6-6-8 0,-7 3-16 15,1-5-18-15,6 0-24 0,0-5-18 16,-7 3-13-16,7-3-13 0,0 2-34 16,0-1-71-16,-6 0-107 0,6 1-180 0,-7-1-269 15,1 0-315-15,-8 1-155 0,2-1-28 16,-8 4 53-16,-5-3 152 0,-2-2 255 0</inkml:trace>
  <inkml:trace contextRef="#ctx0" brushRef="#br0" timeOffset="26541.93">8935 10660 67 0,'0'0'322'0,"0"0"52"0,0 0 33 16,0 4-84-16,-6-4-26 0,6 4-57 0,0-1-51 16,-7 1-27-16,0 3 12 0,1 1 43 15,-7 3 30-15,0 3 21 0,0 1 14 16,-7-1 3-16,1 5-24 0,-1-1-49 0,-6 4-28 16,7 0-33-16,-7 0-24 0,0 0-14 15,6 0-9-15,-6 1-13 0,7-2-22 0,-8 1-22 16,8-4-15-16,0 1-13 0,-1-1-7 15,7 1-5-15,0-5-3 0,0-3 3 16,-1 1-3-16,8-6-2 0,0 2-2 0,-1-5-22 16,1 1-72-16,6-4-119 0,0-4-119 15,0 1-123-15,0-5-106 0,6 2-68 0,-6-6-17 16,0 1 14-16,0-3 69 0,7-1 94 16,-7-4 92-16,6 1 82 0</inkml:trace>
  <inkml:trace contextRef="#ctx0" brushRef="#br0" timeOffset="26951.28">8531 10862 83 0,'0'-15'316'15,"0"0"54"-15,-6 1 52 0,6 3-21 0,0 4-24 16,-6-4-2-16,6 3 12 0,0 1 7 16,0 0-12-16,0 3-34 0,0 0-49 15,0 1-63-15,6-2-62 0,-6 5-44 0,13 0-29 16,-7 5-21-16,7-2-14 0,0 5-4 16,1 3-3-16,5 0-6 0,0 0-2 0,-6 3-5 15,7-3-2-15,0 7-6 0,-1-3-8 0,-6 1-4 16,6-3 2-16,1 6-1 0,0-4 2 15,-1-1-2-15,-5 4 4 0,5-3-1 16,-6-1-2-16,0 1 3 0,0-4 7 0,-6 0 6 16,5 1 5-16,-5-1 4 0,0-5-2 15,-1 2 1-15,-6-5-1 0,6 6-2 0,-6-6-1 16,0-3 2-16,0 3 2 0,7-3-3 16,-7 4-2-16,0-4-3 0,0 0-4 0,0 0-7 15,0 0-4-15,0 4-5 0,0-4-7 0,0 0-4 16,0 0-5-16,0 0-4 0,0 0-2 15,0 3-1-15,0-3-1 0,0 0-2 16,-7 0 2-16,7 0-2 0,0 0 0 0,0 0 0 16,0 0 2-16,0 0-2 0,0 0-1 15,0 0-2-15,0 0-2 0,0 0-4 0,0 0-5 16,-6-3-27-16,6 3-56 0,0 0-83 16,-6-4-139-16,-1 0-163 0,0 1-168 15,1-4-138-15,0-1-88 0,-8 0 9 0,8-6 100 16,-7 4 145-16,0-6 162 0</inkml:trace>
  <inkml:trace contextRef="#ctx0" brushRef="#br0" timeOffset="27389.72">6337 10862 16 0,'0'7'267'0,"0"-2"22"0,6 1 16 0,-6-6-57 16,0 4-87-16,0-1-44 0,0-3-15 15,0 4-3-15,0-4-3 0,0 0 3 0,0 0-9 16,0 0-19-16,0 0-24 0,0 0-17 15,0 0-14-15,0 0-10 0,0-4-23 0,0 4-47 16,0 0-59-16,0-3-86 0,-6 3-95 16,6-4-51-16,0 0-10 0,0 2 28 15</inkml:trace>
  <inkml:trace contextRef="#ctx0" brushRef="#br0" timeOffset="29224.3">16464 10166 230 0,'-7'3'325'0,"7"4"37"0,-6-2-26 16,6 2-5-16,0-3-20 0,0-4-7 15,0 3 17-15,0 1 38 0,6-4 22 0,1 4-6 16,0-4-27-16,5 3-38 0,2-3-49 16,-2 3-60-16,8-3-48 0,-1 0-38 0,7 4-27 15,1-4-21-15,-1 0-16 0,0 0-10 16,-7 0-15-16,7 5-8 0,0-5-3 0,-6 0-1 15,6 3-2-15,-7-3 4 0,1 4 4 16,-1-1 8-16,1-3 6 0,-6 0 3 16,-2 4 5-16,1-4 0 0,0 3 5 0,-6-3 4 15,-1 0 10-15,0 0 6 0,2 0 8 0,-8 4 14 16,0-4 9-16,6-4 2 0,-6 4-5 16,0 0-6-16,0-3-9 0,0-1-14 0,0 1-15 15,0-4-13-15,0-2-6 0,-6 3-10 16,6-5-7-16,0 0-2 0,0-4-5 0,0 0-4 15,-8-4-1-15,8 2-1 0,0-2 0 16,0-3-2-16,0-3 0 0,0 2 1 16,0-2 1-16,8-1 1 0,-8 1 1 0,6-1 0 15,-6 3-2-15,6-2-1 0,1 6-1 16,6-1 1-16,-6 1 4 0,5 1-2 0,-6 3 3 16,8 0 0-16,-1 1-1 0,7 2-3 15,-1 5-2-15,0-4 0 0,1 4 0 16,0 3-2-16,-1 1-1 0,7-2 1 0,-6 5 1 15,5 5 1-15,2-2 0 0,-1 4 3 16,0 4-7-16,-6 0 3 0,6 4 1 0,-7 0-1 16,1-1 0-16,-8 5-1 0,2 3 9 0,-1-4-1 15,-7 4-3-15,0 3 0 0,2-2 4 16,-8-2 1-16,-8 2 0 0,8 3 5 16,-12-5 4-16,5 2 3 0,1-3 0 0,-8 3 3 15,2-4 1-15,-2-1-4 0,2 0-3 16,-1 0 1-16,-1-3-2 0,2-1 1 0,-2-2 2 15,8-1 2-15,-7-1 5 0,13-1 2 16,-7-6 9-16,1 4 7 0,-1-7 10 16,7 4 9-16,0-1 7 0,0-3 2 0,0 0 1 15,7-3-4-15,-1-1-6 0,8 1-11 16,-2-1-9-16,8-4-9 0,6 4-8 16,1-2-10-16,5 2-6 0,7-3-5 0,-7 3-2 15,7 0-1-15,0 1-3 0,1-2 1 0,-1 5-2 16,-7 0 4-16,1 0 0 0,5 0-6 15,-11 0 3-15,5 0 3 0,-6 0 0 0,-6 5-2 16,-1-5-1-16,1 0 3 0,-7 0-2 16,-6 0 0-16,6 0-1 0,-13 0 2 15,6 0-1-15,-6 0 0 0,-6 3-4 0,-1-3-11 16,1 0-40-16,-8 4-73 0,2-4-93 16,5 0-131-16,-6 0-187 0,7 0-201 0,-7-4-191 15,6 1-109-15,7-2-2 0,0-2 81 16,7 0 164-1,-1-4 197-15</inkml:trace>
  <inkml:trace contextRef="#ctx0" brushRef="#br0" timeOffset="29614.83">18288 9569 160 0,'0'-26'480'0,"6"4"76"16,-6-3 94-16,0 3 95 0,0 3-148 0,6 1-126 16,-6-1-70-16,-6 5-47 0,6-1-66 15,0 4-74-15,0 4-50 0,0-1-36 0,0 1-26 16,-6 4-23-16,6 6-26 0,-7 1-8 16,0 4-7-16,1 6 21 0,-7 8 15 15,0 3 22-15,-6 9 21 0,5 2 11 0,-5 4 17 16,-1 4 2-16,8 4 3 0,-8 3 2 15,0 0 0-15,7 4 0 0,7 0-1 0,-1 1-4 16,0-2-8-16,1-3-11 0,12 1-14 16,-6-1-10-16,7-3-15 0,0-4-17 15,6-4-5-15,0 0-15 0,0-7-11 0,-1-3-13 16,8-1-9-16,-7-3-6 0,7-8-7 16,0 0-1-16,-8 0 0 0,8-7-2 0,-1 1-2 15,1-5-7-15,-7-4-9 0,6 1-9 16,-6-4-45-16,1-4-75 0,-2 1-98 15,-4-8-117-15,4 0-170 0,1-4-200 0,-6 0-168 16,6-7-138-16,-7-3-13 0,8 3 63 16,-8-7 145-16,7-1 192 0,0 5 203 0</inkml:trace>
  <inkml:trace contextRef="#ctx0" brushRef="#br0" timeOffset="30216.17">18613 9906 392 0,'0'-19'515'0,"0"1"95"0,0 3 115 0,0 1-15 15,0-1-123-15,0 8-91 0,7-4-60 16,-7 4-82-16,0 3-104 0,0 1-86 0,0 3-53 16,0 0-25-16,0 3-15 0,6 4 1 15,1 4 2-15,-1 4 5 0,-6 3 4 0,6 4-4 16,2 0-6-16,-2 4 0 0,-6 3-4 16,6 0-2-16,-6 0 3 0,0-2 7 0,6 1 7 15,-6-2 7-15,0 0 8 0,0-5 7 16,0 2-2-16,0-4 0 0,0-1 7 15,0-7 3-15,0-1 6 0,0 2 10 0,0-5 12 16,0-4 6-16,0 1-6 0,0-4-8 16,7-4-13-16,-7 1-22 0,0-4-80 0,0-5-19 15,0 2 0-15,0-5 0 0,0-4 0 0,0 1 0 0,0-1 0 16,0-2 0-16,0-5 0 0,0 4 0 16,0-4 0-16,0 4 0 0,7 1 0 0,-1-1 0 15,1 3 0-15,6-3 0 0,-6 4 0 16,5 4 0-16,2-5 0 0,-2 4 0 0,8 1 0 15,-7 0 0-15,7 2 0 0,-1-2 0 16,1 3 0-16,-1-1 0 0,0 5 0 0,8 0 0 16,-14 0 0-16,6 3 0 0,1 0 0 15,-1 4 0-15,-5 0 0 0,-2 0 0 0,2 4 0 16,-2 0 0-16,2 7 0 0,-8-1 0 16,7 5 0-16,-7 0 0 0,1 4 0 0,0-2 0 15,-1 5 0-15,-6 1 0 0,6-1 0 16,-6 0 0-16,0 3 0 0,0-3 0 0,0 0 0 15,0 0 0-15,-6 0 0 0,6-4 0 16,0 1 0-16,-6-1 0 0,6 0 0 16,0-3 0-16,-7-1 0 0,7-3 0 0,0-4 0 15,0 5 0-15,0-8 0 0,0 3 0 16,-7-3 0-16,7-4 0 0,0 3 0 0,0-3 0 16,0-3 0-16,-6-1 0 0,0 0 0 15,-1-3-43-15,1-5-321 0,-1 2-175 0,0-5-231 16,-5-4-217-16,4 2-144 0,2-5-9 15,6 0 65-15,0-4 151 0,0-4 224 0,0 2 252 16</inkml:trace>
  <inkml:trace contextRef="#ctx0" brushRef="#br0" timeOffset="30702.39">19024 9382 196 0,'0'-14'454'15,"-8"-1"69"-15,8 0 63 0,8 1 7 16,-8 3-51-16,6-1-91 0,0 1-70 0,8 3-41 16,-1-2-38-16,-1 3-62 0,2-1-62 15,5 5-39-15,-6-1-22 0,7 0-17 0,5 4-20 16,-5-3-18-16,0 3-16 0,5 3-8 16,-5 1-12-16,0 0-6 0,-7-1-2 15,0 5 3-15,0-1-1 0,0 3 0 0,-6 2 3 16,-1-1 4-16,-6 0-1 0,0 4 2 15,0-1 5-15,-6 1 0 0,-1 0 2 16,-6-1 8-16,0 1 5 0,0 3 5 0,0-3 6 16,0-3 9-16,0 2 8 0,-1-3 3 15,2 0 4-15,5 0-1 0,1-4 4 0,-1 0 2 16,7 1 8-16,-6-5 9 0,6 4 9 16,6-3 4-16,-6 0-6 0,13-4-8 15,0 3-18-15,1-3-19 0,5 0-18 0,0 0-16 16,8 0-10-16,-8-3-8 0,7 3-4 0,0-4-6 15,0 4-2-15,0-4-1 0,-7 1 2 16,8 3-1-16,-8-4-1 0,1 4 1 0,-7-3-4 16,0 3 1-16,0 0-2 0,-7 0-1 15,7 0-3-15,-13 0-5 0,7 0-2 16,-7-5-16-16,0 5-54 0,0 0-87 0,-7 0-126 16,1-3-200-16,-1 3-244 0,1-7-245 15,0 3-84-15,-1-3 13 0,0-4 92 0,7-1 185 16,7 2 239-16</inkml:trace>
  <inkml:trace contextRef="#ctx0" brushRef="#br0" timeOffset="31113.2">19727 9001 378 0,'0'-14'595'0,"0"-5"112"16,0 4 78-16,7 0 11 0,-1-3-180 15,0 4-128-15,8 2-101 0,5-2-87 0,-6 6-52 16,12 2-41-16,2-3-38 0,-1 9-28 16,6 0-14-16,-5 9-12 0,5-3-12 0,-6 10-13 15,1-3-8-15,5 10-1 0,-12 3 14 16,5 3 20-16,-5 4 8 0,-7 4 19 0,7 2 10 0,-8 10 7 0,2-2-8 0,-2 12-12 31,-4-1-7-31,-8 9-17 0,6-6-7 0,-12 9-9 0,-2-7-5 0,8 1-2 0,-12 0-32 31,-2-5-60-31,2-5 0 0,-1 0 0 16,-1-5 0-16,-5-5 0 0,0 0 0 16,6-7 0-16,-7-5 0 0,6 1 0 0,-4-7 0 15,4-8 0-15,1 0 0 0,7-2 0 16,0-6 0-16,-2-2 0 0,2-1 0 0,0-3 0 16,6-1 0-16,-6 0 0 0,6-6 0 0,0 3 0 15,0 0 0-15,-7-3 0 0,7-1 0 16,0 0 0-16,-7 1 0 0,1-1 0 0,-1-3-587 15,-13 2-491-15,2-2-210 0,-2 0-52 16,-7 0 60-16,-5-1 144 0,-1 5 277 16,-5-1 362-16</inkml:trace>
  <inkml:trace contextRef="#ctx0" brushRef="#br0" timeOffset="31807.11">14992 13547 356 0,'-6'7'510'0,"-1"1"92"0,0-5 93 15,1 1-21-15,0 4-60 0,6-8-78 0,0 3-75 16,0-3-65-16,6 0-71 0,0 0-82 15,8 0-65-15,-1-3-49 0,6 3-25 16,0-5-23-16,8 5-19 0,-1-3-17 0,0-1-17 16,6 4-10-16,1-3-12 0,-7-1-7 0,0 4-9 15,0-4-35-15,0 4-67 0,-6 0-109 16,0 0-143-16,-8 0-168 0,-6 0-162 16,-6 4-144-16,-6 0-29 0,-6 3 59 0,-8-4 121 15,-7 5 158-15</inkml:trace>
  <inkml:trace contextRef="#ctx0" brushRef="#br0" timeOffset="32009.98">15018 13745 401 0,'-7'11'542'0,"1"-3"104"0,0-1 110 15,6-4-29-15,0 1-108 0,6 0-97 0,0-1-76 16,1 1-75-16,0-4-82 0,13 0-66 16,-8 0-46-16,8 0-35 0,-1 0-25 0,7 0-26 15,0 0-20-15,1-4-20 0,-1 4-19 16,-1-3-9-16,1-1-10 0,0 0-6 0,1 1-7 15,-7 3-6-15,-8-5-4 0,1 3-45 16,-6-3-89-16,-1-2-171 0,1 3-181 0,-7-3-194 16,-7-4-192-16,1-3-62 0,-1 0 34 0,-6-5 142 15,1 1 167-15,-2-4 187 0</inkml:trace>
  <inkml:trace contextRef="#ctx0" brushRef="#br0" timeOffset="32243.93">15285 13361 42 0,'7'-11'495'15,"6"0"133"-15,-1 3 106 0,-4 0 83 0,4 1-70 16,-6 5-136-16,8 2-109 0,-1 2-94 16,-1 2-66-16,2 7-47 0,-2 4-33 0,8 3-26 15,-7 4-10-15,7 4-9 0,0 3-14 16,-8 4-18-16,2 4-25 0,-1-1-25 0,-1 1-31 16,-4 3-27-16,-8 1-22 0,0-1-14 15,-8 0-12-15,-4-3-11 0,-1-1-6 0,-1 1-9 16,-6-1-8-16,-5-3-14 0,5-4-39 15,0 1-85-15,-6-8-127 0,7-4-225 0,-1-2-270 16,2-6-255-16,-2-7-100 0,7-3 7 16,-1-6 92-16,8-6 206 0,6-2 264 15</inkml:trace>
  <inkml:trace contextRef="#ctx0" brushRef="#br0" timeOffset="33202.82">16633 13889 251 0,'-12'-5'445'0,"4"1"66"0,2 1 71 15,0-1 3-15,-1 4-51 0,1-4-61 16,6 4-51-16,0 0-41 0,0 0-54 16,0 0-64-16,6 0-58 0,1 0-28 0,-1 0-14 15,8 4-7-15,4 0 1 0,2-4-18 16,7 3-18-16,5-3-16 0,-6 4-11 0,13 1-6 15,-6-5-4-15,5 2-5 0,-5-2-7 16,7 5-1-16,-8-5 1 0,1 3 1 0,-1-3 0 16,-6 3 4-16,0-3 2 0,-6 4-1 15,-1-4-3-15,0 4-4 0,-5-4 2 16,-8 0 0-16,1 4 0 0,-1-4 4 0,1 0 6 16,-7 0 8-16,6 0 5 0,-6 0-1 15,-6-4-4-15,6 4-7 0,0-4-9 0,-7 0-12 16,7 1-7-16,-6 0-2 0,-1-4-30 15,7-2-24-15,-6 2 0 0,0-4 0 0,-2 1 0 16,2-2 0-16,0-2 0 0,-1-1 0 16,7-3 0-16,-6 3 0 0,-1-4 0 0,1 1 0 15,-1-1 0-15,7-1 0 0,-6 1 0 16,6-3 0-16,0 4 0 0,0-1 0 16,6 1 0-16,1-1 0 0,-1 1 0 0,1 3 0 15,6 1 0-15,-1 2 0 0,2 2 0 16,5 0 0-16,7 2 0 0,-6 4 0 0,6-1 0 15,0 3 0-15,-7 2 0 0,7 2 0 16,1-2 0-16,-7 5 0 0,5 2 0 0,-5 1 0 16,0 3 0-16,-1-5 0 0,-6 6 0 15,6 2 0-15,-5 1 0 0,-2 0 0 0,-5 3 0 16,0 1 0-16,-1 3 0 0,0 0 0 16,-6-1 0-16,0 5 0 0,0-4 0 0,-6 3 0 15,0 1 0-15,-1 0 0 0,-6 0 0 16,0-5 0-16,-7 1 0 0,8 4 0 0,-2-8 0 15,-6 5 0-15,8-5 0 0,-1-4 0 16,-1-3 0-16,8 1 0 0,0-2 0 16,0-6 0-16,-2 3 0 0,8-3 0 0,0-4 0 15,0 0 0-15,0 0 0 0,8-4 0 0,-2 1 0 16,6-1 0-16,8-3 0 0,-1 3 0 16,1-4 0-16,6 5 0 0,1-4 0 0,5 3 0 15,7 0 0-15,0 1 0 0,1-1 0 16,-2 1 0-16,7-1 0 0,-5 4 0 0,-1-4 0 15,-6 4 0-15,-1 0 0 0,1 0 0 16,-13 0 0-16,6 0 0 0,-7 0 0 16,-6 0 0-16,-6 0 0 0,-1 0 0 0,0 0 0 15,0 0 0-15,-6 0 0 0,-6-3 0 16,0 3 0-16,0 0 0 0,-1 0 0 16,-6-5 0-16,0 5-468 0,-1-3-324 0,-4 0-280 15,4-1-148-15,1 4-12 0,0-4 78 16,0 1 156-16,0-5 251 0,6 4 304 0</inkml:trace>
  <inkml:trace contextRef="#ctx0" brushRef="#br0" timeOffset="33733.94">18594 13294 170 0,'0'-11'366'0,"0"5"62"0,0-6 68 0,0 1-15 16,-6 0-19-16,6 1-19 0,-8 2-16 15,2 1-38-15,0-1-29 0,-1 1-45 16,0 3-63-16,-6 1-38 0,7-2-26 0,-7 5-1 16,0 5-16-16,-7 2-18 0,7 0-8 0,-6 8-3 15,0 7-6-15,-1 0-6 0,7 6 3 16,-7 9 6-16,8 0-6 0,-8 7-4 15,6 5 5-15,8-2 2 0,-7 4-11 0,7 3-13 16,6-2-5-16,0 2-13 0,0 2-14 16,0-5-19-16,12 0-9 0,-5-3-9 0,13 0-9 15,-8-8-7-15,8 1-7 0,0-5-4 16,5-7-3-16,2 1-3 0,-8-9-4 16,8 2 0-16,-1-9-6 0,-7-3-8 0,1-4-9 15,0-2-16-15,-8-5-56 0,1 0-86 16,0-8-107-16,0 1-163 0,1-8-198 15,-2-4-202-15,1-1-167 0,-6-7-33 0,6-2 49 16,-7-1 137-16,8-2 189 0,-8-2 209 16</inkml:trace>
  <inkml:trace contextRef="#ctx0" brushRef="#br0" timeOffset="34335.12">18815 13675 292 0,'0'-17'448'0,"0"2"80"0,0 0 123 0,0 1 6 16,0-2-71-16,0 5-59 0,0 4-45 15,0-1-88-15,0 1-93 0,0 0-92 0,0 7-70 16,0-4-42-16,0 4-18 0,0 4 28 16,6 0-7-16,-6 3 8 0,0 1 7 0,7 2 5 15,-7 5-3-15,7-1-5 0,-7 2-9 16,0 1-13-16,6 6 0 0,-6-5 0 16,0 4 3-16,7-4 2 0,-7 4 0 0,0-3 3 15,0-1 0-15,6-4-1 0,-6 1-4 16,0-4-1-16,0 0 0 0,0-4 1 0,0 1 2 15,0-5 7-15,0 1 8 0,0 0 11 16,0-1 10-16,0-3 0 0,0 0-118 16,-6 0-13-16,6-7 0 0,0 3 0 0,-7-2 0 15,1-6 0-15,6-2 0 0,-7-1 0 0,0 0 0 16,1-3 0-16,6-1 0 0,0 1 0 16,-6-4 0-16,6 5 0 0,6-6 0 0,-6 5 0 15,0 0 0-15,6-1 0 0,8 4 0 16,-8 1 0-16,13-1 0 0,1 0 0 15,0 1 0-15,6-1 0 0,7 4 0 0,-1-3 0 16,1 3 0-16,-1 2 0 0,1-1 0 16,-7 3 0-16,6 4 0 0,-5-4 0 0,-2 2 0 15,-5 5 0-15,0-4 0 0,-1 8 0 16,-6-4 0-16,6 7 0 0,-5 1 0 16,-8-1 0-16,0 8 0 0,8 0 0 0,-8-1 0 15,-6 5 0-15,6-1 0 0,1 4 0 0,-7 0 0 16,6 0 0-16,-6-1 0 0,0 2 0 15,0 2 0-15,7-6 0 0,-7 4 0 0,0-6 0 16,0 1 0-16,0 1 0 0,7-4 0 16,-7-5 0-16,0 1 0 0,0 0 0 15,0-4 0-15,0 1 0 0,0-5 0 0,0 1 0 16,0-4 0-16,0 0 0 0,-7 0 0 16,7-4 0-16,0-2 0 0,-7-2 0 0,7-3-134 15,0-4-444-15,0 0-246 0,0-3-243 16,0-8-125-16,7 1-1 0,-7-1 80 15,13-3 176-15,-7-4 246 16,2 1 270-16</inkml:trace>
  <inkml:trace contextRef="#ctx0" brushRef="#br0" timeOffset="34728.12">19584 12961 31 0,'12'-15'513'0,"8"1"150"15,-7-4 111-15,7 3 88 0,0 0-54 16,-2 3-156-16,2 2-132 0,7 3-114 16,-9 4-77-16,9-2-58 0,-1 10-46 0,0 5-24 15,0 0-16-15,1 13-8 0,-2 3-6 0,8 3-4 16,-14 8 4-16,7 3 4 0,-6 8 7 16,-1 7 5-16,-5-1 0 0,-8 9 0 15,0 4-40-15,-6-3-147 0,0 2 0 0,-12 4 0 16,-2-4 0-16,-5 0 0 0,-1 0 0 15,0 0 0-15,-5-4 0 0,-1 0 0 0,0-3 0 16,0-4 0-16,6-3 0 0,1-9 0 0,-1-2 0 16,7-9 0-16,0-2 0 0,0-8 0 15,7-4 0-15,-2-3 0 0,2-7 0 16,6-2 0-16,0-2 0 0,0-4 0 0,0-4 0 16,0 1 0-16,0-5 0 0,-6 1 0 15,0 0 0-15,-1-4-64 0,0-3-619 0,-6-1-276 16,0 0-239-16,-6 1-66 0,-1-5 43 15,-13 1 124-15,7-4 219 0,-13 0 286 0</inkml:trace>
  <inkml:trace contextRef="#ctx0" brushRef="#br0" timeOffset="36227.76">2299 11928 147 0,'0'-7'384'0,"0"-5"60"16,0 1 49-16,6 0-60 0,-6 0-17 0,0 1-49 15,6-5-13-15,-6 4-4 0,7-4-5 16,-7 4-9-16,0 0-15 0,6 1-35 16,-6-1-53-16,0 3-34 0,0 1-23 0,0-1-25 15,0 0-18-15,0 5-14 0,0 0-15 16,0-1-14-16,0 4-12 0,0-4-12 0,0 4-17 15,-6 0-12-15,6 4-10 0,0 0-9 0,-7 2-5 16,7 2 6-16,0 7 14 0,0 0 14 16,-6 7 18-16,6 0 8 0,6 3 17 0,-6 4 4 15,7 0 2-15,-1 5-4 0,1-1 0 0,6 0 6 16,1 4 5-16,-2 3 4 0,8-4-4 16,-1 1-3-16,1 0-9 0,0-1-11 0,5-3-18 15,-5 1-16-15,6-6-8 0,0 2-5 16,1-4 3-16,-2-1 3 0,1-7 5 0,-6 1 9 15,6-5 5-15,0-2 5 0,-7-1 6 16,7-9 7-16,-6-2-54 0,-1 0-22 0,1-7 0 16,0-3 0-16,-1 0 0 0,-6-10 0 0,6 3 0 15,-5-2 0-15,-1-6 0 0,0 2 0 16,0-6 0-16,-7 4 0 0,0-9 0 0,8 5 0 16,-14 0 0-16,6-4 0 0,1 4 0 15,-7-5 0-15,0 5 0 0,0 0 0 0,0 3 0 16,0-3 0-16,0 3 0 0,0 5 0 0,0-5 0 15,0 3 0-15,-7 1 0 0,7 4 0 16,0 0 0-16,-6 0 0 0,6 7 0 0,0-3 0 16,0 6 0-16,-6 1 0 0,6-1 0 0,0 5 0 15,-8-1 0-15,8 0 0 0,0 1 0 16,0 3 0-16,-6 0 0 0,6-4 0 0,0 4 0 16,0 0 0-16,-6 0 0 0,6 4 0 15,0-4 0-15,-6 7 0 0,6-3 0 0,0 3 0 16,-7 0-153-16,7 5-580 0,-7-6-302 15,7 5-199-15,-6 1-39 0,6-5 65 0,0 0 137 16,0 0 243-16,6-3 316 0</inkml:trace>
  <inkml:trace contextRef="#ctx0" brushRef="#br0" timeOffset="38112.74">21602 7668 353 0,'0'-8'423'0,"0"1"49"0,0-1 66 16,7 1-91-16,-7 0-125 0,7 0-70 31,-1-1-39-31,0 0-21 0,8 5-13 0,-2-5 1 0,8 2 9 0,-7 1 15 0,7-2 10 31,-1 4-12-31,7-1-26 0,-6 4-33 16,6 0-20-16,-7 7-24 0,1 0-12 0,6 1-10 0,-6 6-10 0,-1 6 1 0,1 1 3 15,-8 8 9-15,2 4 8 0,-1 8 11 16,-7 6 7-16,-6 4 12 0,0 8 8 0,0 0 4 16,-6 6 4-16,-7 5 5 0,6 3-1 0,-6 4-10 15,-7 4-14-15,8 3-11 0,-8 4-9 16,7-3-11-16,-7 2-13 0,8-2-5 16,-2-5 0-16,8 1-1 0,-1-4-8 0,1-4-9 15,6 0-8-15,6-7-8 0,1 0-2 16,6-7-3-16,0-4 3 0,7-4 3 0,-1-10 2 15,7-1 1-15,-6-8-2 0,6-6-3 16,7-8-5-16,-7-2-4 0,-1-7-4 0,7-4-1 16,2-10-5-16,-9-1-4 0,1-8-1 15,7-5-2-15,-7-3-3 0,-6-7-1 16,6-1-1-16,-13 0 1 0,7 3 2 0,-8-4 6 16,-5 6 10-16,6 7 13 0,-6-1 8 15,-7 5 6-15,6 3 2 0,-6-1-1 16,0 6-12-16,0 1-10 0,-6 2-10 0,6 3-5 15,-7 3-4-15,0 5-1 0,-6 2-1 0,7 6-2 16,-8-2 1-16,2 8-1 0,-1 4-1 16,6 2 0-16,-6 3-1 0,1 5 1 15,-2 1 0-15,1-1 2 0,0 9 1 0,0-2 2 16,0 4 2-16,0 5 2 0,0 3 7 16,6 0 5-16,-5 4 8 0,5 0-25 0,1 5-4 15,-1 3 0-15,-6 3 0 0,13-1 0 16,-6 0 0-16,-2 5 0 0,2 0 0 15,6-1 0-15,0 4 0 0,-6 3 0 0,6 1 0 16,0 3 0-16,0 4 0 0,0-3 0 0,0 2 0 16,0 2 0-16,0-2 0 0,0 5 0 15,6 4 0-15,-6-6 0 0,0 5 0 0,6 1 0 16,-6-1 0-16,8 1 0 0,-8-5 0 16,6 5 0-16,-6 2 0 0,0 1 0 0,0-4 0 15,0 4 0-15,0-3 0 0,0-1 0 0,0 0 0 16,0 4 0-16,0-4 0 0,0 1 0 15,0 3 0-15,-6-3 0 0,6-2 0 16,0-2 0-16,0-1 0 0,0 1 0 0,-8-1 0 16,8 1 0-16,-6 0 0 0,6-4 0 0,0-4 0 15,-6 0 0-15,6-4 0 0,-6 1 0 16,6-4 0-16,-7 0 0 0,0-4 0 0,1 1 0 16,-7-5 0-16,7-6 0 0,-8-1 0 15,8-3 0-15,-8-8 0 0,2-4 0 16,-1 1 0-16,-7-11 0 0,8-1 0 0,-8-7 0 15,0-2 0-15,1-6 0 0,-7-3 0 16,-1-7 0-16,1-3 0 0,-6-1 0 0,-7-3 0 16,-7-4 0-16,1-4 0 0,-1-3 0 15,-6-1 0-15,6-3 0 0,-5 1 0 0,-8-5 0 16,-6 1 0-16,6-5 0 0,-7 0 0 16,1-3 0-16,6 0 0 0,2-3 0 0,-2-1 0 15,13-4 0-15,1-2-1 0,5-1-383 16,7-4-154-16,15-3-181 0,11 0-168 0,7-8-155 15,7 1-53-15,11-5 41 0,9 1 122 16,5-12 185-16,8 5 205 0</inkml:trace>
  <inkml:trace contextRef="#ctx0" brushRef="#br0" timeOffset="38565.76">23530 11459 313 0,'-6'3'489'0,"6"2"75"0,0-2 93 0,0 5 2 16,0-8-75-16,0 3-74 0,0-3-48 16,6 3-35-16,-6-3-57 0,13 5-72 15,0-5-55-15,0 0-45 0,7-5-41 0,6 5-31 16,0-3-27-16,7 0-25 0,-1-5-22 31,7 5-13-31,0-5-8 0,1 0-8 0,-1 4-8 0,-1-2-7 0,-5-2-8 0,-1 5-5 16,1-5-6-16,-7 5-7 0,-6-1-6 0,-7 1-29 15,0 3-44-15,-6 0-80 0,-7 0-131 32,-7 0-152-32,-13 3-154 0,8 4-99 0,-14-3-78 0,-7 7-35 0,1-1 74 0,-8 2 125 15,7 2 146-15,-6-3 117 0</inkml:trace>
  <inkml:trace contextRef="#ctx0" brushRef="#br0" timeOffset="38768.83">23667 11580 237 0,'-13'14'362'0,"-7"-2"72"16,7 2 72-16,1-3 3 0,5 1 11 0,0-2-1 16,7-2-9-16,0-1-21 0,7 0-34 0,-7 1-76 15,13-4-77-15,0 2-53 0,7-2-34 16,-1-4-35-16,0 4-36 0,8-4-25 16,5 0-25-16,1 0-17 0,-7-4-20 0,6 0-13 15,1 1-13-15,-1-4-12 0,-5-1-10 16,5 5-10-16,-12-8-5 0,5 3-6 15,-11 1-23-15,-2-4-51 0,2 4-85 0,-14-4-136 16,0-5-160-16,0 6-168 0,-14-9-141 16,2 5-108-16,-2-4 1 0,-5-4 95 0,6 0 139 15,-6-4 159-15</inkml:trace>
  <inkml:trace contextRef="#ctx0" brushRef="#br0" timeOffset="39004.22">23908 11276 18 0,'0'-19'449'0,"7"5"136"0,-1-1 128 0,1 5 93 0,-1-5-66 16,8 4-113-16,-2 3-99 0,1 0-102 15,7 5-98-15,0-1-62 0,-2 4-47 0,9 7-31 16,-1 1-20-16,0 3-7 0,0 8-4 16,7-1 1-16,-7 7-2 0,-1 5-8 0,9-1-3 15,-9 8-8-15,-5-1-20 0,0 1-22 32,-8 4-24-32,1-1-17 0,-13 0-17 15,0 0-10-15,-6 4-12 0,-1-3-7 0,-5-1-5 16,-8-4-9-16,-6 1-14 0,7-4-42 15,-7-7-78-15,6-1-114 0,-7-7-184 0,8-2-225 16,6-5-243-16,0-9-151 0,0-2-21 16,6-2 62-16,7-9 157 0,7-5 218 0,-1-2 244 15</inkml:trace>
  <inkml:trace contextRef="#ctx0" brushRef="#br0" timeOffset="39832.17">25790 11353 241 0,'-13'-4'653'0,"-7"1"101"16,1-1 80-16,6 1 75 0,7-2-144 0,-1 2-208 15,1 3-150-15,6 0-81 0,0-5-67 16,6 10-54-16,7-5-40 0,7 0-31 16,6 3-18-16,0-3-4 0,7 5 1 0,5-5-8 15,1 3-12-15,0-3-12 0,1 4-8 16,-1-1-9-16,-1 1-5 0,-5-4-4 16,0 4-3-16,-7-1 1 0,0 1 0 0,0-4-1 15,-13 4-2-15,7-1-4 0,-8-3 0 0,-4 4-2 16,-2-1 3-16,0-3 5 0,0 0 14 15,-6 0 14-15,0 0 15 0,0 0 16 16,0 0 10-16,-6-3 5 0,6 3-109 0,-6-4-17 16,0 1 0-16,-2-5 0 0,2 1 0 15,0 0 0-15,-1-5 0 0,1 1 0 0,-1-3 0 16,0-1 0-16,1-3 0 0,0-5 0 16,0-2 0-16,6 0 0 0,-8-9 0 0,8 5 0 15,0-4 0-15,8 0 0 0,-2 4 0 16,0 0 0-16,0 3 0 0,8 4 0 0,-1 0 0 15,-1 0 0-15,8 7 0 0,6 1 0 16,-6 3 0-16,5 1 0 0,2 1 0 16,-1 6 0-16,0 3 0 0,0 0 0 0,-7 3 0 15,7 1 0-15,1 7 0 0,-8 0 0 16,8-1 0-16,-8 10 0 0,0-2 0 0,0 0 0 16,1 4 0-16,-6 4 0 0,-1 0 0 15,-7-1 0-15,0 4 0 0,-6-3 0 0,0 0 0 16,0 3 0-16,-12-3 0 0,5 0 0 0,-6-1 0 15,0-3 0-15,-1 0 0 0,-5 0 0 16,6-5 0-16,0-1 0 0,1-1 0 16,-2-4 0-16,8-4 0 0,-1 0 0 0,1 0 0 15,-1-3 0-15,7 0 0 0,0-1 0 16,0-3 0-16,0 0 0 0,7-3 0 0,-1-1 0 16,7 0 0-16,1 1 0 0,5-5 0 15,7 5 0-15,0-1 0 0,7 1 0 16,12-5 0-16,-6 5 0 0,0-1 0 0,6 0 0 15,1 1 0-15,-7-1 0 0,0 4 0 16,1-3 0-16,-1 3 0 0,-13 0 0 0,6-5 0 16,-5 5 0-16,-8 0 0 0,0 0 0 15,-6 0 0-15,1-3 0 0,-8 3 0 0,0 0 0 16,2 0 0-16,-8 0 0 0,-8-5 0 16,2 5 0-16,0 0 0 0,-1-3 0 0,-6 3 0 15,0-3 0-15,7 3-416 0,-8-4-260 16,8 0-210-16,0 1-224 0,-1-5-67 0,7 1 37 15,0 0 93-15,0-4 201 0,7 0 230 16</inkml:trace>
  <inkml:trace contextRef="#ctx0" brushRef="#br0" timeOffset="40269.55">27705 10668 40 0,'7'-22'515'0,"-7"0"122"0,6-1 98 16,-6 2 77-16,-6-2-66 0,6 2-168 0,-7 3-125 16,0 3-91-16,1 0-69 0,0 1-50 15,-7 2-39-15,6 1-34 0,0 4-29 16,-5 0-15-16,4 7-17 0,-4-4-15 0,-1 8 0 16,6 3 1-16,-6 8 9 0,-7 0 15 15,8 7 8-15,-8 7 13 0,1 8 7 0,-1 2 10 16,7 6 10-16,-6 2 9 0,6 9 11 15,-1-2 9-15,8 1-5 0,0 5-158 0,-2-3-33 16,8-1 0-16,0-2 0 0,8 1 0 16,-2 0 0-16,0-3 0 0,1-5 0 15,6 1 0-15,0-4 0 0,0 0 0 0,0-7 0 16,0-1 0-16,0-3 0 0,0-4 0 0,7-3 0 16,-8-3 0-16,2-6 0 0,-1-5 0 15,-7-2 0-15,8-2 0 0,-8-1 0 16,0-7 0-16,0 0 0 0,-6-4 0 0,8 1 0 15,-8-5 0-15,6-2 0 0,-6-5 0 16,0 1-83-16,6-6-437 0,-6 2-182 0,7-4-171 16,0-4-153-16,6 1-81 0,-1 0 24 15,2-2 92-15,5 2 173 0,1-4 208 16</inkml:trace>
  <inkml:trace contextRef="#ctx0" brushRef="#br0" timeOffset="40911.1">27874 11147 262 0,'7'-21'444'0,"-7"-5"90"0,7 4 103 0,-7 3 4 15,6 2-65-15,-6-1-70 0,0 2-50 16,6 2-56-16,-6 2-68 0,0 2-66 0,7 2-50 16,-7 1-26-16,0 3-8 0,0 1-6 15,0-1-10-15,0 1-20 0,0-1-18 0,0 4-16 16,0 0-23-16,0 4-10 0,0-1 3 16,6 1 15-16,-6 7 16 0,0 0 16 0,0 4 18 15,0-1-7-15,7 9-9 0,-7-2-11 16,0 5-4-16,7-1-1 0,-7 1 1 15,0-1 0-15,0 1-5 0,0 0-13 0,0-4-76 16,0 0-22-16,-7 0 0 0,7-4 0 0,0 0 0 16,0-3 0-16,0 0 0 0,7-7 0 15,-7 2 0-15,0-6 0 0,0 3 0 16,0-3 0-16,0-4 0 0,0 0 0 0,0 0 0 16,0-4 0-16,0-3 0 0,0 3 0 15,0-3 0-15,0-4 0 0,0 0 0 0,0-4 0 0,0 0 0 16,-7-7 0-16,7 4 0 0,-7-7 0 15,7 3 0-15,0-5 0 0,0 2 0 0,-6 0 0 16,12-1 0-16,-6 4 0 0,7 0 0 16,0 0 0-16,-1 0 0 0,7 4 0 15,-6-1 0-15,12 1 0 0,-6 4 0 0,6-1 0 16,1 1 0-16,0 1 0 0,5 7 0 16,-5-2 0-16,6 1 0 0,-6 3 0 0,6 2 0 15,-7-3 0-15,8 10 0 0,-7-5 0 16,-2 2 0-16,2 6 0 0,-1-5 0 0,-5 9 0 15,-2-2 0-15,2 5 0 0,-1 0 0 16,0 7 0-16,-6-4 0 0,-1 8 0 0,0 0 0 16,0-1 0-16,2 4 0 0,-8-3 0 15,0-5 0-15,0 5 0 0,6 0 0 0,-6-4 0 16,0 0 0-16,0-3 0 0,-6-1 0 16,6 0 0-16,0-4 0 0,0 1 0 0,0-4 0 15,0 0 0-15,0-3 0 0,6-1 0 16,-6 1 0-16,0-5 0 0,0-3 0 15,0 4 0-15,0-4 0 0,0-4 0 0,-6 1 0 16,6-1 0-16,-8-3 0 0,2 0 0 16,0-1 0-16,-7-3-568 0,6 0-336 15,1-4-280-15,-1 0-86 0,7 1 35 0,-6-4 107 16,12-1 199-16,-6-3 268 0</inkml:trace>
  <inkml:trace contextRef="#ctx0" brushRef="#br0" timeOffset="41413.22">28669 10499 160 0,'6'-6'491'0,"-6"-6"137"0,7 1 110 15,0 0 76-15,-1 3-145 0,7-3-116 16,0 0-73-16,0 4-110 0,0 0-82 0,0-1-52 15,6 5-31-15,1-1-20 0,0 4-19 0,-1 0-9 16,1 4-17-16,0-1-17 0,6 5-16 16,-7-1-15-16,7 8-3 0,-6-3 3 0,5 5 11 15,-5 1 12-15,0 8 15 0,6 0 19 16,-7 7 20-16,1 4 15 0,6 3 11 16,0 4 4-16,0 3-35 0,0 5-164 0,-6 6 0 15,0 1 0-15,-2 3 0 0,-4-4 0 16,-1 5 0-16,-13-5 0 0,0 1 0 15,-7-3 0-15,1-6 0 0,-8 2 0 0,-4-9 0 16,-2-3 0-16,0 2 0 0,1-10 0 16,-1-2 0-16,0-5 0 0,1 0 0 0,-1-6 0 15,0 0 0-15,14-8 0 0,-7 3 0 0,7-6 0 16,-7-2 0-16,13-1 0 0,-7 2 0 16,1-7 0-16,6 3 0 0,-6 1 0 0,6-4 0 15,-8 0 0-15,8 0 0 0,0 0 0 16,0 0 0-16,-6 0 0 0,6 0 0 15,0 0 0-15,0 0 0 0,0 0 0 0,0 0 0 16,0-4 0-16,0 4 0 0,0 0 0 16,0-3 0-16,0 0 0 0,-6-1-176 15,-1-4-668-15,0 1-336 0,1-4-130 0,-1-3 8 16,-5-5 100-16,-2-4 179 0,2 2 277 16,-2-5 350-16</inkml:trace>
  <inkml:trace contextRef="#ctx0" brushRef="#br0" timeOffset="60264.88">8551 6000 197 0,'-7'9'271'15,"1"-7"24"-15,6 2-74 0,-7 0-12 0,7-1-30 16,-6 1-25-16,6-4-10 0,-6 4 2 16,6-4 7-16,0 4 11 0,-8-4 6 15,8 0 5-15,0 2 2 0,8-2-1 0,-8 0 2 16,6 0 3-16,7 0 10 0,0-2 7 16,6 2 5-16,1-4 3 0,6 4 2 0,7 0-9 15,5-4-13-15,9 4-8 0,-2 0-14 16,1 0-10-16,5 0-13 0,8 0-10 15,-7 0-13-15,7 0-14 0,0 0-10 0,-1 0-6 0,0 4-3 16,1-4-4-16,6 4-7 0,1-2-4 16,5-2-2-16,1 5-5 0,6-2-7 15,0 1-3-15,0 0 2 0,7 0-1 0,-7-1-7 16,7 1-5-16,0 0-5 0,-1-1-6 16,1-3-11-16,0 3-5 0,6-3-4 15,-6 5-3-15,-8-2-2 0,8-3-2 0,-13 4 4 16,6-4-2-16,-7 3 3 0,1-3 1 0,0 0 5 15,-1 4 5-15,-6-4 7 0,7 0 8 16,-6 0 11-16,-1 0 5 0,-7 0 6 0,0 0 3 16,1 0-2-16,-13 0 0 0,6 0-6 15,-13-4-3-15,0 4-8 0,0 0-3 16,-7-3-3-16,2 3-2 0,-9-4-1 0,1 4 1 16,-6 0 3-16,-1-3 4 0,1 3 3 0,-6 0 1 15,-2 0 0-15,1-5 1 0,-6 5-3 16,-1 0-5-16,1 0-7 0,-1 0-5 0,0 0-5 15,-6-3-6-15,0 3-5 0,8 0-4 16,-8 0-2-16,0 0-5 0,-8 0-3 16,2 0 1-16,0 0 1 0,-1 0-1 0,-6 0-2 15,-6 0 1-15,-1 0-6 0,0 0-9 16,-12 0-11-16,6 3-8 0,-13-3-9 0,0 0-8 16,0 0-4-16,-7 0 0 0,-6 5 0 15,0-5 7-15,-7 0 2 0,1 3 6 0,-7-3 10 16,0 4 7-16,-7-4 1 0,6 3 7 15,-11-3 5-15,5 0 7 0,-6 0 1 0,-7 0 0 16,1 0 5-16,-1 4 0 0,0-4-2 16,-6 0 1-16,6 4 2 0,1-4 3 0,-7 0 0 15,0 3-2-15,6-3 1 0,-7 4-3 16,-5-4-3-16,12 4-2 0,-6-1 1 0,6-3 3 16,1 4 2-16,-1-4 0 0,6 3 2 15,2-3 2-15,-2 5-3 0,8-2 0 0,-8-3-3 16,14 4 0-16,0-1 0 0,0-3-2 15,6 4 1-15,7 0-1 0,7-1 0 16,-1 1 2-16,1-1-1 0,6 1-3 0,-1-4 1 16,8 5-1-16,5-3-5 0,2 3-1 15,-1-5-1-15,6 3-2 0,1-3 2 16,-1 3 0-16,7-3 5 0,6 5 0 0,-5-5 0 16,5 3 4-16,0-3-2 0,1 0 1 15,6 4-1-15,-6-4 0 0,6 0 2 0,0 2 4 16,6-2 0-16,0 0 1 0,8 5 1 15,-2-5 4 1,8 0 0-16,6 0-1 0,7 0 3 0,6 0-2 16,7-5-3-16,12 3-2 0,8 2 0 15,11-4-1-15,2 4-4 0,5-3 4 16,7-2 3-16,0 5 1 0,0-3-1 0,7 0-1 16,0 3 1-16,6-5-2 0,0 5-2 0,-5-2 4 15,-2 2 1-15,7-5 1 0,-7 5 2 16,1-4-1-16,7 4 0 0,-1 0-5 15,-7 0-1-15,8 0 1 0,-14 0 0 0,7 0 2 16,-13-3 0-16,6 3 0 0,-7 0 0 16,1 0-3-16,-7-4 1 0,0 4 1 0,-6-3-4 15,-7 3 3-15,0-4 0 0,-6 4 2 16,-8-4-1-16,-5 4-1 0,0-3 2 0,-7-1-2 16,-6 4 2-16,-8-3 1 0,1 3 1 15,-6-5 3-15,-7 5 3 0,0 0 6 16,-6-3 5-16,5 3 6 0,-12 0 2 0,8-4 3 15,-8 4-3-15,0-3-7 0,-8 3-5 0,-4-4-6 16,-1 0-5-16,-7 1-6 0,-6-1-2 16,0 0 1-16,-7 1-3 0,-12-1 2 15,-1 1-1-15,-5-2 1 0,-2 5 0 0,-5-3 0 16,-7 0 0-16,0-1-3 0,-8 4 4 0,2 0 1 16,-7 0 0-16,-7-4-1 0,0 8 2 0,-6-4-1 15,6 0-2-15,-6 4-1 0,7-1-2 0,-7-3 2 16,6 3 2-16,0 2 1 0,0-2 0 15,1 1 0-15,-1-1 2 0,-6 1-2 16,6 3-2-16,0-3 0 0,-6 0-1 0,13-1 1 16,-6 4 0-16,-1-2 2 0,7-2 0 0,-7 4 0 15,0-3-2-15,8 3-1 0,-8-3-2 16,0-1-4-16,7 6-2 0,0-7 1 16,6 3 1-16,1 1 1 0,-1-1 1 0,7-2 2 15,6 1 3-15,7-2 1 0,0 3-1 16,0-2-2-16,7 1 0 0,6 1 2 0,5-2-1 15,2-3 0-15,6 3 1 0,7-3 2 16,-1 4-2-16,13-4 1 0,-5 4-1 16,12-4-2-16,0 0-2 0,6 0 0 0,13 0 2 15,1 0-2-15,6 0 2 0,7 0 1 16,5 0 0-16,15-4 3 0,-1 0 0 0,0 4 3 16,13-3 2-16,7 0-3 0,6-2 4 15,6-2-7-15,14 2-2 0,0 3 3 0,0-2 1 16,0-4 2-16,5 5-2 0,2 0 2 15,5-2 1-15,1 3-3 0,0-3-3 0,0-2 2 16,-7 3 0-16,7 1 1 0,-8-1 5 16,2-3-5-16,5 3 1 0,-5 1-3 0,5-5 5 15,-12 4-3-15,7 1-1 0,-14-5 4 0,0 5 1 16,-7-1-2-16,1 0-3 0,-6 1 0 16,-8-1 2-16,0 1-3 0,-12 3 0 15,0-5 3-15,-7 2 0 0,-13 3 3 0,0-3-3 16,-7-1 3-16,-12 4-1 0,6 0-2 15,-13-4-1-15,0 4-2 0,-6 0-3 16,-1-3 0-16,-6 3 1 0,-6 0 1 0,-7-4 2 16,-7 4 0-16,-6-4 0 0,-13 4 2 15,0-4-2-15,-7 1 0 0,-12 3-1 0,6-5 0 16,-14 3 1-16,1 2 1 0,-6-4 0 16,-8 0-2-16,2 4 0 0,-8 0-1 15,-6-4-3-15,-1 4-2 0,1 4 1 0,0-4 6 16,0 0-1-16,-1 4 1 0,1 0 0 15,-6-4 0-15,-1 2 0 0,1 6-3 0,-1-4 0 16,7 0 0-16,0 3 1 0,-1-3 3 16,8 3 1-16,6 1-1 0,-1-5 4 0,1 4-1 15,6-3-1-15,14 0-4 0,-1-1 0 16,8 5 1-16,4-5-4 0,15-3 2 0,6 4 3 16,0-4 1-16,13 3-2 0,0-3 0 15,13 0 0-15,7 0-1 0,5 5-2 0,14-5 0 16,7 0 0-16,13 0-1 0,13-5 3 15,6 5 2-15,6 0 1 0,7-3 0 0,13 3 1 16,7 0 3-16,6-4 0 0,7 4 2 16,0 0 2-16,0 0 5 0,6 0 2 0,-1 0 3 15,-4 4 3-15,5-4 0 0,-7 3 2 0,1-3 1 16,-7 0 2-16,-13 0 2 0,1 0-1 16,-8 5 0-16,-5-5-2 0,-8 0-4 15,1 0-3-15,-14 0-4 0,1 0-3 0,-13 0-4 0,-7 0-2 16,0-5-3-16,-13 5-5 0,-6 0-9 15,-7 0-20-15,-1 0-23 0,-12 0-51 16,0 5-71-16,-12-5-99 0,-1 3-158 0,-13-3-219 16,0 4-258-16,-7-4-117 0,1 3-16 15,5-3 56-15,-5 4 140 0,-1-4 224 0</inkml:trace>
  <inkml:trace contextRef="#ctx0" brushRef="#br0" timeOffset="62064.6">16809 10756 80 0,'-6'3'274'0,"6"1"44"0,0-4 1 15,-7 4-70-15,7-4 4 0,0 3-43 0,0-3-35 16,-7 0-22-16,7 0-7 0,0 0 1 16,0 0 12-16,0 0 18 0,0 0 30 15,0 0 38-15,0 0 30 0,0 0 12 0,0 0-4 16,0 0-17-16,0 0-32 0,7-3-43 16,-7 3-45-16,0 0-33 0,0 0-25 15,7 0-21-15,-1 0-18 0,1 0-9 0,5 0-4 16,8 0 2-16,0 0 2 0,6 0 4 0,-1 0 4 15,8 0 5-15,7 0 4 0,11-4-1 16,8 4-4-16,6 0-7 0,13-4-7 0,1 4-12 16,5 0-6-16,7-3-8 0,0 3-2 15,1 0-3-15,5 0 0 0,-6 0-4 16,7 0-2-16,0 0-3 0,0-5 0 0,-7 5-2 16,0 0 4-16,-7-2 4 0,1-3 0 15,-6 2 1-15,5-1-2 0,-12 0-2 0,-1-3-3 16,1 0-1-16,0 3 1 0,-13-4-2 15,-1 2 2-15,-6-2 2 0,0 2 3 0,-7-3-1 16,1 2 2-16,-7 0 10 0,0 3 12 16,-5-3 4-16,-2 0 1 0,-7 4 1 15,-5-2-1-15,6 1-7 0,-13 1-11 0,7 3-3 16,-7-3-3-16,-6 3-2 0,-1-4 6 16,0 4-7-16,1 0-1 0,-1 0-1 0,-6-4-1 15,0 4-1-15,0 0 5 0,0 4-2 16,-6-4 0-16,-1 0 0 0,1 4-2 0,0-1 3 15,-8-3-9-15,2 3 5 0,-8 1 0 16,7 1 0-16,-13 2 1 0,6-4-1 16,-6 4 4-16,-7-3-1 0,1 0 1 0,-1 3-1 15,-12-4 0-15,-1 1 3 0,-13 4-6 0,1-5-4 16,-7 1 2-16,-13 0-3 0,6-1 3 16,-12 0-2-16,-1 2 3 0,-6-2 1 0,-13 1 2 15,-1 1 0-15,-5 1-1 0,-1-3 1 16,0 5-2-16,1 2-1 0,-8-2 2 0,7 0-1 15,-5 3 1-15,11 0-3 0,1-4-2 16,6 4 6-16,1 0-4 0,12-1 2 16,6 2 0-16,8-1 2 0,0-4 2 0,12 4-2 15,7 0 0-15,-1-4 0 0,8 5-3 16,13-5-1-16,-1 1-4 0,1-1 0 16,12 0 2-16,0 0 4 0,7-3 0 0,1 0-1 15,-2-4 1-15,8 3 2 0,-1 1 0 16,0-4-7-16,7 0 5 0,0 3 0 0,-6-3-2 15,6 0 2-15,0 0 1 0,0 0 0 0,6 4 1 16,-6-4 3-16,14 0 11 0,-8 4 9 16,8-4 11-16,4 3 11 0,2-3 7 15,7 4 8-15,5 0 5 0,7-4 3 0,6 3-1 16,1-3 1-16,13 4 2 0,6-4-5 0,6 0-9 16,14 0-14-16,6 0-9 0,0 3-15 15,7-3-6-15,7 0-2 0,-8 5-3 0,1-5-2 16,6 3 0-16,-7-3-2 0,2 4-4 15,-2-4-3-15,-12 0-2 0,-1 0 3 0,-5 3 0 16,-8-6 3-16,-6 3 1 0,-6-4 2 16,-7 4 1-16,-7-3-4 0,1-5-2 15,-13 4 8-15,-1 1 9 0,1-1 9 0,-7-3 8 16,-7 3 9-16,1 0 12 0,0 1 3 16,-8-1-4-16,-5 1-3 0,6-1-5 0,-6 0-6 15,-1 4-7-15,-6-3-10 0,6 3-4 16,-6 0-9-16,0-4-4 0,7 4-5 15,-7 0-2-15,0 0-3 0,0 0-6 0,0 0 3 16,0 4 0-16,0-4 0 0,0 0 0 16,0 0-5-16,0 0-11 0,0 3-19 0,0-3-28 15,-7 0-31-15,7 0-47 0,-6 0-58 16,-7-3-72-16,0-1-99 0,0-3-139 0,-7 0-166 16,-6-6-161-16,1-1-80 0,-8 1 7 15,0-3 80-15,-6-5 145 0,0-2 187 16</inkml:trace>
  <inkml:trace contextRef="#ctx0" brushRef="#br0" timeOffset="62316.17">17375 10653 236 0,'-18'4'400'0,"4"-1"31"0,8-3 20 0,-7 4-79 16,6-4-118-16,0 0-89 0,1 0-38 15,0 0-16-15,6 0-12 0,-7-4-12 0,7 4-17 16,0 0-11-16,0 0-26 0,0 0-31 16,0 0-47-16,0 0-84 0,0-3-109 15,0 3-139-15,7-4-85 0,-7 1-29 0,6-4 12 16,-6-2 66-16</inkml:trace>
  <inkml:trace contextRef="#ctx0" brushRef="#br0" timeOffset="63034.83">19251 10594 196 0,'0'7'382'0,"0"-2"53"0,0-2 36 0,-6-3-92 32,6 3-65-32,0-3-72 0,0 5-43 0,0-5-19 0,0 0-1 0,0 0 10 0,0 0 4 15,0 0-5-15,0 0-12 0,0 0-28 16,0 3-31-16,0-3-31 0,0 0-26 0,0 0-25 16,6 0-9-16,-6 0 7 0,0 0 14 31,0 0 5-31,0 0 9 0,0 0 16 0,0 0 1 0,0 0-2 0,0 4-6 0,0-4 0 31,0 0 1-31,-6 0-6 0,6 0-4 16,0 0-5-16,0 0-4 0,0 0-8 0,0 0-11 15,0 0-9-15,0 0-7 0,0 0-7 16,0 4-5-16,0-4-1 0,-6 0-1 0,6 0 8 16,0 3 17-16,0-3 18 0,0 3 11 15,0 1 6-15,0 1 2 0,0-2-2 0,0 1-11 0,0-1-8 0,0 1-6 0,0-1 0 16,0-3 1-16,0 4-1 0,0-4 0 0,0 4-6 15,0-4-1-15,0 0 0 0,0 3 3 16,0-3 1-16,0 0 2 0,0 0 1 0,0 4 2 16,0-4-3-16,0 0-2 0,0 0 0 15,0 0-3-15,0 0-2 0,0 0-2 0,0 0-1 16,-8 0 0-16,8 0 0 0,0 0 2 16,0 0-5-16,0 0 2 0,0 0 1 0,0 0-3 15,0 0-4-15,0 0-5 0,0 0 2 31,0 0-6-31,0 0-6 0,0 0-3 0,0-4 0 0,0 4 0 0,0 0 0 0,0 0-2 16,0 0-8-16,0 0-25 0,0 0-31 0,0 0-53 16,0 0-74-16,0 0-126 0,0 0-148 15,0 0-198-15,0-3-190 0,0-1-69 0,-6 0 13 16,-7-3 93-16,0 0 139 0,-6-1 214 16</inkml:trace>
  <inkml:trace contextRef="#ctx0" brushRef="#br0" timeOffset="64965.78">16959 14847 45 0,'-13'8'288'0,"0"-1"34"0,-1 1 22 0,8-1-96 16,0-3-9-16,-1-1-34 0,7 1-6 16,0-1 26-16,0 5 42 0,13-5 53 0,1 2 38 15,-2-5-2-15,8 3-25 0,5 0-33 16,9-3-38-16,-2 0-48 0,14 0-39 0,6 0-17 15,7-3-8-15,12 0-10 0,8-2-10 16,5-1-7-16,7-2-11 0,14 1-15 0,5-1-11 16,1 1-9-16,13 0-4 0,-7 0 2 15,7-1 2-15,-8 1 2 0,9 3 2 16,-15-3 2-16,7 3 4 0,-13 0 4 0,1 1 2 16,-21-1 3-16,1 1 9 0,-13-1 5 15,-7 0 3-15,-6 4-2 0,-8-3-4 0,-5-1-5 16,-7 4-3-16,-6-4-1 0,-7 1-6 15,-6 3 3-15,-1 0-5 0,-6-4-3 16,0 4-7-16,0 0-14 0,-6-3-9 0,-1 3-17 16,-6 0-7-16,0 0-11 0,6 0-5 15,-6 0-4-15,-6 0-2 0,0 0-1 0,-8 3 0 16,2 1 1-16,-8-1-1 0,-6 1 0 0,-7 0 0 16,1-1-2-16,-7 5-2 0,-7-5-1 15,-6 4-1-15,-7 1 0 0,-6-1-2 0,0-3 0 16,-7 3-3-16,-5 1 3 0,-8-1 1 15,-7 0-1-15,-5 0 1 0,-8 4 1 16,1-4 1-16,-7 4-5 0,7-3 2 0,0 3 0 16,0 1 0-16,20-2 1 0,-1-3 0 15,13 4 4-15,14-4-6 0,5 5 0 16,15-9-2-16,5 5-3 0,7-5 2 0,6 0-3 16,14 2 2-16,-1-2 2 0,14 1 3 15,13 3 4-15,-2-3-2 0,15-1 1 0,7-3 2 16,5 4 0-16,14 0-2 0,12-4-2 15,8 0 1-15,12 3 1 0,6-6-7 0,7 3 3 16,1-4 0-16,5 4-1 0,1-4-1 16,-1 4 3-16,-5-3 1 0,-7-1-2 0,-7 4 0 15,-6-4 1-15,-14 1 1 0,-6-1-1 16,-13 4 3-16,-6-3 0 0,-7-2-1 16,-6 5 1-16,-8-3 1 0,1 0 5 0,-12 3 5 15,-1 0 11-15,0-4-25 0,-7 4 0 0,1-4 0 16,-7 4 0-16,6 0 0 0,-6-3 0 15,0 3 0-15,6 0 0 0,-6 0 0 16,0 0 0-16,0 0 0 0,0 0 0 16,0-4 0-16,0 4 0 0,0 0 0 0,0 0 0 15,0 0 0-15,0 4 0 0,8-4 0 0,-8 0 0 16,0 0 0-16,0 0 0 0,0 0 0 16,0 0 0-16,0 0 0 0,0 3 0 0,6-3 0 15,-6 0 0-15,0 0 0 0,0 0 0 16,0 0 0-16,0 0 0 0,0 0 0 0,0 0 0 15,0 0 0-15,0 0 0 0,0 0 0 16,0 0 0-16,0 0 0 0,0-3 0 16,0 3 0-16,0 0 0 0,0 0 0 0,0 0 0 15,0 0 0-15,0 0 0 0,0 0 0 16,0 0 0-16,0 0 0 0,0 0 0 0,0 0 0 16,0 0 0-16,0 0 0 0,0 0 0 15,6 0 0-15,-6 0 0 0,0 0 0 16,0 0 0-16,0 0 0 0,0 0 0 0,0 0 0 15,0 0 0-15,0 0 0 0,0 0 0 0,0 0 0 16,0 0 0-16,0 0 0 0,0 0 0 16,0 0 0-16,0 0 0 0,0 0 0 0,0 0 0 15,0 0 0-15,0 0 0 0,0 0 0 16,0 0 0-16,0 0 0 0,0 0 0 16,0 0 0-16,0 0 0 0,0 0 0 0,0 0 0 15,0 0 0-15,0 0 0 0,0 0 0 16,0 0 0-16,0 0 0 0,0 0 0 15,0 0 0-15,0 0 0 0,0 0 0 0,0 0 0 16,0 0 0-16,0 0 0 0,0 0 0 16,0 0 0-16,0 0 0 0,0 0 0 0,0 0 0 15,0 0 0-15,0 0 0 0,0 0 0 0,0 0 0 16,0 0 0-16,0 0 0 0,0 0 0 16,0 0 0-16,0 0 0 0,0 0 0 0,0 0 0 15,0 0 0-15,0 0 0 0,0 3 0 16,0-3 0-16,0 0 0 0,0 0 0 15,0 4 0-15,0-4 0 0,0 0 0 0,0 0 0 16,-6 0 0-16,6 4 0 0,0-4 0 16,0 0 0-16,0 0 0 0,0 0 0 0,0 0 0 15,0 0 0-15,0 0 0 0,0 0 0 16,0 0 0-16,0 0-99 0,0 0-92 16,0 0-29-16,0-4-36 0,-6 4-47 0,-2-4-57 15,-4-3-86-15,-1-1-112 0,0 1-132 16,0-4-125-16,-7-3-99 0,7-1-1 0,-7-4 75 15,8-2 131-15,-2-5 168 0</inkml:trace>
  <inkml:trace contextRef="#ctx0" brushRef="#br0" timeOffset="67794.89">25836 13023 10 0,'0'4'193'0,"-6"-1"28"0,6-3-7 16,0 4-69-16,0-4-24 0,0 0-4 0,0 0-32 15,0 5-25-15,0-5-20 0,0 0-13 16,0 0-6-16,0 0-7 0,0 0-3 0,0 0-6 16,0 0-1-16,0 0-8 0,6 0-18 15,-6 0-25-15,0 0-45 0,6 0-77 16,-6 0-56-16,7 0-24 0,0-5 0 0</inkml:trace>
  <inkml:trace contextRef="#ctx0" brushRef="#br0" timeOffset="68697.84">28754 13103 1 0,'0'8'267'0,"-7"0"39"0,7-5 27 0,0 1-62 15,0 0 3-15,0-1-37 0,0 1-14 16,7-1 2-16,-7 1 17 0,6-1 18 0,-6-3 19 15,7 5 9-15,-7-5-9 0,6 3-22 16,0-3-28-16,1 0-45 0,-7 0-58 0,0 0-47 16,7 0-32-16,-7 0-19 0,0 0-13 15,0 0-8-15,0 0 1 0,0 0-3 16,0 0-2-16,0 0-2 0,0 0-5 0,0 0-13 16,0 0-37-16,0 0-61 0,0 0-86 15,-7-3-113-15,7-2-130 0,-7 2-146 0,7-1-64 16,-6 1 8-16,0-4 58 0,-1-4 101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25:20.3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13070 8019 165 0,'0'7'433'0,"0"0"71"0,-6 1 48 0,6-5-36 16,0 4-10-16,0-2-61 0,6-2-52 15,-6 1-28-15,8 0-9 0,-2-1-25 16,7-3-57-16,0 0-57 0,6 4-39 0,1-4-40 16,0-4-31-16,5 4-25 0,1 0-20 0,0-3-15 0,1 3-20 0,-1-4-5 15,0 4-5-15,-1-4-7 0,-5 1-3 16,6-2-8-16,-13 5-15 0,7-2-33 16,-8-3-60-16,2 5-80 0,-8 0-115 0,-6-3-131 15,7 3-147-15,-14 0-135 0,1 3-67 16,-8-3 15-16,2 5 79 0,-8-3 116 0,1 3 152 15</inkml:trace>
  <inkml:trace contextRef="#ctx0" brushRef="#br0" timeOffset="234.31">13136 8195 126 0,'-7'11'407'0,"1"-4"77"16,6 1 64-16,0-5-5 0,0 5 30 15,0-5-48-15,6 0-53 0,1 2-39 0,6-1-34 16,-7-4-63-16,14 0-85 0,-1 3-63 15,1-6-38-15,6 3-24 0,0 0-24 16,-7-4-22-16,7 4-16 0,1-5-18 0,-1 2-17 16,-6 0-9-16,-1-1-7 0,1 0-1 15,-8 4-8-15,-6-3-13 0,8-1-19 16,-8 4-45-16,-6-4-59 0,0 4-97 0,0-3-122 16,0-1-122-16,-6-1-120 0,6-1-90 15,-14 2-85-15,8-3 20 0,0 3 82 0,-7-7 112 16,6 3 130-16</inkml:trace>
  <inkml:trace contextRef="#ctx0" brushRef="#br0" timeOffset="468.73">13384 8038 104 0,'6'-12'374'0,"0"2"74"15,-6-2 72-15,7 1-17 0,-1 4 19 0,1-4-42 16,6 4-40-16,-7-1-28 0,8 1-42 16,-8 3-52-16,7 1-61 0,0 3-50 0,0 3-37 15,7 1-26-15,-1 3-13 0,-6 5-8 16,6 2-11-16,1 1-6 0,0 3-9 0,-1 4 0 15,1 0-8-15,-8 3 42 0,2-2-35 16,-1 2-23-16,-6 0-14 0,-1 2-17 0,-6-2-9 16,0 0-59-16,-6-2 21 0,-8 3 11 15,8-8 4-15,-8 3 0 0,-4-2-8 0,-2-1-15 16,7-7-31-16,-7 4-44 0,0-7-82 16,8-5-135-16,-1 1-181 0,6-4-214 15,0-4-175-15,7-3-64 0,7-4 21 0,0-3 107 16,6-1 170-16,7 0 218 0</inkml:trace>
  <inkml:trace contextRef="#ctx0" brushRef="#br0" timeOffset="1176.97">14412 8038 334 0,'7'-8'730'0,"-7"0"107"16,0-3 86-16,0 1 75 0,0-1-159 15,-7 3-266-15,7-2-144 0,0 2-75 16,0 4-64-16,0-3-65 0,0 3-56 0,0 4-53 16,0-3-41-16,0 3-32 0,0 3-23 15,0 5-13-15,7-1-5 0,-1 8 0 16,-6 3 7-16,7 1 10 0,0 3 15 0,-7 3 12 16,6 0 8-16,-6 5 14 0,6-5 8 15,-6 6 0-15,6-4-2 0,-6 4 2 0,0-6 2 16,0 5-2-16,0-9-1 0,0 5 0 15,8-7 3-15,-8 2-1 0,0-6 1 0,0 0-1 16,0-1-3-16,0-3-69 0,6-3-5 0,-6-1 0 16,0 0 0-16,0-3 0 0,0-1 0 15,0 2 0-15,0-2 0 0,0-3 0 16,0 0 0-16,0 0 0 0,0-3 0 0,0 3 0 16,-6-8 0-16,6 4 0 0,0-6 0 15,0 1 0-15,-8-5 0 0,8 3 0 16,0-7 0-16,0 3 0 0,-6-6 0 0,6 2 0 15,-6 1 0-15,6-4 0 0,-6 3 0 0,6 1 0 32,0-1 0-32,0 2 0 0,0-3 0 0,0 3 0 15,6-1 0-15,0-1 0 0,0 1 0 16,2 0 0-16,-2 0 0 0,7-5 0 0,7 4 0 16,-8 1 0-16,8 4 0 0,0-4 0 0,-1 3 0 15,1 4 0-15,0 0 0 0,-1 4 0 16,1-1 0-16,-8 5 0 0,8 0 0 15,-1 3 0-15,-5 0 0 0,5 3 0 0,-6 4 0 16,0 4 0-16,0 0 0 0,0 4 0 16,0 2 0-16,-6 6 0 0,-1-2 0 0,0 2 0 15,2 3 0-15,-2-1 0 0,0 1 0 16,-6-1 0-16,0 0 0 0,7-2 0 16,-7 3 0-16,0-4 0 0,0 0 0 0,6-4 0 15,-6 1 0-15,0-1 0 0,0-4 0 0,0-3 0 16,7 0 0-16,-7 1 0 0,0-9 0 15,0 4 0-15,0-3 0 0,0 0 0 0,0-4 0 16,0-4 0-16,0 4 0 0,0-7 0 16,0 3 0-16,0-7 0 0,-7 4 0 15,7-4-338-15,-6-4-336 0,-1 4-221 0,1-8-235 16,6 1-62-16,-6 0 36 0,6-4 100 16,-8-3 187-16,8-1 251 0</inkml:trace>
  <inkml:trace contextRef="#ctx0" brushRef="#br0" timeOffset="1666.42">14914 7441 413 0,'0'-16'519'0,"6"2"89"15,1 3 94-15,-1-4-65 0,1 4-84 0,-1 0-93 16,8 1-62-16,-8-2-57 0,7 1-79 15,0 5-65-15,6-2-48 0,-5 0-33 0,6 1-30 16,-1 3-27-16,7 4-15 0,-6 0-10 16,-1 0-8-16,0 4-9 0,0 3-3 0,1-4-7 15,0 10 0-15,-7-7 0 0,0 9 3 16,-6-4 10-16,5 4 10 0,-12-1 15 0,7 5 17 16,-14-5 7-16,1 4 4 0,-7 4-2 15,0-2-1-15,-6 1-7 0,-1-3-10 0,0 4-6 16,1-4-2-16,6 1 1 0,-6-1-4 15,-1 1-1-15,7-1 5 0,0-4 6 16,6-3 1-16,-5 1 3 0,4-2 3 0,8-2 13 16,0-1 12-16,0 0 13 0,8-3 9 15,4-1 5-15,8-3 4 0,-1 0-6 0,7 0-12 16,0 0-13-16,7 0-10 0,-1-3-7 16,1 3-7-16,6-4-1 0,1 1-2 0,-2-1 3 15,1 0 3-15,7-3 5 0,-7 3 2 16,-6 1-41-16,-1 0-29 0,1-1 0 0,-13-4 0 0,-2 4 0 15,2 1 0-15,-7 3 0 0,-6-4 0 16,0 4 0-16,-7-4-6 0,0 4-240 0,-7 0-140 16,-6 4-217-16,0-4-278 0,-7 4-221 15,-6-1-71-15,0 4 26 0,-7 2 101 0,1-3 196 16,-7 9 293-16</inkml:trace>
  <inkml:trace contextRef="#ctx0" brushRef="#br0" timeOffset="2244.39">13019 10601 377 0,'0'11'548'0,"0"-3"121"0,0-4 91 15,-6 0-18-15,6-1-91 0,6 0-91 0,-6 1-85 16,6-4-80-16,7 0-74 0,-6 0-56 16,12 0-50-16,-5-4-47 0,11 4-35 0,-5-3-35 15,6 0-28-15,0-1-23 0,0-3-20 16,1 2-11-16,-2 2-9 0,1-5-4 0,0 6-9 16,-6-3-24-16,-1 2-37 0,-5-1-57 15,-2 4-85-15,-6-4-115 0,2 4-132 16,-8 0-133-16,0 0-127 0,-8 0-121 0,-4 4-11 15,-8 0 65-15,1-1 111 0,-1 4 142 16</inkml:trace>
  <inkml:trace contextRef="#ctx0" brushRef="#br0" timeOffset="2431.94">13038 10767 11 0,'-19'14'453'0,"5"1"139"16,8 0 124-16,0-4 69 0,-8-5-14 15,14 6-119-15,-6-5-96 0,6-3-89 0,6 3-87 16,1-3-68-16,0-1-55 0,5 1-46 15,8-4-51-15,0 0-40 0,5 0-34 0,2-4-27 16,-1 1-21-16,0-1-18 0,0 0-10 16,0-3-28-16,1 3-44 0,-9-2-56 15,2-3-76-15,-7 3-103 0,1-2-134 0,-8-3-135 16,6 4-127-16,-12-4-132 0,0-4-37 16,0 1 42-16,-6-5 107 0,0 1 138 0,0 0 159 15</inkml:trace>
  <inkml:trace contextRef="#ctx0" brushRef="#br0" timeOffset="2666.18">13240 10493 199 0,'0'-5'544'0,"0"5"120"0,6-4 87 15,-6 4-1-15,7 0-51 0,-7 4-134 0,7-4-123 16,6 8-79-16,-7-1-48 0,14 3-36 16,-8 2-30-16,2 6-24 0,-1 1-17 15,-1 2-19-15,8 2-14 0,-6 2-20 0,-8 1-23 16,7-1-22-16,-7 0-30 0,-6 1-18 15,7 4-22-15,-14-4-12 0,1-4-12 0,-1 4-3 16,-5-5-2-16,-8 1-17 0,6-1-25 16,-5-1-49-16,-7-6-68 0,6-3-93 0,1 0-138 15,-7-7-181-15,6-4-208 0,1-8-180 16,-1 1-52-16,8-7 27 0,-2-4 105 16,2-5 174-16,5-3 223 0</inkml:trace>
  <inkml:trace contextRef="#ctx0" brushRef="#br0" timeOffset="3665.94">14009 8180 85 0,'6'0'248'0,"0"-4"30"0,-6 2-32 16,8-3-54-16,-2 2 15 0,0-2-30 0,1-2-22 16,-1 4 5-16,1-5 22 0,-1 5 21 15,1-5 18-15,-1 5 22 0,-6-4 32 0,6-1 23 16,-6 5-4-16,0-5-13 0,0 5-19 15,0-4-29-15,0 2-49 0,-6 2-48 0,6-1-34 16,-13 4-30-16,7-3-18 0,-7 6-17 16,0-3-11-16,-1 4-7 0,-5 4-5 15,-1-1 1-15,1 4 0 0,0 3 2 16,5 1 3-16,-5 3 2 0,-1 0 5 0,8 1 5 16,-8 7 0-16,7-4 5 0,6-1 0 15,-6 5 5-15,7-4 0 0,6 0 0 0,0 0-3 16,0-4-4-16,0 1 0 0,0-5-1 15,6 1 8-15,7 0 15 0,-6-8 17 0,6 0 19 16,-1 0 12-16,2-2 13 0,5-10 5 16,1 5-4-16,0-7 1 0,-1-3 4 15,7-2 6-15,-6-2 2 0,0-1 7 0,-8-3 11 16,8-1 3-16,-7 1-9 0,-7-3-16 16,0-2-17-16,-6 1-21 0,0-4-26 0,0 5-25 15,-6-5-19-15,0 8-9 0,-1-1-9 16,-6 1-2-16,7 3-5 0,-7 4-5 0,-1 4-16 15,2 0-31-15,-2 3-41 0,-5 0-49 16,6 4-60-16,6 4-71 0,-5 0-74 0,-2-1-115 16,8 1-135-16,-1 0-141 0,1 3-133 15,6-4-52-15,-7 1 28 0,14-4 108 16,-7 0 159-16,6 0 182 0</inkml:trace>
  <inkml:trace contextRef="#ctx0" brushRef="#br0" timeOffset="4025.23">14282 7726 358 0,'0'-22'502'0,"7"4"107"0,-7 0 106 0,0-1-9 16,0 1-124-16,-7 3-80 0,7 4-62 16,-6 0-80-16,-1-1-100 0,0 6-75 0,7-2-47 15,-12 8-42-15,5 0-33 0,-6 4-23 16,0 3-7-16,-7 8 5 0,8 4 6 15,-8 6 16-15,7 5 14 0,-7 6 17 0,7 9 7 16,-6 5 0-16,5 5 6 0,2 4 9 16,-1 7-2-16,6-1-8 0,1 2-4 0,-1 2 5 15,7 4-9-15,7-2-14 0,-1-2-9 16,1 1-6-16,6-5-15 0,-1 1-8 0,8-7-8 16,0 0-9-16,-1-8-6 0,7-4-6 15,0-6 0-15,1-1-5 0,5-7-3 16,-6-4-9-16,7-7-28 0,-7-7-48 0,7-4-66 15,-1-4-91-15,-6-7-132 0,7-7-174 16,-7-4-193-16,7-4-195 0,-1-7-62 0,-7-3 21 16,9-9 96-16,-2-6 162 0,1-4 209 15</inkml:trace>
  <inkml:trace contextRef="#ctx0" brushRef="#br0" timeOffset="4337.67">15233 7081 103 0,'19'-28'495'0,"-5"-6"94"0,-2 4 87 16,-5 1 72-16,6 7-138 0,0 0-170 16,1 8-121-16,-8 3-80 0,6 4-62 0,8 7-37 15,-7 10-2-15,7 9 6 0,0 6 12 16,5 12 12-16,-5 7-10 0,6 15-17 15,-6 3-31-15,-1 11-17 0,1 4-11 0,-14 7-18 16,7 8-5-16,-13-1-5 0,0 5 4 16,0 0-4-16,-7-6-8 0,-5 2-6 0,-2-1-4 15,-5-6-10-15,-1-4-15 0,-6-5-32 16,0-6-59-16,1-4-85 0,-9-8-137 16,9-6-164-16,-7-5-173 0,-1-10-175 0,0-7-64 15,-6-5 16-15,0-11 97 0,0-2 142 16,-1-9 174-16</inkml:trace>
  <inkml:trace contextRef="#ctx0" brushRef="#br0" timeOffset="5056.32">13891 8151 76 0,'0'-4'155'16,"7"0"8"-16,-7 1-34 0,6-1-43 15,-6 0-3-15,7 4-5 0,-7-3-1 0,0-1-21 16,6 1-20-16,-6-1-12 0,0 4-8 16,7-4-7-16,-7 4-3 0,0 0-8 15,0 0-4-15,0-3-1 0,0 3 1 0,0 0 9 16,0 0 14-16,0 0 16 0,-7 0 21 15,7 0 23-15,0 0 25 0,-6 3 22 0,6-3 21 16,0 0 20-16,0 0 12 0,0 0 5 16,0 0-6-16,0 0-17 0,-7 0-26 15,7 0-30-15,0 0-34 0,0 0-27 0,0 0-18 16,0 4-14-16,-6 0-5 0,6-1-5 16,-7 1-1-16,1 3-1 0,6 0-2 0,-6 4-2 15,-2-4-3-15,2 1 1 0,6 3 1 16,-6-3-1-16,-1 3 0 0,7-4 2 15,-6 4 2-15,6-4 3 0,-7 1 1 0,7-2 0 16,-6-1-1-16,6 2 1 0,0-4 1 16,0 1 2-16,0 0 4 0,0-1 13 0,-7 1 18 15,7 0 27-15,0-1 40 0,7 1 56 16,-7-4 49-16,0 3 32 0,6 2 17 16,-6-5 2-16,7 3-18 0,-1-3-39 0,1 0-39 15,-1 0-28-15,0 0-24 0,8 0-19 16,-1 0-20-16,0 0-17 0,0 0-14 0,0-3-16 15,6-2-9-15,-5 2-9 0,-2 3-6 16,1-4-3-16,-6 1-7 0,0 3-18 16,5-4-39-16,-12 4-55 0,8-4-86 0,-2 4-110 15,-6-3-124-15,0 3-106 0,0-4-77 16,0 0-70-16,0 1 21 0,0 0 76 0,-6-6 111 16,-2 6 116-16</inkml:trace>
  <inkml:trace contextRef="#ctx0" brushRef="#br0" timeOffset="5259.31">13963 8132 148 0,'0'0'200'16,"0"0"-12"-16,0 0-45 0,7-3-16 0,-7 3-8 15,0 0-24-15,0 0-44 0,0 0-58 16,0 0-84-16,0 0-85 0,0 0-42 0,0-4-21 16,-7 4 0-16</inkml:trace>
  <inkml:trace contextRef="#ctx0" brushRef="#br0" timeOffset="6308.44">14516 10525 175 0,'8'-12'287'0,"-2"2"46"0,0 0-34 0,0-7-4 16,-6 0 3-16,7 2-14 0,-7-3-7 15,0-1 26-15,7-2 34 0,-7 3 21 0,0-1 5 16,-7 1-4-16,7 3-10 0,0 0-43 16,-7 4-56-16,7 0-48 0,-6 4-46 0,0 0-38 15,0 4-28-15,-2-5-21 0,2 8-21 16,-7-4-12-16,0 8-9 0,0-1-7 16,-1 2-3-16,2 1-3 0,-1 5 1 0,-7 4-2 15,8-1 1-15,-2 4 4 0,2 5 6 16,-2 3 2-16,1-4 1 0,7 7 5 0,-8 1 4 15,14-2-2-15,-6 1-3 0,6 5-2 16,0-1-3-16,6-4 0 0,1 0-1 16,6 1 4-16,-6-5 4 0,13 1 5 0,-8-4 8 15,8 0 10-15,-1-4 9 0,1-3 7 16,0-4 10-16,-1-4 10 0,7 1 10 16,-6-5 10-16,6-3 9 0,-7-3 2 0,1-5-2 15,6-3-2-15,-13-3-2 0,7-5-5 0,-8 0-6 16,2-2-5-16,-2-2-4 0,-5-2-12 15,-1 0-12-15,-6-4-17 0,0-5-17 16,-6 2-12-16,-1-2-11 0,1 5-5 0,-8-4-5 16,2 7-3-16,-8 1 0 0,7-1-2 15,-7 8 1-15,2 0-3 0,-2 3-2 0,0 1-1 16,7 6-1-16,-7 0-2 0,8 5-3 16,-8-1-1-16,7 4 1 0,-7 4-5 0,8-1-9 15,-2 5-10-15,1-5-10 0,7 4-11 16,-8 5-8-16,8-1-3 0,0 0 3 15,0-3 5-15,-2 2 9 0,2 1 9 0,6 0 8 16,0 1 5-16,-6-5 5 0,6 0 8 16,6 0 1-16,-6 0 7 0,6-3 2 0,2 3 3 15,4-2 4-15,2 1-1 0,5-2 3 0,1 0-3 16,-2-4 0-16,9 4-3 0,-1-4-1 16,6 2 1-16,1-2 0 0,-7 0 1 15,7 0 1-15,-1 0 5 0,-6 0-2 0,1 0 0 16,-1 0 1-16,-7 0-3 0,1 0 0 15,-8 0-1-15,-5 0-4 0,6 0-21 0,-7 0-36 16,2 0-58-16,-8 0-68 0,6 0-99 16,-6 0-169-16,6-2-214 0,-6 2-242 15,0-4-107-15,0 0-15 0,7-3 53 0,-7-3 146 16,13 1 223-16</inkml:trace>
  <inkml:trace contextRef="#ctx0" brushRef="#br0" timeOffset="6620.87">15266 10056 306 0,'0'-19'681'0,"-7"1"98"0,0 0 76 16,1 4 57-16,0-5-161 0,-1 4-249 16,-6 5-143-16,6-2-83 0,-5 5-66 0,-2 0-62 15,2 3-47-15,-2 4-36 0,-5 4-25 16,6 3-14-16,-6 7-6 0,5 5-1 0,1 3 3 15,-6 3 4-15,6 12 15 0,-1 4 17 16,8 2 17-16,-7 8 22 0,6 5 19 0,1-1 16 16,6 4 7-16,0-1-3 0,0-3-4 15,6 4-12-15,8-5-15 0,-8-2-17 16,8-1-16-16,5-2-15 0,0-6-14 0,0 1-13 16,1-8-9-16,0 1-7 0,-1-7-7 15,-5-1-27-15,5-8-45 0,-6-3-70 0,0-3-93 16,7-7-152-16,-8-5-209 0,2-10-217 15,5 0-193-15,-6-8-60 0,6-7 27 16,-5-7 112-16,5-4 193 0,1-4 231 0</inkml:trace>
  <inkml:trace contextRef="#ctx0" brushRef="#br0" timeOffset="7127.42">15493 10459 9 0,'-6'-15'488'0,"6"0"156"0,-6 1 116 15,-2-1 94-15,2 4-60 0,0 0-112 16,6 1-142-16,-6 5-136 0,-1 2-106 0,7-1-90 15,0 4-74-15,-7 0-48 0,7 7-25 16,0 5-3-16,7 2 9 0,-7 4 14 0,7 1 16 16,-7 6 4-16,6 0-1 0,0 2-5 15,0 2-3-15,2-4-4 0,-8 5-3 16,6-5 1-16,-6 1 6 0,6-4 5 0,1-4 1 16,-7 1 3-16,0-4 7 0,0-1 9 15,7-7 17-15,-7 1 31 16,0 0 26-16,0-8-15 0,0 0-176 15,0-5 0-15,-7-2 0 0,7-4 0 0,0 0 0 16,0-7 0-16,-7-1 0 0,7-2 0 16,0-8 0-16,0 2 0 0,0-2 0 15,0 4 0-15,7-4 0 0,-7 7 0 0,7-4 0 16,6 5 0-16,-7-2 0 0,8 4 0 16,-2-2 0-16,8 6 0 0,-1-3 0 0,1 7 0 15,0-5 0-15,5 9 0 0,-5 0 0 0,0 3 0 16,-8 4 0-16,8 4 0 0,-7 3 0 15,7 0 0-15,-8 5 0 0,2 6 0 16,-1 1 0-16,-7-1 0 0,0 4 0 0,8 0 0 16,-14 3 0-16,6 1 0 0,0-1 0 15,-6-2 0-15,8 3 0 0,-8-5 0 16,0 2 0-16,6-1 0 0,-6-4 0 0,0-4 0 16,0 1 0-16,0-3 0 0,0-2 0 0,0-6 0 15,0-1 0-15,-6 0 0 0,6-3 0 16,0-3-110-16,-8-4-302 0,2-3-148 0,6-6-196 15,-6-2-207-15,6-4-131 0,-7 0-13 16,7-7 50-16,0-1 136 0,0-2 216 0,7-5 263 16</inkml:trace>
  <inkml:trace contextRef="#ctx0" brushRef="#br0" timeOffset="7611.68">15846 9972 222 0,'0'-15'555'0,"-8"4"133"0,8 0 93 0,-6 0 6 16,6-4-78-16,0 5-161 0,0-2-138 16,0 1-118-16,0 4-84 0,6 0-71 0,2-1-52 15,-2 1-36-15,7 0-23 0,0 4-11 16,0-5-8-16,7 4-3 0,-8 4 0 16,8 0-3-16,-1 0 2 0,-5 0-2 0,-2 4-1 15,2-1-2-15,-8 2-1 0,7 1 5 16,-7 2-2-16,-6 3 1 0,0 1 2 0,0-2 2 15,-6 0 1-15,-7 5 0 0,7-3 0 16,-8 2 0-16,-5-3-1 0,6 0 0 0,0 0-4 16,-7 0-2-16,14 0 1 0,-8-4 0 15,8 0 0-15,0-3-1 0,-1 0 1 16,1-1-1-16,6 1-2 0,0-4 3 0,6 0 3 16,1 5 5-16,-1-5 1 0,8 0 5 15,5 2 4-15,0-2 1 0,1 0 1 16,-1 5 4-16,1-2 8 0,-1 0 13 0,1 5 12 15,0-2 12-15,-7 2 6 0,0 4 6 0,0-1 0 16,-7 0-2-16,0 0-2 0,2 3 4 16,-8 0 12-16,0-2 11 0,-8 2 13 0,2-3 11 15,-7 1 5-15,0 2-2 0,0-3-10 16,-7-4-16-16,8 5-19 0,-8-9-21 16,1 4-17-16,-1-3-18 0,0 0-11 0,1-1-11 15,-1-3-12-15,8 0-31 0,-2 0-46 16,-5-3-66-16,12-1-87 0,-6 0-146 15,7-3-205-15,6-3-227 0,0-2-182 0,6-2-56 16,1-2 24-16,6-2 113 0,0-3 197 0,7-1 244 16</inkml:trace>
  <inkml:trace contextRef="#ctx0" brushRef="#br0" timeOffset="7939.75">16288 9599 86 0,'13'-19'598'0,"-6"4"135"15,6-3 91-15,-1 3 62 0,2 1-96 16,-2 2-207-16,2 2-190 0,-1 6-117 0,7 0-69 16,-2 4-40-16,2 8-19 0,7 2-12 15,-8 5-2-15,0 7 2 0,8 7 0 0,-15 5 9 16,8 6 26-16,-7 7 39 0,0 9 38 16,0 6 22-16,-7 7 15 0,2 4 3 0,-2 5-25 15,0-2-185-15,-6 1-78 0,0-4 0 16,0 1 0-16,-6-8 0 0,0-1 0 0,-8-6 0 15,1-8 0-15,0-3 0 0,0-8 0 16,-7-7 0-16,8-2 0 0,-2-11 0 16,1-1 0-16,7-4 0 0,-7-4 0 0,6-4 0 15,-5-3 0-15,5-4 0 0,0 0 0 16,-6 0-71-16,7-4-414 0,-8 1-209 0,2-5-252 16,-8 1-188-16,1 3-48 0,-13-3 40 15,5-1 114-15,-5 0 212 0,-1 8 286 16</inkml:trace>
  <inkml:trace contextRef="#ctx0" brushRef="#br0" timeOffset="8504.99">13293 12614 265 0,'-14'10'416'0,"8"-2"51"0,-1-5 23 16,7 1-42-16,0-2-28 0,0 3-29 0,7-1-34 16,-1-4-22-16,14 0-29 0,-8-4-50 15,8 4-72-15,-1-5-76 0,7 3-48 0,1-2-26 16,-1-3-13-16,0 3-15 0,0 1-57 15,0-4-101-15,-7 2-126 0,1 2-152 16,-1-1-157-16,-5 4-111 0,-8-4-12 0,-6 4 65 16,0 4 109-16,-12 0 141 0</inkml:trace>
  <inkml:trace contextRef="#ctx0" brushRef="#br0" timeOffset="8692.45">13299 12808 132 0,'-6'10'428'16,"-2"1"73"-16,2 0 65 0,6-4 12 0,0 1-3 15,6-1-85-15,2-3-73 0,-2-1-47 16,6-3-45-16,2 3-74 0,5-6-74 16,1 3-56-16,6-3-33 0,0-5-22 0,-1 5-18 15,9-5-15-15,-2 1-19 0,-6 0-26 16,6 0-80-16,-6 3-133 0,1-3-178 0,-7 3-209 16,-2-4-153-16,2 5-60 0,-6-4 31 15,-1 3 109-15,-1 0 163 0</inkml:trace>
  <inkml:trace contextRef="#ctx0" brushRef="#br0" timeOffset="9521.68">14607 12481 76 0,'8'-7'232'15,"-8"-3"51"-15,0 2-14 0,6-4-23 16,-6 1 37-16,0 0 14 0,0 0 15 15,0 4 27-15,-6-4 31 0,6 1 24 0,-8 2 0 16,2 1-21-16,0-1-38 0,0 5-52 16,-2-1-58-16,-4 0-49 0,5 1-29 0,-6 3-22 15,0 3-16-15,-7 1-8 0,8 3-18 16,-8 4-13-16,1 4-14 0,-1 0-8 0,7 3-5 16,-7 4-7-16,8 1 6 0,-2 4 6 15,2 4 1-15,-2 1 2 0,8 1 1 0,6 1-1 16,-7 3-5-16,7-5-3 0,7 5 6 15,-1-5 8-15,0-2 1 0,2-1 5 16,4 0 2-16,8-4 1 0,-7-2-6 0,7-4-6 16,6-1-1-16,0-4-6 0,-1-2-1 15,1-5-5-15,7-4-5 0,-7-3-7 0,7-3-6 16,-1-4-4-16,1-1-5 0,-1-6 1 16,1-1 8-16,-1-3 10 0,-6-1 14 0,1-3 10 15,-8-4 11-15,0 1 3 0,1-4-5 16,-7-5-7-16,-6 1-15 0,6-4-7 0,-7 0-3 15,-6 2 2-15,0 1 1 0,0 2 1 16,-13 3 2-16,7-1-4 0,-7 8-10 0,-6 0-7 16,-1 0-6-16,-6 4-5 0,-1 4-5 15,1 2-2-15,1 1 0 0,-8 4-2 16,7 3-2-16,0 1 0 0,-6 3-1 0,5 0 0 16,1 3-1-16,0 5 0 0,7-1 2 15,-7 4 0-15,6 4 1 0,-6-1-1 0,13 1-2 16,-7 7 1-16,8-4 0 0,-2 4 3 15,1 0-2-15,13-3 1 0,-6 2 1 16,6-2 1-16,6-1 0 0,-6 0 2 0,13-2 2 16,1 2 2-16,-2-4 2 0,8-2 4 15,6-2 5-15,1-3 3 0,-2-4 1 0,15 5 1 16,-8-8 0-16,7 0-2 0,0 0-7 16,0-3-3-16,0 3-1 0,-6-5-2 0,-7 2-4 15,0 0 2-15,-7-1-3 0,1 4-2 16,-7-4-9-16,0 4-26 0,-7 0-40 15,1 0-59-15,-1 0-76 0,-6 0-97 0,0 0-152 16,7 0-190-16,-7 0-204 0,0 0-154 16,0 0-36-16,0 0 42 0,0 0 128 15,7-3 199-15,5-5 236 0</inkml:trace>
  <inkml:trace contextRef="#ctx0" brushRef="#br0" timeOffset="9849.82">15416 12306 134 0,'0'-15'655'0,"0"-4"127"0,0 1 83 0,-8 0 73 15,2-2-75-15,0 3-237 0,-8 2-189 0,2 1-100 16,-1 3-59-16,-1 4-60 0,-4-1-56 0,-2 4-41 16,7 4-34-16,-7 4-22 0,0 4-22 15,1 2-15-15,-1 9-10 0,8 3-4 16,-8 8-3-16,6-1 4 0,2 11 11 0,-1 4 15 15,6 3 13-15,1 4 15 0,-1 5 14 16,7-2 6-16,0 1-1 0,7 0-9 0,-1-4-1 16,1 0-4-16,6-2-10 0,-1-6-6 15,2-2-7-15,6-4-7 0,-1-5-9 16,1-3-8-16,-1-7-11 0,0 0-11 0,1-3-30 16,-1-4-46-16,1-7-65 0,0-2-84 15,-7-6-108-15,7-3-151 0,-8-8-165 16,2-4-168-16,5-4-143 0,-6-3-42 0,-6-3 44 15,5-8 122-15,2-3 171 0,-8-8 201 0</inkml:trace>
  <inkml:trace contextRef="#ctx0" brushRef="#br0" timeOffset="10349.81">15565 12444 52 0,'0'-14'486'0,"0"3"142"0,0-4 130 16,-7 4 69-16,7 1-27 0,0 2-150 15,-6 1-133-15,6 3-132 0,0 0-121 0,0 4-88 16,0 0-56-16,0 8-25 0,0 2-8 15,0 2 9-15,0 6 11 0,6 4 5 16,-6 4-6-16,7-1-3 0,-7 5-6 0,7 2-11 16,-7 2-8-16,0-2-5 0,0 0-3 15,6-1-6-15,-6-2 4 0,0-8 6 0,0 2 4 16,0-2 2-16,0-5 7 0,7-2 14 16,-7-2 15-16,0-5 24 0,0 0 28 15,0-3 18-15,0-4 2 0,0 0-120 0,0-4-68 16,-7-3 0-16,7-5 0 0,0-2 0 15,0-1 0-15,0-7 0 0,0 1 0 16,0-9 0-16,0 4 0 0,0-3 0 0,7-1 0 16,-1 5 0-16,0-1 0 0,8 1 0 15,-2-1 0-15,2 3 0 0,5 6 0 0,1-5 0 16,0 3 0-16,5 5 0 0,-5-4 0 0,6 3 0 16,0 4 0-16,0 0 0 0,1 4 0 15,-8 3 0-15,0 4 0 0,8 0 0 0,-15 7 0 16,8 1-2-16,-7 2-2 0,0 5 4 15,0 3 5-15,0 1-4 0,-6 7-1 16,-1-4 0-16,1 3 0 0,-1 5 0 0,0-5 0 16,1 1 0-16,-7-1 0 0,7 1 0 15,-7-3 0-15,6-3 0 0,-6 3 0 0,0-9 0 16,0 5 0-16,0-8 0 0,0 0 0 16,0-1 0-16,0-2 0 0,0-4-204 15,0 0-151-15,0-8-106 0,-6 0-150 0,6-4-174 16,-7-2-174-16,7-5-95 0,0-7 8 15,-7-3 81-15,7-8 159 0,0-7 211 16</inkml:trace>
  <inkml:trace contextRef="#ctx0" brushRef="#br0" timeOffset="10667.24">16151 12012 38 0,'7'-15'523'15,"-1"1"146"-15,1-1 102 0,-1 0 79 0,0 1-77 16,8 3-149-16,-8-1-151 0,8 5-119 15,-2 1-82-15,1 6-61 0,1 0-36 16,5 6-27-16,-6 6-17 0,7 2-6 0,-1 9 5 16,1 2 8-16,-1 8 2 0,1 7 22 15,0 4 19-15,-8 8 10 0,2 3 1 0,-2 3-1 16,1 5-4-16,-13 2-18 0,0-2-14 16,0 3-2-16,-13-4-88 0,1-5-65 0,-2 3 0 15,-6-5 0-15,8-3 0 0,-8-8 0 16,1-1 0-16,5-6 0 0,-5-4 0 15,6-4 0-15,6-7 0 0,-5-4 0 0,5 1 0 16,0-8 0-16,1-4 0 0,0 0 0 16,6-7 0-16,-7 0-54 0,0-3-346 0,1-1-113 0,-1-1-163 15,1-1-185-15,-7 2-184 0,0 1-49 16,-7-1 31-16,-12 1 96 0,5-2 180 0,-11 5 239 16</inkml:trace>
  <inkml:trace contextRef="#ctx0" brushRef="#br0" timeOffset="11148.99">13500 14697 251 0,'-12'5'392'16,"-1"-2"68"-16,6 0 11 0,-6-3-34 16,13 4-34-16,-6 0-38 0,6-4-22 0,0 0-20 15,0 0-21-15,6 3-30 0,7-3-42 16,0-3-49-16,6 3-57 0,7 0-46 0,-6-4-27 15,13 4-23-15,-7-4-11 0,0 1-37 16,-1 0-85-16,2-2-109 0,-1 1-150 16,-6 1-154-16,-1 0-161 0,1-1-56 0,-8 4 34 15,-5-4 82-15,-7 4 133 0</inkml:trace>
  <inkml:trace contextRef="#ctx0" brushRef="#br0" timeOffset="11367.69">13494 14891 329 0,'-6'16'480'0,"-1"-5"75"16,7 0 106-16,0-1-17 0,0-2-45 16,7-5-70-16,-1 5-51 0,7-5-38 0,0-3-74 15,7 0-80-15,-1 0-58 0,1-3-41 16,6-1-31-16,0 0-29 0,7 1-26 16,-1-1-28-16,-6-3-22 0,7 0-20 0,-8 2-12 15,-5 2-12-15,0 0-20 0,-7-2-34 16,0 2-53-16,-7 0-87 0,-6 3-135 15,0 0-169-15,-6 0-183 0,-1 0-177 0,-6 0-55 16,1 0 26-16,4 3 103 0,-4-3 158 16,-2 0 189-16</inkml:trace>
  <inkml:trace contextRef="#ctx0" brushRef="#br0" timeOffset="25817.1">5301 15229 179 0,'-13'0'289'0,"6"-4"42"0,1 4-37 16,-1-3-50-16,1 3 21 0,-8-4-40 16,14 0-16-16,-6 4-5 0,0-3 3 0,6 3 5 15,-7 0 0-15,7 0-5 0,0 0-12 16,0-4-15-16,0 4-9 0,0 0-8 15,0 0 2-15,7 0 1 0,-1 4 7 0,0-4 0 16,14 0-1-16,0 3-4 0,6-3-16 16,7 4-14-16,6 0-13 0,6-1-3 0,7 1-2 15,7 0-3-15,0-1-7 0,-1 1-6 16,7-1-13-16,0 2-14 0,7-2-12 0,0 0-14 16,-1 5-9-16,8-8-7 0,5 3-8 15,1 1-6-15,0-4-4 0,0 0-2 0,-1 0 1 16,0-4-2-16,-5 1 0 0,5 3 1 15,1-4-1-15,0 0-1 0,-8 1 0 16,2 0 4-16,-8-2 2 0,2 2 3 0,-8-4 1 16,0 3 1-16,-7 0 0 0,1 1 1 0,-7-1-3 15,0 0-3-15,-7 1-4 0,1-1-1 16,-1 1-6-16,-5 3-1 0,-1-5-2 0,0 5 0 16,-7-3 1-16,1 3 0 0,-1 0 2 15,-6 0-3-15,7 0 1 0,-7 0-1 16,0 0 0-16,1 0-1 0,-9 0-2 0,9 0 1 15,-7 0-2-15,-1 3-1 0,-6-3 1 16,7 0 2-16,-7 0 2 0,-1 0 3 0,2 0 1 0,-2 0 3 0,2 5-3 0,-8-5-2 16,7 0 0-16,-6 0-3 0,0 0-2 0,-1 0-3 15,0 0 2-15,-6 0 6 0,6 0 0 32,-6 0 2-32,8 0 0 0,-8 0-3 15,0 0 1-15,0 0 4 0,0 0-3 0,0 0-2 0,0 3 1 0,0-3 6 0,0 0-5 31,0 0-8-31,0 0 3 0,0 0 1 0,0 0 7 0,0 0 1 0,0 0 13 0,0 0 17 16,0 0 17-16,0-3 9 0,0 3 2 31,0-5 0-31,0-3-7 0,-8 2-16 0,8-5-19 0,0-4-9 0,0-3-7 0,0-1-5 32,0-6-5-32,0-4-2 0,0-8 0 0,0-3-2 0,0-8-1 0,8-4-1 0,-2-2 1 31,0-1-2-31,-6-4 3 0,7 1 0 0,-1-1 0 15,1 4 1-15,0 0-1 0,-1 0-3 0,0 0 0 0,-6 4-4 0,7-1-7 0,-7 2-9 16,0 6-2-16,0-1-3 0,0 1-9 16,-7 8 2-16,7 3 7 0,-6 4 11 15,0 3-2-15,-1 3 1 0,0 6 4 0,-6-3-2 32,1 6 1-32,-2 1-9 0,-5 1 3 15,-1-3-2-15,0 8-2 0,-6-1-6 0,-6 1-7 0,-1 0-3 0,1 3-1 0,-7 1-3 31,0-1-2-31,-1 0 3 0,-5 4-1 0,0 0-4 0,-1 0-3 0,-6 0-1 0,0 4-4 32,-7-4 0-32,-6 0-3 0,-7 4 4 0,1-4 1 0,-8 3 1 0,2 1 3 0,-8 0 2 15,7-1 5-15,-7 1 11 0,6 4 3 0,2-5 6 16,-2 0 10-16,8 5 4 0,-8-5 2 16,2 5-3-16,-2-5 2 0,8 6 3 15,-8-7-2-15,8 6 1 0,6-1 2 0,-7 1 4 16,14-6-1-16,-7 6-3 0,12 4-9 15,-5-5-12-15,5 0-5 0,-5 1-7 0,12 3-5 16,-6-4 3-16,1 0 7 0,4 0 6 16,9 0 9-16,-8-2 5 0,7-2 3 15,6 4 3-15,1-7 1 0,-1 4 2 0,1 0 0 16,-1-4-1-16,7 0 0 0,0 3 0 16,0-3 1-16,-1 0 4 0,2 0-2 0,5 0 1 15,-6 4 3-15,6-4 0 0,1 4 1 16,-1-1 0-16,8-3-1 0,-8 5 0 0,7-3-2 15,7-2 1-15,-1 5-3 0,0-5 0 16,1 3 0-16,0 0 3 0,6 2 0 0,-8-2-3 16,8 5 3-16,0-5 1 0,0 9 4 15,8-6-2-15,-8 5 4 0,6 4 2 16,0 0 4-16,1-1 0 0,6 6 10 0,-6-3 9 31,-1 1 11-31,0 4 12 0,1 4 8 0,0 4 6 0,-1-2-3 0,0 6 1 0,1 2-1 31,0 1-5-31,-1 7-4 0,1-1-4 0,-1 1-3 0,0 8-8 0,-6-4-7 0,7 6-6 16,0-2-6-16,-7-1-3 0,0 1-2 16,6-2-1-16,-6 2-3 0,0-4-1 15,0-4-1-15,0 3 0 0,0-7-2 0,6 1-1 16,-6-4-2 0,0 0 3-16,0-5-4 0,0-3-3 15,0-3 0-15,0-3 1 0,0-2 0 0,0-7-2 16,0 1 3-16,0-7 8 0,0 3 14 15,0-8 16-15,0 4 18 0,0-3 12 16,0 0 14-16,0-4 1 0,0 0-12 0,0 0-15 16,0 0-17-16,0 0-17 0,0-4-26 15,-6 4-35-15,6-4-55 0,0 4-74 16,-6-3-111-16,6-1-156 0,0 1-200 0,-7-1-213 16,0 0-107-16,1-3-9 0,0 0 64 15,-1 0 135-15,7-1 198 0</inkml:trace>
  <inkml:trace contextRef="#ctx0" brushRef="#br0" timeOffset="31138.4">15448 14591 110 0,'7'4'249'0,"-1"-4"56"16,-6 0-17-16,0 0-38 0,6 0 25 0,-6 0-2 16,6-4-15-16,-6 0-13 0,0 1 1 0,8-1 17 15,-8 1 15-15,6-5 6 0,-6 1-6 16,0 0 1-16,6-1-9 0,-6-3-27 16,0 4-27-16,0-4-22 0,0 1-14 0,0-2-19 15,-6 5-21-15,6-5-15 0,-6 6-17 0,6-1-19 16,-14-1-18-16,8 4-20 0,0 0-18 15,-8 4-13-15,1 0-9 0,1 0-11 0,-2 4 0 16,2 3-1-16,-2 5 1 0,1 2 1 16,-7 0-1-16,8 9 5 0,-2-2 1 15,2 5 0-15,-1 3-1 0,6 5 2 0,-6 2 3 16,13-2 3-16,-6 3 4 0,6-2 3 0,0-1 3 16,0-2 1-16,6 1 2 0,0-4-2 0,8 2 3 15,-8-6 1-15,7-3 7 0,7 0 5 16,-1-4 5-16,1 0 5 0,0-2 3 0,-2-6 2 0,9-3-2 15,-1 1 0-15,-6-4-2 0,6-4 4 16,-1 0-4-16,1-8-1 0,1 4 4 0,-7-7 3 16,6 0 5-16,-7 0 0 0,1-7 6 15,-8 0 4-15,2-1-7 0,-2-6-10 0,-5 0-8 16,-1-6-8-16,-6-1-12 0,0-1-11 16,-6 4-7-16,-1-5-1 0,1 5-5 0,-8 3-4 15,2-3-1-15,-8 7-1 0,1 0-1 16,-1 5-1-16,-6-3 2 0,0 6 0 15,1 3 1-15,-2-1 0 0,1 6-1 0,0-2 0 16,6 5 0-16,-5-1-1 0,5 4-2 16,-6 0 1-16,13 4 0 0,-7-1 0 0,8 1 2 15,-8 3 1-15,7 1 1 0,-1 2 0 16,8 1 0-16,-7 0-2 0,6 1 0 0,1-1 0 16,0 0-1-16,6 4-2 0,0-5 2 15,0 5 1-15,6-5 0 0,0 5 3 16,8-4 2-16,-2 4 1 0,8-4 1 15,-1 0 2-15,7-1-2 0,-6-2 1 0,13 0-3 16,-7-1-1-16,0 1 0 0,7-5 0 16,-7 1 0-16,7-4-1 0,-8 4 0 0,7-4 2 15,-6-4-1-15,-6 4 0 0,7-4 0 16,-15 4 2-16,2-3 2 0,-2-1 0 0,1 4-9 16,-6-4-21-16,0 1-36 0,-1 3-60 15,-6-4-76-15,0 4-99 0,6 0-140 0,-6-3-174 16,0-2-185-16,0 2-138 0,0 3-30 15,0-5 45-15,0-1 117 0,7 2 178 0,0 0 213 16</inkml:trace>
  <inkml:trace contextRef="#ctx0" brushRef="#br0" timeOffset="31498.71">16203 14404 182 0,'0'-11'379'0,"-6"1"54"16,6-1 55-16,-6 0-61 0,-8-1-16 15,8 2-35-15,-1 2-20 0,-6-3-16 0,7 5-35 16,-7 1-41-16,-1 1-53 0,2 4-54 16,-1 0-41-16,0 0-27 0,0 9-7 0,-7-3 0 15,7 5 1-15,0 7-6 0,7 1 9 16,-7 6 10-16,6 4-1 0,-6 5-2 15,13-1 3-15,-6 7 6 0,-1 0-8 0,7 5-7 16,0 2-5-16,0-3-3 0,7 0-13 16,-1 0-12-16,0-4-9 0,1 0-9 0,6-3-6 15,0-4-9-15,0-8-3 0,0 1-5 0,7-4-2 16,-7 0-4-16,0-6 0 0,6-2-3 16,-5-3-11-16,-2 0-25 0,1-4-48 15,0-7-80-15,0 0-136 0,1-4-169 0,-8-3-188 16,7-4-175-16,0-4-58 0,-7-4 23 15,1 1 103-15,-1-3 156 0,8-9 190 0</inkml:trace>
  <inkml:trace contextRef="#ctx0" brushRef="#br0" timeOffset="31767.06">16341 14646 321 0,'0'-11'498'0,"0"5"115"0,0-2 111 16,0 1-25-16,0-1-92 0,0 0-87 0,0 5-90 15,0-1-103-15,0 4-103 0,0 0-73 16,0 0-39-16,0 4-20 0,6 3 1 16,-6 5 13-16,6-2 16 0,-6 9 8 0,6-1-6 15,1 0-12-15,0 5-13 0,-7 2-19 16,6-3-18-16,-6 3-17 0,0 1-15 16,7 0-13-16,-7 0-8 0,0-5-4 0,0-3-2 15,0 1-2-15,0 0-2 0,0-9-4 16,0 1-19-16,0 0-30 0,0-4-48 0,0-3-97 15,0 0-156-15,0-8-192 0,0 0-179 16,0-6-150-16,0-5-46 0,0-4 46 0,0-3 131 31,-7-7 179-31</inkml:trace>
  <inkml:trace contextRef="#ctx0" brushRef="#br0" timeOffset="32095.11">16451 14346 266 0,'6'-26'462'0,"1"4"103"0,0 1 107 0,5 2-30 16,-5-3-43-16,0 4-84 0,5 3-73 16,-5 1-77-16,6 2-84 0,0 5-64 0,7 1-44 15,-8 1-24-15,8 10-6 0,-1 1-5 16,1 5 1-16,6 4-6 0,-6 7-8 0,-1 3-5 16,1 4-6-16,-7 8-2 0,0 3-7 15,0 4-4-15,-7 4-1 0,-6 4-6 0,0 2-5 16,0 1-10-16,0 4-5 0,-6-1-5 15,6 2-6-15,-6-6-3 0,-1-3 0 0,0-2 1 16,1-2-3-16,-1-7-7 0,7-3 1 16,-6-1-6-16,0-7-8 0,6-3-10 15,-8-8-4-15,8 1-3 0,-6-5-7 0,0-6-11 16,6-1-23-16,-6 1-41 0,-1-8-64 0,-6 3-86 16,0-6-118-16,-7 3-174 0,8-8-222 15,-8 5-243-15,0 3-89 0,-5-4 5 16,-2 1 74-16,-5 3 160 0,6 0 231 0</inkml:trace>
  <inkml:trace contextRef="#ctx0" brushRef="#br0" timeOffset="32664.17">14015 16877 196 0,'0'4'434'0,"0"-4"65"16,0 0 35-16,0 3-87 0,6-3-51 0,-6 0-93 15,8-3-64-15,4 3-32 0,-5-4-16 16,12 4-12-16,-6-3-26 0,7-4-33 0,-1 2-43 15,1 2-32-15,6-4-21 0,-6-1-11 0,5 5-7 16,1-5-15-16,0 5-36 0,1-4-62 16,-7 2-94-16,-2 2-120 0,-4-1-131 15,-8 4-131-15,1 0-37 0,-7 0 22 0,-7 0 73 16,1 4 109-16</inkml:trace>
  <inkml:trace contextRef="#ctx0" brushRef="#br0" timeOffset="32914.56">14094 17031 186 0,'0'15'452'0,"-8"-5"63"16,8-2 39-16,-6 0-28 0,6-5-9 15,0 5-75-15,0-5-54 0,6 1-23 0,2-1-10 16,-2-3-37-16,0 5-63 0,7-5-53 16,7-5-35-16,0 5-23 0,-1-7-17 0,0 4-18 15,1-5-17-15,6 1-18 0,-7 0-16 16,8 0-10-16,-1-1-8 0,-7-3-7 0,1 3-8 15,0 1-7-15,-8-1-6 0,2 1-6 16,-2 4-7-16,-5-5-19 0,-1 5-37 0,1 3-69 16,-7-4-121-16,-7 1-143 0,7-1-172 0,-13 4-184 15,7 0-109-15,0-4-8 0,-8 4 79 16,8 0 121-16,-8-3 164 0</inkml:trace>
  <inkml:trace contextRef="#ctx0" brushRef="#br0" timeOffset="36693.9">15767 16665 47 0,'6'0'276'0,"-6"0"62"0,7 0 51 15,-7-4-78-15,7 4 1 0,-7-3-4 16,0 3-29-16,0-4-16 0,0-3-6 0,0 3 9 16,0 0-1-16,0-4-6 0,0 6-7 0,0-6-14 15,6 0-18-15,-6 1-20 0,0-3-18 16,0 1-12-16,0 2-9 0,0 0-13 0,0-4-8 15,0 4-12-15,0-5-14 0,-6 2-19 16,-1 0-16-16,0-2-15 0,1 1-14 0,-7-3-11 16,0 2-9-16,0 1-6 0,0-3-3 0,0 2-2 15,-7 2 1-15,8 2 0 0,-2 1-2 16,1 0 0-16,-7 3-4 0,8-4 0 16,-8 8-7-16,1 0 0 0,-1 0 0 0,0 5-7 0,1-2 0 15,-1 4 0-15,0 1 0 0,2 3 0 16,-2-1-7-16,1 5 10 0,-1 0-2 15,0-1-1-15,7 1-2 0,-7 4 0 0,8-1 7 16,-2 0-3 0,8 4 9-16,-7 1 9 0,7 2 7 0,-1 1 12 15,7 3 8-15,0 0 13 0,0 3 2 16,7-1-5-16,-1 1-1 0,1 1-7 0,-1 1-6 16,8-6-10-16,-2 2-3 0,1-1 1 0,0-3 2 15,6-1 3-15,1-3 4 0,6 0 6 16,-6-3-2-16,5-4 6 0,2 0-1 0,5-9 0 15,-6 2-3-15,7-1-3 0,-1-3-1 16,-5-4-3-16,-1-4-5 0,6 0-6 0,-5-3-1 16,-1-3-5-16,0-2-6 0,-7 1-7 15,1-3 1-15,6-1-4 0,-7 0-1 0,-6-4-3 16,6 5 1-16,-5 0 0 0,-8-5 0 0,7 5 2 16,-6-6 0-16,-7 3 2 0,6-2 0 15,-6 1-2-15,0 0 0 0,0-4 0 0,-6 3 1 16,6-2-2-16,-7 3-2 0,1-1 1 15,-1 1 0-15,-5-4-1 0,-2 7-2 0,8-3 0 16,-7-1 0-16,0 5 0 0,0-1-1 16,-7 0 1-16,7 4-3 0,-6-3 0 0,-1 2 1 15,-6-2-2-15,0 3 3 0,6 0-2 0,-6 0 0 16,0 4 1-16,1 0 0 0,-1-1 0 16,6 1-1-16,-7 2-1 0,9 3 2 0,-2 2-2 15,0 0 1-15,1 0 1 0,5 2-1 16,-5 7 1-16,6-1-1 0,-6-2-1 0,11 5-1 15,-4 0 1-15,6 0-1 0,-8 4 1 0,14 4 1 16,-6-5 0-16,6 5 2 0,0-1 1 16,0 0-1-16,6 0 1 0,0 0 3 0,8 1-1 15,-2-2 1-15,2 0-1 0,-1-3 1 0,7-1 1 16,-2 3-3-16,2-5 0 0,7-1 1 16,-7-2 2-16,5-1-1 0,1 1 2 0,6-8 2 15,-5 3 1-15,-1-3-1 0,0 0-1 16,0-3 1-16,0 3 0 0,-7-8 0 0,8 5 0 15,-8-4 2-15,-6 2 2 0,7-2 2 16,-14 0-2-16,7 3 1 0,-6 1-2 0,-1-1 0 16,1 1-3-16,-1 3-5 0,-6-4-3 15,6 4-16-15,-6-5-28 0,0 5-42 0,0 0-66 16,0 0-85-16,0 0-115 0,-6 0-147 0,6 0-185 16,0 0-184-16,-6-2-104 0,-1 2-5 15,7-5 72-15,0 2 134 0,0 0 198 0</inkml:trace>
  <inkml:trace contextRef="#ctx0" brushRef="#br0" timeOffset="37202.94">16294 16280 295 0,'0'-15'424'0,"0"1"64"0,-6-1 69 16,6 1-44-16,-6 3-43 0,-1-1-37 16,0 1-32-16,1 0-39 0,-7 5-43 0,6-3-65 15,-6 2-66-15,1 4-45 0,-8 3-23 16,6-4-12-16,-5 8-11 0,6-4-11 0,-6 7-6 15,-1 1-1-15,1 2-2 0,6 1-6 16,-7 5-1-16,7 5 5 0,-7 2 4 0,8 5-2 16,-1 2-5-16,6 3 4 0,0 4 4 0,1-1-4 15,0 4-9-15,-1 1-5 0,7-1-9 16,7 0-7-16,-1 4-6 0,-6-3-5 0,13-1-5 16,-6-1-1-16,6-2-2 0,-1 0-6 15,8 0-4-15,-7-4-8 0,0 0-3 0,7-4-3 16,-1 1-1-16,1-5 0 0,-1-3 1 0,1 0 0 15,6 0 1-15,-6-7-1 0,-1 4 1 0,1-9-1 16,-8 1 1-16,8 0-2 0,-7-4 4 16,0-3 1-16,0 0-1 0,-7-4 1 0,2 0-4 15,-2-4-19-15,0 0-33 0,-6 1-50 16,6-5-66-16,-6-3-97 0,0 4-123 0,0-8-143 16,7 5-152-16,-7-9-152 0,0 4-54 0,0 1 32 15,0-4 93-15,7-1 143 0,-7-3 172 16</inkml:trace>
  <inkml:trace contextRef="#ctx0" brushRef="#br0" timeOffset="37863.42">16353 16643 56 0,'-6'-7'416'0,"6"0"99"0,-6-1 113 16,-2 0 39-16,2 1 14 0,6-3-88 0,-6 1-74 15,-1 2-53-15,7 4-73 0,-6-5-73 16,6 5-58-16,-7-1-56 0,7 1-45 0,0-1-44 16,-7 4-37-16,7 0-33 0,0 0-24 15,0 4-13-15,7 3-5 0,-7 4 1 0,0-1 3 16,7 5 5-16,-7 4 10 0,6-1 9 0,1 4 10 16,-7 0 5-16,6 4 0 0,0-4 1 0,2 3-2 15,-8-2-1-15,6-2-4 0,0-3 2 16,-6 5 4-16,6-9-1 0,-6 5 1 15,7-9-3-15,-7 5 3 0,0-8 6 0,7 1 10 16,-7-1 20-16,0-3 27 0,0 0 34 0,0-2 34 16,0-2 14-16,0 0-5 0,0-2-19 15,0-2-27-15,0-3-134 0,-7 0-8 0,7-5 0 16,0-3 0-16,-7 1 0 0,7-1 0 16,-6-3 0-16,6-1 0 0,-6-2 0 0,6 3 0 15,-6-7 0-15,-2 2 0 0,8 1 0 0,-6 0 0 16,6 3 0-16,0-2 0 0,0 3 0 15,0-5 0-15,6 9 0 0,2-1 0 0,-2 0 0 16,0 1 0-16,0 3 0 0,1 3 0 16,6 2 0-16,-6-2 0 0,5 4 0 0,2-1 0 15,6 3 0-15,-8 2 0 0,8-4 0 0,-1 4 0 16,-5 4 0-16,5-4 0 0,1 2 0 16,-8 3 0-16,2 2 0 0,-2 1 0 0,2-1 0 15,-1 3 0-15,-1 2 0 0,-4-1 0 0,4 3 0 16,-6 2 0-16,2 1 0 0,-2 1 0 15,0 1 0-15,1 4 0 0,-7-2 0 0,6-3 0 16,1 4 0-16,-7-2 0 0,7 0 0 16,-7-1 0-16,0-4 0 0,6 0 0 0,-6-1 0 15,0-3 0-15,0 0 0 0,0-3 0 16,6-1 0-16,-6-4 0 0,0 1 0 0,0-1 0 16,0 1 0-16,0-4 0 0,0 0 0 0,0 0 0 15,-6-4 0-15,6 1 0 0,-6-1-196 16,-1 1-154-16,0-4-112 0,1-1-163 0,-1-3-195 15,1 0-207-15,0-3-64 0,-2-1 25 16,2 0 90-16,6-4 176 0,0-1 231 0</inkml:trace>
  <inkml:trace contextRef="#ctx0" brushRef="#br0" timeOffset="38269.49">16659 16188 62 0,'7'-14'545'16,"6"-1"139"-16,-13 1 91 0,7-1 71 0,-1 0-83 16,0 4-170-16,0-3-154 0,2 3-117 0,-2 0-73 15,0 4-59-15,7 0-42 0,-6 2-29 16,6 5-18-16,0 5-1 0,6-3 2 16,-5 10 8-16,5 1 7 0,1 7-2 0,0 2 4 15,5 7-3-15,-5 4 3 0,0 4 0 0,-1 6 0 16,-6 4 3-16,6 2 1 0,-13 2 3 15,2 0 0-15,-2 4-1 0,-6 0-3 0,0 1-2 16,0-2-2-16,-6 0-2 0,6-1-3 16,0-2-105-16,-8-4-8 0,8 1 0 0,0-4 0 15,0-4 0-15,-6-4 0 0,6-6 0 16,0-1 0-16,0-10 0 0,0-1 0 0,-6-3 0 16,6-8 0-16,0 0 0 0,0-3 0 0,0-1 0 15,0-6 0-15,0-1 0 0,0 2 0 16,0-3 0-16,0-2 0 0,0-1 0 0,-6 1 0 15,6-4 0-15,-7 0 0 0,0 4 0 0,1-4-476 16,-7 0-281-16,7 0-293 0,-8 0-144 16,1-4-26-16,-6 5 64 0,0-6 133 15,5 2 241-15,-6-5 327 0</inkml:trace>
  <inkml:trace contextRef="#ctx0" brushRef="#br0" timeOffset="49381.88">21778 3011 253 0,'7'-15'412'16,"-7"-4"64"-16,0 5 66 0,0-4-20 16,0 4-26-16,-7 3-45 0,1-1-24 0,6 2-37 15,-13 2-41-15,6 5-75 0,-6-1-94 0,7 4-49 16,-8 0-36-16,2 7-12 0,-8 4-12 15,7 4-5-15,-7 3 0 0,8 8 4 16,-2 3-4-16,-5 3-10 0,6 2-5 0,6 6-4 16,-5 4 5-16,5 5 0 0,0 1 6 15,1 1 5-15,6 5 3 0,0-5-2 0,0-1-1 16,6-1-8-16,1-5-6 0,6-1-8 16,0-2-3-16,7-1-6 0,-8-7-8 0,8 0-4 15,0-8-7-15,-1 1-5 0,-5-4-6 16,4-3-17-16,-4-1-36 0,5-7-59 0,1-4-68 15,-7-3-129-15,6-4-160 0,-6-7-162 16,7-5-144-16,0-2-80 0,-1-4-6 0,-6-8 91 16,0 1 140-16,7-5 168 0</inkml:trace>
  <inkml:trace contextRef="#ctx0" brushRef="#br0" timeOffset="49881.76">21993 3382 251 0,'0'-23'418'0,"-6"9"68"0,6-5 74 0,-6 8-31 16,-2-3-62-16,2 7-41 0,6-5-35 15,-6 5-39-15,6 3-59 0,-7 0-66 16,7 4-75-16,0 0-57 0,0 8-32 0,0 3-24 16,7 4 0-16,-7 3 4 0,6 4 15 15,0 0 10-15,-6 3 1 0,8 6 5 0,-2-7 5 16,0 6-2-16,0-5 1 0,2 0 1 0,-2 2 6 16,-6-6 3-16,6-2-4 0,-6 0 3 15,7-5 6-15,-7 1 5 0,6-8 13 16,-6 0 22-16,0 1 24 0,0-5 11 0,0-3-8 15,0 0-12-15,0-7-23 0,0-1-37 16,0 1-35-16,-6-7-22 0,6 0-10 0,-7-6-10 16,1-2-2-16,6-3-3 0,-6-4-4 15,-2 3-1-15,8 1-6 0,0 2 0 16,0 1-2-16,0 0 0 0,8 5 7 0,-2-2-2 16,0 4-1-16,1 1 0 0,6 3-4 15,-6 0 1-15,5 0-2 0,8 4 4 16,-7-1 1-16,7 4 0 0,-8 0 2 0,8 1 0 15,0 6-2-15,-1 1-3 0,1 0 1 16,0 6 3-16,-8 3 2 0,8 1 2 0,-7 4 3 16,-1 0 8-16,2 5 9 0,-8-3 4 15,7 7 6-15,-6-5 1 0,0 0 2 0,-1 0-4 16,0 0-6-16,1 0-4 0,0-1-7 16,-7-2 0-16,6-2-6 0,-6 0-2 15,0-3-2-15,6-3-1 0,-6-1-11 0,0 2-27 16,0-9-35-16,0 1-60 0,0-1-78 15,0-3-101-15,-6-7-130 0,6 4-145 0,-6-9-158 16,-1 2-133-16,0-9-63 0,1 1 27 16,-7-4 100-16,6-7 149 0,1-4 183 15</inkml:trace>
  <inkml:trace contextRef="#ctx0" brushRef="#br0" timeOffset="50178.57">22338 3084 275 0,'7'-21'481'0,"0"-1"81"16,-1 2 84-16,0 3-2 0,-6 2-98 0,7 3-80 15,0 2-72-15,-1 3-73 0,1-1-62 0,5 4-51 16,2 4-32-16,6 9-16 0,-8-3-1 16,14 8 23-16,-7 3 6 0,8 8-9 0,-8 0-5 15,8 4 2-15,-1 8 2 0,-1 4 5 16,1 2 1-16,-6 5-4 0,6 4-17 0,-7-1-22 16,1 3-24-16,-7-2-28 0,0-1-23 15,-6 0-13-15,-1 0-9 0,0-3-5 0,-6-4-6 16,0 0-5-16,-6-4-5 0,0-7-5 15,-1 0-4-15,1-3-5 0,-1-8 0 16,0 0 0-16,1-8-3 0,0-3-18 0,0-3-44 16,-8-4-61-16,8-4-80 0,-1-4-103 15,-6-1-149-15,6-1-196 0,-5-5-218 0,6 0-151 16,-8-4-33-16,1 1 41 0,0-1 120 16,0-7 195-16,0 0 252 0</inkml:trace>
  <inkml:trace contextRef="#ctx0" brushRef="#br0" timeOffset="53500.63">21056 3304 176 0,'6'-26'259'0,"0"5"35"0,-6-5-35 16,7 4-32-16,-7 1-23 0,0-2 4 15,0 4 9-15,-7 1-2 0,7 4-4 0,-6 2-2 16,0 2-17-16,-2 2-35 0,2 1-30 16,-6 3-25-16,-2 4-26 0,8 4-15 0,-7 3-11 15,-1 4-3-15,2 4 15 0,-8 3 18 0,7 5 25 16,0 5 17-16,0 2 5 0,1 6-1 0,4 1-17 16,-4 7-15-16,5 0-25 0,7 5-15 15,-6-2-2-15,12-4 2 0,-6 5 2 0,7-4 2 16,5 0 10-16,2-4 5 0,-2-4 0 0,8 2 0 15,-7-6 0-15,7-2-5 0,0-5-13 16,5-3-8-16,-5 1-1 0,6-9 4 16,-6 1 3-16,5-4 2 0,1-4 7 0,1-3 3 15,-8-4-1-15,8-4-2 0,-2-3-1 16,-5-4 9-16,6-4 5 0,-6-3 5 0,-1-5-1 16,1 1 8-16,-8-3 2 0,2-1 0 15,-1-6-2-15,-7 2-5 0,-6-7-6 0,0 1-8 16,0-1-6-16,-13-3-11 0,7 3-5 15,-8 4 0-15,2-3 3 0,-8 6 0 0,1 1-3 16,5 3-6-16,-12 1-4 0,7 7-4 16,-1-4-8-16,0 8-6 0,1-1-5 0,0-1-3 15,-1 5-3-15,7 4-4 0,-7-4-1 16,8 7-3-16,-1 1 2 0,-1-1-3 16,2 4 2-16,-2 4-2 0,2-1-3 0,5 1-5 15,-6 7-20-15,6 0-40 0,1 0-65 16,0 1-92-16,-2 3-162 0,8-1-215 0,0 4-190 15,8-3-146-15,-8 2-37 0,6-2 40 16,0-1 137-16,1-2 205 0,-1-5 200 0</inkml:trace>
  <inkml:trace contextRef="#ctx0" brushRef="#br0" timeOffset="54793.46">23478 3188 97 0,'0'-9'278'0,"0"-1"41"16,0-5-10-16,-6 5-35 0,6-6-39 0,-7 5-32 15,7 1-19-15,0 1 0 0,-6-1 7 16,6 6 1-16,-6-3-5 0,6 3-23 15,0 1-31-15,0 3-37 0,-8 3-34 0,8 1-23 16,-6 7 9-16,0 3 26 0,6 1 27 16,0 7 15-16,-7 1 11 0,7 3 8 0,0 2-7 15,7 5-21-15,-7 4-20 0,6 0-13 16,0 3 4-16,2-4-2 0,-2 4-11 0,7-3-5 16,0 0-1-16,0-4 7 0,7-3-1 15,-8-5 1-15,8 1 2 0,-1-5 1 16,-5 1 1-16,5-7 4 0,0-4-6 0,8 0 2 15,-8-4 9-15,0-7 5 0,1 0 3 16,-1-3-6-16,1-5 5 0,0 1 3 16,-1-7-4-16,1-5-5 0,0 1 5 0,-8-4 0 0,1-8-11 15,1 1-14-15,-2-8-13 0,-5-2-9 16,0-6-18-16,-1 4-9 0,-6-2-3 16,6-1-3-16,-12 4 0 0,6 3 8 0,0 1 13 15,-6 3 7-15,-1 3 2 0,0 5 2 16,1-1-2-16,0 4-7 0,-1 4-11 0,0 3-1 15,1 1-6-15,-1 2-6 0,1 5-3 16,6 1-2-16,-6 1-8 0,6 1-13 0,-7 8-31 0,7 1-47 16,0 1-67-16,7 5-102 0,-7 4-149 15,12 0-171-15,-5 2-150 0,-1 2-121 0,8-1-18 16,5 1 54-16,0 2 131 0,1-2 168 16</inkml:trace>
  <inkml:trace contextRef="#ctx0" brushRef="#br0" timeOffset="55388.44">24937 3271 358 0,'7'-11'420'15,"-7"-4"41"-15,0-3 49 0,-7 4-97 16,1-5-100-16,-1 1-41 0,0 4-12 0,1-2-18 15,-7 2-33-15,0-1-34 0,7 0-12 0,-8 5-25 16,-5 2-33-16,6-3-14 0,0 8-14 16,-1-4-12-16,2 7-25 0,-1 0-17 0,0 0-10 15,0 3-3-15,-1 4-2 0,2 1-2 16,-1 6 8-16,6 1 14 0,-6 0 8 16,0 6 7-16,6 2 14 0,1 2 13 0,0 4-1 15,-1 5 5-15,0-2 7 0,7 5 3 16,0 0 0-16,0-1 2 0,7 1-3 0,6 0-7 15,-7-4-3-15,8 0-2 0,-1-5-9 16,0 1-3-16,6-2-8 0,1-5-3 16,-1-4 1-16,7 1-1 0,0-5 5 0,0 1 7 15,1-9 6-15,-1-2 10 0,6-4 9 16,-5-7 6-16,5 0 7 0,-7-4 6 0,1-3 13 16,1-5 6-16,-7 1-6 0,-2-8-7 15,2-3-10-15,-7-4-14 0,1-4-20 0,-8-3-19 16,0-4-10-16,-6 0-10 0,0-3-5 15,0 3 3-15,-6 3 5 0,-7 1 8 0,0 4 9 16,-6 3 3-16,-1 3-1 0,-6 4-8 16,-1 1-7-16,1 3-14 0,-6 3-8 0,-1 1-5 15,8 7-3-15,-8 0-2 0,7 4 0 0,0-1-1 16,6 5-4-16,-6 3 1 0,13 0-2 16,-6 3 1-16,6 5-1 0,-1 4-6 0,8-2-6 15,0 5-16-15,-1-1-34 0,1 5-50 16,6-1-57-16,0 0-68 0,0 4-87 0,6-4-114 15,-6 5-129-15,7-5-120 0,-7 1-105 16,6-2-95-16,-6-2 4 0,6 0 83 16,2-5 139-16,4 2 157 0</inkml:trace>
  <inkml:trace contextRef="#ctx0" brushRef="#br0" timeOffset="55828.22">25666 2780 206 0,'-12'-29'352'0,"-1"4"49"0,-1-5 41 15,2 8-72-15,-2 0-66 0,-5 0-33 0,6 8-16 16,0-1-22-16,-1 4-20 0,2 0-35 0,-1 3-41 16,0 6-27-16,0 2-18 0,6 2-5 15,-6 9-1-15,0 3 13 0,6 6 22 0,-5 5 13 16,5 4 7-16,-6 4 9 0,6 8 8 16,1 3 2-16,0 3 3 0,-1 8 1 0,0 3-14 15,7 1-12-15,0 4-14 0,0 2-13 16,7 2-19-16,0 2-19 0,-1-6-8 0,7-1-14 15,-6 1-15-15,6-9-9 0,-1-3-8 16,8 1 0-16,-7-8-4 0,7-8-5 0,-7 2-1 16,6-13-4-16,-5 0 2 0,5-7-9 15,0-3-8-15,0-4-17 0,-5-7-76 16,6-4-131-16,-1-8-181 0,1-6-195 0,-1-1-208 16,1-7-94-16,-7-8 13 0,0 1 100 0,-1-8 164 15,2-2 189-15</inkml:trace>
  <inkml:trace contextRef="#ctx0" brushRef="#br0" timeOffset="56344.25">25816 3238 41 0,'0'-18'434'16,"-6"3"87"-16,-1-2 90 0,1 5 90 15,-1 1-90-15,7 0-142 0,-6 3-86 16,6 6-73-16,0-3-82 0,-7 1-84 0,7 8-47 16,7 1-19-16,-7 2 1 0,6 7 6 0,-6 0 9 15,7 5 7-15,-1 6-2 0,1 1 1 16,-1 3-22-16,0 2-5 0,2 1-7 15,4 0 5-15,-12-3-5 0,7 1-8 0,0 0 12 16,-1-4 0-16,-6-5 1 0,6-3-3 16,-6-3 11-16,0 0 18 0,7-5 17 15,-7-1 25-15,0-3 16 0,0-1 13 0,0-2 0 16,0-6-15-16,0-2-27 0,-7-1-34 16,7-6-29-16,0 1-26 0,-6-3-18 0,0-8-11 15,-1 0-2-15,7 0-5 0,-7-8-1 16,7 6 0-16,-6-7 1 0,6 6-4 15,6 0-2-15,-6-1 4 0,7 3-2 0,0 5 0 16,-1-1-1-16,7 2 1 0,0 2 2 16,0 0-3-16,7 1 1 0,-8-1-1 0,8 4-1 15,-1 3 3-15,1 2 2 0,0 1-3 16,-1 5 3-16,-5 0 1 0,4 0 4 0,2 8-4 16,-7 0-3-16,7 1 3 0,-7 4-1 15,0 1 0-15,0 1-1 0,-7-1 3 16,8 4 4-16,-14 4 2 0,6-3 0 0,0 4 5 15,2-6 5-15,-8 5 2 0,0-4-1 16,6 4 1-16,-6-8-4 0,0 5-3 16,0-4-6-16,0 0-4 0,0-4-1 0,0-4-1 15,0 0 3-15,0 1-1 0,0-4 0 16,0-1-2-16,0-3-11 0,0 0-45 0,-6-3-74 16,6-1-101-16,-8-4-155 0,2-2-207 15,0-2-216-15,-8-6-188 0,8 1-48 0,-1-6 34 16,-5 0 122-16,5-2 192 0,0-4 215 15</inkml:trace>
  <inkml:trace contextRef="#ctx0" brushRef="#br0" timeOffset="56760.21">26129 2810 383 0,'7'-15'466'0,"-7"0"70"0,0-2 62 0,6 2-84 16,0-1-102-16,-6 3-76 0,13 1-52 0,-6-3-56 15,0 8-58-15,5-1-59 0,2 1-41 16,-2 7-15-16,2-3-18 0,-1 3-6 0,7 3-7 16,-8 1 2-16,2 7-5 0,-2-4-10 15,1 8 1-15,-6-3 12 0,0 1 15 0,-7 3 4 16,6 2 7-16,-12 0 9 0,6 0 2 0,-14 1-8 16,8-1-6-16,-7 0 5 0,-1-4 6 15,2 2 2-15,-2-5 4 0,2 4 6 0,5-8 12 16,1 0 9-16,-1 0 11 0,0-3 11 15,7-1 16-15,0 1 8 0,0-1 7 0,-6-3-1 16,12 0-7-16,-6 4-13 0,0-4-20 0,7-4-16 16,0 4-24-16,6-3-18 0,-1-1-16 15,2 4-11-15,-2-3-10 0,8-1-5 0,-7-3-1 16,7 3 1-16,0 1-1 0,-1-1 2 0,-6 1 0 16,6-2-3-16,-5 1 0 0,-2 1 0 15,2 0 0-15,-1-1-6 0,-1 4-4 0,-5-4-5 16,0 4-40-16,-1 0-71 0,-6 0-123 15,6 0-169-15,1 0-198 16,-7-3-221-16,7 3-110 0,-7-4-9 0,0-3 82 16,0 0 150-16,0-5 191 0</inkml:trace>
  <inkml:trace contextRef="#ctx0" brushRef="#br0" timeOffset="57057.01">26526 2532 30 0,'0'-15'473'0,"0"-4"102"0,0 4 84 0,0 1 60 15,7-1-93-15,-1 5-173 0,1-2-121 16,-1 5-88-16,8 3-57 0,5 4-26 16,0 4-7-16,8 7 9 0,-1 4 27 0,-1 7 23 15,8 3 4-15,0 12-8 0,-8 3-11 0,2 4-13 16,-1 7-16-16,-6 5-18 0,-1 2-5 16,-12 4-3-16,-1 5-9 0,-6 2-13 0,-6 1-19 15,-8-1-19-15,2 1-22 0,-8-1-15 0,0-6-13 16,1-1-7-16,-1-8-3 0,1-5 1 15,-1-10-3-15,7-2 0 0,0-5-8 16,0-5-2-16,0-9-3 0,7-3-3 16,-1-4-7-16,1-4-22 0,-1 1-55 0,0-8-84 15,7 0-130-15,-6-5-204 0,6-2-268 16,0 0-229-16,0-4-71 0,-6-3 11 0,12-1 94 16,-6-4 185-16,0-3 262 0</inkml:trace>
  <inkml:trace contextRef="#ctx0" brushRef="#br0" timeOffset="57452.04">27705 3176 231 0,'0'3'332'0,"-7"2"24"0,7-5-20 0,0 4-58 16,0-1-55-16,0-3-19 0,7 3 11 15,0-3 37-15,-1 0 55 0,0 0 33 0,8 0 3 16,-1-3-25-16,-1 0-35 0,8-1-52 16,0-1-63-16,-1-3-53 0,7 6-42 15,0-5-23-15,-6-1-18 0,6 5-15 0,0-4-10 16,-7 2-34-16,1 5-104 0,-7-4-148 16,1 4-143-16,-8 0-149 0,-6 4-129 0,-6 1-47 15,-2-3 62-15,-4 6 124 0,-2 0 134 16</inkml:trace>
  <inkml:trace contextRef="#ctx0" brushRef="#br0" timeOffset="57670.68">27763 3326 357 0,'-12'12'481'15,"12"-5"59"-15,-7 0 47 0,1 0-66 0,6-3-80 16,0-1-62-16,0-3-35 0,0 4-22 16,6-4-15-16,7 0-31 0,-7 0-49 15,14-4-31-15,-6 4-32 0,5-3-27 0,7-4-26 16,-6 3-20-16,6-3-21 0,-1 0-20 15,1-2-19-15,7 3-11 0,-7 2-9 16,-6-6-11-16,6 5-7 0,-7-3-14 0,-5 1-58 16,-2 0-122-16,2 0-155 0,-8-1-169 15,0 1-183-15,-6-4-131 0,-6 0-16 0,0-4 81 16,-1 1 137-16,-6-4 163 0</inkml:trace>
  <inkml:trace contextRef="#ctx0" brushRef="#br0" timeOffset="57951.92">28037 2887 108 0,'7'-11'480'16,"-1"4"80"-16,1-5 55 0,-1 5 48 16,0-1-141-16,2 5-123 0,4-1-81 0,-5 4-55 15,6 0-22-15,0 0-20 0,7 7-19 0,-8 1-7 16,14 3-8-16,-6 4 12 0,7 3 4 16,-9 8-2-16,9-1-12 0,-1 4-21 15,0 4-30-15,0 4-31 0,-7 3-35 0,1 1-21 16,-1 3-13-16,-12 0-12 0,6-5-6 15,-7 5-7-15,-6-6 0 0,0-2-3 0,0-4-6 16,-6 2 0-16,0-8-1 0,-8 0-1 16,8-8-6-16,-7-1-1 0,-1-1-26 15,2-5-57-15,-1-4-86 0,-7-4-139 0,7 1-173 16,0-4-188-16,1-4-192 0,-2 1-60 16,8-1 25-16,-7-7 106 0,13 1 159 15,-7-2 180-15</inkml:trace>
  <inkml:trace contextRef="#ctx0" brushRef="#br0" timeOffset="58830.61">29783 2869 19 0,'-7'-5'303'0,"1"-2"36"0,-1-4 24 0,0 4-22 32,7-8-90-32,0 4-58 0,-6-3-21 0,6-5-1 0,0 5 19 0,0-4 28 0,0 2 18 15,0 3 16-15,-6-3 4 0,-1 2-1 0,0-1-21 16,1 4-36-16,-7 0-28 0,0 4-36 0,0 3-28 15,-1 1-33-15,-4-2-14 0,4 5-7 16,-5 8-29-16,-1-1 1 0,8 4 2 0,-8 4 2 16,0 3 13-16,7 4 4 0,1 4 14 15,-8 0 3-15,7 3-5 0,-1 3 4 0,8 2-8 16,0 3 0-16,-2-1 4 0,8 1 0 16,0-1-1-16,8 1 2 0,-2 0 3 0,7-1 2 15,0-7 5-15,6 4 5 0,1-7 13 16,6 0 7-16,7-5 4 0,-7-2-5 0,7-8 2 15,5 1-5-15,-5-10-7 0,6-2-10 16,-7 0-5-16,8-7-3 0,-1-4 5 16,-7-3 11-16,1-1 15 0,-7-3 12 0,-6-4 18 15,5 1 9-15,-11-10-8 0,-2 2-13 0,-4-1-23 32,-8-5-21-32,0-2-28 0,-8 0-16 0,2 0-9 15,-7 1-6-15,-6-1 4 0,-1 4 0 16,1 0 2-16,-8 8 1 0,-5 0-2 0,6 2-1 15,0 2 0-15,-7 5-4 0,1 2-3 16,5 7 0-16,-5-1 2 0,6 4-4 0,-1 4-3 16,2 4-4-16,5 4 0 0,0-1-3 15,2 7-11-15,4-3-10 0,8 4-26 0,-1 0-45 16,1-1-65-16,6 5-83 0,6-5-101 16,1 5-154-16,5-5-152 0,2-3-124 0,6 4-140 15,-1-4-42-15,1-1 40 0,6-2 129 0,6-4 161 16,1 0 160-16</inkml:trace>
  <inkml:trace contextRef="#ctx0" brushRef="#br0" timeOffset="59233.18">30447 2381 75 0,'0'-18'361'0,"0"-4"49"0,-7 7 53 0,1-4 15 16,6 6-106-16,-7-3-67 0,1 5-48 16,0 1-31-16,-2 5-37 0,2-2-32 0,-6 7-19 15,5 0-11-15,-6 4 3 0,0 4 8 0,-1 2 14 16,2 9 14-16,-2-1 0 0,2 4 2 16,-1 7-1-16,-1 8-3 0,-4-1-4 15,4 12-11-15,1 0-3 0,-7 7-3 0,8-1-2 16,-2 5-8-16,2 3-6 0,5-3-2 0,0-1-9 15,1 2-14-15,6-6-9 0,6 5-3 16,1-8-10-16,6 0-7 0,-7-3-15 16,8 0-9-16,5-8-9 0,1 1-12 0,-8-8-10 15,8-4-7-15,0-4-2 0,-1-6-6 16,1-2-8-16,-1-4-8 0,1-6-23 16,0-7-68-16,-2 0-77 0,2-7-118 0,-7-6-145 0,7 3-151 15,0-7-133-15,-8-3-106 0,2 3-43 16,-1-6 59-16,-1-2 117 0,2 0 141 0,-8-2 145 0</inkml:trace>
  <inkml:trace contextRef="#ctx0" brushRef="#br0" timeOffset="60057.98">30616 2898 212 0,'0'-19'381'0,"0"1"57"0,0-1 62 16,0 4-35-16,0 1-39 0,-6 3-27 0,6 0-10 16,0 0-22-16,0 0-31 0,0 5-44 0,0-3-63 15,0 3-43-15,0-2-29 0,0 5-25 16,0-2-19-16,0 2-18 0,0 3-11 0,0-3-19 15,0 3-16-15,0 0-7 0,6 0-4 0,-6 0-5 16,0 0 0-16,0 0 1 0,0-5 0 0,0 5-3 16,0 0 1-16,0 0 4 0,0 0 3 15,0 0 4-15,0 0 4 0,0 0 7 0,0 0 7 16,0 0 0-16,0 0 2 0,0 0 3 0,0 0 3 16,0 0 0-16,0 0-1 0,0 0-1 0,0 0-4 15,0-2-4-15,0 2-6 0,0 0-7 16,-6-5-8-16,6 1-8 0,0 4-5 0,0 0-9 15,6-3-3-15,-6 3 0 0,0 0 0 0,0-4 1 16,0 4 0-16,0 0-3 0,0-3 3 0,0 3-2 16,0-4-5-16,0 4-3 0,0-4 0 15,0 4 3-15,0-3 2 0,0 3 5 0,0 0 7 16,0-4 4-16,0 4 4 0,0 0 5 0,0 0-6 16,0 0-5-16,0 0-4 0,0 0-4 15,0 0-5-15,0 0-7 0,0 0-5 0,0 0-1 16,0 4-1-16,0-1-1 0,0 1 1 0,0 7 1 15,0 1 4-15,0 1-1 0,6 3 0 0,-6 2 1 16,8 0 2-16,-8 4-1 0,0-4 0 16,6 8 1-16,-6-5 2 0,0 2 8 0,6 3 11 15,-6-5 10-15,7 5 10 0,-7-4 5 0,6 0 3 16,-6 0-5-16,0-3-10 0,7-5-11 16,-7 1-5-16,7-1-3 0,-7-2-4 0,0-5 3 15,6 0 12-15,-6-3 22 0,0-1 19 16,0 1 15-16,0-4 10 0,0-4 4 0,0 1-11 15,0-1-23-15,0-7-18 0,-6-1-18 0,6-2-8 16,0 0-9-16,-7-4-7 0,0-5-1 16,7 1-2-16,-6-3-4 0,-1 0 0 0,7-1-1 15,-6-4 3-15,0 5-2 0,6-1 2 0,0 0 3 16,-8 4-3-16,8 0 1 0,0 0-1 16,0 4-1-16,0-1-2 0,8 1-3 0,-2 4 0 15,0-1-3-15,1 0-5 0,6 4 3 0,0 1-1 16,-1-1 2-16,2 3 2 0,6 1 2 0,-1-1 4 15,1 5 0-15,6-2 2 0,-7 3 0 16,7 2-3 0,-6 2 0-16,-1 3 1 0,1-2 0 0,0 5 0 15,-1 3 1-15,-6 4 2 0,0-1 0 16,0 4 1-16,0 1-2 0,0 2 1 0,-6 1 1 0,6 0-1 16,-7 4 0-16,-6-4 2 0,6 0 0 0,1 4-1 0,-7-5-2 15,7 2 1-15,-7-4 1 0,6-1 0 0,-6-1 0 16,0-2 0-16,6-1 0 0,-6 3 0 15,0-7-1-15,8-3-1 0,-8 1 0 0,0-1 2 16,0-4 0-16,0 1 3 0,0-4-4 0,0 0-8 16,0 0-26-16,0-4-65 0,-8-4-88 0,2 2-118 15,6-5-156-15,-6-4-201 0,-1 0-202 0,0-2-179 16,1-2-39-16,0-6 44 0,-1 2 125 0,7-3 190 16,0-3 216-16</inkml:trace>
  <inkml:trace contextRef="#ctx0" brushRef="#br0" timeOffset="60534.82">31020 2238 356 0,'-6'-15'434'0,"6"5"58"0,0-1 60 0,0 0-98 0,0 0-92 15,0 2-66-15,6-1-50 0,-6 3-36 0,6 3-27 16,1-2-38-16,0 1-40 0,-1 1-13 15,8 1-12-15,-2 3-18 0,1 0-27 0,0 0-6 16,0 0-5-16,7 3-11 0,-7 1-5 0,0 1-3 16,0 1-1-16,0 1-5 0,0 1 0 15,-7-2 8-15,1 6 15 0,0-1 6 0,-1 0 9 16,-6 0 19-16,0 0 10 0,-6 4 0 0,-8-5 0 16,8 5 0-16,-7-4 1 0,0 5-12 15,-7-6-4-15,7 1-7 0,-7 3-6 0,8-5-3 16,-1 1 0-16,0-3 4 0,0 1 2 0,7-5 10 15,-2 1 15-15,2 0 14 0,0-1 9 0,6-3 11 16,0 4 8 0,0-4-6-16,6 0-11 0,0 0-18 0,8-4-17 15,-8 1-17-15,14 3-15 0,-7-4-6 0,7-3-4 16,-1 3-1-16,0 0-1 0,8 1 4 16,-8-1 3-16,0-3 3 0,8 4 0 0,-8-2 3 15,0 1-4-15,1 1-1 0,-7 0-4 0,1-1-6 16,-2 4-2-16,-6 0-5 0,1-4 1 0,0 4-1 15,-7 0-3-15,0 0-2 0,0 4-11 16,-7-4-44-16,0 4-85 0,1-1-148 0,0-3-190 16,0 0-184-16,-2 0-189 0,2 0-63 0,0 0 28 15,-1 0 115-15,1-3 178 0,6-1 176 16</inkml:trace>
  <inkml:trace contextRef="#ctx0" brushRef="#br0" timeOffset="60934.89">31456 1916 293 0,'14'-15'459'0,"-8"1"71"15,0-2 66-15,8 2-29 0,-2 3-121 0,2 0-87 16,-1 3-63-16,7 1-49 0,-8 4-31 16,8-1-36-16,-1 4-27 0,7 4-6 0,0 3 5 15,1 4 2-15,-1 4-3 0,6 6 6 0,-6 2-3 16,7 6 1-16,-1 0-8 0,1 8-8 0,-1 0-16 15,1 3-18-15,-7 7 9 0,0 1 4 16,7 7 4-16,-8 0-4 0,-5 7-7 0,0 1-7 16,-1 3-23-16,-6 4-20 0,-6-6-7 0,-7 7-1 15,0-9 16-15,-7 0 13 0,-6-3 9 0,0-1 16 16,1-6 18-16,-8-1 16 0,0-7 11 16,1-4 17-16,-1-3 6 0,0-4 0 0,1-4-132 15,-1-7-43-15,8 0 0 0,4-3 0 16,-4-5 0-16,5-3 0 0,1-4 0 0,-1 0 0 15,7-2 0-15,-6-2 0 0,6 2 0 0,0-5 0 16,0 0 0-16,-7 0 0 0,7 0 0 16,0-5 0-16,0 5 0 0,0-8 0 0,0 6 0 15,0-6 0-15,0 0-122 0,7 1-508 16,-7-4-229-16,6 3-261 0,-6-2-98 0,7-5 23 16,-7 1 92-16,0-1 190 0,0 1 234 0</inkml:trace>
  <inkml:trace contextRef="#ctx0" brushRef="#br0" timeOffset="65109.02">21381 5734 243 0,'0'-5'276'0,"0"-2"5"0,0 0 15 16,0-1-46-16,0 1-27 0,0-1 6 15,0-2 5-15,6 2-4 0,-6 1-7 16,0-4 0-16,0 0 0 0,0 4-6 0,-6-4-5 15,6 4-8-15,0-4-9 0,0 0-5 16,-6 3-16-16,-1 2-25 0,7-3-18 0,-6 2-15 16,-8 0-20-16,8 3-21 0,-7 0-12 15,0 4-14-15,0 0-13 0,0 0-9 16,-6 4 3-16,-1 0 3 0,0 3-6 0,1 4 2 16,-1 0-1-16,0 0 4 0,1 4-8 15,-1 3 3-15,1 4 6 0,0 0 5 0,6 4 4 0,-1-1 1 16,2 5 11-16,-2-1 8 0,8 0-4 15,0 4 0-15,-1 1 1 0,7 2-2 0,0-3-6 16,0 0-10-16,7 3-3 0,-1-2-7 16,0-2-1-16,8-3-3 0,-2 1 0 0,2 0 0 15,5-4 7-15,-6-1 4 0,6-7 2 16,1 0-1-16,6 0 3 0,-7-7 0 0,8-3-4 16,-8 0-4-16,8-8-6 0,-1 0-2 15,6-5-4-15,-6 2-7 0,6-8-4 16,-6 3-5-16,7-7 1 0,-7 5 0 0,0-5 0 15,0 1 4-15,-6-5 6 0,-1 4 3 16,1-2-1-16,-7-1 3 0,7-5 1 0,-8 4-6 16,-4-2-5-16,4-5-1 0,1 4-3 15,-6-4-5-15,-7 1-3 0,6-5 0 0,-6 1 0 16,0 0-3-16,0-1 4 0,0 5-2 16,-6-4 0-16,-1 3 4 0,0 0 7 0,1 5 3 15,0-2 1-15,-8 1 3 0,2 4 3 16,5 0-4-16,-6 0-9 0,0-1-4 15,0 5 1-15,0-1-4 0,0 0-4 0,0 0 2 16,0 1 2-16,0 3 1 0,6 0-1 16,-5 0 0-16,-2 4 2 0,8-1-2 0,-7 5 1 15,0-4-2-15,6 2 2 0,-5 2 1 16,-2 3 2-16,1-4 0 0,0 4-2 16,0 0 2-16,0 4-3 0,-6-1 1 0,5-3-2 15,2 8 2-15,-8-4-1 0,7-1-1 0,-1 5-3 0,2-1 0 16,-1 0 1-16,0 0-2 0,0 1 4 15,7 3 1-15,-2 0 4 0,-4 1 0 0,5 2-4 16,0-1 0-16,1 7-3 0,6-3 1 16,0 2 2-16,-6 3-2 0,6 0 1 15,6 1 3-15,-6-5-2 0,0 3 1 0,6-2-4 16,1-1 5-16,6 0 0 0,-7-4-1 0,8 5 2 16,5-4 0-16,-6-5 5 0,14 6-2 15,-8-9 2-15,7 4-2 0,0-3-2 16,7-5 0-16,-7 4-1 0,6-7-3 15,1 4 2-15,-1-4 1 0,-6 0 2 0,7 0-1 16,-7-4 1-16,0 1 4 0,1-1 1 16,-9 4-4-16,2-3 0 0,-1-2-1 0,-5 2 0 15,-2-1 0-15,2 1-2 0,-8-1-1 16,1 4 0-16,-7-4-2 0,6 4-7 0,-6-3-9 16,7 3-28-16,-7 0-59 0,0 0-101 15,0-4-175-15,0 4-202 0,0-4-215 16,7 1-155-16,-7-2-36 0,6 3 51 0,7-6 148 15,-6-3 192-15</inkml:trace>
  <inkml:trace contextRef="#ctx0" brushRef="#br0" timeOffset="65484.41">22156 5425 155 0,'7'-18'416'0,"-7"0"64"0,-7-4 65 16,7 8 23-16,0-5-103 0,-7 4-76 16,1 0-48-16,6 1-32 0,-6 3-33 0,-1-1-55 15,0 5-49-15,1 4-40 0,0-1-32 16,-1 4-24-16,1 0-24 0,-8 7-1 0,2 5 6 16,-2 6 7-16,2 1 14 0,-2 6 5 15,1 4 10-15,1 8 2 0,-2-1-7 16,8 12 0-16,0 0-4 0,-2 4-5 0,2-2-8 15,6 1-6-15,0 5-4 0,0-5-9 16,0-1-6-16,6 2-7 0,2-4-3 0,4-1-5 16,-6-2-4-16,8-6 0 0,-1-2-2 0,0 0-2 15,0-7-5-15,7-4-4 0,-8-1-2 16,2-3-4-16,-1-8-1 0,6 1-7 16,-6-4-3-16,7-4-8 0,-7-3-18 0,6-8-65 15,0 0-118-15,-5-3-151 0,5-7-165 16,1-1-173-16,-8-3-160 0,8-8-32 0,-7-1 66 15,7 0 130-15,-7-3 154 0</inkml:trace>
  <inkml:trace contextRef="#ctx0" brushRef="#br0" timeOffset="66034.38">22417 5814 209 0,'0'-19'420'0,"-7"5"69"16,7-4 71-16,-7 2-12 0,1 5-69 15,6 1-59-15,-6 2-64 0,6 1-52 16,-7 3-68-16,7 1-72 0,0-1-58 0,0 8-47 15,0-1-19-15,7 5-6 0,-7-1 1 16,6 7 6-16,-6 2 11 0,6 2 13 0,1 4 6 16,0 0 6-16,-1 3 9 0,0-3 8 15,-6 3 0-15,8 2 8 0,-2-5 4 0,0-1 3 16,-6 1-1-16,7-3 0 0,-7-1-3 16,6-3-8-16,-6-1-5 0,7-6 0 0,-7 3 12 15,0-4 17-15,0-4 24 0,0 2 12 16,0-5 10-16,0 0-3 0,0-5-21 0,0 2-27 15,0-4-37-15,-7-4-28 0,7 0-19 16,0-4-17-16,-6-2-7 0,6-6-5 16,-7 1-3-16,7-4-6 0,0 1 1 0,0-2 2 15,0 2 0-15,0 0 2 0,0-1-2 16,7 4 4-16,-1-3-1 0,1 6 0 0,6-3-1 31,-1 7-3-31,2-3 3 0,-1 3-2 0,0 4 0 0,0 1 0 0,7-1 2 0,-8 3-1 16,2 5-2-16,5-1 1 0,-6 4 0 15,0 4-1 1,1 3-1-16,-2 0-2 0,1 4 4 16,0 4 2-16,0 3 1 0,1 0 3 0,-2 4 2 15,-6 1 2-15,1-2 0 0,6 1-1 16,-6 4 0-16,-1-5 2 0,0 2 0 16,2-2 4-16,-2 2 0 0,0-4 0 0,1-1-1 15,0 0-2-15,-7-4-5 0,6 1-1 16,0-8-1-16,-6 4-2 0,7-3 1 0,-7-1-1 15,0-3-2-15,0 0-11 0,6-4-24 16,-6 0-64-16,0 0-86 0,-6-4-128 0,6-4-189 16,-7 1-202-16,7-8-205 0,-6 1-97 15,0 0 0-15,-1-9 83 0,0 2 167 16,1-5 200-16</inkml:trace>
  <inkml:trace contextRef="#ctx0" brushRef="#br0" timeOffset="66333.8">22755 5436 215 0,'7'-19'454'0,"-7"2"75"0,6 2 65 0,-6 0-11 16,6 4-144-16,2 5-116 0,4-2-81 0,2 1-54 15,-2 7-37-15,1 3-8 0,7 1-3 16,-7 7 10-16,6 7 29 0,1 4 14 16,7 4 6-16,-9 6-3 0,2 9 8 0,-1-1-7 15,1 9-16-15,0 1-18 0,-1 5-22 16,-5-3-23-16,-2-1-29 0,-6-1-4 0,2 2-8 15,-2 0-6-15,0-9-2 0,-6 2 2 16,0-6 5-16,-6 2-5 0,6-8-5 0,0-3-2 16,-6-9 2-16,6 1-10 0,-8-7-5 15,8 0-5-15,0-4-8 0,0-5-5 0,-6 2-14 16,6-4-6-16,0-4-12 0,-6 0-19 16,0 0-62-16,-1 0-110 0,7-4-194 0,-7 1-251 15,1-5-276-15,6 1-136 0,-7-4-19 16,7 0 62-16,0-4 174 0,0 1 242 0</inkml:trace>
  <inkml:trace contextRef="#ctx0" brushRef="#br0" timeOffset="66606.7">24293 6078 190 0,'-7'7'547'0,"0"-4"107"0,-6 5 91 15,7-1 52-15,0 0-117 0,-8 5-146 0,8 2-122 0,-8 0-91 0,2 5-84 16,-1-2-71-16,-1 6-61 0,-5-1-44 16,0 4-28-16,-1-4-19 0,1 3-14 15,-7-2-36-15,6 3-142 0,1-5-211 0,-1-3-272 16,6 1-153-16,2-5-76 0,-1-3-10 15,6-7 113-15,7-4 198 0</inkml:trace>
  <inkml:trace contextRef="#ctx0" brushRef="#br0" timeOffset="67234.6">25055 5353 136 0,'-8'-12'354'16,"8"-2"63"-16,0 3 57 0,-6-4-28 0,0 4-51 16,0 0-47-16,-2-1-34 0,2 2-34 15,0 2-24-15,-7 5-34 0,6-5-40 16,-6 8-27-16,1-3-20 0,-2 6-14 0,-5 5-23 16,5-1-17-16,-5 7-3 0,6 1 1 0,0 7 7 15,-7 1 2-15,8 6 5 0,-2 4 4 16,8 0 14-16,0 4 1 0,-2 2-4 15,2-2-4-15,6 3-5 0,6-4 11 0,2 1-20 16,4-3-14-16,2-5-8 0,-2-4-2 16,8-2-7-16,6-4-11 0,-7-2 4 0,8-6 3 15,-1-3 0-15,0-5-3 0,7-3-1 16,-7-3-5-16,6-5-2 0,-7-6 6 0,2 0 11 16,-1-5 16-16,-6-4 15 0,-1-2 14 15,-6-4 6-15,-6 0-10 0,-1-4-13 16,0-3-16-16,-12-1-21 0,0-4-10 0,-1 4 2 15,-6 4 5-15,0 0 4 0,-7 4 0 16,1 0 4-16,-7 7-6 0,0 3-12 0,0 1-14 16,-1 4-10-16,1 2-7 0,7 5-6 0,-7 3-1 15,6 1-1-15,1 3-2 0,-1 3-2 16,1 5-3-16,6-1-10 0,0 1-16 0,6 6-49 16,1-3-66-16,-1 3-83 0,7-2-112 15,0 3-169-15,13-5-200 0,-6 1-185 16,6 0-101-16,7-3-4 0,-8-1 70 0,8-3 152 15,-1-4 201-15</inkml:trace>
  <inkml:trace contextRef="#ctx0" brushRef="#br0" timeOffset="67578.17">25542 5070 21 0,'8'-15'441'0,"-2"1"96"16,-6-4 87-16,0 2 85 0,-6 1-58 15,6 5-136-15,-8-5-88 0,8 8-76 16,-6 0-76-16,0 3-82 0,-7 0-68 0,6 8-33 16,1 0-20-16,-7 7-6 0,-1 3 3 15,2 5 12-15,5 7 12 0,-6 3 4 0,0 4 10 16,7 4 12-16,-1 6 5 0,0 5 5 0,-5-1-4 16,5 4-3-16,7 5-9 0,-7-1-15 15,7 0-13-15,0 0-12 0,0-3-12 16,7-2-9-16,0-2-12 0,-1-8-5 0,0 1-6 15,8-5-4-15,-1-3-5 0,-1-4-7 16,8-4-4-16,-7-6-3 0,0-1-3 16,7-3-5-16,-1 0-9 0,-5-8-8 0,5-3-35 15,-6-1-65-15,6-3-89 0,-5-3-130 16,5-5-142-16,-6-2-152 0,0-1-119 0,0-4-108 16,-6-3-19-16,5-5 75 0,-5-6 117 15,0-4 145-15,-1 0 145 0</inkml:trace>
  <inkml:trace contextRef="#ctx0" brushRef="#br0" timeOffset="68093.67">25745 5510 93 0,'0'-26'371'0,"0"1"71"0,6 2 76 0,-6 4 14 16,0 2-35-16,0 2-46 0,0 0-32 0,0 4-34 15,0 0-47-15,0 1-58 0,0 2-68 16,0 5-60-16,6-1-48 0,-6 4-35 0,0 4-16 16,8-1-5-16,-8 8 5 0,6 4 20 15,0 3 20-15,1 4 17 0,-1 4 6 16,-6 3 3-16,7 0-2 0,-7 4-7 0,6 1-10 15,-6 3-1-15,0 2-1 0,0-6-3 16,0 0 3-16,0-4-7 0,7 0 3 0,-7-6-4 16,0-1-3-16,0-8 5 0,0 1 9 15,0-4 24-15,0-4 17 0,0-4 15 16,0 2 6-16,0-5-8 0,0-8-23 0,0 1-31 16,0-8-33-16,0-3-29 0,-7 0-18 15,7-8-12-15,0-3-5 0,-6-5-4 16,6 2-1-16,0 3 0 0,0-4-2 0,6-1-1 15,-6 5-1-15,7 4-1 0,-1-1-1 16,0 1-4-16,8 2-1 0,-1 4-2 0,0 2-2 16,0-2 0-16,7 5 1 0,-8 0 1 15,8 2 0-15,-1 1 2 0,1 8 3 0,0-5 0 16,-8 8 0-16,8 0 2 0,-7 4 2 16,1 3 1-16,-2 4 3 0,2 4 1 0,-2-1 1 15,-5 5-1-15,-1-1 0 0,1 7 1 16,0-3 3-16,-1 4-2 0,0 0 1 0,-6 0 5 15,7-1 0-15,-7 2-2 0,0-2-1 16,7-3 0-16,-7 0 0 0,0-4-3 16,0-4 2-16,6 1-2 0,-6-4-2 0,0 0 2 15,0-7 3-15,0 4-3 0,0-8-4 16,0 0-20-16,0 0-64 0,-6-8-90 0,6-3-105 16,-7 0-154-16,7-8-187 0,-7 1-196 15,7-4-186-15,-6-3-41 0,0-1 32 0,6-7 118 16,0 0 173-16,-7-4 205 0</inkml:trace>
  <inkml:trace contextRef="#ctx0" brushRef="#br0" timeOffset="68515.42">26051 5036 98 0,'0'-18'362'16,"-6"-3"56"-16,12 2 48 0,-6 1-19 15,6-4-87-15,0 7-78 0,2 1-57 0,-2-1-45 16,7 0-41-16,-7 8-36 0,8-4-38 15,-2 7-22-15,8-3-11 0,-7 7-11 0,7 0-4 16,-8 0-6-16,8 7-2 0,-7 1-2 16,0 3 1-16,0-1 6 0,-7 6 7 0,2-2 15 15,-8 4 11-15,0-3 20 0,0 7 16 16,-8-4 17-16,-4 0 17 0,-1 1 9 0,-1-1 2 16,2 1 0-16,-8-1 12 0,7-3 4 15,0-1-3-15,0-2 10 0,7-2 11 0,-1 1 10 16,0-3-7-16,1-5-3 0,0 4 3 15,6-3-3-15,0 0-2 0,0-4-10 16,6 0-14-16,0 0-19 0,1-4-22 0,6 4-26 16,6-4-23-16,1 2-16 0,0-3-12 15,-1 2-7-15,7-5-3 0,0 4-1 0,0 1-5 16,-6-1-2-16,5-3 0 0,-5 4-2 16,0 3 0-16,-7-5-2 0,-1 2-3 15,2 3-5-15,-8 0-8 0,1 0-18 0,-7 0-59 16,0 0-85-16,0 0-138 0,0 0-181 15,0 0-185-15,-7 0-196 0,1 0-57 0,0-4 23 16,-2 1 110-16,2-5 172 0,0 1 183 16</inkml:trace>
  <inkml:trace contextRef="#ctx0" brushRef="#br0" timeOffset="68780.99">26455 4773 133 0,'0'-18'476'0,"6"3"98"16,0-3 92-16,1 3 57 0,0 0-151 0,-1 8-125 15,0-4-108-15,1 8-86 0,6-1-82 16,0 8-24-16,0 7 4 0,0 7 19 0,7 8 34 16,-1 9 46-16,7 14 32 0,-6 6-10 15,6 8-12-15,-7 1-28 0,1 10-27 0,0-1-41 16,-7 5-36-16,-7-2-25 0,-6 1-24 16,-6 1-17-16,-1-9-16 0,-6 0-8 15,0-2-8-15,0-9-4 0,-6-6-5 0,-1-9-6 16,1-2-2-16,5-9-1 0,1-6-2 15,0-3-4-15,0-9-11 0,7-7-32 16,0 0-68-16,-2-7-112 0,2 0-189 0,6-7-231 16,6-4-282-16,2 1-137 0,11-9-22 15,0 4 61-15,0-7 162 0,15 4 220 0</inkml:trace>
  <inkml:trace contextRef="#ctx0" brushRef="#br0" timeOffset="68968.44">27126 5734 322 0,'12'7'553'0,"-5"-1"131"0,0 6 103 0,-7-1 14 16,0 3-117-16,-7 5-99 0,0-5-87 0,1 8-99 16,-7 0-75-16,0 1-74 0,0 2-66 15,-7 1-51-15,0-1-42 0,8 1-32 16,-8 3-26-16,1-3-19 0,5 0-42 0,-5-5-102 16,6 1-198-16,6-3-234 0,-5-5-275 15,5-3-137-15,-6-4-44 0,7 1 56 0,-1-8 175 16,0-3 219-16</inkml:trace>
  <inkml:trace contextRef="#ctx0" brushRef="#br0" timeOffset="69564.25">27888 5304 291 0,'6'-14'362'0,"-6"-1"50"15,6 0-13-15,-6 1-19 0,7-1-45 16,-7 1-20-16,0 3-12 0,-7 3-11 0,1-4-14 16,0 6-15-16,-1 2-18 0,-6 1-20 15,-1-1-16-15,2 4-17 0,-8 4-17 16,1-1-22-16,-1 7-40 0,0 2-8 0,1 3-9 31,-1 3 1-31,1 4 2 0,0 7 0 16,6 0 23-16,-1 5-7 0,2-1-4 0,4 3-1 15,2 1-14-15,6-4-12 0,6 4-12 16,2-8-10-16,-2 5-5 0,14-9-15 0,-7-3 4 16,6 0 2-16,7-8 2 0,-6 1-1 15,12-8-2-15,-6-4-2 0,7-6-2 0,-7-4 3 16,6-1 3-16,-5-6 8 0,5-4 9 16,-6-1 11-16,1-3 10 0,-9-4 7 0,2-2 3 15,-7-2-6-15,1-3-11 0,-8 0-7 16,-6-4-10-16,0 1-13 0,-6 3-12 0,-2-3-4 15,-4 6-8-15,-8 0-9 0,1 4-4 16,-7 5-6-16,-1-1-1 0,1 11-6 0,0-4-1 16,-6 8-6-16,5 3-12 0,2 4-20 15,-1 0-53-15,0 8-69 0,6-5-82 0,1 8-102 16,-1 0-135-16,14 4-162 0,-1-4-138 16,0 4-157-16,7-4-38 0,7 3 42 15,6-3 111-15,0 0 167 0,7-3 180 0</inkml:trace>
  <inkml:trace contextRef="#ctx0" brushRef="#br0" timeOffset="69907.92">28383 5036 84 0,'19'-25'494'0,"-6"0"104"16,-6-1 103-16,-1 0 75 0,0 5-93 15,-6-1-125-15,0 3-90 0,0 1-60 16,-6 3-79-16,0 0-56 0,-1 4-61 0,0 4-61 15,1-1-44-15,-1 5-39 0,-5 6-20 16,-2 2-8-16,-5 5-3 0,-1 9 5 0,7 6 11 16,-6 4 12-16,5 8 14 0,-5 7 9 15,6 4 9-15,-6 3 6 0,5 8 9 16,2 0 0-16,5 3-3 0,-6 3-6 0,6 2-7 16,7-5-3-16,-6 4-13 0,6-4-6 15,0-3-12-15,6-4-8 0,1-3-9 16,-1-8-13-16,1-5-9 0,0-2-6 0,5-7-4 15,-4-1-5-15,4-7-1 0,1-4-6 16,-6-7-8-16,6 0-11 0,-1-4-29 0,2-3-70 16,-8-4-87-16,14 0-111 0,-7-4-158 15,0-3-179-15,6-4-176 0,-5-4-150 0,5-3-27 16,-6 0 53-16,0-4 129 0,7-8 172 16,-8 1 196-16</inkml:trace>
  <inkml:trace contextRef="#ctx0" brushRef="#br0" timeOffset="70491.72">28572 5389 268 0,'0'-19'439'0,"-7"2"66"0,7-6 63 15,0 9-28-15,-7-5-51 0,7 4-60 0,0 0-18 16,-6 1-9-16,6 3-13 0,0 0-30 16,-7 0-53-16,7 4-23 0,0 0-51 0,0-1-42 15,0 1-29-15,0 0-29 0,0 3-20 16,0 0-13-16,0 1-9 0,0-1-13 0,0 4-18 15,0 0-15-15,0-4-18 0,0 8-11 16,7-4-8-16,-7 4-3 0,0 7 3 0,0 0 7 16,6 7 15-16,-6 0 22 0,7 4 19 15,-7 7 16-15,7-2 12 0,-7 2 6 16,6 0 3-16,-6 4-7 0,0-4-10 0,0 1-6 16,0-1-2-16,0-4-4 0,0-3-7 15,-6 4-6-15,6-8-4 0,0 1-5 0,-7-8-7 16,7 3 0-16,0-6 9 0,0-5 10 15,0 1 9-15,-7-4-76 0,7-4-1 0,-6-3 0 16,-1-4 0-16,7-4 0 0,-6-2 0 16,-1-6 0-16,0-3 0 0,1-3 0 0,6 0 0 15,-6 0 0-15,6-2 0 0,0 3 0 16,6 2 0-16,0 4 0 0,-6 0 0 0,7 0 0 16,6 4 0-16,-6 3 0 0,6 0 0 15,0 1 0-15,7 2 0 0,-8 2 0 16,8 3 0-16,-1 3 0 0,-5-3 0 0,-2 7 0 15,8 0 0-15,-7 3 0 0,0 1 0 16,0 7 0-16,0-1 0 0,0 5 0 0,0 4 0 16,-7-1 0-16,1 4 0 0,6 0 0 15,-13 0 0-15,6 0 0 0,2 4 0 0,-8-4 0 16,6-1 0-16,-6-2 0 0,0 3 0 16,0-4 0-16,0 1 0 0,0-1 0 0,0-4 0 15,0 1 0-15,0-4 0 0,0-4 0 16,0 2 0-16,0-3-251 0,0-2-129 0,0 0-169 0,0-4-188 15,0-4-175-15,6-4-159 0,1 6-26 16,-1-10 62-16,1 1 145 0,-1-3 197 0,1-1 218 16</inkml:trace>
  <inkml:trace contextRef="#ctx0" brushRef="#br0" timeOffset="70757.28">28943 5293 86 0,'6'-21'411'0,"-6"2"93"0,0-3 114 15,6 4 59-15,-6 3-45 0,0 1-72 16,7 3-58-16,-7-1-57 0,0 2-91 0,0 2-75 15,7 1-55-15,-7 3-41 0,0 0-32 16,0 4-13-16,0 4 5 0,0 3 2 16,6 8 14-16,0 4 8 0,-6 3 14 0,7 0 8 15,-1 7-16-15,-6 0-24 0,7 0-32 16,-7 8-25-16,7-4-27 0,-7 0-29 0,0 0-11 16,0 0-11-16,0-3-4 0,-7-1-5 15,7 0-5-15,-7-6-11 0,7-2-13 0,-6-3-47 16,6 1-87-16,0-8-117 0,0-1-176 15,0-6-209-15,6-4-225 0,1-7-142 0,6 0-15 16,-7-8 64-16,14 0 152 0,0-3 202 16,-1-8 230-16</inkml:trace>
  <inkml:trace contextRef="#ctx0" brushRef="#br0" timeOffset="71085.33">29281 5311 324 0,'0'-10'493'0,"-6"-1"75"15,6 3 68-15,-7 1-30 0,0 4-109 16,-5-2-93-16,6 5-68 0,-2 0-35 15,-4 8-18-15,5-1-29 0,-6 4-18 0,6 5-11 16,-5-2-12-16,5 4-23 0,7 4-36 16,-7 4-22-16,7-1-28 0,7 4-19 0,-7-3-8 15,7 0-15-15,-1 0-10 0,7-5-14 16,0-2-10-16,0 4-6 0,1-9-6 16,4-3 4-16,-4-4 1 0,11 0 1 0,-5-7 1 15,0 0 2-15,6-7 3 0,-7 0 5 16,7-4 12-16,-6-3 14 0,-1-2 12 0,-5-2 8 15,-2 0 2-15,2-4-5 0,-1-4-20 0,-7 1-12 16,-6-5-14-16,0 1-14 0,0-1-6 16,-6 5-5-16,-7 3 0 0,-1 0-4 15,-6 3-1-15,2 4-6 0,-2 8-7 0,-7 0-12 16,9 3-38-16,-9 4-69 0,7 0-90 16,2 8-155-16,-2-5-200 0,7 4-201 0,6 5-174 15,0-5-44-15,1 4 32 0,6-4 130 16,6 0 189-16,1 5 205 0</inkml:trace>
  <inkml:trace contextRef="#ctx0" brushRef="#br0" timeOffset="71633.45">29698 5330 410 0,'7'-11'502'0,"6"-4"88"16,-7 1 93-16,-6-4-60 0,6 3-98 15,-6 0-83-15,-6 4-67 0,0-3-73 0,-7 6-68 16,-1 1-48-16,2 0-31 0,-14 3-12 15,6-1-7-15,1 10-5 0,-1-1-21 0,0 3-23 16,7 0-28-16,-7 7-18 0,8 5-8 16,6-1-9-16,-8 4-7 0,8 0-2 15,6-3-1-15,0 3-5 0,0 0-3 0,6-4-1 16,0-3 8-16,8-1-6 0,-8-3-4 16,7 0 2-16,7-7-3 0,-8-1-1 0,8-3-5 15,-6 0 4-15,5-3 5 0,1-1-1 16,-8-3 3-16,2-5 8 0,-2 6 12 0,-5-5 7 15,6-4 5-15,-6 0 13 0,-1 4 6 16,0-3 3-16,1 3 3 0,-7 0 0 0,7 4-2 16,-7 0-6-16,6-5-8 0,-6 5-11 15,0 3-10-15,0 4-12 0,0 4-6 0,0 3-4 16,0 5 6-16,0 2 10 0,0 1 7 16,0 6 11-16,0 1 14 0,0 0 20 0,0 7 9 15,0 5-1-15,0-2-4 0,6 5-8 16,-6 0-8-16,7 2-20 0,-7 3-14 0,0-3-8 15,0-2-8-15,7 0 4 0,-14-4 5 16,7 0 6-16,0-4 4 0,-7-4 9 16,1-2 13-16,0-1 2 0,-1-7 5 15,-6-1 6-15,0-2 2 0,0-6 3 0,0 2-1 0,-1-5-5 16,2-3-8-16,-8-3-8 0,1-1-12 16,5 0-6-16,-12-2-10 0,7-6-7 15,-1 1-4-15,-6-3-4 0,7-1-5 0,-7-3-17 16,6 0-32-16,1-1-71 0,6-4-102 15,6-2-140-15,7 3-200 0,0-3-231 16,7-4-256-16,13-1-82 0,-2 1 19 0,2-5 97 16,7 6 181-16,5-6 232 0</inkml:trace>
  <inkml:trace contextRef="#ctx0" brushRef="#br0" timeOffset="72102.1">29894 5253 314 0,'0'-7'548'0,"6"3"100"0,-6 0 64 15,6 1-38-15,-6-1-145 0,0 4-125 16,0 4-78-16,0 3-57 0,0 0-16 0,0 4-12 16,7 4 7-16,-7 0-10 0,6 4-22 15,-6-1-19-15,7 3-30 0,-1 5-10 16,1-4-20-16,-7-1-21 0,6 2-18 0,1-2-19 16,0 2-8-16,-1-4-12 0,-6-1 0 15,6-4 3-15,-6-2 5 0,7-2 16 0,-7-3 14 16,0 1 16-16,0-5 12 0,0 1 11 15,0-4 2-15,0-4-12 0,0 1-17 0,0-5-23 16,0-3-22-16,0 0-25 0,-7-7-16 16,7 4-12-16,0-8-7 0,-6 0-2 0,6-4-1 15,0 0-1-15,6 1-1 0,-6 3 0 16,7 0 1-16,0 0-1 0,-1 0-6 16,1 3-2-16,5 4-3 0,2 1-2 0,-2 3-4 15,2 0 1-15,-1 3 3 0,6 2 1 16,-6 2 2-16,7 4 2 0,-7 0 1 0,0 4 1 15,0-1 4-15,0 8-2 0,0 0 3 16,0 0 2-16,-6 8 2 0,5-1 4 0,-5 1-6 16,-1-1 2-16,8 3 2 0,-8-2-3 15,0 3-1-15,-6-4-3 0,8 0 2 0,-2 0 2 16,-6-2-4-16,0-2-5 0,6-3-17 16,-6-4-46-16,0 0-77 0,0 1-104 15,0-4-145-15,0-4-199 0,0 0-221 0,-6-4-211 16,6-7-58-16,0 0 29 0,-6-4 110 15,6-3 183-15,-8-4 228 0</inkml:trace>
  <inkml:trace contextRef="#ctx0" brushRef="#br0" timeOffset="72430.14">30219 4949 84 0,'0'-15'478'0,"0"-3"110"15,0 4 98-15,0-2 81 0,6 6-131 0,-6-1-141 16,7 3-99-16,0 1-94 0,-1 4-73 15,8 3-59-15,-2 3-24 0,1 4-17 16,0 8-4-16,6-1 7 0,-5 13-1 0,5-2 3 16,1 4 0-16,0 8-2 0,-8 0-5 15,2 3-8-15,5 4-10 0,-13 0-19 0,8 0-7 16,-14 0-9-16,6 0-8 0,-6 0-6 0,-6-4-3 16,-1 0 5-16,0 1 4 0,-6-4-2 15,7-1 0-15,-8-3 3 0,2 0 3 16,-1-7-2-16,0-1-7 0,0-7-7 15,-1 0-4-15,2-3-14 0,6-4-10 0,-8 0-12 16,8-4-10-16,-7-2-23 0,13-5-70 16,-7-5-101-16,7 3-168 0,0-10-225 0,7 1-278 15,-1-3-184-15,7-5-47 0,1-3 42 16,4-3 136-16,2-1 212 0,7-4 271 0</inkml:trace>
  <inkml:trace contextRef="#ctx0" brushRef="#br0" timeOffset="72633.23">30727 5267 319 0,'0'-3'547'16,"0"-1"114"-16,0-3 84 0,7 3-21 15,-1 1-127-15,0-1-130 0,1 0-104 0,6 4-96 16,0-3-73-16,0-1-56 0,0 4-39 16,7 0-29-16,-8 0-25 0,8-3-18 0,0 3-12 15,-1 0-7-15,1 0-5 0,-1 0-11 0,1 0-5 16,0 0-51-16,-8 0-97 0,2 0-148 15,-1 0-173-15,-7 0-207 0,0 0-115 16,-6 0-15-16,0 0 65 0,0 0 128 0,-6 0 167 16</inkml:trace>
  <inkml:trace contextRef="#ctx0" brushRef="#br0" timeOffset="72861.36">30740 5403 237 0,'-19'11'479'0,"5"0"93"0,2 0 99 16,4-4 24-16,2 1-66 0,6-5-84 0,0 2-71 15,6-3-57-15,2 3-75 0,-2-2-86 16,7 1-62-16,7-4-43 0,-8 4-30 0,14-4-30 16,-6 0-17-16,6 0-16 0,1 0-15 0,-2-4-15 15,1 4-10-15,0 0-6 0,0-4-7 16,1 4-3-16,-1-3-3 0,-7-2-2 0,-6 5-3 16,0-2-3-16,1 2-7 0,-2-5-24 15,-12 5-65-15,0-3-131 16,0 0-173-16,0-2-190 0,-12 5-219 0,-2-3-94 15,1-1-1-15,0 0 98 0,-6 1 157 16,-1-1 184-16</inkml:trace>
  <inkml:trace contextRef="#ctx0" brushRef="#br0" timeOffset="73808.91">31861 5007 253 0,'6'-3'309'0,"-6"-4"28"0,6-1-59 0,-6-3-31 16,7 4-40-16,-1-4-45 0,1 0-16 15,-1 4-1-15,-6-4-2 0,7 3 10 0,-1-2 2 16,-6 2 35-16,6 1 32 0,-6 0 20 16,0 0 10-16,8-1 2 0,-8 0 1 0,0 1-36 15,0-4-40-15,0 3-23 0,0 1-14 0,0 0-11 16,0 0-13-16,-8 3-6 0,8-3-4 16,0 0-9-16,-6 2-15 0,0 2-14 0,6 0-13 15,-7-1-8-15,1 0-11 0,-1 1-10 0,7-1-6 16,-13 4-3-16,7 0-3 0,0-4-5 15,-8 4 4-15,1 4 3 0,6-4-3 16,-12 4 0-16,6-1 2 0,0 5 2 0,0-2 0 16,0 6-1-16,-7 2 6 0,7 1 1 0,1 7 3 15,-2 1 2-15,-5 2 3 0,12 0 2 16,-6 5 1-16,1 3 3 0,4-4 4 0,2 0 4 16,6 1 3-16,-6-1-3 0,6 0 0 15,6-3 0-15,0 0-1 0,2-4-2 16,-2-4 3-16,7 0 3 0,0 1 4 0,6-5 1 0,1-3 0 15,-1-4 0-15,7-2-2 0,0-3-8 16,1-2-2-16,-1-2-3 0,0-3 0 0,0-2 2 16,-1-4 6-16,2-3 9 0,-7-1 9 15,-1 0 9-15,0-4 3 0,-5 2-3 0,-1-9-5 16,-1 5-9-16,-5-6-12 0,0-2-16 0,-7-4-6 16,0 4-6-16,0-1-2 0,-7 5-5 15,0-5 0-15,-5 8-2 0,-1 1-4 16,-1 2-1-16,2 4-4 0,-8 1-1 0,0 3 0 15,7 4-7-15,-7-1-5 0,1 4-16 0,0 4-31 16,0 0-61-16,5 4-72 0,1-1-89 16,0 5-108-16,7-4-138 0,-1 3-140 0,7 0-126 15,-6 1-135-15,12-5-18 0,-6 4 54 16,7-2 121-16,5-2 156 0,-5 1 179 0</inkml:trace>
  <inkml:trace contextRef="#ctx0" brushRef="#br0" timeOffset="74342.96">31945 4865 287 0,'-7'-4'362'0,"1"-3"40"0,0 3 9 0,-2-4-64 15,-4 1-56-15,5 4-30 0,-6-5-15 16,7 5 3-16,-7-1 6 0,7 0 2 0,-8 1-6 15,8 3-16-15,-8-4-25 0,2 4-32 16,5 4-39-16,-6-4-40 0,6 3-31 0,-5 5-24 16,-2-1-2-16,8 0-5 0,-7 8 3 15,0-4 5-15,6 4 5 0,-5 3 4 0,4 1-3 16,-4-1 6-16,12 0-2 0,-6 0-2 16,6 1 1-16,0-4 1 0,0 2 3 0,6-1-4 15,0-2-4-15,8 1 4 0,-2-5-2 0,1 2 1 16,7-1-3-16,0-8-1 0,-1 5-5 15,1-8-5-15,6 3-8 0,0-3-7 0,-7-3-10 16,7-1-3-16,-6 0-4 0,6-3-4 16,-13 3-2-16,7-3 9 0,-8 4-3 0,2-2-8 15,-8 2-10-15,1-1-9 0,-7 1-48 0,6-1-110 16,-6 0-157-16,0 1-175 0,-6-1-215 16,6 4-132-16,-7-4-25 0,1 1 60 15,-1-2 140-15,0 3 169 0</inkml:trace>
  <inkml:trace contextRef="#ctx0" brushRef="#br0" timeOffset="75233.64">27881 5392 136 0,'-7'-7'237'0,"-5"0"20"0,4 3-47 15,2-3-31-15,-7 3-30 0,7-3-14 0,-7 4-1 0,6-2 1 16,1 2 5-16,0-1 7 0,6 4 4 15,-8 0 0-15,8-3 0 0,-6 3 1 0,6 0-3 16,0 0-2-16,0 0 0 0,0-4-2 0,0 4-7 16,0 0-7-16,0 0-10 0,6 0-17 15,-6-4-23-15,14 4-19 0,-1-3-24 0,0 3-13 16,6-4-8-16,1 0-5 0,0 1-2 16,-1-2-6-16,1 3-3 0,-1 2-13 0,0-5-52 15,1 5-127-15,-7 0-189 0,7 0-152 16,-8 0-77-16,-5-3-34 0,0 3 26 15,-7-4 114-15</inkml:trace>
  <inkml:trace contextRef="#ctx0" brushRef="#br0" timeOffset="76150.96">24768 5605 190 0,'0'0'239'0,"6"0"11"0,-6-4-61 0,7 4-47 16,-1-3-24-16,1 3-5 0,5-4 13 0,2 4 18 16,6-4 13-16,5 0 9 0,-5 2 0 15,6-3-2-15,7 1-6 0,-7 1-5 0,0-1-7 0,-1-3-11 0,-5 3-15 16,0 0-19-16,-1 4-25 0,-5-3-18 16,-2 0-12-16,-6 3-2 0,2 0 1 15,-2 0 0-15,-6-5 2 0,0 5-6 0,0 0-7 16,0 0-8-16,0 0-14 0,0 0-26 15,-6 5-90-15,6-5-122 0,-8 0-145 0,8 0-133 16,0 0-66-16,-6 0-15 0,6 0 64 16,0-5 110-16</inkml:trace>
  <inkml:trace contextRef="#ctx0" brushRef="#br0" timeOffset="81750.17">32316 4528 293 0,'0'-11'408'0,"0"-3"54"0,-7 2 51 16,1 1-66-16,0 0-76 0,6 3-30 15,-7 1-19-15,0 0-28 0,1 3-35 0,0 4-38 0,-8 0-51 16,1 4-49-16,1 8-29 0,-2-2-20 0,2 9 1 15,-2 6 7-15,1 4 2 0,0 5 8 16,0 9 13-16,1 5 19 0,4 7 6 0,-4 7-3 16,5 1-1-16,1 3-10 0,-1-1-16 0,1 1-14 15,6-7-11-15,0-1-9 0,6-2-7 16,1-9-4-16,-1-2-3 0,7-1-8 0,-7-8-8 16,8-8-8-16,-1 3-7 0,0-6-10 15,-7-7-7-15,7 1-6 0,1-8-9 0,-2-4-36 16,2 0-95-16,-2-7-138 0,8-3-187 0,-7-1-207 15,0-3-180-15,0-4-65 0,0-4 42 16,0 0 112-16,0-4 177 0,1-2 203 0</inkml:trace>
  <inkml:trace contextRef="#ctx0" brushRef="#br0" timeOffset="82284.05">32498 4989 50 0,'0'-18'426'16,"-6"3"71"-16,0 1 58 0,6 3 68 15,-7 0-79-15,0 0-97 0,7 4-52 0,0 3-47 16,-6 0-42-16,6 1-63 0,0 3-80 0,0 0-57 16,0 7-36-16,0 4-13 0,6 8 5 15,-6 2 12-15,7 1 7 0,0 4 10 0,-7 3 0 16,6 0 4-16,-6 4-6 0,6-4 0 16,-6 5 1-16,7-5-5 0,-7-3-4 0,0 3-7 15,0-7 2-15,0 0-2 0,0-4 1 0,0 1 5 16,0-8 12-16,0 0 18 0,0-4 17 15,0 1 8-15,0-8 3 0,0 0-6 0,0 0-15 16,-7-8-25-16,7 1-29 0,-6-8-23 16,0 1-20-16,-1-5-9 0,0-4-7 0,1-2-4 15,-1-4-1-15,1 0 0 0,0-4-2 0,-1-1 0 16,7 2 2-16,0 2-1 0,7 1-2 16,-1 0-3-16,0 3 0 0,1 4 0 0,6 1-3 15,6 2-1-15,-5 1 4 0,5 3-1 16,1 0 1-16,6 1 2 0,-7 2 1 0,1 5 1 15,0 0 0-15,-2 3-2 0,2 4 4 16,0 4-2-16,-7 3 2 0,7 4-1 0,-8 4 2 16,1 7-1-1,1 0 0-15,-2 0-1 0,-5 7 2 16,0-3 0-16,-1 3 0 0,0 1 2 0,1-1 1 16,-7 0-1-16,0 1 1 0,7-5-2 15,-7 4 2-15,0-7 1 0,6 3-1 0,-6-6 2 16,0 3-2-16,7-7 0 0,-7-4-5 0,0 0-5 15,6-1-13-15,-6-2-48 0,0-4-77 16,6-4-113-16,-6-4-162 0,7-4-177 0,-7-2-196 16,0-5-164-16,7-4-34 0,-7-6 54 0,0 0 134 15,0-12 164-15,0 0 199 0</inkml:trace>
  <inkml:trace contextRef="#ctx0" brushRef="#br0" timeOffset="82549.61">32954 4535 38 0,'13'-22'449'0,"-6"4"98"0,6 0 95 16,0 0 87-16,-6 2-92 0,-1 2-126 0,7 6-97 16,-6 1-77-16,-1 0-69 0,7 7-54 15,0 3-30-15,-6 1 4 0,5 11 9 0,2 3 24 16,5 4 20-16,-6 12 10 0,-6 2 8 0,5 7-9 16,2 13-13-16,-1-2-25 0,-7 9-34 0,1 3-36 15,-1 4-34-15,1-5-35 0,-7 5-22 0,6-4-16 16,-6 1-12-16,0-6-8 0,0-2-4 15,0-4-4-15,0-4-5 0,6-7-4 0,-6 0-2 16,0-11-1-16,0-4-7 0,8-3-11 0,-8-3-24 16,0-9-52-16,0-3-63 0,-8 0-79 0,2-8-107 15,0-3-175-15,-7 0-180 0,-7-3-201 16,0-1-99-16,1-1-2 0,-13-1 64 0,6 2 161 16,-7-3 195-16</inkml:trace>
  <inkml:trace contextRef="#ctx0" brushRef="#br0" timeOffset="83414.45">31997 6429 34 0,'0'-26'330'0,"6"4"34"0,-6-3 19 0,0-1-38 16,-6 0-88-16,6 4-92 0,-6-7-25 16,-1 7 5-16,0 0 19 0,1-1 36 0,-7 9 49 15,0 1 50-15,0 1 25 0,-1 1 4 0,-5 0-1 16,0 3-20-16,0 1-48 0,-1 7-62 16,-6 0-45-16,6 4-30 0,1 7-23 0,-7 0-7 15,6 7-4-15,7 8 3 0,-7 3 5 16,8 4-1-16,-2 7 0 0,8 5-3 0,-1 2-2 15,7-4 0-15,0 6-4 0,0-2 0 0,7-3-1 16,6 1 1-16,0-5-1 0,-1 0 1 16,8-7 1-16,7 0-1 0,-1-3-5 0,0-5-8 15,6-3-10-15,-5-5-16 0,5 0-10 16,1-11-9-16,-1 1-7 0,1-7-7 0,-1 0-2 16,-6-7 4-16,1-4-2 0,-2-1-1 0,1-2 11 15,-6-4 12-15,-1 0 10 0,1-8 4 0,-8 1 5 16,-4-5-2-16,-2-3-13 0,-6-3-12 15,0-4-12-15,-6-1-8 0,-2-3-7 0,-4 0-1 16,-1 5 1-16,-7 2 0 0,0 0 2 0,1 7-1 16,-7 1-2-16,0 7 0 0,-6 0-1 15,5 4 0-15,-5 2-1 0,-1 6 1 16,1 0 1-16,-1 1-1 0,1 6 0 0,-1-2-3 16,7 10 0-16,-6-2 0 0,12 6 0 0,-7-3 1 15,9 5 2-15,-2 8 1 0,7-1 1 16,-1 0-1-16,2 4 2 0,-2 4 1 0,8-5-2 15,0 6 0-15,6-1-1 0,0-1 4 16,6 0 3-16,0-3 3 0,2 0 4 0,10 0 5 16,-4-3 2-16,5-4-1 0,7-1-2 15,0 0-2-15,1-5-1 0,5 1-2 0,1-7-1 16,5 2-2-16,-5-2-1 0,-1-3-2 16,8 0-2-16,-7-3-3 0,-1-2 0 0,1-1 1 15,-1-1-2-15,-6-2 0 0,1 2 1 16,-8 0 1-16,0 0 0 0,-6 3-2 0,1-4 0 0,-2 5-4 15,-5-1-6-15,0 1-8 0,-7-1-14 16,6 4-44-16,-6 0-66 0,0 0-85 0,-6 0-104 16,6 0-150-16,0 0-182 0,0 0-149 15,-7 0-152-15,7-4-29 0,0 4 47 0,0 0 124 16,-7-3 179-16,14 3 184 0</inkml:trace>
  <inkml:trace contextRef="#ctx0" brushRef="#br0" timeOffset="83789.33">32616 6166 176 0,'12'-23'414'0,"-4"2"54"16,-2-2 64-16,-6 2 22 0,6-1-48 15,-6 2-55-15,0 3-38 0,-6-2-19 0,0 5-39 16,6 3-73-16,-8-4-69 0,2 8-56 0,0 0-39 15,-7 3-30-15,6 0-22 0,-6 8-16 16,1 3-7-16,-8 4 0 0,7 4 1 0,-7 7 9 16,7 3 11-16,-6 5 10 0,5 6 11 15,-5 5 5-15,6 7 3 0,0-2 3 0,-1 10-1 16,2-1 0-16,5 0-2 0,1 0-1 16,-1-1 2-16,7-5-2 0,7-2-3 0,-7 1-9 15,6-8-8-15,7-4-7 0,1 1-15 0,-2-7-8 16,2-2-7-16,5-5-10 0,1 0-7 15,-1-6-8-15,0-2 0 0,1-8-5 0,7 1-9 16,-9-5-10-16,9 1-18 0,-7-8-51 0,-2 1-90 16,2-5-135-16,0 1-157 0,-1-8-169 15,-5 0-180-15,-2 1-132 0,1-5-9 0,1-3 85 16,-8 1 136-16,7-5 161 0</inkml:trace>
  <inkml:trace contextRef="#ctx0" brushRef="#br0" timeOffset="84289.22">32843 6425 258 0,'0'-14'449'0,"0"-5"84"0,0 5 91 0,-6-1 6 0,6 0-64 16,0 5-54-16,0-1-45 0,-6 3-49 15,6 0-73-15,0 1-91 0,0 4-73 16,0-1-58-16,0 8-35 0,0-1-21 0,0 4-4 16,0 5 2-16,6 6 10 0,-6 4 5 0,0 0 2 15,6 7 0-15,-6 1-2 0,7-1-3 16,-7 4-3-16,7-4-2 0,-7 1 1 0,0-1 6 15,6-4 2-15,-6-2-4 0,6-1 1 16,-6-4 3-16,8-3 2 0,-8-1 2 0,0-3 11 16,0-4 22-16,6-2 15 0,-6-3 8 0,0 3-1 15,0-5-12-15,0-5-21 0,0-2-27 16,0 0-23-16,0-4-22 0,0-8-14 16,-6 2-10-16,6-2-4 0,0-6-3 0,-8-4-4 15,8-1-1-15,0-3 1 0,-6 4-2 0,12 0-1 16,-6-1-2-16,0 8 0 0,8-4 0 15,-2 8-4-15,0 0 1 0,7 4-1 0,-6-1 1 16,6 0-1-16,-1 3 3 0,8 5 2 16,-7 0 1-16,1 0-2 0,-2 3 4 0,2 4 5 15,5 0-5-15,-6 7 1 0,0 1-1 0,0 0 1 16,0 6-2-16,-7 1-3 0,8 7 2 0,-8-1-1 16,1 5 4-16,-1 1 0 0,1 0 0 15,-7 0 4-15,0 2-2 0,6-4 2 0,-6 1-2 16,0-3 3-16,0-3 1 0,0 3-3 0,0-9 2 15,7 5 1-15,-7-8-3 0,0 0 1 16,0-3-3-16,0-1 0 0,0 0-8 0,0-7-18 16,0 0-49-16,0 0-81 0,0-4-100 0,0-6-134 15,0-2-185-15,-7 2-194 0,7-9-211 0,-6-3-79 16,-1-7 14-16,7-1 89 0,0-6 168 16,-6-5 199-16</inkml:trace>
  <inkml:trace contextRef="#ctx0" brushRef="#br0" timeOffset="84664.11">33117 5986 41 0,'0'-14'379'0,"0"2"55"0,0-2 38 15,0 3 11-15,0-1-88 0,0-2-93 0,7 7-47 16,-1-4-13-16,1 4-2 0,5-1-10 0,2 0-17 16,-1 1-24-16,6 3-33 0,-6 1-36 15,7 3-29-15,-7 0-33 0,6 3-19 0,-6 1-14 16,-6 3-7-16,6 1-1 0,-7 0 4 15,-6 2-1-15,0 1 14 0,-6 4 7 0,0-4 8 16,-8 0 1-16,1 3-3 0,1-3 0 0,-8 4-4 16,0-4-1-16,7-4 4 0,-6 4 10 0,6-3 17 15,7-1 23-15,-8-3 4 0,8 0 7 16,-1-2 5-16,1 3-6 0,6-2-2 0,-7-3-8 16,7 4 1-16,0-4-5 0,7 0-8 0,-7 0-8 15,6 0-15-15,7 0-14 0,1-4-10 0,-2 4-15 16,8-3-8-16,-1-2-8 0,1 5-1 0,6-2-5 15,-7-2-3-15,7 0 1 0,-6 0-7 16,6 4-8-16,-7-3-12 0,-5 3-54 0,5-4-79 16,-6 4-120-16,0-4-137 0,1 4-151 0,-8-2-147 15,0-3-117-15,-6 1-10 0,0-3 73 16,0 0 117-16,0-1 146 0</inkml:trace>
  <inkml:trace contextRef="#ctx0" brushRef="#br0" timeOffset="84948.32">33475 5747 249 0,'7'-11'420'0,"-1"-3"70"0,-6 3 66 0,7 0-52 0,0 3-68 16,-7 1-80-16,6 0-63 0,-6 3-52 15,6 4-32-15,1 8-10 0,0-1-4 0,-1 8 20 0,0 3 29 16,7 4 20-16,-6 12 10 0,6-2-7 16,-7 8-7-16,8 4-18 0,-8 4-20 0,0 3-22 15,1 8-32-15,-7-1-26 0,7 4-27 0,-14 5-23 16,0-5-25-16,1 0-7 0,0 0-9 0,-8-3-11 15,8-4-6-15,-7-3-5 0,0-5 0 16,6-3-3-16,-5-8-6 0,5-2-5 0,0-5-3 0,1-7-2 16,0-3-1-16,-1-5-8 0,0-3 2 15,7-4-3-15,-6 0-6 0,6-3-10 0,-7 0-49 16,7-4-82-16,-6 0-134 0,0 0-205 0,-8-4-246 16,2 0-246-16,-2-3-89 0,-5 3 15 15,6-4 94-15,-6 5 187 0,-1-4 238 0</inkml:trace>
  <inkml:trace contextRef="#ctx0" brushRef="#br0" timeOffset="85744.97">31756 7759 174 0,'6'-18'289'0,"1"3"31"0,0 0-11 16,-1-3-59-16,0 3-52 0,-6 0-22 0,7 1-4 16,0 0 1-16,-7-2 0 0,0 5-2 15,0 0-9-15,-7 5-11 0,0-3-6 0,1 3 0 16,-7 2 16-16,-6 0 21 0,-1 4 15 16,1 4 14-16,-1 0 4 0,0 2-9 0,-5 6-17 15,-1-1-25-15,6 8-18 0,-7 2-16 16,9 6-6-16,-2 1-3 0,7 5-5 0,-7 8 4 15,7 3 5-15,0 3-4 0,0 1-7 0,6 3-8 16,7-4-4-16,0-2-9 0,0-1-9 16,7-4-5-16,0-4-6 0,5-2-9 15,8-1-5-15,0-8-6 0,-1-3-4 0,7-4-3 16,0-2-5-16,7-6-7 0,-7-2-1 0,7-5-5 16,-1-3-5-16,1-7-3 0,-1-5-4 0,1 2 2 15,-7-5-8-15,6-4 2 0,-12-2 1 16,5-2 1-16,-11-5 3 0,-1-2 1 15,0-3 1-15,-6-3-5 0,-1-5-4 0,-6 1-3 16,-6-4-4-16,-1 4 0 0,0 3-2 0,-6 0 0 16,-7 4-1-16,1 4-2 0,-7 7 6 15,0 0-2-15,0 5-1 0,-7 1 0 0,1 5 1 16,-1 0 1-16,1 4-7 0,6 3 2 0,-1 4 2 16,1 0 0-16,1 0 0 0,5 4 0 15,0 3 0-15,8 0-1 0,-1 4-2 0,-1 1-1 16,8 2 0-16,0 5 2 0,-1-1-2 15,0 0 2-15,7 4 1 0,7-4 3 0,-7 4-1 16,13-3-1-16,-7 3 3 0,8-4-1 0,5 0 1 16,1-3 3-16,6 0 4 0,-1-4 4 15,9 0-1-15,5-5-1 0,-1 3 0 16,1-6-3-16,1-3-5 0,-1 0-3 0,6 0 0 16,-13-3 1-16,1-2-5 0,0 1-5 0,-14 1-5 15,1 0-7-15,-1-1-13 0,-12 4-53 16,6-4-74-16,-7 1-122 0,-6-1-168 0,0-3-187 15,-6 3-187-15,6 1-117 0,-13-1-15 0,6 0 79 16,1 0 149-16,0 1 179 0</inkml:trace>
  <inkml:trace contextRef="#ctx0" brushRef="#br0" timeOffset="86073.01">32283 7638 385 0,'7'-22'588'0,"-7"3"77"0,7 1 77 16,-7 0-2-16,0-1-150 0,0 5-130 0,-7-1-107 16,7 5-56-16,-7-1-64 0,1 3-71 15,0 5-44-15,-8 0-36 0,8 6-19 0,-7 0-11 16,-7 8-6-16,8 4-3 0,-2 3 3 16,-5 8 5-16,6 2 1 0,0 6 6 0,-1 6 1 15,2 4 5-15,-1 0 0 0,6 8 1 16,1-1 10-16,-7 1 2 0,13-2 0 0,-6 2-1 15,6-2-4-15,0-5-3 0,0-1-17 0,6-4-12 16,0-3-5-16,1-4-6 0,-1-1-7 16,7-6-6-16,0-3-3 0,1-1-3 0,5-7-2 15,-6-5-7-15,6 1-8 0,-5-7-10 16,5 0-54-16,0-4-83 0,1-4-146 0,-1-4-181 16,-5-3-214-16,5 0-224 0,-6-7-70 0,0-1 18 15,-7-2 111-15,8-5 166 0,-8 0 212 16</inkml:trace>
  <inkml:trace contextRef="#ctx0" brushRef="#br0" timeOffset="86526.04">32421 7906 19 0,'-8'-20'446'0,"2"6"86"15,0-1 87-15,-1 5 110 0,1-1-50 16,6 0-112-16,-7 4-96 0,0 2-66 0,7 2-71 16,0 0-94-16,0 6-69 0,-6 0-41 15,6 9-15-15,0-1-7 0,0 7-5 0,6 0-6 16,-6 4-11-16,0 4-12 0,7 3-2 15,-7-3 1-15,7 3 4 0,-1 0 4 0,-6-3 8 16,7-4 6-16,-7 0 3 0,6-3 0 0,-6-1 1 16,6-4 3-16,-6-2 5 0,0-4 5 15,0-2 2-15,0-2 3 0,0 0-5 0,0-4-11 16,0-4-19-16,0-4-20 0,-6 1-20 16,6-4-16-16,-6-4-12 0,6-3-8 0,-7-4-3 15,1-3-3-15,6-2-1 0,0-2-2 16,0 4 2-16,0 0 0 0,0-1-2 0,0 4-3 15,6 1 0-15,1 1 4 0,-1 6-1 0,0-1-2 16,8 0-1-16,-8 4 3 0,8 5-1 16,-2-3-1-16,1 3-2 0,1 2 4 0,-2 4 2 15,2 0 1-15,-2 4 0 0,-5 2-1 16,6 3 2-16,0 5-1 0,1 0 0 0,-8 1-3 16,0 3-2-16,7 5 5 0,-6-1 1 0,-1-1 0 15,1 2 1-15,-1-2 2 0,0 2 2 16,-6-1-2-16,8-1-6 0,-8-6-4 15,0 4-8-15,6-5-20 0,-6-3-57 0,0 0-74 16,0-4-89-16,0 0-127 0,0-3-163 0,0-4-169 16,0-4-159-16,0 1-108 0,0-8-3 15,0 0 80-15,6-4 142 0,-6-3 175 0</inkml:trace>
  <inkml:trace contextRef="#ctx0" brushRef="#br0" timeOffset="86791.6">32811 7749 38 0,'0'-13'457'15,"7"-1"119"-15,-7 3 111 0,0 0 95 0,0 0-83 16,0 4-115-16,0 3-105 0,0-2-103 0,0 2-87 16,0 4-69-16,0 4-38 0,6 2-20 15,-6 5 3-15,0 4 10 0,7 3 5 16,-7 4-7-16,6 4-13 0,-6 3-14 0,6 0-19 16,-6 4-16-16,7 0-18 0,-7 4-14 0,7-4-17 15,-7-4-16-15,0 4-13 0,0-3-12 16,0-5-7-16,0 1-7 0,0-4-7 0,-7-4-11 15,7-4-24-15,0 1-57 0,0-3-89 16,0-5-115-16,0-3-162 0,7-4-168 0,-7-4-166 16,6 0-147-16,-6-7-21 0,6 0 61 0,2-4 133 15,-2-7 163-15,0 1 180 0</inkml:trace>
  <inkml:trace contextRef="#ctx0" brushRef="#br0" timeOffset="87088.4">32942 7938 352 0,'0'-7'442'0,"0"-4"67"0,0 4 39 16,0 3-49-16,-8 1-42 0,8 0-41 15,0 6-27-15,-6-3-25 0,0 7-33 0,6 4-39 16,0 0-48-16,-6 3-45 0,6 1-42 0,0 7-32 16,0-4-24-16,0 4-25 0,0 1-24 15,6-2-16-15,0 2-10 0,0-5 1 0,2 0 3 16,4-4 5-16,1-3 8 0,-6 1 6 16,6-4 4-16,7-6-6 0,-8 2-8 0,2-4 1 15,5-4-8-15,-6-3 1 0,0-1 8 0,0-2 12 16,0-5 12-16,0 1 3 0,0-5 1 15,-6 1-3-15,-1-8-10 0,-6 5-16 0,6-10-14 16,-12 10-11-16,6-5-5 0,-6 4-5 0,-1 4-3 16,-6 1-1-16,0 0-1 0,0 7-1 0,0 3-6 15,0 3-1-15,-6 0-7 0,6 4-23 16,-1 0-54-16,2 8-70 0,-2-5-117 0,8 5-149 16,0-2-165-16,6 2-145 0,-7 4-129 15,7-5-26-15,7 0 70 0,-7 1 125 0,6-1 157 16</inkml:trace>
  <inkml:trace contextRef="#ctx0" brushRef="#br0" timeOffset="87494.86">33319 7865 77 0,'6'-8'397'0,"-12"1"69"0,6 0 49 16,-6 3-3-16,-1-3-69 0,-6 3-64 0,7 4-47 15,-8 0-37-15,1 4-30 0,1 0-33 0,-2-1-38 16,2 5-62-16,-2-1-50 0,8 4-34 15,-1 0-12-15,1-1-16 0,-1-2-14 0,7 4-1 16,0-1-4-16,0 0 5 0,7-4-8 0,-7 1-1 16,6-2 3-16,1-2-6 0,5-4 2 0,-4 0 1 15,-2 0 2-15,7-4 1 0,-6 1 0 0,-1 0 7 16,7-5-1-16,-13 4-2 0,6-3 26 16,1 0 23-16,0 3 29 0,-1 0 21 0,-6 1 16 15,0 0 6-15,6-1-21 0,-6 4-18 0,7 0-13 16,-7 4-4-16,7 2 0 0,-7 5 8 15,6 0 9-15,-6 4 4 0,6-1-10 0,1 5-9 16,-7 3-10-16,0-1-13 0,7-2-8 0,-7 3-4 16,0 3-7-16,0-6-4 0,-7 3-3 15,7 0 0-15,-7-4-1 0,-5 4 6 0,5-3 0 16,0-5 3-16,-5 5-3 0,-2-9-3 0,1 5-5 16,1-8-4-16,-2 0-2 0,2 1-7 15,-8-4-5-15,7-4-7 0,0 0-8 0,0-4-37 16,-1 1-70-16,8-5-108 0,0-3-143 0,-1 0-152 15,1-8-172-15,6 2-154 0,6-3-32 0,-6-1 56 16,7-5 118-16,-1 1 141 0,8-1 172 16</inkml:trace>
  <inkml:trace contextRef="#ctx0" brushRef="#br0" timeOffset="87901.01">33306 7869 83 0,'7'-12'384'0,"5"5"72"15,-5-4 57-15,0 8 1 0,-1-5-77 0,-6 5-71 16,7 0-44-16,-1 3-28 0,0 0-10 0,-6 3-8 15,8 4-10-15,-2 0-14 0,7 4-25 0,-7 0-25 16,1 4-31-16,-1 0-33 0,1 3-26 16,-1 4-22-16,0-4-17 0,-6 5-8 0,8-5-6 15,-8-1 6-15,0 2-3 0,0-1-4 16,0-3-1-16,0 0-5 0,0-4-6 0,-8 0-8 0,8-4 8 16,0-3 20-16,0 3 20 0,0-7 11 15,0 0 3-15,-6 0 2 0,6-3-12 0,0-5-20 16,0 1-19-16,0-4-16 0,-6-4-10 0,6-4-8 15,0 1-4-15,0-4-5 0,6 1-3 16,-6 3-2-16,6-5 3 0,-6 5 0 0,8 0 0 16,-2 4 1-16,-6-2-1 0,6 5-1 0,1 0 1 15,0 4-1-15,-1 3-8 0,0-3 1 0,1 7 0 16,-1-4 1-16,1 8 3 0,0 0-3 16,5 3 4-16,-5 0 2 0,0 4-3 0,-1 0-1 15,7 5-4-15,-7-2 2 0,1 1 1 0,-7 0-1 16,7 2-1-16,-1-2 0 0,-6 0 1 0,0-1-5 15,0-2-8-15,0-2-27 0,0 2-62 16,-6-1-89-16,6-4-154 0,0-4-176 0,0 1-194 16,-7-4-198-16,7 0-56 0,0-4 27 0,-7-4 118 15,7-2 165-15,-6-1 190 0</inkml:trace>
  <inkml:trace contextRef="#ctx0" brushRef="#br0" timeOffset="88150.96">33605 7668 296 0,'0'-15'523'15,"7"4"104"-15,-7 0 76 0,7 4-26 0,-7-1-119 16,6 5-102-16,1 3-72 0,-1 3-53 0,0 5-34 16,2 3-11-16,4 3-9 0,-6 9-15 15,8-2-24-15,-8 8-21 0,7 4-24 0,-6 0-29 16,0 7-30-16,-7 1-23 0,0-1-24 0,0 0-25 16,-7-3-16-16,0 3-15 0,-6-3-9 15,1-4-6-15,4 0-5 0,-4-4-4 0,-2 1-7 16,2-8-5-16,-1-4-10 0,6 1-37 0,-6-9-67 15,7 1-112-15,-8-7-176 0,8-1-218 0,0-3-240 16,-8 0-133-16,1-7-25 0,1 3 64 16,-8-3 154-16,0-3 209 0</inkml:trace>
  <inkml:trace contextRef="#ctx0" brushRef="#br0" timeOffset="89328.35">21225 10840 56 0,'-19'3'212'0,"5"1"22"15,1-4-12-15,0 4 10 0,7-4 17 16,-1 0-4-16,1 0-11 0,6 0-17 0,0 0-20 16,0 0-15-16,6 0-12 0,1 3 3 15,-1-3 28-15,14 0 37 0,-8 0 29 0,8 4 11 0,6-4 0 0,1 4-16 16,-1-4-38-16,-1 0-40 0,8 0-34 16,-1 3-25-16,2-3-23 0,-2 4-16 0,1-4-15 15,-1 5-14-15,-6-3-16 0,-7 2-12 16,1-4-5-16,-1 4-7 0,-5-1-3 15,-8-3 5-15,8 0 15 0,-8 4 18 0,-6-4 18 16,6 0 17-16,-6-4 12 0,0 4 0 16,0-3-4-16,-6-1-14 0,0-2-18 0,-2-3-17 15,2-2-16-15,0-3-11 0,-8-1-11 0,1 1-3 16,1-4-2-16,5-1-5 0,-6-4 4 16,0 2 1-16,6-2 4 0,1 3 4 0,-1-3 3 15,7 2 3-15,0 2 3 0,7 1-3 16,-7-1 0-16,13 1-7 0,0-1-3 15,0 1 0-15,0 4-6 0,6 3 2 0,1-3-3 16,0 2 0-16,6 5-1 0,-7-1 1 16,7 4 2-16,0 4-2 0,1 4 0 15,-1 0 2-15,-1 2-2 0,-5 6-1 0,6-1 2 16,-13 3-1-16,7 1 4 0,-14 4-2 16,8 3 4-16,-8-4 1 0,-6 4-1 0,0 3-2 15,0-2-1-15,-6 2-2 0,-2-3 0 16,2 4-2-16,-7-5-1 0,0 2 2 15,6-4 0-15,1-1 1 0,-7-4 0 0,6-2 1 16,7-2 1-16,-6 1 2 0,0-4 9 16,6-3 12-16,0 1 13 0,0-3 25 0,6 2 3 15,0-4 1-15,8 0-8 0,-2-4-8 16,8 4-4-16,7-2-18 0,-2-3 3 0,7 1-2 16,2 1 5-16,-2-1-3 0,7-3-4 15,-6 3-6-15,-1 0-4 0,7 1-1 0,-13-5-4 16,7 4-1-16,-7 1-5 0,-6 0-1 15,-1-1-1-15,-6 0-3 0,0 4-1 0,-7 0-2 16,1-3 0-16,-7 3-4 0,0 3-17 16,-7-3-56-16,1 4-73 0,0-4-122 15,-1 4-178-15,0-4-204 0,1 0-221 0,-7 0-106 16,13-4-12-16,-6 0 76 0,6-3 154 0,0 0 196 16</inkml:trace>
  <inkml:trace contextRef="#ctx0" brushRef="#br0" timeOffset="89656.38">22618 10371 336 0,'7'-25'562'0,"-7"-2"99"0,0 2 90 0,0-1 30 16,-7 4-171-16,1 1-127 0,6 2-79 16,-7 5-72-16,1-2-72 0,0 6-61 0,-8 2-52 15,8 5-33-15,-7 3-22 0,0 0-12 16,0 11-7-16,-7 4-1 0,8 3-3 15,-2 11-4-15,-5 0 4 0,6 8 1 0,6 3 2 16,-5 1 6-16,4 6 8 0,2 5 8 16,6-1 7-16,0 0 5 0,0 4 1 15,0 1-2-15,6-2-7 0,2-2-17 0,4-2-15 16,-5-2-17-16,6 0-14 0,0-5-15 16,-1-6-7-16,8 0-4 0,0-8-1 0,-7-3-4 15,7-5-6-15,-1-6-8 0,0 0-18 16,1-8-53-16,7-3-91 0,-9-1-113 0,2-6-166 15,-1-4-192-15,1-8-202 0,0-4-146 16,-1-2-18-16,-5-5 57 0,-2-6 141 0,2-5 184 16,-2-4 208-16</inkml:trace>
  <inkml:trace contextRef="#ctx0" brushRef="#br0" timeOffset="90156.35">22885 10617 111 0,'0'-18'493'0,"0"-5"93"15,0 4 91-15,-6 5 83 0,6-1-118 0,0 0-138 16,0 5-92-16,0 0-72 0,0 1-77 15,0 6-78-15,0-2-55 0,0 5-31 0,6 5-15 16,1 2 2-16,0 1 6 0,-1 6 10 16,1 4 9-16,-1 4-6 0,0 4-4 15,2-1-12-15,-2 5-7 0,0-1-4 0,-6-2-2 16,6 1 5-16,-6-2 4 0,0 3 7 16,0-6 4-16,0-5 5 0,0-1 5 0,7-2-3 15,-7-7 4-15,0 3 3 0,-7-8 4 16,7 1-3-16,0 1-4 0,0-10-9 15,0-2-17-15,0-1-18 0,-6-3-19 0,6-4-14 16,-6-2-13-16,0-5-8 0,6 0-3 16,-8-8-5-16,8 0 2 0,0 1 1 0,0 1 0 15,0-2-2-15,8 4-1 0,-2 1-1 16,6-1 0-16,-5 4 0 0,6 4 0 16,0-1 0-16,7 1 0 0,0 3 0 0,-1 1 0 15,7 3-1-15,-6 0-2 0,6 3 0 16,-7 5 0-16,7-1 1 0,0 8 0 0,-7-1 0 15,1 9 0-15,0-2 1 0,-1 1-3 16,1 8-1-16,-8-2 5 0,2 3 1 0,-1 5 2 16,0-3 3-16,-6 4 8 0,-1-4 2 15,0 4-1-15,1-5-1 0,0 1-1 16,-7 0-2-16,6-3-2 0,0-1-2 0,-6-4 0 16,7 2-1-16,-7-6-1 0,0-2-1 0,7-1-5 15,-7-3-6-15,0-1-17 0,0-3-50 16,0 0-86-16,0-3-108 0,0-5-169 15,-7-3-205-15,7-4-222 0,-7 1-185 0,1-4-40 16,0-7 44-16,-1-2 136 0,0-5 193 16,7-2 229-16</inkml:trace>
  <inkml:trace contextRef="#ctx0" brushRef="#br0" timeOffset="90421.85">23315 10239 196 0,'0'-18'481'15,"7"0"78"-15,-7 3 78 0,6-4 12 16,1 5-77-16,6-4-122 0,0 6-74 0,6 2-39 15,1-1-44-15,-1 7-40 0,1 0-31 16,6 4-18-16,-6 4-12 0,5 7-9 0,2 3-6 16,-8 5-7-16,8 6 15 0,-8 5 5 15,0 6 8-15,1 5 5 0,-7-1 1 16,0 4 3-16,-6 3-17 0,-1 2-14 0,-6 2-16 16,0-4-14-16,-6 5-18 0,-1-5-21 15,0-3-20-15,1 0-28 0,-7-4-59 0,0-3 0 16,6-4 0-16,-5-8 0 0,5 0 0 15,-6-5 0-15,7-2 0 0,-8-4 0 0,8-6-85 16,-1-1-165-16,-6 0-145 0,7-7-227 16,-1 0-261-16,-5-3-221 0,4-8-62 0,2 3 36 15,6-2 110-15,0-5 212 0,14-4 262 16</inkml:trace>
  <inkml:trace contextRef="#ctx0" brushRef="#br0" timeOffset="91030.64">24319 10250 78 0,'12'-11'349'0,"-5"-3"62"0,-1 2 58 16,-6 2-28-1,7-1-6-15,-7 0-18 0,-7-1-19 0,7 9-20 16,0-5-25-16,-6 5-31 0,6-1-42 15,-7 4-56-15,1 4-44 0,0-1-22 0,-2 5-14 16,2 2-15-16,6 6-15 0,-6 1-4 16,6 2-3-16,0 7-2 0,0 2 0 0,6 6 5 15,0-1-3-15,8 4-7 0,-1-4 8 16,0 4 1-16,0 0 6 0,7-2-3 0,6-1 0 16,-1-5-2-16,1-3-17 0,1 0-13 15,5-9-15-15,1-2-9 0,-7-8-5 16,6 1-5-16,1-8-7 0,-7-3-2 0,7-6-4 15,-7-1-1-15,0-1 2 0,0-8 10 16,-1-2 12-16,-5-2 13 0,0-2 13 0,-7-1 8 16,-7-7-1-16,1-1-9 0,0-2-13 15,-7-4-16-15,-7-4-17 0,0 4-14 16,1-4-7-16,-7 7-5 0,0 1-2 0,0 6-2 16,-1 5 0-16,8 3 0 0,-7 4-1 15,7 7-2-15,-7 0-3 0,6 3-8 0,-5 5-7 16,4 3-16-16,2 3-36 0,0 1-62 15,6 3-75-15,0 4-90 0,6 4-124 0,0-1-180 0,8 1-176 16,-1 0-200-16,6-1-61 0,0 1 22 0,8-4 95 16,5 3 172-16,-6-2 203 0</inkml:trace>
  <inkml:trace contextRef="#ctx0" brushRef="#br0" timeOffset="91967.8">25491 10606 79 0,'-20'0'296'16,"7"0"31"-16,-6 0 29 0,6-5-55 0,-7 3-54 0,0-3-46 15,8 5-24-15,-2-3-18 0,1-1-14 16,1 4-18-16,-2-4-16 0,8 4-14 0,0-3-14 16,6 3-10-16,-7-4-16 0,7 0-16 15,0 4-17-15,7-3-11 0,-1-1-8 16,0 4-1-16,0-3-5 0,8-2-2 16,-8 2-6-16,7-1-59 0,1 1-99 0,-8-1-135 15,7 0-118-15,-6-3-63 0,5 0-28 0,-5 0 40 16,6-4 88-16</inkml:trace>
  <inkml:trace contextRef="#ctx0" brushRef="#br0" timeOffset="94695.07">25960 10612 14 0,'-14'0'357'0,"-5"0"63"15,6 0 50-15,-6-3 7 0,-1 0-49 16,1-2-72-16,-1 3-34 0,6-3-22 0,2 2-17 16,-1-1-26-16,6 4-35 0,1-4-46 15,-1 4-36-15,7 0-31 0,0 0-26 0,0 0-10 16,7 4-5-16,6-4-13 0,0 4-8 15,7-1-3-15,-1-3-1 0,7 5-9 16,6-3-4-16,-6-2-1 0,7 0-5 0,-1 5-3 16,1-10-9-16,-1 5-3 0,-5 0-4 15,-7-2 3-15,-1-3 0 0,0 2 5 0,-6-1 15 16,1 4 11-16,-8-4 8 0,0 1-1 16,2-5 4-16,-8 5-7 0,0-4-11 0,-8-5-10 15,2 5-7-15,0-4-4 0,-1-3-4 16,0-1-5-16,1 0 0 0,-7-3-2 0,7-1-4 15,-1 1-2-15,0-3 1 0,1-5 3 16,6 3-1-16,0-2-1 0,0 3 0 0,0-4 2 16,6 4-1-16,8 4-2 0,-8-4 0 15,7 7 3-15,7-3 1 0,0 7 1 0,-2 1 1 32,2 2-1-32,-1 4 1 0,7 0 2 15,1 4-1-15,5 4 0 0,-6 3 0 0,7 5 2 16,-7 2 0-16,0 0 0 0,-7 5-2 15,1 3-2-15,-7 0 1 0,0 5 0 0,-6-2-3 16,-7 0 1-16,0 4-1 0,-7-3 3 0,1 3-1 16,-8-3 0-16,8-1 1 0,-7 1-1 0,6-4 5 15,-5 0-5-15,5-4 4 0,1 1 1 16,6-9-1-16,-7 1 9 0,7 1 6 0,0-8 7 16,7-1 6-16,6 0 3 0,-1-6 6 15,2 0-3-15,12-1-2 0,0 0 1 16,-1-4-5-16,8 2-4 0,-1-1-1 0,8-1-5 15,-7 0-7-15,-1 1-6 0,1 0-2 16,-1 0-4-16,1-1-1 0,-7 4-2 0,0-3 0 16,-7 3 3-16,-5 1 0 0,-2-1 1 15,-5 0-3-15,0 4-5 0,-7 0-32 0,0 0-83 16,-7-3-130-16,0 3-168 0,1 0-181 16,0-4-194-16,-1-4-74 0,0 2 23 0,1-2 100 15,6-7 153-15,-7 1 172 0</inkml:trace>
  <inkml:trace contextRef="#ctx0" brushRef="#br0" timeOffset="94991.89">27132 9994 277 0,'6'-26'416'0,"-6"-4"55"0,0 5 50 16,0 3-46-16,-6 0-103 0,6 7-47 15,-13 1-42-15,6 3-36 0,-6 3-31 0,1 8-39 16,-2 0-31-16,2 8-16 0,-8 3 0 15,7 3 10-15,-1 8 8 0,2 8-1 16,-2 2 4-16,8 9-10 0,-7 4-16 0,6 5-18 16,1 5-21-16,6 4-18 0,0-1-19 15,6 1-14-15,1-1-9 0,6 1-10 0,1-5-5 16,-2-2-2-16,8 0-1 0,-1-8-2 16,1 0 2-16,0-8-2 0,-1 1-4 0,1-8-4 15,-1-3-7-15,0-8-12 0,1 0-48 16,-7-7-113-16,1-7-144 0,4 0-159 0,-11-8-187 15,6-6-132-15,0-5-29 0,-7-4 75 16,8-6 121-16,-8-9 154 0</inkml:trace>
  <inkml:trace contextRef="#ctx0" brushRef="#br0" timeOffset="95447.37">27359 10342 203 0,'0'-23'399'0,"0"3"56"0,-6 0 52 15,6 3-23-15,-6 1-97 0,6 2-50 16,0 3-45-16,0-1-43 0,0 9-44 0,0 0-39 15,0 6-33-15,0 4-25 0,6 1 2 16,0 6 10-16,-6 5 9 0,8 3 0 0,-8 1-10 16,6 2-8-16,0 0-22 0,1 1-20 15,-1-4-17-15,1 3-11 0,-7-3-14 0,7-4-8 16,-1 1-5-16,-6-4 8 0,0-4 22 16,0 0 28-16,0-4 30 0,0 0 20 0,0-7 13 15,0 0-4-15,0-4-19 0,0-3-29 16,-6-1-31-16,6-6-22 0,-7-1-11 15,7-3-9-15,0-4-5 0,0-7-1 0,0 0-3 16,7-4-2-16,-1-1-2 0,0 2 3 16,8 2-1-16,-2 1-3 0,8 4 3 0,-7 3 2 15,7-1-1-15,6 9 0 0,-7-1 1 16,1 1 2-16,6 6 1 0,-7 1 0 0,7 7-2 16,-6 0 1-16,-7 4-1 0,7 3 0 15,-8 4 3-15,2 4-2 0,-2 3 2 0,2 3 2 16,-8 2 3-16,1 3 2 0,-1-1 7 15,0 1-3-15,1-1-4 0,-7 0-8 16,7 2 1-16,-7-5-3 0,0 0-8 0,0-4 2 16,0 0 8-16,0-2 4 0,0-6-6 15,0 1-3-15,-7 0-22 0,7-4-56 16,-7-2-113-16,1-5-166 0,0 0-190 0,-1-9-241 16,1 1-114-16,-1-6-13 0,0 1 72 0,1-10 146 15,6-3 182-15</inkml:trace>
  <inkml:trace contextRef="#ctx0" brushRef="#br0" timeOffset="95825.58">27738 9901 156 0,'0'-21'378'16,"6"-2"54"-16,-6 3 44 0,0-6-21 0,7 3-106 16,-1 5-65-16,0-3-26 0,1 2-28 15,6 4-28-15,-7 4-35 0,8 0-34 0,-1 4-29 16,0 0-32-16,0 3-22 0,-1 4-15 0,2 4-10 15,-1-1-9-15,-6 5-1 0,-1-1-4 16,0 3 4-16,1 2 7 0,-7 2 13 16,-7 2 12-16,1-2 4 0,0 1 12 0,-8 3 2 15,8-3 3-15,-8-1 0 0,8 1 4 16,-7 2 10-16,7-5 1 0,-1-1 1 0,1 0 4 16,-1-1-1-16,1-2 0 0,6 0 0 15,0-4 3-15,0-1 7 0,6 1 0 0,1-4 0 16,-1 3-13-16,1-6-13 0,6 3-15 0,-1-4-17 15,8 1-9-15,-6-1-10 0,5 0-7 16,1 0-12-16,-8 1 2 0,8 3 1 16,-1-5-4-16,-5 3 2 0,-2 2 0 0,2 0 3 15,-8 0-12-15,0 0-21 0,1 0-67 16,0 0-108-16,-1 2-135 0,1-2-149 0,-7 0-146 16,0-2-157-16,6 2-27 0,-6-5 55 15,6 2 110-15,-6-4 141 0</inkml:trace>
  <inkml:trace contextRef="#ctx0" brushRef="#br0" timeOffset="96141.97">28142 9646 373 0,'0'-15'446'0,"0"1"51"16,0-2 39-16,6 2-112 0,-6 3-117 0,6 0-69 16,1 8-43-16,0-2 4 0,-1 5 9 15,7 8 6 1,0 3 8-16,0 7 12 0,1 0 3 0,4 8-14 15,2 4-16-15,-1 2-16 0,1 9-14 16,0 3-19-16,-1 8-21 0,1 2-25 0,0 1-23 16,-8 3-16-16,1 6-9 0,1-3-5 15,-8 2-3-15,0-5-9 0,-6-3-2 16,0-4 0-16,0-3-2 0,0-1-1 0,0-5 0 16,0-7 1-16,-6-6 0 0,0 1-5 15,6-8-5-15,-7-3-3 0,7-4-6 0,-7-5-6 16,1-3-5-16,-1 1-7 0,1-8-11 15,0-4-32-15,-2 0-75 0,2-6-150 0,6-2-191 16,6-6-250-16,2-3-196 0,4-6-78 16,8-2 14-16,5-7 121 0,2-5 173 0,5 4 245 15</inkml:trace>
  <inkml:trace contextRef="#ctx0" brushRef="#br0" timeOffset="96345.05">28975 10151 472 0,'0'0'660'16,"0"-7"91"-16,0 3 64 0,6-4-36 0,-6 1-202 16,13 0-196-16,-6 0-126 0,12 0-87 15,1-1-59-15,0 0-39 0,5 2-32 0,2 2-14 16,-1-3-10-16,6 4-3 0,-6-2-4 16,1 5-4-16,-1-4-5 0,-7 4-10 0,1 4-33 15,0-4-132-15,-8 5-192 0,-6-2-203 16,1 4-163-16,-14-3-80 0,7-1-17 15,-12 5 106-15,-2-1 181 0</inkml:trace>
  <inkml:trace contextRef="#ctx0" brushRef="#br0" timeOffset="96548.12">29047 10334 61 0,'-13'15'519'0,"-1"-1"116"16,8-2 79-16,0-5 60 0,6 0-103 15,0-3-151-15,6 0-152 0,0-4-100 16,8 3-67-16,-1-3-50 0,6-3-36 0,0 3-30 15,8-4-15-15,-1 0-12 0,0 1-5 16,6-5-10-16,-5 5-15 0,-1-4-7 16,6-1-11-16,-5 4-9 0,-9-3-12 0,2 0-23 15,0 3-82-15,-1-3-139 0,-5-5-158 16,-8 5-178-16,7-6-169 0,-13 1-70 0,6-7 34 16,-12 1 111-16,6 0 146 0</inkml:trace>
  <inkml:trace contextRef="#ctx0" brushRef="#br0" timeOffset="96813.69">29431 9803 360 0,'7'-10'498'0,"-7"-2"51"0,6 5 26 0,0 0-78 16,0 3-157-16,8 4-65 0,-1 0-32 16,0 11 1-16,0 0 23 0,1 7 29 0,4 4 11 15,-4 4-23-15,5 3-28 0,-5 8-30 16,4-1-30-16,2 5-35 0,-7 2-38 0,1 2-32 15,-2 2-27-15,2-2-17 0,-14 2-20 16,6-3-12-16,-6-4-4 0,-6-3-3 16,-2-1-1-16,2-2-2 0,-6-6 1 0,-8-2 1 15,7-4-8-15,-7-3-19 0,0-1-59 16,-5-4-117-16,5-3-180 0,0-4-205 0,1-2-227 16,-7-2-102-16,6-6-9 0,1-9 85 15,-1 1 161-15,-6-7 192 0</inkml:trace>
  <inkml:trace contextRef="#ctx0" brushRef="#br0" timeOffset="98470.98">30369 10331 63 0,'0'3'306'0,"-7"-3"59"0,1 4 22 0,-1-4-19 0,7 0-15 0,-7 0-46 0,7 0-38 16,0 0-31-16,-6 0-23 0,6 0-15 16,0 0-13-16,0 0-4 0,6 0-8 0,1 0 2 31,0 0-10-31,-1 0-14 0,7 0-17 0,7 0-26 0,0 0-16 0,5 0-22 0,-5-4-10 31,6 1-7-31,7-2-2 0,-7 3-4 0,0-3-6 16,7 2-3-16,-7 3-4 0,-1-4-3 0,1 4-4 0,-6-4-3 0,0 4-3 0,-1 0 1 31,-6 0 3-31,-6 0 8 0,5 0 11 0,-5 0 13 0,-7 0 19 0,7 0 13 0,-7 0 14 31,0 0 4-31,6 0 6 0,-6 0 0 16,0-3-3-16,0 3-6 0,0 0-6 0,-6 0-14 15,6-4-12-15,0 4-11 0,-7-2-12 0,7-7-9 0,-7 6-6 0,1-5-2 0,6 1-5 32,-6 0-5-32,6-4-3 0,-7 0-5 0,7-4-7 0,-7 0-1 0,7-3-1 0,-6 4-2 15,6-9-3-15,-6 5 1 0,6-4-3 0,0 0-1 16,0 0-1-16,0 4 2 0,6-4 3 16,-6 0 0-16,6 4 2 0,1-1-1 0,0 5 2 31,-1-1-2-31,7 0-2 0,0 1 0 15,0 3-1-15,0-1-1 0,0 2-1 0,1 2-1 16,5 1 0-16,0 0-2 0,0 2 4 0,8 5 1 0,-8-3-1 0,8 3 0 0,-8 3 0 31,1-3 1-31,-1 8-2 0,0 1 1 0,-5-3 1 0,-1 5 1 0,0-1 0 0,-7 2 1 16,1 3-1-16,-1 3-1 0,-6-3-1 0,0 6 1 31,0-2 2-31,-6 4 0 0,6-2-6 0,-13 5 1 0,6-4 1 0,1 3 1 0,-7-3 0 16,-1 4 0-16,2-4 7 0,-2-1-3 0,2 2-2 15,5-5 0-15,-6-3-2 0,6-1-1 16,1-3 0-16,0 0 7 0,-1-4 4 0,0-3 9 16,7 0 8-16,0-1 9 0,-6 2 7 0,6-5 4 15,0 2-1-15,0-2-5 0,6 0-5 16,-6 0-8-16,7 0-4 0,6-2-9 16,-7-3-5-16,14 2-3 0,-1-1-4 0,1 0-1 15,0 1-1-15,6-1 0 0,-1 2 0 0,2-7-1 16,5 6 1-16,-6-2-1 0,7 2 1 0,-1 0-6 31,-6 3 4-31,1-4 0 0,-7 4 2 0,5-4-1 0,-5 4 0 0,-8 0 5 16,2 0-2-16,-8 0 0 0,8-3 0 0,-8 3 1 31,0 0 1-31,-6 0 0 0,0 0-1 0,0-3-5 16,0-2-5-16,-6 5-18 0,0-3-47 15,-2-1-61-15,2 0-84 0,0 1-115 0,0-5-160 16,-2 5-144-16,2-4-138 0,0 0-131 0,-1-2-18 15,7-1 63-15,0 3 137 0,-6-9 145 16,12 6 176-16</inkml:trace>
  <inkml:trace contextRef="#ctx0" brushRef="#br0" timeOffset="98924.81">31762 9601 245 0,'0'-14'396'0,"0"-1"49"0,0 0 52 16,0 1-51-16,0-1-74 0,-6 0-21 0,0 5-12 16,-1-1-11-16,0 0-23 0,-6-1-29 15,7 6-45-15,-8-2-46 0,8 4-40 0,-6 2-31 16,-2 2-20-16,1 2-15 0,1 2-7 15,-2 7-11-15,2-1 3 0,-2 6 4 0,-5 5 6 16,5 2 11-16,-4 6 5 0,4 5 13 16,1 2 3-16,-7 4 6 0,8 4 7 0,-2 4-4 15,2 3-3-15,5 0-11 0,7 4-5 16,-7 0-8-16,7 0-16 0,7-1-9 0,0 2-9 16,5-1-5-16,2-4-12 0,5-2-9 0,1-2-5 15,0-7-6-15,5 0-3 0,1-4-7 16,6-2-1-16,1-5-2 0,-1-7 0 0,1 0 0 15,-7-4 0-15,7-6 0 0,-1-2-3 16,-6-2 2-16,-6-8 1 0,6 0-3 0,-7 0-4 16,-5-5-1-16,-1-1-6 0,0 1-19 15,-6-5-51-15,-7 2-74 0,6-6-114 0,-6-1-169 16,0 0-169-16,0 1-186 0,0-8-123 0,0 0-20 16,-6 0 69-16,6-4 144 0,0-3 164 15</inkml:trace>
  <inkml:trace contextRef="#ctx0" brushRef="#br0" timeOffset="99664.59">32003 10001 377 0,'-6'-19'499'15,"6"5"76"-15,-6-1 88 0,6-3-26 0,-7 7-99 16,7-4-69-16,-7 5-56 0,7 2-51 0,-6-3-78 16,6 7-84-16,0 2-66 0,0-3-54 15,0 5-34-15,0 5-25 0,6 1-7 0,1 5-4 16,-7 4-4-16,7 3 6 0,-1 4 13 15,-6 0 8-15,6 4 7 0,1 4 5 0,-7-5 12 16,7 0 4-16,-7 5 4 0,6-5 0 16,-6 1 0-16,7-5 6 0,-7-2 2 0,0 4 3 15,6-9-5-15,-6 0 10 0,0-3 13 16,0 0 10-16,0-3 14 0,0-5 18 0,6 0 16 16,-6 2 7-16,0-2-4 0,0-3-11 0,0-3-21 15,-6-2-18-15,6-1-29 0,0-2-26 16,0 2-19-16,0-6-14 0,0-3-7 15,0-2-12-15,-6 2 0 0,6-7-1 0,0 3 0 0,-7-3 2 16,7-3 0-16,0 3 1 0,0-3 0 16,0 2 0-16,0 2 1 0,7-6-1 15,-7 5 0-15,6 0-1 0,0 4 1 0,1-4 0 16,6 3 0-16,1 5-3 0,-8-1 0 0,13 1 0 16,-6 0 0-16,6 2 1 0,1 5-1 15,0 0 2-15,-1-1-1 0,1 1 1 0,0 4-2 16,-1 3 0-16,1-5 2 0,-1 5-1 15,0 5 1-15,-5-2 0 0,-1 1 0 0,-1 7-1 16,2-1 1-16,-8 1 0 0,0 4 0 0,1 3 2 16,0 1 0-16,-1 3 0 0,1 0 1 15,-7 0-1-15,0 0-1 0,6 0 0 0,-6 3 1 16,0-7 0-16,0 4-1 0,0-3 0 0,0-1 1 16,0 1 0-16,6-5-1 0,-6-3 1 0,0 0 2 15,0 0 2-15,0-4 0 0,0-2-2 16,0-3 11-16,0 3 12 0,0-2 13 0,0 1 8 15,0-4 10-15,0 4 12 0,0-4 0 0,0 0-1 16,0 0-4-16,0 0-4 0,0-4-8 16,0 4-45-16,0-4-7 0,0 4 0 0,0-3 0 15,0-2 0-15,0 3 0 0,0 2 0 0,0-5 0 16,8 2 0-16,-8-1 0 0,0 0 0 16,0 1 0-16,0 3 0 0,0-4 0 0,0 0 0 15,0 1 0-15,0 3 0 0,0-4 0 16,0 4 0-16,0 0 0 0,0-3 0 0,0 3 0 15,0 0 0-15,0 0 0 0,0-5-25 0,0 5-119 16,0 0-79-16,0 0-87 0,0-3-99 16,-8-1-133-16,8 1-146 0,-6-1-136 0,0-3-146 15,6 0-30-15,-7-4 42 0,7 0 119 16,-6 0 169-16,6-1 189 0</inkml:trace>
  <inkml:trace contextRef="#ctx0" brushRef="#br0" timeOffset="100721.46">32739 9331 270 0,'-6'-15'338'0,"0"4"54"0,-2-4-14 16,2 1-27-16,0-5-38 0,6 5-11 0,0-1-8 15,0-3-5-15,0 3 0 0,0 1-7 16,6-1-23-16,0 0-22 0,2 4-17 0,-2 0-31 16,7 0-31-16,0 4-32 0,0-1-17 0,0 5-17 15,0 3-11-15,7 0-6 0,-1 7 0 16,1 0 6-16,0 8 6 0,5 3 5 0,1 4 4 15,0 4 8-15,1 3 4 0,-1 8 8 0,0 3-1 16,-1 8 3-16,1 3-2 0,1 0-4 16,-8 4-8-16,8 4-12 0,-2 2-8 0,-5 3-6 15,0 2-9-15,-1-1-5 0,-6 5-3 0,-7 0 4 16,1 0-1-16,-7-5 2 0,0 1 4 0,-13-3 5 16,7-9 7-16,-8 1 8 0,2-3 4 15,-8-5 9-15,0-4 9 0,1-1 7 0,-1-6 2 16,1-3 7-16,6 0 6 0,-7-7-82 0,1-4-52 15,5-3 0-15,2-2 0 0,5-6 0 0,-6 0 0 16,6-4 0-16,1 1 0 0,6-5 0 16,-6 2 0-16,6-3 0 0,0-2 0 15,0 5 0-15,-7-5 0 0,7 0 0 0,7 0 0 16,-7 0 0-16,0-5 0 0,0 5 0 0,0 0 0 16,0 0 0-16,0-2 0 0,0-3 0 0,6 2-90 15,-6 3-465-15,0-8-227 0,0 5-274 16,0-3-133-16,0-3-8 0,-6-2 68 0,-1 0 153 15,-6-7 232-15,0 3 317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27:34.9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13110 8253 250 0,'-7'4'431'0,"1"3"62"0,-1-3 55 15,7 0-46-15,-6-4-77 0,6 3-76 16,-6 1-49-16,6-1-32 0,0-3-23 0,0 5-28 16,6-2-26-16,0 1-20 0,1 3-11 15,6-3-7-15,0-1-24 0,7 1-17 0,-8 0-15 16,14-1-8-16,-6 2-6 0,7-5-10 15,-2 2 1-15,1-2-4 0,0 0-3 16,0 0-3-16,1 0-12 0,-1-2-6 0,-1 2-7 16,-5-5-7-16,0 5-8 0,-8-3-9 15,2 3-2-15,-1 0-6 0,-7 0-4 0,0 0-5 16,-6 0-11-16,0 0-25 0,0 0-45 16,0 0-83-16,-6 0-116 0,0 0-136 0,-1-4-151 15,1 4-147-15,-1-4-90 0,0 1 12 16,1 3 80-16,0-4 119 0,-2-3 153 15</inkml:trace>
  <inkml:trace contextRef="#ctx0" brushRef="#br0" timeOffset="312.42">13461 8176 134 0,'0'-7'438'16,"0"4"73"-16,7-5 69 0,-7 4 37 15,7 1-120-15,-7-1-96 0,6 0-67 0,7 1-56 16,-7-1-57-16,8 4-52 0,-2 0-42 16,2 4-33-16,5 3-16 0,1 0-5 15,-8 5 2-15,8-2 2 0,-7 5 6 0,7 4 1 16,-8-1 0-16,8 1-2 0,-6 2-1 16,-1 1 4-16,-7 4-5 0,0-4-1 15,-6 0 5-15,0-4 0 0,0 4-6 0,-6-4-10 16,-7 1-11-16,0-1-9 0,0-4-14 15,-7 1-12-15,1-4-9 0,-7 0-6 0,6 1-1 16,-6-5-5-16,7 0-16 0,-7-3-35 16,12-1-59-16,-5 1-107 0,6-4-150 15,6 0-181-15,1 0-183 0,6-4-108 0,0-3-17 16,6 3 66-16,8-3 127 0,5-4 172 16</inkml:trace>
  <inkml:trace contextRef="#ctx0" brushRef="#br0" timeOffset="906.03">14672 8158 154 0,'0'-4'357'16,"8"1"59"-16,-8-1 59 0,0 0-31 16,0 1-53-16,0-1-22 0,0 0-3 0,0-3-18 15,0 4-30-15,0-5-37 0,0 5-42 16,-8-5-49-16,8 1-42 0,-6 4-28 0,0-2-18 15,0 2-17-15,-1-1-13 0,0 4-9 16,-6-3-8-16,7 3-5 0,-8 3-4 16,2-3-5-16,-2 4-2 0,-5 4-1 0,6-1-3 15,-6 0-6-15,5 4 3 0,-5 0 0 16,6 3 1-16,0 1-8 0,-1 1-5 0,2 1 1 16,-1 2 0-16,6-1 1 0,-6 4 4 15,7 0 10-15,0-4 10 0,6 4 7 0,0 0 7 16,0-3 3-16,0 2 3 0,6-2 0 15,0-5-6-15,7 5-1 0,1-8-2 0,4 3 0 16,-4-2-3-16,12-6-3 0,-7 1 0 16,1 1-5-16,6-4-6 0,-7-4-2 15,7 0 3-15,-6 0 1 0,7 0 5 0,-9-4 6 16,2 4 5-16,0-3-6 0,-7-2-6 16,0 3-8-16,0-6-8 0,-7 5-9 0,1-2-11 15,0 2-10-15,-1 3-20 0,-6-4-44 16,7 4-62-16,-7 0-90 0,0 0-132 15,0-4-153-15,6 4-168 0,-6 0-167 0,0 0-86 16,0 0 10-16,6 0 92 0,-6-3 137 16,7 3 173-16</inkml:trace>
  <inkml:trace contextRef="#ctx0" brushRef="#br0" timeOffset="1609">15045 8324 386 0,'0'-5'488'0,"0"2"93"15,0 3 77-15,0-4-55 0,0 4-82 0,-8-4-76 16,8 4-67-16,0-3-78 0,0 3-87 16,0 0-61-16,0 0-52 0,0 0-32 15,0 3-19-15,0 1-2 0,0 0 11 0,0 4 12 16,0-6 17-16,0 10 10 0,8-5 5 0,-8 1 0 15,0-1-7-15,0 4-6 0,0-4-10 16,0 4-3-16,0-3 0 0,0-1 4 16,0 4 3-16,0-8 5 0,6 5-1 0,-6-2-3 15,0-1-5-15,0 2-10 0,0 0-6 16,0-3-4-16,0 4-2 0,0-2-3 0,6 1-3 16,-6 1-2-16,0 0-6 0,0-1-6 15,0 0-3-15,0 0-1 0,0 1 4 0,0-4 1 16,0 3 5-16,0 0 6 0,0 1 3 15,0-1-4-15,0 1-4 0,0-2-4 0,7 2-5 16,-7-1-13-16,0 1-1 0,0 0-6 16,0-6-2-16,0 6 0 0,0-4-4 15,6-1 4-15,-6 1-3 0,0 0-1 0,0-4-1 16,0 2-1-16,0-2 0 0,0 5 0 16,0-5 1-16,0 4 1 0,0-4 8 0,0 0 9 15,0 0 9-15,0 0 8 0,0 0 8 16,0 0 3-16,0 0-5 0,0-4-9 15,0 4-7-15,0-5-10 0,0 5-9 0,0-2-6 16,7 2-1-16,-7-4-3 0,0 0-4 16,0 4-1-16,0-3 0 0,0-1-4 15,6 4-10-15,-6-4-29 0,7 0-41 0,-7 2-57 16,0-3-76-16,0 2-99 0,0-1-146 16,0-4-180-16,0 1-204 0,6 3-159 0,-6-2-37 15,0-2 38-15,-6 1 125 0,6-1 190 16,0 1 239-16</inkml:trace>
  <inkml:trace contextRef="#ctx0" brushRef="#br0" timeOffset="7467.17">20144 3399 156 0,'0'0'250'16,"0"0"12"-16,0 0-30 0,0 0 3 16,-7-3 51-16,7 3-18 0,0-4-24 0,0 4-4 15,0-4 2-15,0 1 11 0,0 3 20 16,0-3 16-16,0 3 14 0,0 0-2 0,0-5-16 16,-6 5-35-16,6 0-55 0,0 0-50 15,0 0-48-15,0 0-31 0,0 0-23 16,0 5-16-16,0-2 13 0,0 8 11 0,6-5 18 15,-6 11 9-15,0-4 6 0,0 1 9 16,0 6-5-16,0-2-11 0,7 4-13 0,-7-1-8 16,0 2-6-16,6-2-11 0,-6-2-7 15,6 4-2-15,-6-2 3 0,0-3 1 0,7 0 3 16,-7 1 3-16,0-1 1 0,0-4 0 16,7 2-4-16,-7-5 0 0,0 0 5 0,0 0 9 15,6-8 15-15,-6 4 22 0,0-3 18 16,0-4 12-16,0 4 0 0,0-8-9 15,0 4-17-15,0-7-24 0,-6 0-20 0,6 0-18 16,0-5-10-16,-7-2-11 0,7-2-3 16,-7 2 3-16,7-4-5 0,-6-1-1 0,6-3-4 15,0 4 2-15,-6 1-1 0,6-6-7 16,0 4 3-16,0 1-2 0,6 0 0 16,-6-4-1-16,6 4 0 0,1-1-1 0,6 2 1 15,1-3 0-15,-2 2 1 0,1 4 0 16,0-1 3-16,0 5-3 0,1-6 0 0,5 9-1 15,-6 0 0-15,6 0 0 0,-5 3-1 16,5 1 1-16,1 3 2 0,-1-4 1 0,0 8-1 16,-5-4 3-16,5 3-3 0,-6 1 0 15,0 3-3-15,1 4 0 0,-8-1 1 0,7 2 0 16,-7 2 3-16,1 6 1 0,-1-7 3 16,-6 9 0-16,7-3 1 0,-7-1-1 15,6 4 3-15,-6 0 0 0,0-4 2 0,0 5-1 16,0-6 1-16,0 3 1 0,0-3-2 15,-6 1 0-15,6-3-4 0,0-1 0 0,0 1 0 16,0-4 0-16,0 0 0 0,0-4 1 0,0 1 5 16,0-3-1-16,0-2-2 0,0 0-11 15,0 0-34-15,0-3-57 0,0-3-77 0,0 0-112 16,0 0-157-16,6-2-188 0,-6-3-181 16,0-2-119-16,0 2-19 0,7-3 66 15,0 1 128-15,-1-2 186 0</inkml:trace>
  <inkml:trace contextRef="#ctx0" brushRef="#br0" timeOffset="7734.25">20860 3553 112 0,'0'7'549'0,"0"-3"133"0,7-4 83 16,-7 3 57-16,0 1-128 0,6-4-160 0,1 0-148 15,-1 0-114-15,8 0-73 0,-2 0-48 16,1 0-45-16,0 0-31 0,6-4-25 16,-5 4-15-16,6-3-14 0,-1 3-8 0,1-4 0 15,-8 1-7-15,8-1-1 0,-7 1-4 0,0-1-5 16,-6 4-25-16,-1-4-49 0,0 1-73 16,1-1-120-16,0 4-132 0,-14-3-152 15,7 3-134-15,-13 0-79 0,7 0 10 0,-7 3 79 16,-1 1 115-16,2-1 147 0</inkml:trace>
  <inkml:trace contextRef="#ctx0" brushRef="#br0" timeOffset="7952.95">20918 3674 120 0,'0'0'440'0,"7"3"108"16,-7 2 114-16,0 2 45 0,7-4-48 0,-1 1-88 15,1 0-85-15,-1-4-75 0,8 3-89 16,-8-3-80-16,6 0-59 0,-4 0-40 0,4 0-26 15,1 4-27-15,-6-4-19 0,6 0-22 16,-7 0-15-16,8-4-11 0,-8 4-10 0,-6 0-3 16,6 0-13-16,1 0-28 0,-7 0-56 15,0-3-100-15,7 3-136 0,-7-4-161 0,0-3-183 16,0 3-152-16,0-4-40 0,0 1 45 16,6 0 110-16,1-4 145 0</inkml:trace>
  <inkml:trace contextRef="#ctx0" brushRef="#br0" timeOffset="8896.39">21531 3396 60 0,'0'-4'294'0,"-7"4"62"0,7 0 5 15,0 0-15-15,0-4 9 0,-6 4-39 16,6 0-35-16,0-3-15 0,0 3 6 15,-7 0 3-15,7-3-7 0,0 3-12 0,0-5-13 16,0 1-26-16,-6 1-33 0,6-1-26 16,0 4-17-16,0-3-14 0,0-1-19 15,0 1-14-15,0-1-11 0,0 0-16 0,0 4-13 16,0-3-10-16,6-1-9 0,-6 1-8 16,0-1-7-16,7-1-7 0,-1 2-4 0,1 0-2 15,-1-1-1-15,1 4-2 0,0-4 0 16,5 1 0-16,-5 0 2 0,6 3 1 0,0-5 1 15,-7 5 3-15,8 0 0 0,-2 0-1 16,8 0 0-16,-7 0-3 0,0 0-2 16,0 5-1-16,1-5-3 0,4 3-1 0,-4 0-3 15,-8 1 0-15,7 3 2 0,1 1-2 16,-8 3 1-16,0 0 2 0,1-1 0 0,0 1 0 16,-7 4-2-16,0-5 2 0,0 7 2 15,-7-4 0-15,0 1 4 0,1 2-4 16,-7-2 0-16,0 1-2 0,0 0 0 0,-7-1 0 15,8 1-3-15,-8 0 5 0,7-5 0 16,-7 1 1-16,8 0-3 0,-2-3 4 16,-6-2 3-16,14 2-3 0,-1-3 2 0,-5-1 0 15,12-1 3-15,-7-3 5 0,0 0 8 16,7 0 11-16,0 0 6 0,-6 0 1 0,6 0 1 16,0-3-7-16,6 3-4 0,-6-4-10 15,0-1-11-15,7 5-5 0,0-3-2 0,-1-2 2 16,7 5-4-16,-7-3-4 0,8 0 2 15,-8 3 2-15,8 0 4 0,-2-3-4 0,1 3 3 16,0 0-1-16,0 0 5 0,7 3-6 16,-8-3-1-16,2 3 4 0,-1 0-5 0,-7 2 3 15,8 3 9-15,-8-1 7 0,7 0 2 16,-6 4 7-16,-1-4 4 0,0 4 3 0,1 0-1 16,-1 0-3-16,-6 0 0 0,0 0-3 15,0 0-2-15,-6-1 4 0,-1 7 0 16,1-8-3-16,0 2 2 0,-8 1 0 0,2-1 6 15,-2 0 0-15,-5-4 10 0,5 5 9 16,-4-9 13-16,4 4 11 0,-5-3 5 0,5-4 4 16,-4 0-2-16,4 0-7 0,1 0-11 15,0-4-20-15,-6 0-12 0,5 1-12 16,2 0-9-16,-2-2-7 0,8 1-5 0,-7 1 2 16,6-1-1-16,1 1 0 0,-1-1-5 0,1 4-14 0,0 0-32 15,6 0-53-15,0-4-62 0,0 4-88 16,0 0-148-16,6-3-164 0,0-1-168 15,1 1-166-15,6-1-53 0,0-3 27 0,7-1 119 16,-8 0 158-16,8-1 192 0</inkml:trace>
  <inkml:trace contextRef="#ctx0" brushRef="#br0" timeOffset="9571.02">21928 3348 109 0,'0'-3'434'16,"0"-4"88"-16,0-2 75 0,0 3 25 16,0-2-95-16,0 2-90 0,6-7-78 0,1 6-71 15,0 0-60-15,-1 0-46 0,7-1-40 0,1 1-42 16,-8 4-20-16,6-5-8 0,2 4-9 15,5 1-9-15,-5 3-13 0,-2-4-3 16,8 1-5-16,-7 3-7 0,0 0-10 0,0 3 4 16,7 1-10-16,-8-1-1 0,2 1-7 15,-1 4-1-15,-7-1 5 0,7 4-8 16,-6-4 0-16,-1 5 0 0,0 3 5 0,-6-5-4 16,0 0 5-16,0 6 3 0,0-2 0 15,-6 0 0-15,-7 5 1 0,6-9 0 0,-5 7-2 16,-1-4-2-16,-1 1 2 0,-5-1-2 15,6-3-5-15,7-3 3 0,-7 5 1 16,-1-5 3-16,8-4 19 0,0 1 23 0,-2 0 24 16,8-1 23-16,-6-3 16 0,6 0 0 0,0 0-16 15,0 0-22-15,6-3-24 0,-6 3-23 16,8-4-13-16,4 0-6 0,2 1-6 0,-1 3-1 16,-1 0 2-16,8 0-3 0,-7 0-2 15,7 3-4-15,-8 1 4 0,8 3 0 16,0-3-1-16,-7 6 8 0,0 2 10 0,6-1 10 15,-5 3 8-15,-8-3 5 0,7 5 6 16,-7-2 0-16,1 1 3 0,-7-1 6 16,0 1 1-16,0 3 11 0,-7-4 9 0,-6 1 7 15,7-4-2-15,-14 3-2 0,8-2 2 16,-8-1-3-16,1 0 0 0,-8-3-1 0,8-1 5 16,-8-3 6-16,8-1 4 0,0 1 6 0,-8-4 5 15,7 0 4-15,8-4 0 0,-8 4-5 16,7-3-10-16,7-1-12 0,-8 1-19 0,8-1-16 15,0-1-14-15,0 2-11 0,-2 0-25 16,8 3-46-16,-6-5-65 0,6 2-93 16,0 0-124-16,0 3-193 0,0 0-225 0,0-3-249 15,6 3-90-15,-6 0 9 0,-6 0 79 16,6 0 173-16,-6 0 228 0</inkml:trace>
  <inkml:trace contextRef="#ctx0" brushRef="#br0" timeOffset="10572.58">20405 4557 48 0,'6'0'330'0,"0"-4"74"0,1 1 50 15,-7-1-28-15,6 0 27 0,1 1-29 16,-1-4-26-16,-6-1-11 0,7 4-20 16,-1-3-19-16,-6 0-33 0,0 4-40 0,6-5-44 15,-6 4-46-15,0-3-29 0,-6 3-27 16,6 1-27-16,-6-1-23 0,6 0-23 16,-7 1-14-16,1 3-12 0,-7 0-10 0,0-5-7 15,-1 10-6-15,2-5 0 0,-8 3 5 0,7-3 1 16,-7 8 1-16,1-1 3 0,-7 4 2 15,6-3 1-15,0 6-6 0,1-3-3 0,6 7-4 16,-6-3-1-16,5 3-1 0,2 1-3 16,5-1 8-16,0 4 3 0,1-3 7 15,0 2 9-15,6-2 11 0,6 2 12 0,-6 1 5 16,6-3 8-16,8 3 7 0,-2 0 0 16,2-4 2-16,-1 3 5 0,6-2-2 15,0-1-4-15,8-3-2 0,-8 0-2 0,8-1-7 16,-1-3-7-16,-1-3-3 0,1-1-4 15,-6-3-4-15,6-1-4 0,1-3-8 0,-8 0-7 16,0 0-9-16,-6-3-4 0,1 3-5 16,-2-4-3-16,-5 0-13 0,6 1-38 0,-7-5-58 15,-6 5-82-15,7-5-124 0,-7 1-169 16,6 0-181-16,-6-4-177 0,7-1-116 16,-7 2-11-16,7-5 75 0,-1 4 144 0,8-4 177 15</inkml:trace>
  <inkml:trace contextRef="#ctx0" brushRef="#br0" timeOffset="10840.99">20860 4726 394 0,'7'0'638'0,"-7"0"104"16,0 0 73-16,6 0-23 0,1-4-162 15,-1 4-173-15,0-4-146 0,8 4-94 0,-2-4-62 16,2 4-49-16,5-3-31 0,-5 3-19 15,12-4-8-15,-7 0-7 0,1 4-10 0,6-3-3 16,-7 0-7-16,1-2-6 0,-1 5-5 16,-6-3-3-16,0-1 2 0,-6 1-17 15,6-1-33-15,-13 4-69 0,0-4-104 0,0 4-131 16,-7-3-157-16,-6 3-156 0,6 0-126 16,-12 3-17-16,6 1 59 0,-6 0 107 0,-1-1 143 15</inkml:trace>
  <inkml:trace contextRef="#ctx0" brushRef="#br0" timeOffset="11058.88">20900 4857 293 0,'-8'8'593'0,"8"-1"136"0,8-3 103 0,-8-1 15 16,0 2-115-16,6-5-128 0,6 2-134 16,-5-2-107-16,6 0-77 0,0-2-57 15,1 2-45-15,4 0-32 0,-4-5-31 0,5 2-19 16,-5 3-24-16,4-4-17 0,-4 4-21 15,-1-4-16-15,0 4-14 0,0-3-30 0,-7 3-46 16,1-4-61-16,0 4-92 0,-1-4-128 16,0 1-150-16,1-1-129 0,6 1-121 0,-6-5-120 15,5 1-6-15,8-1 77 0,-6 5 129 16,11-5 136-16</inkml:trace>
  <inkml:trace contextRef="#ctx0" brushRef="#br0" timeOffset="11652.87">21537 4645 151 0,'0'-4'554'15,"-6"-3"134"-15,6 3 92 0,0-3 74 0,-7 0-146 16,7 2-150-16,0-2-136 0,0 4-117 16,0-5-82-16,0 1-69 0,0 0-42 0,7 0-42 15,-7 2-23-15,13-1-20 0,-6 2-8 16,5-3-9-16,2 3-8 0,-2 0 3 15,1 1 3-15,7-4 6 0,-6 3 8 0,4 0 11 16,2 4 8-16,-7-4 4 0,7 4 4 16,-1 0-4-16,-6 0-6 0,7 0-5 0,-7 4-7 15,7 0-5-15,-8 0-9 0,1 3-1 16,1 0-5-16,-8 4-1 0,7-4-1 16,-6 5-3-16,-1 2 3 0,-6-3 3 0,0 4-1 15,0-1 1-15,-6 4-1 0,-1-3-2 16,0 4 0-16,-5-1-5 0,-2-4 3 0,-5 6 0 15,6-3 0-15,-6 2 1 0,-1-1 2 16,0-3 7-16,7 3 17 0,-7-4 16 16,8-2 19-16,-8 2 16 0,7-3 18 0,1 1 9 15,4-5 5-15,2 0 5 0,-7 0 4 16,6 1 5-16,1-5 8 0,6 1 7 0,-7-1 11 16,7-3 11-16,0 5 16 0,0-5 11 15,0 0-64-15,0 3-127 0,7-3 0 0,-1-3 0 16,8 3 0-16,6 0 0 0,-2 0 0 15,2-5 0-15,-1 5 0 0,7-3 0 0,7-1 0 16,-7 4 0-16,0-3 0 0,1 3 0 16,5 0 0-16,-12 0 0 0,5 0 0 0,1 0 0 15,-6-4 0-15,-1 4 0 0,1 0 0 16,-6 0 0-16,-2 0 0 0,1 0 0 16,1 0 0-16,-8-4 0 0,0 4 0 0,0-3 0 15,2 3 0-15,-2 0 0 0,-6-4 0 0,6 4 0 16,-6 0 0-16,0-4 0 0,0 4 0 15,-6-3-272-15,0-2-454 0,-8 3-281 0,2-3-193 16,-8-2-43-16,1 3 54 0,-1-3 129 16,-6 0 240-16,-7 0 300 0</inkml:trace>
  <inkml:trace contextRef="#ctx0" brushRef="#br0" timeOffset="18488.96">24774 3205 289 0,'0'-7'446'0,"0"-3"66"15,0-2 74-15,0 5-26 0,-6-5-83 16,6 6-63-16,-7-1-58 0,7 2-49 0,-6 1-65 16,6 1-81-16,-6 3-59 0,6 0-37 15,-8 3-7-15,2 6-2 0,0 1 3 0,6 1 12 16,-7 8 14-16,7-1 14 0,0 3-7 15,0 5-2-15,0 0 1 0,7 3 1 0,-7 1-10 16,6 2-10-16,0-2-6 0,8-5-12 16,-8 5-13-16,7-8-12 0,-6 0-10 15,6-4-6-15,7 1-4 0,-8-5-2 0,8-3 1 16,-7-1 1-16,0-1-1 0,6-6-14 16,-5-3-40-16,-2 0-78 0,2-3-122 0,-8-6-162 15,1-1-180-15,-1-1-195 0,-6-8-73 16,0 1 20-16,-6-7 91 0,-1-5 141 0,-6 1 172 15</inkml:trace>
  <inkml:trace contextRef="#ctx0" brushRef="#br0" timeOffset="18629.57">24806 3000 227 0,'0'-15'480'16,"0"4"48"-16,-6 0 39 0,6 0-8 0,0 0-196 15,0 4-147-15,0 0-83 0,0 0-62 16,6 3-78-16,2 4-92 0,-2-3-103 0,0 6-111 15,8 1-145-15,-8 3-57 0,7 0-1 16,0 0 46-16,0 4 81 0</inkml:trace>
  <inkml:trace contextRef="#ctx0" brushRef="#br0" timeOffset="18863.86">25100 3334 446 0,'0'4'609'0,"6"-4"73"0,-6 0 60 0,6-4-58 16,2-1-176-16,4 2-160 0,-5 0-111 15,6-1-67-15,0 0-52 0,7-2-31 0,-8 1-30 16,8 2-21-16,-1-2-16 0,1-2-7 16,0 4-19-16,-1-1-48 0,-5 4-86 15,-2-4-104-15,2 4-128 0,-2-3-134 0,-5 3-152 16,-7 3-51-16,0-3 35 0,0 4 80 15,-7 0 117-15</inkml:trace>
  <inkml:trace contextRef="#ctx0" brushRef="#br0" timeOffset="19082.56">25179 3436 245 0,'0'3'504'0,"-8"4"98"0,8-7 92 0,0 5-4 15,0-2-118-15,8-3-117 0,-2 0-95 16,0 0-89-16,0 0-79 0,8 0-52 0,-1 0-35 15,7-3-24-15,-8 3-22 0,8-5-8 16,-1 5-9-16,1-3-13 0,-8-1-9 16,8 1-8-16,-7-1-5 0,1 1-6 0,-2 3-23 15,2-4-30-15,-8 0-58 0,0 4-91 16,-6-2-107-16,7 2-140 0,-7-5-139 0,0 5-119 16,-7 0-22-16,7-4 47 0,-6 4 86 15,6 0 130-15</inkml:trace>
  <inkml:trace contextRef="#ctx0" brushRef="#br0" timeOffset="19582.5">25966 3128 303 0,'6'-14'528'0,"-6"-2"58"0,0 2 57 16,0 3 18-16,0-4-183 0,0 5-137 15,-6 3-84-15,0-1-50 0,-1 1-53 16,0 2-62-16,1 5-34 0,-1 0-19 0,1 0-19 16,-7 5-13-16,6 2-2 0,-5 1 5 0,5 6 3 15,-6-3-6-15,6 7 10 0,-5 0 28 16,5 1 22-16,0 4 15 0,1 2 18 16,0-3 22-16,6 7 14 0,0-4-4 0,6 1-7 15,-6-1-6-15,6 2-6 0,8-5-7 16,-2-1-2-16,1-2-6 0,1-2-1 0,5 0-7 15,0-7-7-15,1 0-9 0,7-6-12 16,-2-1-6-16,1-3-12 0,6-7-10 16,-5 4-3-16,5-8-3 0,-6-4 10 0,1 1 7 15,-1-5 5-15,0 1 15 0,-7 0 13 16,1-4 13-16,-8-3-5 0,2-2-3 0,-1 2-3 16,-13-1-6-16,0 1-6 0,-7-1-7 0,1 5-6 15,-8-2-4-15,2 4-4 0,-2 1-8 16,-5 4-14-16,-7-1-10 0,6 4-5 15,-6 0-4-15,1 4-4 0,5 0-2 0,-6 3 0 16,-1 0 0-16,1 4-2 0,7 0-1 0,-1 0-12 16,2 4-36-16,-2 0-53 0,6 3-73 0,1-4-82 15,1 5-124-15,5-1-157 0,0 1-168 16,1 3-167-16,6-4-85 0,0 4 2 16,0-4 79-16,6 3 148 0,-6 2 191 0</inkml:trace>
  <inkml:trace contextRef="#ctx0" brushRef="#br0" timeOffset="20626.43">24964 4114 209 0,'-8'0'364'0,"8"-4"60"0,0 4 33 16,0-3-37-16,0 3-44 0,0-4-15 0,0 4-2 16,0-4-4-16,0 4-8 0,0 0-18 0,0-4-27 15,0 4-48-15,0 0-53 0,0 0-49 16,0 0-43-16,0 0-34 0,0 4-27 16,-6-4-19-16,6 4-14 0,0 3-2 0,-6 0 1 15,6 4 6-15,-7 3 13 0,7 6 11 16,-6-3 13-16,6 6 1 0,0 3 0 0,-7-1 0 15,7 0-3-15,0 6-3 0,7-6-6 16,-7 0-2-16,0 1-1 0,6-1-6 0,1-3-6 16,-1 0-3-16,0-3-4 0,2-1 3 15,-2-3 1-15,0-1 6 0,7 1 0 0,-6-8-1 16,6 4 1-16,-7-7-4 0,8 3-5 16,-8-7-8-16,6 0-3 0,-4 0-6 0,4-3-23 15,-5-5-44-15,6 1-81 0,-6 0-133 16,-1-4-160-16,-6-4-186 0,6 0-208 0,-6-3-80 15,-6-1 16-15,0-2 96 0,-1-2 143 16,-6-2 178-16</inkml:trace>
  <inkml:trace contextRef="#ctx0" brushRef="#br0" timeOffset="20816.62">24989 3982 118 0,'-7'-11'571'0,"7"4"111"0,-6-4 74 0,6 3 52 16,0 1-122-16,-6 0-205 0,6-1-164 0,0 5-103 15,6-1-73-15,-6 1-56 0,6-1-45 16,1 4-49-16,0 0-74 0,6 4-104 0,-7-4-113 16,8 3-142-16,-2 4-140 0,2-2-120 15,-2 1-16-15,1 2 54 0,1-2 91 16,-2 3 133-16</inkml:trace>
  <inkml:trace contextRef="#ctx0" brushRef="#br0" timeOffset="21035.34">25347 4114 406 0,'7'7'546'0,"-7"-7"78"16,6 4 55-16,1-4-70 0,0-4-142 16,-1 4-113-16,7-4-99 0,0 1-65 0,7-4-51 15,-7 3-45-15,-1 0-33 0,8-3-33 16,0 3-18-16,-7 1-54 0,6 3-76 15,-6-4-97-15,1 1-119 0,-2-2-124 0,-5 5-123 16,-1 0-65-16,-6 0 16 0,0 0 65 16,0 0 102-16,-6 5 116 0</inkml:trace>
  <inkml:trace contextRef="#ctx0" brushRef="#br0" timeOffset="21323.2">25426 4209 254 0,'0'11'394'0,"0"-3"63"15,-7-1 67-15,14-4-39 0,-7 5-31 16,6-5-26-16,1 1-15 0,5 0-24 0,-5-1-34 16,6-3-53-16,0 0-62 0,7 0-35 15,-7-3-29-15,0 3-22 0,7-4-17 0,-8 0-19 16,1 4-22-16,0-3-17 0,0-1-10 16,1 0-3-1,-8 1-6-15,0 3 0 0,1-3 1 0,0-1-3 16,-7-1-9-16,6 5-11 0,-6 0-10 15,0-3-10-15,0 3-13 0,0 0-9 16,0 0-15-16,0-4-26 0,-6 4-42 0,6 0-57 16,-7 0-87-16,7 0-126 0,-7 0-141 15,1 0-160-15,0 0-147 0,-2 4-40 0,2-4 37 16,0 0 101-16,-1 0 140 0,1 0 176 16</inkml:trace>
  <inkml:trace contextRef="#ctx0" brushRef="#br0" timeOffset="23761.9">26057 4001 195 0,'-6'0'239'0,"6"0"16"0,0 0 7 0,-6 3-9 16,6-3-2-16,0 0-2 0,-8 0 4 16,8 3 7-16,-6-3 8 0,6 0 19 0,-6 0 14 15,6 0 10-15,-7 0-5 0,7-3-14 16,0 3-31-16,-6 0-34 0,6-3-41 0,0 3-36 15,-7-5-25-15,7 5-15 0,0-4-6 16,0 4-11-16,0-3-6 0,0-1-2 16,0 4-1-16,0-3-6 0,0-1-7 0,0 0-5 15,0 1-9-15,0-1-10 0,0 4-9 0,0-3-9 16,0-1-7-16,0 1-6 0,0 3-3 16,0-4-3-16,0-1-3 0,0 5-3 0,0-3 0 15,-7 3-4-15,7 0-1 0,0 0 1 16,0 0-2-16,0 0-2 0,0 0 0 15,0 0 3 1,0 0 2-16,0 0-1 0,0 0 0 0,0 0 2 16,0 0-2-16,0 0 0 0,0 0-2 15,0 0 1-15,0 0 1 0,0 0-1 0,0 0 2 16,0 0 1-16,0 0-1 0,0 0-1 16,0 0-2-16,0 0 2 0,0 0-1 15,0 0 0-15,0 0 1 0,0 0 2 0,-6 0-1 16,6 0 1-16,0 0-7 0,0 0 0 15,0 0 2-15,-6 0-3 0,6 0 5 0,-6 0 0 16,6 0 5-16,-8 0 0 0,8 0-3 0,-6 3 1 16,6-3-3-16,-6 0 0 0,6 5 1 15,-7-5 0-15,7 4-1 0,-7-4 1 0,7 3 0 16,-6-3 0-16,-1 4 0 0,7-1 2 16,-6-3 2-16,6 4-5 0,-6-1 1 0,6 1 1 15,-7 0-4-15,7-1 2 0,-7 1-1 16,7-1 2-16,0-3 1 0,-6 4-2 15,6 1 3-15,0-2-2 0,0-3 1 0,-6 3 4 16,6-3 0-16,0 0 0 0,0 4-1 16,0-4 1-16,0 0 11 0,0 0 9 0,0 0 12 15,0 0 13-15,0 0 13 0,0-4 8 16,0 4-2-16,0 0-6 0,0 0-9 0,0 0-6 16,0-3-8-16,0 3-7 0,0 0-5 15,6-3-5-15,-6 3 3 0,0 0 3 16,6-5 1-16,-6 1 3 0,7 4-3 0,0-3 2 15,-1-1-7-15,0 1-8 0,7-1-3 16,-6 0-7-16,6 1-1 0,1-4-5 16,4 3-1-16,-4 1 1 0,-1 3-2 0,7-4 1 15,-2-1 0-15,2 5-3 0,-7 0 3 16,7 0-1-16,0 5 0 0,-8-1-3 0,8-1 4 16,-7 4 1-16,1 0 1 0,-2 1 4 15,-6 2 3-15,1 2 4 0,0-1-2 16,-1 3 2-16,-6-2 0 0,0 6-3 0,-6 1-2 15,-1-5 0-15,-6 8 4 0,1-4-4 16,-2 4-1-16,1 0 2 0,-7 0 1 0,1-4-3 16,0 4-3-16,-1-3 2 0,1-1-1 15,-1-4-3-15,0 1 0 0,7-4 1 0,0 0 3 16,0-3 2-16,1-1 10 0,4 0 15 16,8-3 11-16,-6 0 21 0,6-1 16 15,0-3 17-15,6 4 7 0,2-4-1 0,4-4-1 16,1 4-12-16,7-3-10 0,6-1-9 15,0 0-7-15,0-3-2 0,7 0 4 0,6 3 12 16,-7 0-63-16,7-3-16 0,1-1 0 16,5 6 0-16,-6-6 0 0,-1 3 0 0,2-2 0 15,-7 4 0-15,-1-1 0 0,-6 0 0 16,1 1 0-16,-8 3 0 0,-6-4 0 16,-7 4 0-16,7-4 0 0,-13 4 0 0,6-3 0 15,-6 3 0-15,-6 0 0 0,0 0-199 16,-7 0-252-16,0 3-146 0,0-3-171 0,-1 0-197 15,-5 4-116-15,0-4-5 0,-8 4 62 16,1-4 144-16,-6 3 203 0,-1 1 256 16</inkml:trace>
  <inkml:trace contextRef="#ctx0" brushRef="#br0" timeOffset="24787.77">25080 5198 13 0,'0'0'88'0,"0"0"21"16,0 4 19-16,0-4 20 0,0 0 20 0,0 0 16 16,0 0 9-16,0-4 6 0,0 4 3 15,0 0 0-15,0 0-4 0,0 0-8 0,0 0-11 16,0 0-7-16,0 0-4 0,0 0 6 15,0 0 8-15,0 0 18 0,0 0 16 0,0-3 13 16,0 3 8-16,0 0 0 0,0 0-14 16,0 0-17-16,0-4-14 0,0 4-22 15,0 0-14-15,0-5-17 0,0 5-7 0,0 0-14 16,0 0-17-16,0-2-3 0,0 2-15 16,0 0-17-16,0 0-15 0,0 0-13 15,0 0-7-15,0 0-9 0,0 0-10 0,0 0-3 16,-6 0-3-16,6 0 0 0,0 0-1 15,0 0-5-15,0 0 3 0,0 0-1 0,0 0 0 16,0 2 1-16,0-2 1 0,0 0 5 16,0-2 4-16,0 2 4 0,-7 0 1 15,7 0-2-15,0 0 1 0,0 2-6 0,0-2-4 16,0 0-2-16,0 0 2 0,0 5-2 16,-6-1-4-16,6-1-1 0,0 1 2 0,-6 3-2 15,6 1-2-15,-8-2 4 0,8 6 4 16,0-1 7-16,-6 0 6 0,6 4 6 0,0 3 9 0,0-4 7 0,0 5 6 15,0-1-3-15,0-3 2 0,6 3-3 16,-6-3-5-16,8 3 1 0,-2-3-2 16,0-1 1-16,1 1 0 0,-1-5-1 0,1 2 1 15,0-1 1-15,-1-4 1 0,0 0 3 16,0 1 3-16,8-4-4 0,-8-4 0 0,1 3-5 16,-1-3-8-16,1 0-8 0,0 0-8 15,-1-3-13-15,0-1-33 0,-6 1-44 0,8-2-60 16,-8-2-84-16,0 4-124 0,0-8-154 15,-8 3-162-15,8-2-158 0,-6-6-100 16,0 2-1-16,-1-1 80 0,0 1 140 0,1-5 178 16</inkml:trace>
  <inkml:trace contextRef="#ctx0" brushRef="#br0" timeOffset="24966.21">25047 5088 399 0,'0'-7'610'0,"8"4"102"16,-8-5 61-16,0 1-38 0,0 3-184 16,0 0-170-16,0-3-131 0,6 3-99 0,-6 4-79 15,0-3-74-15,0 3-94 0,6 0-103 16,1 0-122-16,-1 3-144 0,-6 1-171 0,14 0-60 16,-8-1 12-16,0 1 63 0,0 0 98 15,2 3 135 1</inkml:trace>
  <inkml:trace contextRef="#ctx0" brushRef="#br0" timeOffset="25247.87">25321 5223 79 0,'0'5'517'0,"0"-2"140"15,0-3 99-15,0 4 76 0,0-4-113 0,6 0-151 16,-6 0-142-16,8 0-129 0,-8-4-90 16,6 4-74-16,7 0-47 0,-7-3-31 15,8 3-23-15,-8 0-12 0,7-5-6 0,0 5-3 16,0 0-6-16,0 0-11 0,0 0 1 16,0 0-18-16,-6 0-34 0,5 0-58 0,-5 0-80 15,0 0-86-15,-7 0-105 0,0 0-110 16,0 0-113-16,0 0-86 0,-7 5 3 0,0-5 51 15,1 3 82-15,-7 1 116 0</inkml:trace>
  <inkml:trace contextRef="#ctx0" brushRef="#br0" timeOffset="25517.13">25321 5330 366 0,'0'8'472'0,"-6"-1"83"16,6-4 100-16,6 2-40 0,-6-2-76 15,6 0-64-15,2 1-47 0,-2 0-63 0,7-1-70 16,0-3-73-16,0 4-43 0,7-4-29 15,-8 4-18-15,8-4-8 0,-1 0-24 0,-5 0-14 16,-2 0-16-16,8-4-12 0,-7 4-12 16,0-4-5-16,-6 4 3 0,-1-3 0 15,0 3-1-15,2-4-5 0,-2 4-5 0,-6 0-4 16,0 0-13-16,0-4-14 0,0 4-19 16,0 0-26-16,-6 0-36 0,6 0-46 0,0 0-56 15,-8-3-80-15,8 3-101 0,-6 0-86 16,0 0-90-16,6-3-79 0,-7 3-73 0,1-5-26 15,-1 5 53-15,7 0 78 0,-6 0 108 16,-1 0 116-16</inkml:trace>
  <inkml:trace contextRef="#ctx0" brushRef="#br0" timeOffset="26412.38">26148 4992 116 0,'7'-6'330'0,"-7"-5"51"16,6 3 52-16,-6-3-33 0,7 4-67 15,-7 3-30-15,7-3-15 0,-7 3-24 0,0 1-33 16,0 3-40-16,0 0-42 0,0 0-40 15,0 3-4-15,0 5 9 0,0 3 17 16,-7 3 23-16,7 1 20 0,-7 4 18 0,1 3-14 16,-1-1-20-16,1 1-20 0,0 4-27 15,-1-4-10-15,-6 3-12 0,0-3-10 0,6 3-10 16,-6-2 4-16,1-4 10 0,4 2-7 16,2-3-3-16,-6-3-1 0,4 0 11 0,2-3 6 15,6-2 8-15,-6-2 21 0,6-5 23 16,0 5 24-16,0-5 12 0,0 1 8 0,0-4-6 15,6 3-17-15,8-6-24 0,-2 3-28 16,2-4-32-16,5 1-26 0,1-1-16 0,-1 0-11 16,0 1-7-16,8-1-5 0,-7 0-3 15,-2 1-3-15,9-4-3 0,-7 2 0 0,-2 5-1 16,9-3 0-16,-14-1-3 0,6 0 0 16,-5 1-2-16,5 3-3 0,-13 0-15 15,1 0-26-15,0-4-33 0,-1 4-42 0,-6 0-53 16,0 0-62-16,0 0-68 0,-6 4-93 0,-1-4-112 15,0 0-120-15,-6 0-116 0,7 3-124 16,-8-3-23-16,2 0 60 0,6-3 117 16,-8 3 145-16,8-4 162 0</inkml:trace>
  <inkml:trace contextRef="#ctx0" brushRef="#br0" timeOffset="26662.34">26278 5151 370 0,'0'-12'606'0,"0"5"99"0,-6 0 74 16,6-1-19-16,0 5-175 0,0-1-157 15,0 1-135-15,0 3-71 0,0 3-31 16,0 1-13-16,0 7 9 0,6 7 10 0,-6 0 13 16,0 7-3-16,8 6-21 0,-8 1-22 15,6 1-27-15,-6 4-22 0,6 3-20 16,1-3-11-16,-7-1-15 0,0 1-7 0,6 0-4 16,-6-8-4-16,0 0-4 0,7-3-10 15,-7-5-6-15,0-1-11 0,0-6-8 0,7 1-6 16,-7-8-6-16,0 0-35 0,0-7-68 15,0 0-99-15,6-3-167 0,-6-5-225 0,0-2-262 16,6-1-157-16,-6-4-34 0,0-1 43 16,-6-1 140-16,6 2 207 0,-13 0 259 15</inkml:trace>
  <inkml:trace contextRef="#ctx0" brushRef="#br0" timeOffset="27273.69">25126 6353 53 0,'0'-5'412'0,"6"5"90"16,-6 0 85-16,0-4 65 0,0 1-55 0,0 3-85 16,7-3-73-16,-7 3-69 0,0 0-71 0,0 0-89 15,0 0-70-15,-7 0-48 0,7 3-18 16,0 4 5-16,0 5 14 0,-6 2 20 15,6 1 18-15,-6 7 9 0,6 1-6 0,0 2-10 16,-8 0-15-16,8 4-17 0,0-3-14 16,0 0-13-16,8 0-13 0,-8-6-11 0,6 0-14 15,-6-3-2-15,6 2-4 0,1-4-1 16,6-5 0-16,-6 2-1 0,5-5 2 0,-4 0-3 16,4-3-6-16,-6-4-2 0,8-4-21 15,-1 1-35-15,-1-5-57 0,-4 1-74 16,-2-4-108-16,0-3-135 0,0-1-141 0,2 0-145 15,-8-2-127-15,0-9-19 0,-8 3 56 16,8-6 108-16,-6 0 144 0</inkml:trace>
  <inkml:trace contextRef="#ctx0" brushRef="#br0" timeOffset="27429.95">25145 6203 251 0,'0'-12'585'0,"-6"5"102"0,6 0 68 0,0-1 19 16,-7 5-177-16,7-2-181 0,0-2-150 0,0 3-106 15,0 4-82-15,0-3-69 0,7 3-92 16,-7 3-109-16,6-3-136 0,8 4-157 16,-8 1-155-16,8 2-66 0,-2-4 14 0,-6 5 68 15,8-1 117-15</inkml:trace>
  <inkml:trace contextRef="#ctx0" brushRef="#br0" timeOffset="27667.02">25406 6341 58 0,'-6'7'544'0,"12"-2"142"15,-6-2 93-15,0-3 62 0,0 4-103 0,6-4-174 16,1-4-163-16,0 4-124 0,6-3-83 16,-1 3-57-16,2-5-36 0,5 1-32 15,-6 1-28-15,7 0-17 0,-1 3-11 0,1-4-5 16,-7 4-27-16,6 0-52 0,-6-4-100 15,-7 4-121-15,8 0-136 0,-8 0-151 16,-6 4-147-16,7-4-62 0,-14 0 41 0,7 4 87 16,-12-4 121-16,-2 3 142 0</inkml:trace>
  <inkml:trace contextRef="#ctx0" brushRef="#br0" timeOffset="27867.98">25406 6498 376 0,'0'12'488'0,"-6"-5"84"0,6-3 104 0,0 3-37 15,0-3-93-15,6-1-70 0,0 1-50 16,8-1-61-16,-1-3-77 0,-1 0-68 0,8 0-42 16,-7 0-34-16,7-3-26 0,-1 3-16 15,0-4-26-15,1 1-23 0,0-1-19 0,-1 0-16 16,-5 1-8-16,-2-1-12 0,2 0-23 16,-8 1-41-16,7-1-76 0,-7 1-108 0,1-2-138 15,-7 2-176-15,0-1-201 0,0-3-75 0,0 4 10 0,0-5 78 0,0 4 119 16,0 1 171-16</inkml:trace>
  <inkml:trace contextRef="#ctx0" brushRef="#br0" timeOffset="28634.73">26318 6103 140 0,'0'-4'441'0,"0"1"80"16,0-1 70-16,0 0 23 0,0 1-88 16,0 3-86-16,-7-4-70 0,7 1-48 15,0 3-41-15,0 0-54 0,0-5-44 0,0 5-31 16,-6 0-25-16,6 0-18 0,0-3-19 16,0 3-12-16,-7 0-11 0,7 0-12 0,0 0-13 15,-6 0-9-15,6 0-9 0,-6 3 1 16,6-3-4-16,-8 5 3 0,2-2 13 15,6 1 5-15,-6-1 17 0,0 5 7 0,-2 3 4 16,2-4 0-16,0 4-4 0,-1 4-3 16,1-1-2-16,-1 1-1 0,0 7 4 0,1-4 0 15,6 8-4-15,-6-4 2 0,6 3-8 16,0 2-4-16,0 2-4 0,0 0 2 0,6-4 5 16,-6 5 3-16,6-5 3 0,1 1 4 15,6-1 3-15,-6-2-3 0,-1-2-3 16,8-2-9-16,-2-5-9 0,2 2-5 0,-2-5-6 15,1-4 0-15,7 0 1 0,-8 0-2 16,8-7 0-16,-7 0-3 0,7 0-2 0,-8-4-2 16,8-4 2-16,-6 2 5 0,-1-5 10 15,-1 1 7-15,2-2 3 0,-2-3 2 0,-5-3 3 16,-7 3-2-16,7 1-4 0,-7-1-6 16,-7 1-4-16,7-1-5 0,-13 3-8 0,7 2-11 15,-8 0-7-15,2 1-2 0,-8 1-5 16,7 5 0-16,-1 0 2 0,-4 3-2 0,4 0-1 0,-5 3-2 0,5 0-1 0,-4 5 0 31,4 1-1-31,-5 1 2 0,5 0-1 0,8 2 3 0,-6-1 1 0,4 0 0 16,-4 4-1-16,12-5-1 0,-7 1 1 0,1-3 0 31,6 2-2-31,0-2 3 0,-7-1-15 0,7-3-41 0,0 3-70 0,0-3-91 0,0-1-112 16,0 1-167-16,0-4-204 0,0 0-240 31,0 0-115-31,0 0-8 0,0-4 61 0,-7 1 139 0,7-1 205 0</inkml:trace>
  <inkml:trace contextRef="#ctx0" brushRef="#br0" timeOffset="29302.12">25270 7363 43 0,'0'0'312'0,"-8"-3"54"16,8 3 12-16,0 0-6 0,-6-4-32 16,6 4-52-16,-6-3-42 0,6 3-20 0,0-4-4 15,0 4-1-15,-6 0 3 0,6-4 0 16,0 4-5-16,0 0-8 0,0 0-14 15,0 0-6-15,0 0-19 0,-8 4-14 0,8 0-7 16,0 3-6-16,-6-4 1 0,0 8-8 16,6 0-1-16,-7 1 1 0,7 2-1 15,-6 0 3-15,6 5 4 0,-7 3 2 0,7 0 3 16,0 0 2-16,0 0-4 0,0 0-11 16,0 0-17-16,0-1-16 0,7-2-20 0,-1 0-21 15,1-5-21-15,-1 0-8 0,0-2-10 16,2-1-5-16,4-4-6 0,-6 0-2 0,8-3-3 15,-8-1-4-15,1-3-24 0,6-3-41 16,-6-1-57-16,-1-3-71 0,0 0-88 0,-6-4-133 16,6-4-145-16,-6 0-166 0,8-2-167 0,-8-3-50 0,0-6 27 15,-8 5 100-15,8-5 150 0,0 1 197 16</inkml:trace>
  <inkml:trace contextRef="#ctx0" brushRef="#br0" timeOffset="29505.08">25309 7286 39 0,'0'-7'555'0,"-7"-5"140"0,7 6 101 16,0-5 80-16,0 3-63 0,-7 1-184 0,7 0-174 16,0-1-127-16,0 5-94 0,0-1-76 15,0 1-64-15,0 3-40 0,7-4-59 16,-7 4-70-16,7 0-100 0,-1 4-150 0,6-1-179 16,-4-3-207-16,4 4-123 0,1 3-23 15,-6-3 50-15,6-1 123 0,0 1 168 0</inkml:trace>
  <inkml:trace contextRef="#ctx0" brushRef="#br0" timeOffset="29692.58">25562 7353 238 0,'0'3'618'0,"0"1"123"0,0-4 78 0,7 0 34 15,-1 0-168-15,1 0-180 0,-1-4-156 16,1 1-100-16,5-1-65 0,2 4-39 0,-1-4-32 15,7 4-33-15,-8-4-22 0,8 1-24 16,-7 3-8-16,7-4-13 0,-7 4-9 0,6 0-28 16,-13 0-61-16,8 0-90 0,-8 0-114 15,1 4-125-15,-1-4-149 0,-6 0-154 0,-6 3-75 16,-1 1 22-16,1 0 73 0,-8-4 104 16,2 7 145-16</inkml:trace>
  <inkml:trace contextRef="#ctx0" brushRef="#br0" timeOffset="29926.9">25601 7474 29 0,'0'7'452'0,"0"4"110"16,-6-8 100-16,6 1 97 0,6 0-67 15,-6-1-105-15,6 1-84 0,2-4-75 0,-2 3-69 16,7-3-69-16,0 0-58 0,0 0-41 16,7 0-33-16,-8 0-17 0,8-3-17 15,-7-1-20-15,7 4-18 0,-8-3-21 0,-4 3-16 16,4-4-16-16,-5 4-14 0,-1 0-6 15,1-4-6-15,-7 4-9 0,0 0-26 0,0-3-33 16,0 3-54-16,0 0-82 0,-7-4-109 16,7 0-141-16,-6 1-152 0,-1 0-162 0,7-6-107 15,-6 1-4-15,6 5 62 0,0-4 127 16,0 0 161-16</inkml:trace>
  <inkml:trace contextRef="#ctx0" brushRef="#br0" timeOffset="31134.42">26252 7338 215 0,'0'3'249'0,"0"-3"0"15,0 0-25-15,0 4-27 0,0-4-14 16,0 0-4-16,0 0 7 0,0 0 15 0,0 0 20 31,0 0 33-31,0 0 42 0,8 0 33 0,-8-4 13 0,0 4-6 0,0-3-7 0,0-1-30 16,0 0-46-16,6-2-35 0,-6-2-32 15,0 0-27-15,0-3-23 0,0 0-22 16,0 0-15-16,0-3-29 0,0 0-14 0,0-2-13 16,-6-2-11-16,-2 4-8 0,2-1-10 0,0 0-2 31,-1 0-3-31,-6 4-1 0,0 4-4 0,1 0-4 0,-2 3 3 0,1 1-2 0,-7 3 3 15,8 0-3-15,-8 3 4 0,7 1 0 16,0 3-3-16,-6 0-1 0,11 4-4 0,-4 1 0 16,6 2-3-16,-2 0-1 0,2 2 2 15,6-2 4-15,0 0 0 0,6 1 2 16,2-1 2-16,-2 2-1 0,6-2 2 0,8 0-4 16,0-1 1-16,-1 1-1 0,1 1 3 31,6-5 0-31,-7 5-2 0,7-5 15 0,1 6 3 0,-7-2 8 0,-2-3 3 0,9 4 8 15,-14-4 2-15,0 3-6 0,-1-2 6 16,-4-1 1-16,-2 3 6 0,-6-3 17 0,0 0 16 16,0 0 8-16,-14 0 5 0,2 4-3 0,-1-8-3 15,0 3-14-15,-6-1-14 0,-1-3-8 16,6 2-1-16,-5-5 10 0,-1 2 13 0,8-5 18 16,-2 0 17-16,2-5 19 0,-2 2 13 15,8-5 4-15,-7 2-2 0,7-6-5 31,-1 1-5-31,7-3-10 0,0-1-14 0,0 0-108 0,7 1 0 0,-1-1 0 0,0-2 0 16,7 0 0-16,1 3 0 0,6-1 0 16,-8 1 0-16,8 0 0 0,-1-2 0 0,1 2 0 15,0 3 0-15,-1 1 0 0,1-2 0 0,-2 5-26 16,-4-3-261-16,-8 5-133 0,7-3-181 16,-6 5-208-16,0-1-238 0,-7 4-80 0,0 0 11 15,0 0 90-15,-7 0 175 0,-6 0 233 31</inkml:trace>
  <inkml:trace contextRef="#ctx0" brushRef="#br0" timeOffset="31702.76">25295 8469 147 0,'0'-3'453'0,"7"0"81"15,-7-5 97-15,-7 4 63 0,7 0-99 0,0 1-93 16,-6 0-61-16,6 3-60 0,-7-4-78 16,1 4-77-16,6 4-56 0,-6-4-40 15,-2 6-23-15,2 2-4 0,6 3 3 0,-6 4 7 16,6-1 10-16,-6 4 10 0,6 5-1 16,0-2 2-16,0 5-6 0,0-4-11 15,6 4-12-15,0 0-13 0,0-5-11 0,2 1-15 16,-2-3-14-16,7-1-9 0,0 1-11 15,0-8-10-15,-1 0-3 0,2-4-4 0,-1 1-5 16,0-5-5-16,0-3-26 0,0 0-44 0,0-3-67 16,-7-2-85-1,1-5-122-15,-7-1-161 0,7-5-173 16,-7 2-181-16,-7-8-83 0,0 0 9 0,1 0 81 16,0-7 142-16,-8 0 184 0</inkml:trace>
  <inkml:trace contextRef="#ctx0" brushRef="#br0" timeOffset="31874.02">25302 8326 208 0,'-7'-10'572'0,"7"-1"121"0,-6 3 73 16,6-2 58-16,-7 2-187 0,7 1-173 15,0-1-141-15,0 5-114 0,0-5-71 0,0 8-72 16,7-3-73-16,-1 3-94 0,1 0-125 16,6 3-148-16,-7 1-169 0,14 3-155 15,-7-3-56-15,0 7 26 0,6-3 86 0,1 2 130 16</inkml:trace>
  <inkml:trace contextRef="#ctx0" brushRef="#br0" timeOffset="32034.17">25595 8510 223 0,'6'3'635'0,"-6"5"135"0,0-4 90 0,6-1 61 16,-6-3-166-16,8 0-180 0,-2 0-173 15,0-3-121-15,8 3-82 0,-8-4-59 0,13 1-51 16,-5-2-39-16,-2 2-25 0,8-1-34 15,-7 1-61-15,7-1-103 0,-8 4-149 0,8-4-174 16,-7 4-189-16,-6-3-158 0,-1 6-39 16,-6-3 51-16,0 4 120 0,-6 0 158 15</inkml:trace>
  <inkml:trace contextRef="#ctx0" brushRef="#br0" timeOffset="32204.29">25621 8624 223 0,'-6'7'495'0,"-2"-3"85"0,2 3 69 0,0-3 15 0,6-1-109 15,0 1-103-15,-7-4-87 0,14 0-64 16,-7 4-56-16,6-4-61 0,0 0-59 0,8 0-46 16,-1-4-40-16,7 4-62 0,-1-4-112 15,0 1-135-15,1-5-158 0,6 5-166 16,-7-6-140-16,8 3-34 0,-1-1 55 0,0-5 107 16,0 5 139-16</inkml:trace>
  <inkml:trace contextRef="#ctx0" brushRef="#br0" timeOffset="32454.2">26096 8338 208 0,'0'-12'593'0,"-6"5"120"0,6-4 89 15,0 4 76-15,-7-4-146 0,7 3-167 0,0 5-130 16,-6-1-100-16,6 1-79 0,0-1-68 16,0 4-58-16,0 4-27 0,0 3-4 0,6 1 10 15,-6 2 15-15,0 5 11 0,7 4 6 16,-7 3-9-16,0 3-20 0,0 1-23 0,0-1-21 15,0 4-15-15,0 1-18 0,0 0-9 16,0-1-10-16,-7 0-6 0,7-4-5 0,0 0-7 16,0 2-29-16,-6-5-53 0,6-4-73 15,0-4-98-15,0 1-148 0,0-4-183 0,6-7-186 16,1 0-159-16,-1-8-41 0,1 0 39 16,6-7 116-16,0 1 172 0,0-9 204 15</inkml:trace>
  <inkml:trace contextRef="#ctx0" brushRef="#br0" timeOffset="32790.21">26357 8378 6 0,'0'-15'533'0,"0"8"145"0,0-4 88 0,-6 4 63 0,6-5-78 15,-8 10-186-15,8-3-167 0,-6 5-111 16,0 5-54-16,6 2-32 0,-6 4-2 0,6 0-11 16,-7 7-11-16,7 0-19 0,0 0-26 0,7 7-24 15,-7-2-27-15,6 6-25 0,0-3-22 0,8 0-12 16,-2 0-7-16,1-5 6 0,1 1 8 15,4-3 14-15,2-1 13 0,0-7 14 0,-1-1 22 16,1-5 16-16,6-2 20 0,-6-6 19 16,-1-2 20-16,7-1 22 0,-13-5 9 15,7-4-2-15,-8-3-9 0,2-4-44 0,-1-1-143 16,-13-6 0-16,0 0 0 0,0-5 0 0,-13 5 0 16,7-3 0-16,-14 2 0 0,7 5 0 15,-7-1 0-15,0 8 0 0,-5-1 0 16,-1 4 0-16,0 5-222 0,0 6-157 0,-1 0-136 15,-5 4-154-15,-1 0-186 0,1 4-185 0,-1 3-41 16,1 0 42-16,-1 8 112 0,1-4 165 16,6 7 228-16</inkml:trace>
  <inkml:trace contextRef="#ctx0" brushRef="#br0" timeOffset="33213.62">25302 9432 98 0,'-7'-6'442'0,"7"-2"72"16,-6 5 62-16,-1-5 42 0,1 8-96 16,0 0-98-16,-2 0-50 0,2 5-26 0,0 1-22 0,0 2-20 15,-2 3-32-15,2 3-23 0,0 1-22 16,6 7-15-16,-7 0-11 0,7 0-14 0,0 3-16 15,0-2-20-15,7 3-20 0,-1-6-25 16,0 3-22-16,2-1-23 0,4-7-16 16,-6 3-14-16,8-3-13 0,-1-4-7 0,-7-4-20 15,8 0-44-15,-2-2-72 16,2-5-100-16,-8 0-143 0,7-8-166 16,0-3-174-16,0 0-170 0,-7-4-55 0,-6-3 32 15,0-5 108-15,0-2 147 0,0-4 177 16</inkml:trace>
  <inkml:trace contextRef="#ctx0" brushRef="#br0" timeOffset="33369.89">25321 9319 113 0,'-12'-18'512'0,"5"7"102"0,0-3 73 15,1 6 57-15,-1-3-147 0,1 4-175 0,0 3-129 16,6 1-98-16,0-2-69 0,0 5-63 0,0 5-66 16,6-2-100-16,0 1-129 0,7 3-158 15,1 1-201-15,-2-1-97 0,8 0-21 16,-1 1 52-16,-5 2 102 0,5-2 145 0</inkml:trace>
  <inkml:trace contextRef="#ctx0" brushRef="#br0" timeOffset="33541.17">25588 9444 335 0,'0'7'714'0,"0"-3"119"0,-6-4 84 15,6 0 62-15,0 0-202 0,0 0-259 0,6-4-173 16,1 4-114-16,-1-2-81 0,8-3-60 15,-2 5-41-15,2-4-24 0,5 1-32 0,1 3-56 16,-1 0-99-16,1-5-153 0,-1 5-186 16,0 0-221-16,1-3-144 0,-7 3-37 0,-6 0 50 15,-1 0 125-15,-6 3 174 0</inkml:trace>
  <inkml:trace contextRef="#ctx0" brushRef="#br0" timeOffset="33715.44">25621 9550 161 0,'-6'12'523'0,"-2"-5"94"0,2 0 73 0,6-3 69 16,-6 3-155-16,6-4-136 0,0 1-114 16,0-4-78-16,0 5-67 0,6-3-65 15,0 3-52-15,8-5-46 0,-1 0-67 0,7 0-118 16,-1 0-151-16,7-5-195 0,0 3-199 16,0-3-99-16,7-2-12 0,-7-4 74 0,6 0 130 15,-6 0 183-15</inkml:trace>
  <inkml:trace contextRef="#ctx0" brushRef="#br0" timeOffset="33965.3">26090 9308 352 0,'0'-11'683'16,"0"8"102"-16,-7-4 71 0,7-1 34 16,-6 1-217-16,6 7-232 0,0-4-158 0,0 4-84 15,0 0-47-15,0 8-20 0,0-2-6 16,0 6 14-16,6 2 9 0,-6 4-3 0,7 1-12 15,-7 7-18-15,6-1-22 0,1 1-26 16,-7 3-19-16,0 1-18 0,7-5-13 0,-7 1-6 16,0-1-6-16,6-2-2 0,-6-2-1 15,0-2-12-15,0-4-24 0,0-1-61 0,0-3-76 16,-6-3-114-16,12-5-159 0,-6 1-186 16,6-4-195-16,1-7-82 0,-7 2-4 0,7-5 76 15,-1-5 136-15,0 1 186 0</inkml:trace>
  <inkml:trace contextRef="#ctx0" brushRef="#br0" timeOffset="34387.07">26278 9294 420 0,'8'-15'615'0,"-8"4"106"16,6-3 78-16,0-2-25 0,1 6-167 16,-1 0-144-16,1-2-116 0,6 1-91 0,-1 0-66 15,8 8-53-15,0-4-39 0,-1 7-22 16,1 0-20-16,6 0-15 0,-7 2-12 0,7 3-7 15,-6 2-4-15,0 4-10 0,-1 0-3 16,-5 3-2-16,-2 0 3 0,1 5 1 0,-6-4-1 16,-7 7 5-16,0-3 8 0,-7 2 9 15,-6 1 6-15,1 0 2 0,-2 0 4 16,-5 0 1-16,-1 0 0 0,0 0-3 0,1-3 0 16,0 2 1-16,-1-2 10 0,1-1 9 15,5-4 17-15,2 1 23 0,5 0 27 0,0-3 30 16,1-5 27-16,6 4 21 0,0-4 13 15,0-5-1-15,6 7-7 0,8-9-13 0,4 3-24 16,2-3-29-16,7 0-112 0,-1 0-30 16,6-3 0-16,7-1 0 0,-6-1 0 0,5 3 0 15,2-2 0-15,-7-4 0 0,-1 5 0 16,1 0 0-16,-7-2 0 0,-7 3 0 16,1-3 0-16,-8 1 0 0,2 1 0 0,-8 3 0 15,-6-4-240-15,-6 4-158 0,-8-3-186 16,2 3-240-16,-8 0-250 0,1 0-81 0,-7 0 25 15,-7 0 87-15,1 3 175 0,-1 1 253 16</inkml:trace>
  <inkml:trace contextRef="#ctx0" brushRef="#br0" timeOffset="34683.87">26012 10228 378 0,'-7'-7'669'16,"7"-1"105"-16,7 1 69 0,-7-4 6 15,0 4-226-15,6 0-229 0,-6 2-150 0,0 3-106 16,7-3-90-16,-7 2-93 0,6 3-114 16,-6 3-124-16,6 2-144 0,-6 2-159 0,0 0-132 15,0 4-24-15,8 3 53 0,-8 5 92 16,0-1 124-16</inkml:trace>
  <inkml:trace contextRef="#ctx0" brushRef="#br0" timeOffset="34824.47">26051 10612 95 0,'-6'22'500'0,"6"-3"131"0,-8-8 97 16,8 3 69-16,-6-5-114 0,6-3-134 16,-6-2-116-16,6 3-118 0,0-7-91 0,-7 3-67 15,7 2-72-15,0-5-76 0,0 3-98 16,7 1-141-16,-7-4-177 0,0 7-212 16,6-3-147-16,-6 3-52 0,6 5 25 0,-6-5 102 15,0 7 161-15</inkml:trace>
  <inkml:trace contextRef="#ctx0" brushRef="#br0" timeOffset="34980.69">25986 11126 26 0,'-14'18'517'15,"8"0"123"-15,0-7 74 0,-1 0 44 0,0 0-98 16,1-3-192-16,6-5-174 0,0 1-151 16,0-4-170-16,0 0-192 0,6 0-222 0,-6-4-180 15,7 4-94-15,6-3-17 0,-7 3 73 16,2 0 134-16</inkml:trace>
  <inkml:trace contextRef="#ctx0" brushRef="#br0" timeOffset="35121.26">25972 11375 482 0,'-6'7'752'0,"-7"0"101"0,6-3 56 0,-6 0-20 0,7-8-221 16,0 4-268-16,-1-4-222 0,7 4-204 15,-7-3-212-15,7-5-237 0,0 5-239 16,0-1-124-16,0-3-23 0,0 3 70 0,0 1 140 15,0 3 194-15</inkml:trace>
  <inkml:trace contextRef="#ctx0" brushRef="#br0" timeOffset="35699.28">25236 12239 280 0,'0'0'507'0,"0"0"97"0,0-3 105 0,0 3 1 16,0 0-105-16,0 0-109 0,0-3-94 16,0 3-81-16,0 3-87 0,0-3-57 0,0 3-29 15,-6 5-6-15,6 3 11 0,-6 0 27 16,-1 3 18-16,1 5 6 0,-1 2 1 0,0 5-6 16,1 0-17-16,0 3-24 0,0 4-22 15,-2 0-23-15,8-3-25 0,-6-2-21 16,6 2-12-16,6-4-13 0,-6-1-9 0,8-2-9 15,4-5-2-15,-6-4 1 0,8-3-6 16,-8-3-4-16,13-1-12 0,-5-7-21 0,6-4-37 16,-8 1-63-16,1-5-71 0,1-3-90 15,-2-3-128-15,2-1-153 0,-8-6-170 0,0-2-179 16,1-3-64-16,-1-3 20 0,-6-4 97 16,0 0 153-16,0 0 193 0</inkml:trace>
  <inkml:trace contextRef="#ctx0" brushRef="#br0" timeOffset="35855.47">25309 12064 374 0,'-7'-8'667'0,"0"1"98"0,7-1 68 15,-6 1 3-15,6-1-223 0,-7 5-217 0,7-4-158 16,0 7-104-16,-6-4-95 0,12 4-103 16,-6 4-133-16,7-1-167 0,-1 1-182 0,1-1-162 15,6 5-62-15,-1-1 19 0,2 1 89 16,-1-1 141-16</inkml:trace>
  <inkml:trace contextRef="#ctx0" brushRef="#br0" timeOffset="36074.18">25575 12320 35 0,'0'3'621'0,"0"5"151"0,0-8 91 15,0 3 64-15,0-3-55 0,7-3-208 16,-7 3-215-16,13-3-121 0,-1-2-71 15,-4 5-48-15,11-3-44 0,-6-1-43 0,6 0-35 16,1 1-26-16,6 0-23 0,-6-1-15 16,5-1-14-16,-5 2-38 0,0 0-63 0,-1 3-92 15,1-4-129-15,-7 4-152 0,-6 0-179 16,-1-4-180-16,0 4-83 0,-12 0 15 0,0 0 91 16,-8 4 132-16,8-4 173 0</inkml:trace>
  <inkml:trace contextRef="#ctx0" brushRef="#br0" timeOffset="36246.08">25660 12430 94 0,'-6'7'626'0,"-1"0"152"15,7-7 96-15,-6 3 64 0,6-3-101 16,6 0-190-16,-6 0-212 0,7 0-138 0,5-3-93 16,2 3-56-16,-2 0-47 0,2-3-39 15,5 3-48-15,-6 0-60 0,6-4-98 16,1 0-161-16,0 4-196 0,5-3-216 0,-5 0-160 15,6-5-47-15,-6 4 47 0,6-3 127 16,-7 3 179-16</inkml:trace>
  <inkml:trace contextRef="#ctx0" brushRef="#br0" timeOffset="36808.44">26148 12221 107 0,'0'-11'591'0,"-6"4"137"0,6-5 87 0,0 2 65 15,0 2-100-15,6-3-202 0,-6 1-164 16,7-2-112-16,6 5-69 0,0-4-46 16,1 4-36-16,-2 0-26 0,1-1-19 0,7 1-13 15,-8 3-11-15,8 1-15 0,-6-1-11 16,5 4-16-16,1 0-13 0,-8 4-13 0,2-1-5 16,-2 1-3-16,1 3-5 0,-6 1 1 15,0 2-3-15,-7 1 1 0,0 0-2 0,0 4 1 16,-7 0 0-16,0-1 2 0,1 1 2 15,-13 2 2-15,5 0 0 0,-5-3-2 0,-1 4 2 16,0-3-1-16,8-4-2 0,-8 4-5 16,7-5-3-16,-7-3 1 0,14 1-2 0,-6 0 0 15,4-6 5-15,2 3 0 0,6-5 1 16,-6 0-2-16,6 0 0 0,6 0 0 16,-6-5-4-16,6 3 6 0,8-3 3 0,-8 2 5 15,7 3 1-15,0-3 2 0,0-2 1 0,1 5-2 16,4 0 1-16,-4 5-5 0,5-5 1 15,-5 3 0-15,4 5 0 0,2-6 6 16,-7 6 7-16,1 3 19 0,-2 0 13 0,2 1 14 16,-2-2 11-16,2 5 5 0,-8-1 2 15,1 1-4-15,-1-5-2 0,-6 7 2 0,-6-3 6 16,6-1 8-16,-7 3 3 0,-6-5 4 16,6 4-1-16,-5-5-5 0,-2-2-6 15,2 3-10-15,-2-4-7 0,1 1-6 0,1-5-9 16,-8 1-8-16,7-4-8 0,0 0-9 15,-6 0-6-15,5 0-10 0,2-4-15 16,-8 1 0-16,7 3 0 0,-1-5 0 0,2 2-56 16,-2-1-65-16,2-3-88 0,5 3-99 15,0-3-160-15,1 0-202 0,6 0-222 0,0-4-165 16,6 0-37-16,1-4 33 0,6 0 129 0,1 0 199 16,4 1 252-16</inkml:trace>
  <inkml:trace contextRef="#ctx0" brushRef="#br0" timeOffset="37323.87">26533 12189 60 0,'6'-8'604'0,"-6"-3"145"16,7 0 100-16,5-4 74 0,-4 4-66 16,-2-4-199-16,7 0-178 0,0 5-107 0,0-1-69 15,-1 0-50-15,2 0-34 0,6 4-34 16,-7-1-33-16,6 2-23 0,0 1-28 15,1 2-23-15,0-2-19 0,-7 10-21 0,7-5-14 16,-1 8-17-16,-6-6-2 0,0 10-2 16,-1-1 0-16,2 0 7 0,-1 3 9 15,-6 0 14-15,-1 5 15 0,-6-1 14 0,0 1 13 16,0 3 9-16,-6 0 5 0,-1 0-4 0,-6 0-7 16,-1 0-7-16,-5 0-8 0,0-1-7 15,0 1-9-15,-8 1-2 0,8-5-1 0,-8 4 2 16,8-8 2-16,0 5-6 0,6-5-43 15,-1-2 0-15,2-2 0 0,-2-2 0 0,8-1 0 16,-1 1 0-16,1-6 0 0,6 3 0 16,0-1 0-16,6-4 0 0,1 3 0 15,5-3 0-15,8 0 0 0,0-3 0 0,-1 3 0 16,14-4 0-16,-7-1 0 0,6 5 0 16,1-7 0-16,7 4 0 0,-2 0 0 0,-5-5 0 15,6 2 0-15,1 1 0 0,-8 2 0 16,1-6 0-16,-1 6 0 0,-6 0 0 0,-7-5 0 15,1 5 0-15,-7 3 0 0,0-3 0 16,0-2 0-16,-7 2 0 0,-6 3 0 0,8 0 0 16,-8-4 0-16,-8 4 0 0,2 0 0 15,0-4 0-15,-8 4-192 0,1 0-432 0,1-3-302 16,-8 3-245-16,0-4-73 0,1 4 35 16,-1-3 114-16,-6-1 198 0,0-3 302 15</inkml:trace>
  <inkml:trace contextRef="#ctx0" brushRef="#br0" timeOffset="40510.65">26956 2876 202 0,'-13'-7'312'0,"-7"-5"35"15,8 1 6-15,-8 0-67 0,1 0-23 0,-1 0-32 16,0 0 2-16,1 4 14 0,6 0 27 16,-6-1 6-16,11 1 10 0,-4 3-9 0,5-2-9 15,1 1-32-15,-1 1-49 0,7 4-44 16,7-3-43-16,-1 3-29 0,7-3-30 0,7 3-24 15,-1 0-6-15,7 3-7 0,7-3-3 16,-1 0-3-16,8 3-1 0,-1-3 3 0,-1 4-1 16,1-4 2-16,7 0 2 0,-7 5 1 15,0-5-5-15,1 0 1 0,-8 0-3 0,-5 0-4 16,-2 3-4-16,-5-3 1 0,-7 0 8 0,-6 0 14 16,-1 0 10-16,0 0 7 0,-6 0 6 15,-6 0 8-15,6 0-7 0,-13 0-10 0,6 0-11 16,-6 0 2-16,0-3-1 0,0 3 6 15,7 0 4-15,-8 0 8 0,2 0 6 0,5 0-6 16,-6 0-4-16,6 0-8 0,7 0-7 16,0 0-7-16,0 3-2 0,0-3 0 0,-6 3-2 15,0 5 1-15,6-5 5 0,0 8 4 16,-6-3-1-16,6 3 7 0,0 0 5 0,0 3 1 16,0 1 3-16,0 4 5 0,0-1 8 0,0-1-2 15,0 6-2-15,0-5-1 0,6 8-3 16,-6-3-8-16,6 4-4 0,-6 0 1 0,6 2-6 15,1 1-2-15,0 2-4 0,-1-2-1 16,1 3-1-16,5 0-4 0,-4 3 0 16,-2 2-3-16,0-2 5 0,0-4 0 0,1 5 2 15,0 0 9-15,-7 0 4 0,6-2 2 16,-6 2 2-16,7-1-4 0,-7 2-2 0,0 2-6 16,6-3-1-16,-6 0-1 0,7 3-4 15,-7 0-1-15,0 0 0 0,7 1-3 16,-7-2-7-16,6 2 0 0,-6 4 1 0,0-6 2 15,0 5-2-15,6-2 2 0,-6 1 5 16,0-3-2-16,0 0-5 0,0 1 4 0,-6-1 4 16,6 0 2-16,0 0 0 0,0 1 0 15,0 3 4-15,0-5-3 0,-6 5-5 0,6-2-1 16,0 2-1-16,6-1 1 0,-6 1-1 16,0 4-2-16,0-4 1 0,0 0-3 15,6 0-1-15,-6-1-2 0,0-2 0 0,0 3 1 16,0-4 5-16,0 4 0 0,0 0-2 15,0 0 3-15,0-4-1 0,0 4-1 0,0 0 1 16,0 0-1-16,-6 0 0 0,6 4-1 16,0-4 0-16,0 4-1 0,-6-5-3 0,6 5-2 15,0-4 3-15,0 0 3 0,0-1-2 16,0 1-1-16,0 1 3 0,0-1 3 0,0 3-2 16,0-2-1-16,6-2 3 0,-6 6 4 15,0-2-3-15,0-3-3 0,0 7 1 0,0-4 2 16,0 5 9-16,0-5 7 0,0 1 3 15,0-1 1-15,6 2 5 0,-6-2-2 16,0 0-12-16,6 2-7 0,-6-2-4 0,8 0 5 16,-8 1-5-16,6-1-1 0,-6 5 1 15,6-1-1-15,-6 1 1 0,7-1 3 0,-1-3 5 16,-6 3 6-16,7-4-1 0,0 5 4 16,-1-5 0-16,0 4-2 0,0-2-5 0,2 1-6 15,-2-2 1-15,0 4-5 0,1-4 0 16,0 2-5-16,-7 2 0 0,6-1 0 0,1 0 1 15,-1-3 0-15,-6 3 3 0,6-4 7 16,1 5 7-16,-7-4 5 0,7-1 1 16,-7 1 2-16,6-1 1 0,-6 1-5 0,6 0-9 15,-6 3-3-15,7-4 0 0,-7 1-2 16,7 0-3-16,-7-1-1 0,6 5-1 0,-6-5-1 16,7 2-4-16,-7-5 1 0,6 3 2 15,-6-4 1-15,0 5 2 0,7-4 5 16,-7 5 7-16,6-6 3 0,-6 4 5 0,0 1 3 15,0-4 9-15,0 4-3 0,0-1-3 16,0 1-3-16,0 3-3 0,0-2-6 0,0-2-7 16,0 0-3-16,0 0-2 0,0 1-1 15,0 0 0-15,0 3 5 0,0-3-1 0,0-1 3 16,7 1-1-16,-7 0 0 0,6 3 0 16,0-4-6-16,-6 5 0 0,8-1 0 15,-2 1 2-15,-6-1 6 0,6-1 5 0,-6-1 8 16,7 2 5-16,-1 0 3 0,-6 0 4 15,0-3 0-15,7 3-1 0,-7 0 0 0,7 2-3 16,-7 1-4-16,0-2-1 0,6 2-8 16,-6 0-4-16,6 2-6 0,-6-1-3 0,0 1 3 15,6-2-1-15,2-3 3 0,-8 4 2 16,6-4 3-16,0 1 2 0,1 3-3 0,0-4-18 16,-1 1-1-16,-6-1 0 0,7 3 0 15,-1-2 0-15,0-1 0 0,-6 0 0 0,7 1 0 16,-7-5 0-16,0 1 0 0,7 0 0 15,-7-4 0-15,0 0 0 0,0-4 0 0,0 1 0 16,0-1 0-16,0-1 0 0,0-2 0 16,6 0 0-16,-6 0 0 0,0-5 0 15,0 2 0-15,0-1 0 0,0-4 0 0,6 0 0 16,-6 1 0-16,0-5 0 0,0-3 0 16,7 0 0-16,-7-3 0 0,0-5 0 0,0 1 0 15,0 0 0-15,0-8 0 0,0 4 0 16,0-9 0-16,0 3 0 0,0-1 0 0,0-1 0 15,0-3 0-15,7 0 0 0,-7-3 0 16,0-1 0-16,0-1 0 0,0 3 0 0,0-2 0 16,0-3 0-16,0 3 0 0,0 1 0 15,0-2 0-15,0 3 0 0,0 2 0 0,0-5 0 16,-7 5 0-16,0 0 0 0,1-3 0 16,0 3 0-16,-8 3 0 0,-5-3 0 0,-1 5 0 15,-6-5 0-15,-6 2 0 0,-7 6 0 16,-7-4 0-16,-6 0 0 0,0 3 0 15,-7 0 0-15,0 0 0 0,-6-2 0 0,0 1 0 16,7 2 0-16,-1-5 0 0,14 5 0 16,-1-5 0-16,1 5 0 0,12-5 0 15,7 1 0-15,0 0 0 0,6 3 0 0,7-4 0 16,1 1 0-16,-2-1 0 0,8 2 0 0,-1-5 0 16,1 4 0-16,6-4 0 0,-7 3 0 15,7-3 0-15,0 0 0 0,0 0 0 0,0-3-364 16,0 3-105-16,7-9-115 0,-7 2-143 15,6 0-184-15,1-4-127 0,5-8-11 16,-4 5 57-16,4-11 129 0,-5 0 180 0,-1-2 239 16</inkml:trace>
  <inkml:trace contextRef="#ctx0" brushRef="#br0" timeOffset="44009.95">27907 5667 56 0,'0'-4'402'15,"0"1"102"-15,-7-1 113 0,7-4 46 16,0 5-8-16,0-4-72 0,0 3-71 16,-6 1-69-16,6-1-93 0,0 4-101 0,0 0-73 15,0 0-51-15,0 0-28 0,0 7-5 16,0 1 9-16,0-2 22 0,0 9 22 15,6 4 14-15,-6 3 17 0,0 0 4 0,7 4-2 16,-7 0-2-16,6 2-8 0,-6-2-12 0,0 3-20 16,7-4-22-16,-7 2-19 0,7-2-23 15,-7-3-15-15,0 0-16 0,6-4-13 0,-6 1-11 16,0-2-5-16,0-5-5 0,6-1-1 16,-6-3-2-16,0-2 0 0,0-1-13 0,7-2-38 15,-7-3-51-15,0 0-65 0,0-3-73 16,0-2-92-16,0-1-122 0,0-2-135 15,-7-3-143-15,7-1-165 0,0-2-67 0,0 1 18 16,7-3 96-16,-7-2 149 0,7-1 182 0</inkml:trace>
  <inkml:trace contextRef="#ctx0" brushRef="#br0" timeOffset="44509.78">28115 5631 420 0,'0'-8'595'0,"7"5"105"0,-1-6 66 0,-6 7-74 0,7-2-133 16,0 0-140-16,-1 1-136 0,0-1-102 16,8 0-62-16,-2 0-43 0,1 4-32 15,7 0-19-15,0-2-10 0,-1 2-2 0,1 0-6 16,6 0-4-16,-7 0 1 0,1 2-6 16,0-2-1-16,-2 0 5 0,-4 0 1 15,-1 0 2-15,-7 0 6 0,1-2 14 0,-7 2 5 16,0 0 4-16,0-5 2 0,0 1 11 15,-7 1 0-15,7-1 1 0,-6-3 9 0,-1 3 9 16,7 0 8-16,-6-2-1 0,0 1 2 16,-2 2-2-16,2-1-4 0,6 4-13 15,-6-3-9-15,6-1-5 0,0 4-10 0,-6 0-11 0,6 0-8 0,0 0-3 0,0 4-6 16,-7-1-9-16,7 1 2 0,0 4 10 0,0-2 16 16,0 9 17-16,0 1 24 0,0 1 31 31,0 5 20-31,0 3 15 0,0 5-2 0,0-4-2 0,0 4-11 0,0-1-15 0,-7 0-16 15,7 0-18-15,0-3-11 0,0-1-15 0,0-3-10 32,0 0-11-32,0-3-7 0,0-5-4 15,0 1-1-15,0-4-5 0,0-4 1 0,0 0-2 0,0 1-27 0,0-8-46 0,-6 0-59 32,6-4-72-32,-7 0-89 0,7-3-115 0,-6 0-119 0,-1-1-116 0,-6-3-114 0,7 1-105 31,0-1-9-31,-8-4 67 0,1 4 117 0,7-4 146 0</inkml:trace>
  <inkml:trace contextRef="#ctx0" brushRef="#br0" timeOffset="44744.14">28142 5828 250 0,'-7'0'440'15,"7"0"80"-15,-7 0 49 0,7 4-4 16,7-4-24-16,-7 0-55 0,7 0-57 0,-1 0-41 16,7 0-35-16,0 0-60 0,6 0-57 15,7 0-42-15,-6-4-27 0,13 4-26 0,-7-3-25 16,6 3-18-16,-5-4-13 0,5 0-15 15,1 4-14-15,-7-3-12 0,0-5-9 16,-1 5-8-16,-5-1-9 0,0 0-7 0,-7 1-8 31,-7-1-28-31,1 0-49 0,0 4-74 16,-1-3-115-16,-6 0-148 0,-6-2-168 0,-1 2-163 0,0-1-107 0,1-3-7 0,-1 3 70 31,-6-4 126-31,6 2 159 0</inkml:trace>
  <inkml:trace contextRef="#ctx0" brushRef="#br0" timeOffset="45509.56">28604 5443 356 0,'0'-18'449'16,"-6"4"55"-16,-2-8 46 0,-4 3-83 15,6 2-107-15,-8-2-59 0,1 1-39 16,0-5-30-16,-6 5-22 0,5 0-25 0,-5-1-27 15,-7 4-24-15,6 1-13 0,-6 0-20 16,1-1-20-16,-1 4-16 0,-7 1-15 0,7 2-16 16,-7 0-17-16,-5 4-3 0,4 1 4 15,-5 3 6-15,0 0 8 0,1 3 4 0,-2-3 6 16,-5 8 2-16,6-1-7 0,-1 0-4 16,1 1-5-16,-6 3-3 0,5 4 1 15,2 3 1-15,-1 0 5 0,6 0 4 0,-7 8 4 16,15 0 4-16,-7 0 3 0,5 3 5 31,8 4 7-31,-1 3 3 0,1 0 9 0,5 6 8 0,8-3 16 0,-7 5 4 0,7 1 7 31,-1 2 7-31,0 1 3 0,7-4-3 0,0 3 4 0,0 1 11 0,7-4 3 0,0 3-1 16,-1 1-1-16,1-4-4 0,5 0-9 16,2 0-13-16,5-3-9 0,-6 2 3 0,7-6-2 15,5 3 4-15,-5-3 0 0,13 0-2 16,-7-5-4-16,7-1-15 0,-1-4-9 0,7 0-8 15,1-5-8-15,-2 0-6 0,1-4-7 32,0-3-37-32,7-1-3 0,-1-7 0 0,8 4 0 15,-7-6 0-15,5-2 0 0,2-3 0 16,-1-3 0-16,-1-2 0 0,2 2 0 0,-8-7 0 0,7-2 0 0,-13-3 0 0,7 0 0 31,-1-3 0-31,-5 0 0 0,-7-4 0 0,6-1 0 0,-7 2 0 0,1-5 0 0,-1 1 0 31,-6-1 0-31,0-3 0 0,-7-1 0 0,1 1 0 0,6 0 0 0,-13-4 0 0,1-3 0 16,-2 2 0-16,-5-6 0 0,0 4 0 16,-7-5 0-16,0 1 0 0,-7-4 0 0,0 0 0 15,-12-4 0-15,6 4 0 0,-6 1 0 16,-7-2 0-16,-1 5 0 0,1 4 0 0,-6-1 0 16,6 4 0-16,-7 3 0 0,1-2 0 15,-1 6 0-15,1 3 0 0,5-2 0 0,-5 6 0 16,6 2 0-16,-1 2 0 0,8 4 0 15,0 0 0-15,-1 1 0 0,1 5 0 16,-1-2 0-16,7 7 0 0,0-3 0 0,0 3 0 31,-1 3 0-31,2 1 0 0,-1-1 0 0,6 5 0 0,1-1-1 0,-7 4-426 0,6 0-121 32,0 0-148-32,1 0-188 0,-6-1-173 0,4 5-34 0,2-4 34 0,0 0 104 0,-7 1 177 31,6-5 243-31</inkml:trace>
  <inkml:trace contextRef="#ctx0" brushRef="#br0" timeOffset="53968.58">18405 10719 149 0,'-7'-4'265'16,"1"1"42"-16,6-5-37 0,-7 1-27 15,1-3 0-15,6 1-7 0,-6-1-10 0,6 2-2 16,-8-2 8-16,8 3 11 0,-6-2 8 16,6 3 0-16,0 2-17 0,0 0-31 0,0 4-32 15,0 0-28-15,0 0-36 0,0 8-27 16,0-2 0-16,6 10 11 0,-6-2 15 0,8 9 2 15,-2-3 6-15,-6 3 6 0,6 3-3 16,1 3-9-16,-1-3-7 0,-6 0-7 0,7-1-6 16,-1 0-6-16,-6-3-4 0,7 1-4 15,-7-5-4-15,0 0 0 0,6-4-11 0,-6-2 6 16,0-1 15-16,0-4 20 0,0-3 15 16,0-1 5-16,0-3 3 0,0-3-12 15,-6-5-25-15,6-3-28 0,-7 1-22 0,1-5-13 16,-1-4-10-16,1-2-5 0,-1-2-2 15,7 1-3-15,-6-3-4 0,6 0 0 0,-6 2 3 16,6 2-2-16,6-2 1 0,-6 4 0 16,6 1 2-16,1 0 5 0,-1 4-6 15,1 0-1-15,6-2-1 0,7 5 0 0,-8 1 0 16,8 3-7-16,6-5 5 0,-7 9 0 0,1-1 2 16,6 0 0-16,-7 8 0 0,1-4 1 15,-7 7-1-15,7 0 0 0,-8 5-1 0,2 2 2 16,-2 0 1-16,2 5 1 0,-8-1 3 15,7 0 5-15,-13 5 1 0,7-5 0 16,0 4 1-16,-7 0-4 0,6-3-1 0,-6-2-4 16,0 3-1-16,6-3-3 0,-6-2-5 15,6 0-14-15,-6-4-47 0,0 0-79 0,8-8-131 16,-8 1-160-16,12-4-171 0,-5-4-186 16,-1-3-127-16,8 0-15 0,-2-4 80 15,2-4 137-15,-2 0 161 0</inkml:trace>
  <inkml:trace contextRef="#ctx0" brushRef="#br0" timeOffset="54155.82">18951 10785 294 0,'0'0'484'0,"0"0"80"16,0-4 79-16,8 1-17 0,-2 3-112 16,-6-4-105-16,13 0-74 0,-7 1-69 0,8-1-75 15,-2 0-69-15,2 1-49 0,5-2-29 16,1 3-20-16,-8 2-12 0,8-5-11 0,0 2-11 15,-7-1-24-15,0 4-97 0,0 0-126 16,-1 0-143-16,-4 0-183 0,-2 0-112 0,-6 4-39 16,-6-4 61-16,-2 3 107 0,2 2 135 15</inkml:trace>
  <inkml:trace contextRef="#ctx0" brushRef="#br0" timeOffset="54358.91">18959 10895 262 0,'-8'6'474'0,"2"2"77"0,6 1 68 15,0-6-28-15,-6 0-66 0,12-3-94 16,-6 4-76-16,6-4-50 0,2 0-52 0,4 0-56 16,1 0-52-16,1-4-37 0,-2 4-24 15,8 0-25-15,0-3-15 0,-1 0-14 0,-6-1-15 16,6 4-9-16,-5-5-9 0,5 2-9 16,-12 3-33-16,6-5-102 0,-7 5-132 15,0-2-155-15,2 2-189 0,-8-4-126 0,0 4-41 16,0-4 63-16,0 0 112 0,0-3 147 15</inkml:trace>
  <inkml:trace contextRef="#ctx0" brushRef="#br0" timeOffset="54655.71">19381 10628 28 0,'8'-11'442'15,"-8"0"95"-15,6 4 98 0,-6-5 89 0,0 5-52 16,0-1-125-16,0 5-90 0,0-1-77 15,0 1-93-15,0 3-90 0,0 0-64 0,0 3-30 16,0 1-6-16,0 7 8 0,0 3 18 16,6 1 17-16,-6 4 18 0,0 3 1 15,0 3-6-15,0 1-7 0,-6 3-6 0,6 0-15 16,0 1-19-16,0-1-17 0,0 0-14 16,0-2-15-16,0 0-13 0,0-4-11 0,0 3-10 15,0-8-9-15,0 1-5 0,0-5-6 16,0-3-3-16,0 1-3 0,0-5-10 0,0-4-36 15,0-3-64-15,6 0-84 0,-6-3-143 16,0-2-169-16,0-5-183 0,7 2-199 16,-1-6-77-16,1-1 9 0,-1 0 105 0,7-3 148 15,-7-4 182-15</inkml:trace>
  <inkml:trace contextRef="#ctx0" brushRef="#br0" timeOffset="55030.62">19655 10650 318 0,'0'-7'488'15,"6"-2"66"-15,-6 3 47 0,0 2-55 16,0 0-126-16,0 4-73 0,0 0-43 0,-6 4-29 16,6 3-18-16,0 5-13 0,-6-2-24 15,6 5-39-15,0-1-31 0,0 8-25 0,0-2-23 16,0 0-16-16,6 6-14 0,0 0-7 16,-6-4 1-16,14 3 4 0,-8 1 4 15,7-4 4-15,0 5 6 0,0-10-5 0,1 1 0 16,4-3-1-16,-4-4 1 0,5-3 4 15,1-5 0-15,-8-3 9 0,8-3 1 0,0-9 4 16,-1 1 11-16,-5-3 8 0,5-1 13 16,-6-6-7-16,7-6 2 0,-7 2-10 0,-7-5-20 15,0-2-19-15,2-1-22 0,-2-4-12 16,-6 0-16-16,-6 4-8 0,-2 1-6 0,-4 3-5 16,-8-1-4-16,1 4-2 0,-1 8 0 15,-6 0-1-15,7 4-1 0,-7 5-2 0,0 6-7 16,-1-2-26-16,7 10-65 0,-5-2-91 15,-1 9-135-15,6-1-219 0,0 0-254 16,1 3-216-16,6 1-63 0,0 0 24 0,7-1 100 16,-8 4 201-16,14-3 251 0</inkml:trace>
  <inkml:trace contextRef="#ctx0" brushRef="#br0" timeOffset="55592.99">18457 11764 75 0,'7'-8'311'0,"-1"0"59"15,-6 1 52-15,6-4-50 0,-6 3-23 16,7-2-21-16,-7-1-15 0,0 0-4 0,-7-1-5 15,7 6-11-15,-6-5-14 0,0 0-21 16,-1 4-32-16,-6-1-32 0,-1 4-26 0,2 1-17 16,-8 3-17-16,7 0-12 0,-7 3-13 15,1 5-11-15,-7-1-12 0,6 4-10 0,1 4-10 16,-1 0 2-16,1 2-2 0,6 5 1 16,-1 0 3-16,2 8 7 0,5-5 11 0,1 5-2 15,6-1 8-15,0 4 7 0,0-4 3 16,13 0-4-16,-7-3-13 0,8 0-7 15,-2-5-14-15,8 2-16 0,-1-1-13 0,1-7-11 16,6-1-6-16,-7-2-7 0,7-2 0 16,-6-3-5-16,6-3-1 0,-7-4-4 0,8 0 0 15,-8-4-9-15,1-3-21 0,-1 0-55 16,1 0-80-16,-1-1-137 0,-5-3-160 16,6 0-181-16,-8-3-232 0,1 3-84 0,0-3 4 15,-6-2 98-15,5 1 139 0,-4 1 177 16</inkml:trace>
  <inkml:trace contextRef="#ctx0" brushRef="#br0" timeOffset="55793.67">18795 11869 436 0,'0'0'582'0,"0"0"96"0,6-3 82 16,-6 3-73-16,8-4-110 0,-2 0-118 0,0 1-101 15,8 3-80-15,-1-8-71 0,-1 5-47 16,2 3-54-16,5-7-43 0,1 3-25 0,-7 0-16 15,6 0-10-15,1 1-12 0,-1-1-18 16,1 0-61-16,-8 1-112 0,2 0-135 16,-1-2-148-16,-6 2-157 0,-7 3-146 0,0 0-23 15,0 0 65-15,-7 0 108 16,-6 3 139-16</inkml:trace>
  <inkml:trace contextRef="#ctx0" brushRef="#br0" timeOffset="56033.35">18815 11976 371 0,'-6'11'502'0,"6"-4"93"16,0 0 103-16,0 0-8 0,0-3-84 0,6 0-74 16,-6-1-57-16,13-3-62 0,-6 4-82 0,6-4-74 15,-1-4-58-15,8 1-45 0,-7 3-33 16,7-4-28-16,0-3-31 0,-2 3-22 0,2 4-19 16,0-7-14-16,-7 7-18 0,-1-4-48 15,2 1-88-15,-8 3-140 0,1-4-178 0,0 0-206 16,-7 4-190-16,6-3-61 0,1-1 31 15,-7-3 109-15,6 3 165 0,7-4 199 16</inkml:trace>
  <inkml:trace contextRef="#ctx0" brushRef="#br0" timeOffset="56720.73">19369 11789 401 0,'0'-4'501'0,"0"-3"57"0,-7 3 60 0,7-3-70 16,0 4-114-16,0-5-92 0,-7 3-56 15,7 2-39-15,0 0-43 0,0-1-38 0,0 4-36 16,0-4-15-16,0 1-11 0,0-1-5 16,0 4 4-16,0 0 4 0,0-4 12 0,0 4 5 15,0 0 15-15,0-4 12 0,0 4 7 16,0-3-1-16,0 3-4 0,0-4-8 0,0 4-16 15,0-3-16-15,0-1-13 0,0 4-13 16,0-4-11-16,0 1-7 0,0 3-3 0,0-4-1 16,0 4-5-16,0-4-6 0,0 4-7 15,7-3-8-15,-7 3-9 0,0 0-7 16,0-3-9-16,0 3-4 0,7-4-3 0,-7-1-2 16,6 5 0-16,-6-3-2 0,6 0-2 15,2-1 3-15,-2 0 2 0,0 1 3 0,7-1 5 16,-6 0 4-16,6 1 6 0,-1-1 2 15,-4 4-4-15,4-3-1 0,2-1-4 16,-2 4-3-16,-5 0-3 0,6 4-4 0,0-1 0 16,-7 1-3-16,8-1 0 0,-8 5-1 15,7 3 0-15,-7 0 3 0,1 3 5 0,-7 1 6 16,0 3 3-16,0 0 11 0,-7 5 3 16,1-1 1-16,-7 3-2 0,7 1-2 15,-8-4-3-15,-5 3-8 0,6 0-6 0,-6-2-4 16,5-1-3-16,-6-4-1 0,8 4-5 15,-1-7 4-15,0 0 8 0,6-1 14 0,-5-6 19 16,4 3 22-16,2-9 28 0,6 7 25 16,-6-6 15-16,-1 1-87 0,7-4-49 0,0 4 0 15,0-4 0-15,7 0 0 0,-1-4 0 16,0 4 0-16,8 0 0 0,5-4 0 0,1 1 0 16,0 3 0-16,6-4 0 0,-1-1 0 15,1 3 0-15,-6-2 0 0,13 0 0 0,-7 1 0 16,0-5 0-16,-1 4 0 0,1 2 0 15,-6-3 0-15,0 2 0 0,-1-2 0 16,-5 2 0-16,-2 3 0 0,-5-4 0 0,6 1 0 16,-13 3 0-16,7 0 0 0,-7-4 0 15,0 4 0-15,-7 0 0 0,7 0 0 0,-13 0 0 16,6 0-14-16,1 0-603 0,-8 0-268 16,2 0-274-16,-1-4-91 0,-7 4 19 0,0 0 98 15,2 0 204-15,-2 0 268 0</inkml:trace>
  <inkml:trace contextRef="#ctx0" brushRef="#br0" timeOffset="58543.5">19414 12221 129 0,'0'0'294'0,"0"4"59"0,-6-4-4 0,6 0-16 16,0 0 7-16,0 0-7 0,0 0-7 16,0-4 7-16,0 4 6 0,0-5 2 0,0 3-9 15,6-2-14-15,-6 4-31 0,7-7-36 16,-1 3-25-16,1 1-20 0,-1-2-18 15,8 3-16-15,-8-3-7 0,7 2-8 0,0-5-10 16,0 5-11-16,7-1-2 0,-1 0-5 16,0 1-10-16,1-1-7 0,-1 1-11 0,7-2-9 15,-6 5-9-15,7 0-9 0,-9 0-5 0,9 5-7 16,-7 2-8-16,-8 0-1 0,8 0-1 16,-7 4-4-16,0 1-3 0,-6 2 2 15,-1 1 7-15,-6-1 3 0,0 1 3 0,-6 3 3 16,-8-3 1-16,1 4-4 0,1-2-3 15,-8 1-4-15,-6 1-7 0,6-4-7 0,-5 0-5 16,-2-1-5-16,1 1-5 0,-6-4-1 16,5-4 9-16,1 0 15 0,0-4 20 0,1 2-14 15,5-1-53-15,0-4 0 0,1-4 0 16,-1 4 0-16,0-5 0 0,8 2 0 16,-2 0 0-16,1-1 0 0,1 0 0 0,5 1 0 15,0 0 0-15,1 3 0 0,0-5 0 16,6 5 0-16,-7 0 0 0,7-3 0 0,0 3 0 15,0 0 0-15,0 0 0 0,0 0 0 16,7 0 0-16,-1-4-11 0,0 4-560 0,1 0-234 16,6 0-262-16,-7-4-138 0,7 1-6 15,-6 3 78-15,0-4 170 0,-1 1 231 0,0-1 296 16</inkml:trace>
  <inkml:trace contextRef="#ctx0" brushRef="#br0" timeOffset="59499.77">19486 11833 111 0,'0'-4'252'0,"-6"0"46"16,6 4-5-16,-7-3-47 0,7-1-11 0,-7 0-4 15,7 1-13-15,-6-5-7 0,6 5-3 16,-6-1-4-16,6-3 4 0,-8 3 3 0,8 1 15 16,-6-1 3-16,6-3-2 0,0 3-5 15,0-4-11-15,0 5-15 0,0-5-29 0,0 5-22 16,0-1-22-16,6-3-20 0,2 3-11 15,-2-4-15-15,0 5-9 0,8-4-10 0,-8-1-5 16,7 5-3-16,0-5-4 0,0 5-4 16,0 0-7-16,0-1-7 0,6-1-4 15,-5 5-3-15,-2 5-7 0,2-1-1 0,-2-1-1 16,-5 4-2-16,6 0 3 0,-6 4 2 16,-1 0 5-16,0 4 4 0,-6 0 8 0,0 3 2 15,0 1 3-15,-6-1-4 0,-7 4-3 16,0 0-6-16,0-5-5 0,-7 6-5 0,1-2-4 15,-1 2-1-15,1-4-1 0,0 2-1 16,-1-3-2-16,-6 1 0 0,13-4 2 16,-7-1-3-16,7-3-4 0,0-1 3 0,0-1 12 15,7-2 15-15,0 0 15 0,6-7 16 16,-8 4 16-16,8-4 10 0,0 0-4 0,8 0-9 16,-8-4-13-16,6 1-13 0,7-1-13 15,0 0-8-15,0-3-6 0,-1 2-2 0,8 3-3 16,0-2 5-16,-7 0 5 0,7 1 7 15,-1 3 1-15,0 0 0 0,1 3 5 0,-1 1 4 16,1 2 3-16,-7 3 0 0,7-2 3 16,0 4-1-16,-2-1-1 0,-4 5-6 15,-1 0-1-15,0 4 2 0,-6-5 4 0,5 4 6 16,-12 1 9-16,6-1 8 0,-12 0 3 16,6 1 1-16,-12-1 2 0,5 0 4 0,-13 0-4 15,7-2 1-15,-6 2-2 0,-7-4-1 16,6-3 2-16,-5 1 5 0,5-5 11 15,-7 0-30-15,8-3-61 0,0-1 0 0,-1-3 0 16,1 0 0-16,-1-3 0 0,6-1 0 16,-5 0 0-16,6 1 0 0,0-1 0 0,7 1 0 15,-8-5 0-15,8 4 0 0,0 1 0 16,-8-5 0-16,14 5 0 0,-6-1 0 0,6-3 0 16,-7 2 0-16,7 3-266 0,7-6-379 0,-7 5-212 15,6-5-236-15,8 0-93 0,-2 2 20 16,-4-3 96-16,4-1 185 0,-5-1 225 15</inkml:trace>
  <inkml:trace contextRef="#ctx0" brushRef="#br0" timeOffset="60193.47">19421 11881 261 0,'0'-12'439'0,"0"-2"63"16,-7 3 61-16,7-4-50 0,-6 4-34 0,6 1-73 16,0-5-45-16,-7 4-31 0,7 3-34 15,0-2-45-15,0 2-49 0,0 0-40 0,0 5-29 16,7-5-21-16,-7 5-21 0,6-1-19 16,-6 0-20-16,7 0-13 0,6 1-5 0,-7-1-4 15,8 1 0-15,-2 3 1 0,-5 0 2 16,6 0 3-16,6 0 2 0,-5 3-4 15,-2 1 1-15,8-1-3 0,-7 5-2 0,0-1-1 16,6 1-5-16,-5 3 0 0,-2 0-2 16,2 4 0-16,-8-1 5 0,1 1 5 15,-7-1 6-15,0 5 4 0,0-1 5 0,-7 1 4 16,-6 3-3-16,0-1-5 0,1-2-8 16,-8 3-5-16,0-4-4 0,1 0-9 0,-1 0-4 15,0 2-5-15,1-6 1 0,6-1-4 16,-6 3-3-16,5-5 0 0,8-4 2 15,-7 1-2-15,6-1 2 0,1-4 12 0,6 1 7 16,-7 0 12-16,7-4 9 0,7 0 8 16,-7-4 3-16,6 4-7 0,1-4-2 0,6 4-8 15,-1-3-9-15,2 0-3 0,6 3 0 16,-1 0 1-16,1 0 4 0,-1 0 7 0,7 3 3 16,0 0 4-16,0 5 2 0,0-1 2 0,1 0-5 15,-2 5 1-15,-5-2 2 0,6 5 0 16,-6-1-5-16,-1 2 1 0,-6-2 3 15,0 4-2-15,-7 1 1 0,-6-1 8 0,0 0 4 16,-6 0 3-16,-7 1 4 0,-7-1 3 16,0 1-1-16,2-1-5 0,-9-3-1 15,1-1 5-15,6-2 10 0,-5-2 10 0,-1-3 14 16,0-4-72-16,6 2-27 0,1-1 0 16,-1-8 0-16,0 4 0 0,1-5 0 0,6 2 0 15,0 0 0-15,-1-5 0 0,8 5 0 16,0-5 0-16,-7 5 0 0,13-5 0 15,-7 1 0-15,1 4 0 0,6-5 0 0,0 1 0 16,0 4 0-16,0-5-232 0,0 1-473 0,0 3-280 16,0-3-208-16,0-1-50 0,0 0 49 15,0 1 127-15,0 1 227 0,-7-2 292 0</inkml:trace>
  <inkml:trace contextRef="#ctx0" brushRef="#br0" timeOffset="61161.14">21225 10312 244 0,'0'-4'442'0,"0"1"70"16,0-3 59-16,0 1-51 0,0-2-30 16,-7 7-74-16,7-5-62 0,-6 2-43 15,6 3-35-15,-6 0-49 0,-2 3-47 0,8 5-35 16,-6 3-12-16,0 0-8 0,-1 1 1 15,7 6 0-15,-7 0-8 0,7 0 0 0,0 4 1 16,-6 0 4-16,6 0-2 0,0 4 6 16,0-3 4-16,6-3-5 0,-6 3-7 0,7-5-7 15,0 0-14-15,-7 1-16 0,12-4-11 16,-4-1-13-16,-2-3-11 0,7 1-13 0,0-5-10 16,-7 0-6-16,7-4-10 0,-7 1-7 0,8-8-12 15,-1 4-31-15,-6-3-65 0,-1-4-99 16,1 0-156-16,-1-5-176 0,-6-2-202 15,0-2-187-15,0-2-52 0,0-3 38 0,0-2 125 16,-6-3 161-16,-7-3 202 0</inkml:trace>
  <inkml:trace contextRef="#ctx0" brushRef="#br0" timeOffset="61301.01">21212 10206 281 0,'-6'-7'493'0,"6"0"71"0,0-4 57 0,-8 6-35 16,8-2-149-16,0 4-134 0,-6-1-90 15,12 0-69-15,-6 4-56 0,8 0-46 0,-2 0-84 16,7 4-118-16,-7 0-146 0,7 4-191 16,0-6-99-16,1 6-49 0,-2 0 35 0,2-1 89 15,5 0 131-15</inkml:trace>
  <inkml:trace contextRef="#ctx0" brushRef="#br0" timeOffset="61535.36">21486 10375 200 0,'0'7'574'16,"0"-3"123"-16,-8-4 93 0,8 3 25 16,0-3-107-16,0 0-174 0,8-3-153 0,-8 3-110 15,6-4-85-15,7 0-64 0,0 1-44 0,0-1-28 16,7 1-24-16,-8-2-11 0,8 2-6 16,-1-1-4-16,1 1-6 0,0-1-11 15,-8 4-38-15,2 0-91 0,-1 0-132 0,-7 0-149 16,8 0-136-16,-14 0-182 0,6 0-70 15,-6 4 35-15,-6-1 98 0,-2-3 134 0,-4 4 132 16</inkml:trace>
  <inkml:trace contextRef="#ctx0" brushRef="#br0" timeOffset="61724.77">21537 10476 14 0,'-6'8'462'0,"-1"1"130"0,7-6 104 0,0 0 84 15,-6 1-76-15,6 0-129 0,6-4-110 0,-6 0-104 16,7 0-85-16,6 0-63 0,0 0-46 15,0 0-34-15,6-4-27 0,-6 0-15 16,7 4-14-16,0-3-17 0,-1 0-13 0,-6 3-14 16,6-5-11-16,-5 5-8 0,-2-4-7 15,-5 4-3-15,0-3-4 0,-1 3-7 0,1 0-27 16,-7-5-69-16,6 5-117 0,-6 0-159 16,0-2-172-16,0 2-231 0,-6 0-97 15,6 0-1-15,0-4 83 0,0 4 141 0,6-4 164 16</inkml:trace>
  <inkml:trace contextRef="#ctx0" brushRef="#br0" timeOffset="62336.19">22293 10232 7 0,'0'-11'320'0,"0"-1"70"15,6 2 57-15,-6-1-13 0,0-1-33 0,0 5-21 16,0-4-30-16,0 4-21 0,0 0-18 16,0 0-10-16,-6-1-22 0,6 1-29 0,-6 0-39 15,-8 3-25-15,8 0-25 0,0 1-28 16,-8 3-23-16,8 0-17 0,-7 0-15 15,-1 7-17-15,8-3-8 0,-7 6-4 0,0 2 1 16,0-2-1-16,0 5 0 0,6 4 6 16,-5-1 1-1,5 4 2-15,0 0-4 0,1 0-6 0,0 3-3 0,-1 1-1 0,7-4 2 16,0 3 5-16,0-2 7 0,7 3 14 0,-1-5 5 16,0-3 3-16,8 5-1 0,-2-4-3 15,8-5-4-15,-7 0-6 0,13-3-2 0,-6 0-3 16,-1 0 1-16,7-8-2 0,0 2-1 15,7-2-1-15,-7-6 3 0,0-2 1 16,0 2 5-16,1-4 7 0,-2-4 10 0,-5 0 9 16,6-4 10-16,-13 1 9 0,6-1-2 15,-6-7-2-15,-6 0-9 0,0 0-13 0,-1-4-18 16,-6-3-11-16,-6 3-8 0,-1 0-11 16,0 5-6-16,-12-1-27 0,6 3-5 15,-6 1 0-15,-8 3 0 0,8 1 0 0,-8 3 0 16,1-1 0-16,7 5 0 0,-7 4 0 15,6-5 0-15,1 5 0 0,6 3 0 0,-6-4 0 16,5 4 0-16,2 4 0 0,5-4-57 16,-6 3-88-16,6 1-74 0,1 3-78 0,0 0-84 15,-2-2-110-15,8 6-146 0,0-4-143 16,0 0-173-16,0 0-49 0,0 1 25 0,0-1 101 16,0-3 168-16,8-1 190 0</inkml:trace>
  <inkml:trace contextRef="#ctx0" brushRef="#br0" timeOffset="63072.79">21368 11462 209 0,'-6'-3'355'15,"-1"0"61"-15,0-6 13 0,1 6-46 16,6-4-11-16,-6 0-30 0,-1-1-22 0,7 1-24 16,-7-1-20-16,7 5-22 0,-6-8-26 15,6 7-33-15,-6-3-31 0,6 3-16 16,0 1-3-16,-7-1-4 0,7 1-10 0,0-1-3 16,0 4-3-16,0-4-12 0,0 4-20 15,0 0-17-15,-6 0-11 0,6 4-9 0,0 0-8 16,-7-1 2-16,7 4 19 0,-7 4 18 15,1 4 21-15,0 0 15 0,6 3 17 16,-8 1 6-16,2-2-7 0,0 6-9 0,6-1-16 16,-7 0-17-16,7 0-17 0,0 3-10 15,-6-3-8 1,12 0-8-16,-6-3-3 0,0-1-3 16,7 1-5-16,-1-5-7 0,0 0-3 0,8 1-8 15,-8-8-5-15,1 4-6 0,6-8-1 16,0 2-3-16,0-2-3 0,-6-3-6 15,12-3-20-15,-6-2-44 0,0 2-65 0,-7-4-84 16,8-4-120-16,-2 0-162 0,-4 0-167 16,-2-4-170-16,0-3-120 0,-6 0-14 0,0 0 69 15,0-7 137-15,0 2 170 0</inkml:trace>
  <inkml:trace contextRef="#ctx0" brushRef="#br0" timeOffset="63213.48">21336 11268 446 0,'-7'-11'612'0,"0"1"101"0,1-1 63 16,0 3-29-16,-1-2-188 0,7 2-145 16,-6 4-119-16,6-3-92 0,0 3-60 15,0 1-57-15,0 0-39 0,6 3-39 0,1 0-93 16,-1 3-148-16,7 0-175 0,0 5-243 16,0-1-124-16,0 1-50 0,0-5 42 0,7 4 124 15,-8-3 159-15</inkml:trace>
  <inkml:trace contextRef="#ctx0" brushRef="#br0" timeOffset="63439.22">21636 11407 4 0,'0'8'505'0,"0"-4"142"0,0-4 101 0,0 3 78 15,0-3-53-15,6-3-148 0,-6 3-144 16,6-4-113-16,7 1-85 0,-6-2-66 0,6 2-56 0,-7-1-50 15,8 1-36-15,-2-1-28 0,8 0-15 16,-7 1-10-16,0 3-10 0,0-4-8 0,0 4-16 16,0-4-45-16,0 4-90 0,-7 0-132 15,1 0-167-15,0 0-154 0,-7 0-182 0,0 0-83 16,0 4 23-16,-7 0 96 0,-6-1 148 16,6 1 148-16</inkml:trace>
  <inkml:trace contextRef="#ctx0" brushRef="#br0" timeOffset="63673.63">21654 11518 359 0,'-6'7'546'0,"6"1"95"16,-6-1 93-16,6-4-8 0,0 1-113 15,6-4-100-15,0 0-87 0,1 4-64 0,6-4-67 16,0-4-59-16,7 4-47 0,-1 0-38 16,1-4-14-16,0 1-22 0,-1 3-18 0,0-4-21 15,-6 1-21-15,7 3-15 0,-7-5-14 16,0 2-7-16,-7 3-5 0,1 0-6 15,0-4-5-15,-7 4-22 0,0 0-50 0,0 0-83 16,0 0-130-16,-7 0-180 0,7-3-193 16,-7 3-204-16,1-4-70 0,0 0 15 15,-1 1 95-15,7-1 163 0,-7-3 186 0</inkml:trace>
  <inkml:trace contextRef="#ctx0" brushRef="#br0" timeOffset="65525.65">22208 11250 3 0,'-6'3'304'0,"-1"1"72"0,0 1 61 15,7-2-18-15,-6-3-24 0,0 3-13 0,-7-3-10 16,13 0 3-16,-7 0 8 0,0-3 5 15,1 3-1-15,6-3-26 0,-6-2-50 16,6 1-54-16,-7 1-50 0,7-4-39 0,0 3-33 16,0-3-20-16,0 0-11 0,0 0-7 15,0-1-5-15,7 1-7 0,-7-4-7 16,6 3-3-16,0-3-6 0,-6 4-4 0,14-4-7 16,-8 0-5-16,7 4-6 0,-7-4-3 15,8 3-8-15,-2 1-6 0,2-1-4 0,-1 5-5 16,0-1-3-16,0 1-6 0,-1-1-4 15,2 8-4-15,-1-1-1 0,0 1-1 0,6 3-1 16,-12 4 0-16,6 0 4 0,0 4-2 16,0-1 1-16,-6 1-2 0,-1 4 1 0,0-1 1 15,1 0 3-15,-7-3 0 0,0 4 5 16,-7-5 1-16,7 4 0 0,-12-3 0 0,5-1-6 16,-6 2-2-16,0-2-1 0,-7-3-1 15,8 0 2-15,-2-4-3 0,-5 4 3 0,5-7 0 16,2 3-2-16,6-4-2 0,-8 2 2 15,8-5-1-15,-7 3 2 0,7-6 10 16,6 3-26-16,-8-5 22 0,8 2 11 0,0-1 8 16,8 1 5-16,-8-5-7 0,12 5 28 15,1-1-22-15,1 0-12 0,-2 1-7 0,8-1-7 16,6 4-3-16,-7 0-4 0,7 0 0 16,-6 4 0-16,6 3 0 0,-7 0 0 0,8 1-1 15,-8 2 0-15,0 5 0 0,-5-4 2 16,-1 3 1-16,0 1 5 0,-7 1 8 15,1 2 11-15,-7-4 11 0,0 1 10 0,-7 0 15 16,1 3 8-16,-14-4 6 0,8-3-2 16,-15 4-5-16,8-4 0 0,-8 0-6 15,1 0 3-15,1-3 7 0,5-4 7 0,-6-1 10 16,6 1-19-16,1-4-71 0,5-4 0 16,2 1 0-16,-1-1 0 0,0 0 0 0,0 0 0 15,-1-3 0-15,8 3 0 0,0-2 0 0,-1 1 0 16,0 2 0-16,7-2 0 0,-6 2 0 15,6-1 0-15,0 4-304 0,0 0-335 16,-6 4-232-16,6-4-253 0,0 8-77 0,-7-5 33 16,1 5 96-16,-14-1 191 0,0 4 240 15</inkml:trace>
  <inkml:trace contextRef="#ctx0" brushRef="#br0" timeOffset="66150.53">21133 12683 361 0,'0'-8'457'15,"7"1"77"-15,-7 0 46 0,0-1-5 16,7 1-28-16,-7 0-49 0,0 0-32 0,0 3-32 16,0 0-55-16,0 1-70 0,-7 3-63 15,7 0-45-15,0 0-30 0,-7 3-18 0,7 8-2 16,-6 0 7-16,0 4 15 0,-8 2 10 15,8 6-1-15,0-2-3 0,-1 5-8 16,1 4-15-16,-1 0-21 0,7-2-24 0,0 2-15 16,0-1-15-16,0-3-15 0,0 3-8 15,7-7-6-15,-1 3-7 0,7-6-9 16,-7-1-9-16,8-3-4 0,-2-4-7 0,2 0-4 16,-1-4-4-16,-1-2-8 0,2-5-20 0,-2-5-45 15,2 2-66-15,-1-6-79 0,-7-1-89 16,1-5-121-16,-1 1-138 0,1-4-136 0,-7-4-139 15,0 0-133-15,0-4-21 0,-7-4 66 16,-6 2 126-16,7-6 161 0,-7 2 196 16</inkml:trace>
  <inkml:trace contextRef="#ctx0" brushRef="#br0" timeOffset="66275.48">21095 12572 47 0,'-7'-7'434'0,"1"0"80"0,-1 3 66 15,7-3 30-15,-7 0-91 0,7 3-146 16,0 1-105-16,0-2-76 0,7 2-61 15,0 0-63-15,-1 3-105 0,7 0-133 0,7-4-135 16,-8 4-192-16,8 0-101 0,-7 0-40 16,7 0 37-16,0 0 98 0</inkml:trace>
  <inkml:trace contextRef="#ctx0" brushRef="#br0" timeOffset="66494.17">21387 12668 1 0,'0'7'495'0,"-6"1"142"16,6-1 101-16,-6-3 77 0,6-1-71 0,0-3-137 16,6 0-148-16,0-3-121 0,1 3-90 15,6-4-73-15,1-3-52 0,-2 2-48 0,8 2-31 16,-1 0-21-16,1-1-11 0,-7 0-3 16,6 1-7-16,1 0-22 0,-7 3-66 0,0-5-123 15,-6 5-158-15,-1 0-156 0,0 0-177 16,1 5-117-16,-7-5-10 0,-7 3 82 15,1-3 137-15,0 3 144 0</inkml:trace>
  <inkml:trace contextRef="#ctx0" brushRef="#br0" timeOffset="66714.94">21421 12822 308 0,'-14'11'521'16,"14"0"105"-16,-6-3 98 0,6-5-8 0,0 0-76 15,0 1-88-15,0 0-80 0,6-4-71 16,0 3-73-16,8-3-64 0,-1-3-52 0,0 3-43 15,0 0-33-15,7 0-24 0,-1-4-21 16,0 4-26-16,1 0-19 0,6-4-17 0,-7 4-11 0,-6-3-8 0,7 3-3 0,-6 0-7 16,-8-3-24-16,6 3-55 0,-5 0-93 15,-7-5-156-15,7 5-187 0,-7-3-194 0,6-1-180 32,-6 0-56-32,0 4 35 0,0-3 123 0,0-1 170 15,7 1 191-15</inkml:trace>
  <inkml:trace contextRef="#ctx0" brushRef="#br0" timeOffset="67230.44">22084 12540 384 0,'14'-18'499'16,"-8"-4"88"-16,1 3 106 0,-1-3-36 15,0 4-81-15,-6-1-66 0,7 5-41 16,-7-1-44-16,7 5-68 0,-7-2-60 0,0 5-50 16,0 0-47-16,0-1-41 0,0 5-38 15,-7 3-35-15,7 0-25 0,-7 7-13 0,1 0-2 16,-7 4 3-16,7 4 10 0,-8 7 13 16,8 0 13-16,-8 4 9 0,8 7 5 0,-6-4 6 15,5 4 2-15,0 3-3 0,1-2-9 16,-1-2-11-16,7 1-9 0,-6 0-10 0,12-4-16 15,-6 1-9-15,7 0-7 0,-1-5-6 16,1-3-7-16,6-5-5 0,-7 6 1 0,14-9-1 16,-7-2-1-16,7-1 1 0,-8-4-4 15,8-3-1-15,0-1-3 0,5-6-1 16,-5-1-1-16,0-3 1 0,-1 0 3 0,1-4 13 16,-8 0 18-16,2-3 23 0,-1-3 24 15,0 3 22-15,-13 0-52 0,7-4-57 0,-7 3 0 16,-7 0 0-16,7 1 0 0,-13 3 0 15,0-1 0-15,-1 1 0 0,2 4 0 0,-8 0 0 16,1 0 0-16,-1 7 0 0,7-5 0 16,-6 10 0-16,-1-5 0 0,1 4 0 15,5 2 0-15,-5 2 0 0,6-1 0 0,0 0 0 16,7 5 0-16,-8-5-332 0,8 4-224 0,0 0-204 16,6 0-209-16,0 0-150 0,-7 0-24 15,7 0 57-15,0-3 141 0,-7-2 222 0,7 5 256 16</inkml:trace>
  <inkml:trace contextRef="#ctx0" brushRef="#br0" timeOffset="67792.8">21446 13877 133 0,'-6'-4'274'0,"-7"-3"50"16,7-1-5-16,-8 5-52 0,8-5 8 0,-1 5-12 15,0-4-7-15,1 3 0 0,0 0 8 16,-1 1 19-16,1 3 15 0,-1 0 18 0,0 0-2 15,1 0-13-15,6 3-19 0,-6-3-29 16,-1 8-17-16,7-5-24 0,-7 9-6 16,7-2 6-16,0 5 15 0,0-1 19 0,0 9 8 15,7-1 8-15,-7 3-10 0,0 1-16 16,7-1-17-16,-1 4-23 0,0 1-27 0,-6-4-31 16,7 3-19-16,0-3-23 0,-1-5-27 15,1 2-22-15,-1-5-16 0,0 1-13 0,1-9-8 16,0 1-6-16,5 0-13 0,-4-4-38 15,-2-7-71-15,7 0-88 0,-7-3-112 0,7-4-146 16,-6-4-192-16,5-4-171 0,-4-7-191 16,-2-1-50-16,0-4 39 0,-6-7 108 15,0-3 184-15,0 1 195 0</inkml:trace>
  <inkml:trace contextRef="#ctx0" brushRef="#br0" timeOffset="67949">21433 13722 392 0,'-6'-10'533'0,"6"3"65"15,0-1 58-15,-6 1-53 0,6 0-167 16,0-1-134-16,0 1-87 0,6 4-62 16,-6-1-65-16,6 4-102 0,7 0-123 0,-6 0-136 15,6 0-173-15,7 4-145 0,-8-1-67 16,8 1 15-16,-1-4 75 0,1 3 113 0</inkml:trace>
  <inkml:trace contextRef="#ctx0" brushRef="#br0" timeOffset="68152.09">21726 13855 97 0,'0'7'549'0,"0"4"144"0,-7-7 105 15,7 3 71-15,0-2-72 0,0-5-153 0,0 2-151 16,7-2-119-16,0 0-73 0,-1-2-71 16,7 2-65-16,1-5-45 0,-2 5-36 0,8-4-22 15,-1 1-31-15,-5-1-12 0,5-3-12 16,0 3-27-16,-5 0-49 0,5 1-85 0,-5 0-119 15,-2-2-152-15,1 2-161 0,0-1-148 16,-6 4-126-16,-7-3-13 0,0 3 72 16,-7 0 125-16,-6 3 150 0</inkml:trace>
  <inkml:trace contextRef="#ctx0" brushRef="#br0" timeOffset="68339.55">21739 14027 242 0,'-6'14'458'0,"-1"-3"86"0,7 1 99 0,0-5-11 15,0 0-26-15,7 1-70 0,-7-5-56 16,13 1-53-16,0-4-72 0,0 0-73 0,0 0-65 16,6-4-53-16,1 4-45 0,-1-3-28 15,-5 0-27-15,5-6-23 0,-6 6-38 0,0-4-63 16,1 3-109-16,-2-4-158 0,-6 5-165 16,8-5-184-16,-8 1-160 0,1 4-44 15,5-1 49-15,-4-3 128 0,4 3 149 0</inkml:trace>
  <inkml:trace contextRef="#ctx0" brushRef="#br0" timeOffset="68948.77">22345 13847 180 0,'0'-14'440'0,"7"-1"82"0,-7 0 72 0,6-3-29 15,-6 4-20-15,0-5-63 0,0 6-68 16,-6-4-46-16,6 3-40 0,-7 3-43 0,0-3-53 15,-5 6-55-15,5-2-29 0,-13 3-23 16,8 2-19-16,-2-2-19 0,-5 7-16 0,6-3-13 16,-6 6-10-16,5 0-10 0,-6 1-11 15,8 4-4-15,-1 3-3 0,-1 0-5 0,2 3-3 16,-2-3-4-16,8 3-1 0,0 3 0 16,-1 0 0-16,7-2 2 0,-6-1 2 0,12 1 3 15,-6 0 5-15,7-4 0 0,5 0-2 16,-5-1 3-16,6-2-6 0,7-1 0 0,-7 0-1 15,6-3-5-15,-6-4 2 0,7 4 4 16,-1-8 10-16,-5 0 12 0,4 1 20 16,-4-1 21-16,-1-3 17 0,-7-1 14 0,8 1 12 15,-8-4 7-15,0 0 3 0,-6 4 7 16,7-4 8-16,-7 4 6 0,0-1-1 0,7 1-1 16,-7 3-5-16,0-4-15 0,0 8-19 15,0-2-22-15,0-3-21 0,0 5-39 0,0 0-28 16,0 0 0-16,0 5 0 0,0-3 0 15,0 6 0-15,0 3 0 0,0 4 0 16,6-4 0-16,-6 7 0 0,0 0 0 0,0 4 0 16,0 0 0-16,6 1 0 0,-6 2 0 15,0 5 0-15,0-2 0 0,0 2 0 0,0 0 0 16,0-1 0-16,0 0 0 0,0 0 0 16,0-3 0-16,0 0 0 0,0-4 0 0,0-4 0 15,0-3 0-15,0-1 0 0,0-2 0 16,0-2 0-16,0-3 0 0,0-3 0 0,0 0 0 15,7-4 0-15,-7 0 0 0,0-4 0 16,0 0 0-16,7-3 0 0,-7 0 0 16,0-4 0-16,0-4 0 0,0 4-324 15,0-4-445-15,0 5-278 0,0-9-167 0,-7 4-25 16,7-3 69-16,-7 4 147 0,1-5 232 16,0 5 298-16</inkml:trace>
  <inkml:trace contextRef="#ctx0" brushRef="#br0" timeOffset="76112.71">4390 11939 182 0,'0'0'399'0,"6"-4"64"16,-6 1 18-16,0-1 24 0,0-3-10 16,6 2-49-16,-6-2-30 0,0 4-12 0,0-5-16 15,0 5-41-15,0-1-60 0,0 4-60 0,0-4-49 16,0 4-40-16,0 4-21 0,0 0-8 16,0 7 0-16,0-1 15 0,-6 6 19 0,6 2 16 15,0 4 5-15,0 3-1 0,0 4-10 16,0 1-8-16,0 3-13 0,0 0-17 0,0 0-16 15,-6 1-12-15,6-2-12 0,0-3-17 16,0 1-13-16,0-1-12 0,0-4-9 0,0 1-8 16,0-8-8-16,0 1-1 0,0-1-3 15,0-6-3-15,0-6-14 0,0 2-48 0,0-5-74 16,0-3-98-16,0-3-112 0,0-5-146 16,0-3-160-16,0-3-148 0,0-4-139 0,0-1-16 15,0-6 52-15,0-1 115 0,0-7 159 16,0 0 184-16</inkml:trace>
  <inkml:trace contextRef="#ctx0" brushRef="#br0" timeOffset="77184.22">4240 11851 392 0,'-8'-7'546'0,"-4"3"100"0,5-3 100 0,1-1-25 15,-1 5-114-15,7-1-95 0,-6 0-76 16,6 1-79-16,6 0-87 0,-6 3-79 0,13-5-61 15,0 2-47-15,1-1-40 0,12 1-21 0,-1-1-9 16,1 0-5-16,7 4-4 0,7-3-2 16,-2 3 4-1,1-4-2-15,0 4-3 0,1-4 2 16,-8 4-2-16,1 0 1 0,-7 0-1 0,-1-3-1 16,-5 3-5-16,-7 0-2 0,0 0 0 0,-6 0 0 15,-1 0 2-15,-6 0 1 0,0 0 4 16,-6-4 3-16,-1 4 1 0,-6-3-2 15,6-2-2-15,1 5-2 0,0-3 2 0,-8-2-3 16,8 5 1-16,6-3 2 0,-6 3 3 16,6 0-1-16,-7-3 0 0,7 3 0 0,0 0-1 15,-6 0-1-15,6 3 0 0,0 0-1 16,0 2 0-16,0-2 3 0,0 5 4 16,0 3 5-16,0 0 12 0,0 3 9 0,6 1 8 15,-6 0 5-15,0 7 18 0,0-5 18 16,7 9 10-16,-7 0 19 0,0 3 8 0,6 1 9 15,-6-1-4-15,0 4-8 0,0 0-7 16,6-3-15-16,-6 2-1 0,0-2-10 0,8-1-10 16,-8-3-7-16,6-1-8 0,-6-3-6 15,0 0-3-15,0-7-5 0,6 4 1 16,-6-8 0-16,0-1 9 0,0 1 17 0,0-7 20 16,0 3 17-16,0-7 11 0,0 0 5 15,0 0-9-15,0-3-106 0,-6-1-8 0,6-3 0 16,-6-4 0-16,6 4 0 0,-8-9 0 15,2 5 0-15,6-4 0 0,-6 1 0 0,6 3 0 16,0-3 0-16,0-1 0 0,0 0 0 16,0 1 0-16,6-1 0 0,0 0 0 15,8 4 0-15,-2-3 0 0,2 2 0 0,-1 2 0 16,7-1 0-16,-8 3 0 0,8 2 0 0,-1-3 0 16,1 6 0-16,-8 0 0 0,2-1 0 15,-1 4 0-15,0 0 0 0,0 4 0 16,-7-1 0-16,2 0 0 0,-2 6 0 0,0-3 0 15,0 2 0-15,1 6 0 0,0-2 0 16,-7 2 0-16,6 1 0 0,-6 0 0 0,7-1 0 16,-7 4 0-16,6-3 0 0,-6 4 0 15,6-5 0-15,-6 4 0 0,8-3 0 0,-8 4 0 16,6-6 0-16,0 3 0 0,0-2 0 16,2-2 0-16,-2-2 0 0,0 1 0 0,7-7 0 15,-6 3 0-15,6-3 0 0,-7-4 0 16,8 0 0-16,-2-4 0 0,8 0 0 0,-7-3 0 15,7-4 0-15,-8 1 0 0,8-2 0 16,-7-2 0-16,0-2 0 0,-6-2 0 0,5 1 0 16,-4-6 0-16,-2 2 0 0,-6-2 0 15,0 0 0-15,0 6 0 0,-6-1 0 0,-2 3 0 16,-4 4 0-16,5 0 0 0,-12 0 0 16,6 7 0-16,-7 1 0 0,7-1 0 15,-6 8 0-15,6-1 0 0,-1 5 0 0,2-1 0 16,-2 4 0-16,8 4 0 0,0-4 0 15,6 7 0-15,-7-3 0 0,7 4 0 0,7-2 0 16,-1 2 0-16,0-5 0 0,8 5 0 0,-2-5 0 16,2 1 0-16,-1 0 0 0,6-4 0 15,0 0 0-15,1-4 0 0,-1 1 0 16,7-5 0-16,1 1 0 0,-1-4 0 0,0 0 0 16,0 0 0-16,0-4 0 0,-7 1 0 0,1-2 0 15,-1-2 0-15,-5 4 0 0,-2-1 0 16,-4 0 0-16,-2 1 0 0,0-1 0 0,-6 0-309 15,0 1-190-15,0-2-189 0,-6 3-228 16,0-3-184-16,-2-1-35 0,2 1 43 16,0-2 112-16,6 0 193 0,0-5 261 0</inkml:trace>
  <inkml:trace contextRef="#ctx0" brushRef="#br0" timeOffset="77793.42">5919 11789 38 0,'-6'-11'334'16,"6"0"64"-16,-6 0 51 0,6 0-25 0,-6 0 22 16,6-1-12-16,0 2-5 0,-8 2-4 15,8 1-8-15,0 3-25 0,0-2-53 0,-6 2-78 16,6 4-69-16,0-5-53 0,6 5-42 15,-6 0-29-15,0 5-10 0,8-1 2 16,-8 2 5-16,6 2 17 0,-6 6 17 0,6 1 17 16,0 3 7-16,1 1 2 0,0 3 6 15,-1 3 0-15,-6 1-5 0,7 3 2 0,-7 0 5 16,0 5 0-16,6-1-4 0,-6-1-7 16,0 5-6-16,0-5-16 0,0 5-15 15,0-3-15-15,0-1-8 0,0-7-3 0,0-1 4 16,0 1 4-16,0-8 8 0,0-3 12 15,0-1 22-15,0-2 24 0,6-6-11 0,-6-2-122 16,8 0 0-16,-2-1 0 0,0-3 0 16,0 0 0-16,8-3 0 0,-1-1 0 0,0 0 0 15,0 1 0-15,7 3 0 0,-8-3 0 16,8-1 0-16,-1-1 0 0,-5 2 0 0,5 3 0 16,1-3 0-16,-8-1 0 0,2 4 0 15,6-4 0-15,-8 4 0 0,1 0 0 16,0 0 0-16,-6-3 0 0,-1 3 0 0,0 0 0 15,2 0 0-15,-8 0 0 0,0-4 0 16,6 4-402-16,-6-4-251 0,0 4-207 0,0-7-207 16,0 4-96-16,6-5 28 0,-6 1 92 15,13-4 177-15,-6 3 231 0</inkml:trace>
  <inkml:trace contextRef="#ctx0" brushRef="#br0" timeOffset="78246.45">6454 12039 166 0,'0'-13'478'0,"-7"6"87"0,-6 0 95 16,7-4 43-16,-8 0-75 0,2 4-112 0,5-4-81 15,-6 4-58-15,0 0-63 0,7-1-69 16,-8 1-47-16,8 3-40 0,-7 0-29 0,6 1-17 16,1 3-21-16,-7 3-10 0,6 1-1 15,1 3 6-15,-1 0 7 0,1 5 0 0,0 2 1 16,-2 1-1-16,8-1-11 0,-6 4-10 15,6 1-7-15,0 0-2 0,6-1 2 0,-6 0 3 16,8 0 5-16,-2 1 7 0,7-1 7 16,-7 0 5-16,8 0-2 0,-2-2-6 15,2-2-9-15,-2-2-10 0,2 2-9 0,5-7-7 16,-6 1-7-16,6-1-3 0,1-7-3 16,-7 3-1-16,7-6 1 0,0-1 7 15,-8-3 13-15,1-1 14 0,7 1 17 0,-14-3 14 16,8-7-16-16,-8 0-85 0,0 2 0 15,1-3 0-15,-7-4 0 0,-7 0 0 0,7-3 0 16,-12 3 0-16,5 0 0 0,-6 0 0 16,0 3 0-16,-7 1 0 0,0 3 0 0,1 4 0 15,-7 1 0-15,6 2 0 0,-6 1 0 16,1 7 0-16,5 0 0 0,0 0 0 0,1 7-202 16,6-4-220-16,6 5-138 0,1 3-158 15,6 0-166-15,13-4-160 0,-7 4-24 0,14 0 45 16,-7 0 120-16,13 0 180 0,-6-4 216 15</inkml:trace>
  <inkml:trace contextRef="#ctx0" brushRef="#br0" timeOffset="78674.03">6773 12060 309 0,'0'-7'527'15,"0"-5"86"-15,0 2 99 0,-6-5 18 0,-2 4-137 16,2 0-116-16,0 0-70 0,-1 0-53 15,1 4-76-15,-1-5-66 0,0 9-48 0,-5-1-30 16,6 1-33-16,-2 3-31 0,2 0-17 16,-7 3-9-16,7 4-8 0,-1 1-5 15,-6 3 4-15,7 0 2 0,-1 3 3 0,0 5-5 16,1-1-1-16,0 1 4 0,6 3 2 0,-7 0 0 16,7-1 0-16,0 1 11 0,7 0 11 15,-7 0 8-15,6 1 3 0,7-5 0 0,-6 0-2 16,5-3-5-16,2-1-13 0,5-3-8 15,-5-3-8-15,4-2-4 0,2-1-2 16,-1-1-5-16,1-4-6 0,6-4-4 0,-6-4 0 16,-1 1 14-16,1 0 17 0,0-4 19 15,-1-4 19-15,-5 0 19 0,-8 1 13 0,6-4-3 0,-5-5-9 16,-7 1-14-16,7-3-11 0,-14 0-13 16,7-1-15-16,-13 0-13 0,7-3-5 0,-8 6-7 15,-5 2-8-15,6 2-5 0,-6 4-5 16,-7 1-3-16,6 3-4 0,1 4-3 0,-1 2-13 15,-6 5-41-15,13 0-67 0,-7 5-89 16,8-2-104-16,4 5-142 0,2 3-180 16,0-4-196-16,6 4-178 0,6 0-43 0,8-4 36 15,-8 4 105-15,13 0 177 0,-6-4 223 0</inkml:trace>
  <inkml:trace contextRef="#ctx0" brushRef="#br0" timeOffset="79017.69">7150 12012 207 0,'-6'-4'598'0,"6"1"123"0,0-5 99 16,-6 5 75-16,-1-4-101 0,7 3-159 16,-7-3-127-16,7 3-94 0,0 0-89 0,-6 4-83 15,6 0-59-15,0 0-30 0,-6 8-13 16,6-1 5-16,0 4 24 0,-7 3 22 0,7 4 18 15,0 5 2-15,0 3 2 0,-7-1-2 0,7 8-8 16,0 0-199-16,0 4-4 0,-6-1 0 16,6 1 0-16,-7 3 0 0,7-3 0 15,0 3 0-15,-6-3 0 0,6-1 0 0,0-2 0 16,0-6 0-16,6-2 0 0,-6-3 0 16,0-2 0-16,0-5 0 0,7-6 0 0,-7-2 0 15,6-5 0-15,-6-3 0 0,7-3-10 16,-7-5-482-16,7-2-197 0,-7-9-214 15,0 1-216-15,0-8-52 0,0 0 43 0,0-8 108 16,0 7 186-16,6-7 242 0</inkml:trace>
  <inkml:trace contextRef="#ctx0" brushRef="#br0" timeOffset="79330.6">7014 12045 249 0,'0'-11'547'0,"0"0"117"0,0 0 99 0,6 0 4 15,1 0-78-15,6-3-133 0,6 6-104 0,1-2-79 16,6 2-68-16,0 1-48 0,7-1-36 16,-1 5-32-16,7 3-26 0,-6 0-20 15,-1 3-17-15,1 1-13 0,-1 0-12 0,-5 6 2 16,-1 2 3-16,-7-1 3 0,-6 0 7 16,0 3 9-16,-6-3 3 0,-1 3-5 15,-12 1-9-15,-1 4-12 0,-6-4-14 0,-7-1-16 16,1-3-13-16,0 4-16 0,-8-4-12 15,1 0-8-15,0-1-7 0,7 2-5 0,-1-5-10 16,1-3-25-16,6 3-41 0,0-3-80 0,7-4-113 16,-2 0-160-16,2 0-211 0,12-4-245 15,-6 0-202-15,8 1-48 0,4-5 42 16,1 1 126-16,1-1 195 0,-2 1 258 0</inkml:trace>
  <inkml:trace contextRef="#ctx0" brushRef="#br0" timeOffset="79830.56">8030 11764 275 0,'0'-8'487'0,"0"-3"88"0,0 0 114 0,0 3 24 15,-6-3-63-15,6 4-74 0,0 0-47 16,0-1-43-16,-8 5-88 0,8 0-92 0,0-1-68 16,0 4-34-16,0 4-19 0,0 6-13 15,-6 1 7-15,6 3 19 0,0 9 5 0,0-1-7 16,0 4-12-16,0-1 0 0,0 4-10 16,0 0-17-16,-6 1-19 0,6-1-43 15,0-3-95-15,0 0 0 0,0-1 0 0,0-3 0 16,0 0 0-16,0-3 0 0,0-1 0 0,0-3 0 15,0-1 0-15,0-3 0 0,0-4 0 16,0 0 0-16,-6-2-8 0,6-2-318 0,0 1-135 16,-8-8-162-16,8 1-170 0,-6-2-174 15,6-2-105-15,-6-4 7 0,6 0 85 16,-7-4 151-16,7 1 195 0,0-4 226 0</inkml:trace>
  <inkml:trace contextRef="#ctx0" brushRef="#br0" timeOffset="80298.63">7919 11771 322 0,'-6'-12'526'0,"6"1"114"16,-7-3 108-16,7 2 4 0,0-2-124 15,7 3-98-15,-1-3-79 0,0 3-85 16,8 0-89-16,5 0-64 0,1 0-45 0,0 3-35 16,6 1-22-16,-1 0-23 0,1-1-14 15,7 0-15-15,-7 5-15 0,6 3-12 0,-5-4-10 16,5 8-5-16,-6-4-4 0,1 8-4 15,-1 0-2-15,-1-2-3 0,1 9 4 0,-12-4 6 16,5 4 11-16,-12-1 14 0,-1 4 10 16,1 1 7-16,-14-1 1 0,1 0-5 0,-8 1-10 15,-5-1-10-15,0 0-11 0,-1-3-7 16,-7 4-7-16,2-5 0 0,-7 1-4 16,5 0-2-16,1-1 1 0,0-3-1 0,0-3-1 15,6-1 0-15,7-4 0 0,-7 1 2 16,8 0-1-16,6-4 2 0,-1 3 3 0,0-3 10 15,1 0 9-15,6 0 5 0,6 4 3 16,-6-4 5-16,7 4 1 0,0-4-1 0,5 7 4 16,2-4 12-16,-2 5 24 0,1 3 20 15,1 0 16-15,-2 0 9 0,2 3 1 16,-2 1-3-16,8 1-13 0,-7-2-16 0,0 4-15 16,0-3-11-16,1-1-15 0,-2 1-10 15,1-1-14-15,1 1-8 0,-2-4-8 0,-6 0-21 16,2-4-46-16,-2-3-72 0,0 3-88 15,1-7-128-15,-7 0-155 0,6 0-185 0,1-3-184 16,-7-5-168-16,7 1-37 0,-1 0 60 16,0-8 120-16,-6 4 183 0,7-7 218 0</inkml:trace>
  <inkml:trace contextRef="#ctx0" brushRef="#br0" timeOffset="80751.64">8440 11909 420 0,'-6'-6'617'16,"6"-2"124"-16,0 4 100 0,-7-3-9 15,7 4-132-15,0-6-125 0,0 9-126 0,-7-3-106 16,7 3-79-16,0 0-56 0,0 3-34 16,7 6-11-16,-7-3 2 0,0 2 10 15,7 3 3-15,-1 4-13 0,-6-1-15 0,6 1-13 16,1 3-13-16,0 1-14 0,-1-5-15 16,7 4-11-16,-6 2-10 0,-1-6-18 0,7 4-12 15,-7-7-9-15,8 4-8 0,-8-4-6 16,7-4-4-16,0 0-4 0,0-3-2 15,1-1-1-15,-2 1-2 0,2-8-1 0,-2 1-2 16,1-1 1-16,1-3 3 0,-8 0 9 16,7-4 9-16,-6-4 6 0,-1-1 5 0,0 3-16 15,-6-9-22-15,7 3 0 0,-7-3 0 16,0-3 0-16,0 3 0 0,0 3 0 16,0 1 0-16,0-1 0 0,0 8 0 0,0 1 0 15,0-1 0-15,0 7 0 0,0-3 0 16,0 3 0-16,0 4 0 0,0 0 0 0,0 4 0 15,0-1 0-15,0 8 0 0,0 0 0 16,7 1 0-16,-7 2 0 0,0 5 0 0,6-5 0 16,-6 4 0-16,7 1 0 0,-7-1 0 15,6 0 0-15,0 0 0 0,-6 2 0 0,8-6 0 16,-2 4 0-16,0-3 0 0,-6-4 0 16,7 0 0-16,-1-4 0 0,1 0-385 0,-1 0-203 15,7-3-182-15,-7-4-183 0,8-4-149 16,-1-3-15-16,0 0 71 0,0-5 134 15,0-2 193-15,0 0 233 0</inkml:trace>
  <inkml:trace contextRef="#ctx0" brushRef="#br0" timeOffset="81817.98">8890 11898 184 0,'-7'-11'453'0,"-6"5"89"16,7-6 116-16,-1 5 42 0,7 0-24 16,-7-1-82-16,1 1-56 0,6 4-49 0,0-1-87 15,0 0-99-15,0 0-88 0,0 4-61 16,6 4-45-16,1 0-24 0,0 3-19 0,-1 0-1 15,7 8 6-15,-6-1 15 0,-1 5 13 16,7 0 6-16,-7-1 6 0,1 3 1 16,-7 2 3-16,7-5 2 0,-1 4-5 0,-6-4-7 15,6 4-2-15,-6-3-4 0,8-5-5 16,-8 5-8-16,0-9-3 0,0 5-1 0,0-8-2 16,0 0 1-16,0 1 9 0,0-4 12 15,0-1-77-15,0 1-25 0,0-4 0 0,-8 0 0 16,8-4 0-16,0-3 0 0,0-1 0 15,0 1 0-15,-6-4 0 0,6-3 0 0,0-1 0 16,-6-3 0-16,6-4 0 0,0 1 0 16,0-2 0-16,0 1 0 0,6 0 0 0,-6 0 0 15,6 0 0-15,2 3 0 0,-2 5 0 16,0 0 0-16,0 2 0 0,8 1 0 16,-8 0 0-16,7 4 0 0,-7 0 0 0,8 3 0 15,-2 0 0-15,-4 4 0 0,4 4 0 16,1 0 0-16,-6 3 0 0,6 4 0 0,-7 0 0 15,8-1 0-15,-8 5 0 0,0 4 0 16,1-4 0-16,-1 3 0 0,1 1 0 0,0-1 0 16,-1 0 0-16,-6 0 0 0,6 1 0 0,-6-1 0 15,7-3 0-15,-7-1 0 0,7-3 0 16,-7 3 0-16,6-5 0 0,-6 1 0 16,0-6 0-16,0 3 0 0,0-3 0 0,0-1 0 15,0-3 0-15,0 0 0 0,-6 0 0 16,6-3 0-16,-7-1 0 0,7-3 0 0,-7-1 0 15,1-2 0-15,6 2 0 0,-6-6 0 16,6-1 0-16,0 0 0 0,0 0 0 0,6-3 0 16,-6-4 0-16,6 4 0 0,1 0 0 15,0-1 0-15,-1 1 0 0,7 4 0 0,-6-2 0 16,6 2 0-16,-1 2 0 0,2 6 0 16,-2-2 0-16,2 1 0 0,-1 3 0 15,0 1 0-15,0 3 0 0,-1 3 0 0,2 1 0 16,-8 3 0-16,7 1 0 0,-6 2 0 0,0 5 0 15,-1 0 0-15,0 0 0 0,-6 3 0 16,6-4 0-16,-6 5 0 0,0-1 0 16,0 0 0-16,0 0 0 0,0 1 0 0,0 0 0 15,0-5 0-15,0 1 0 0,8 0 0 16,-8-1 0-16,0-3 0 0,6 0 0 0,-6-3 0 16,6 2 0-16,1-6 0 0,-7 3 0 0,7-3 0 15,-1-4 0-15,7 0 0 0,-7 0 0 16,8-4 0-16,-2 1 0 0,2-5 0 15,-1 1 0-15,0-4 0 0,6 0 0 0,-5-4 0 16,-2 0 0-16,1-2 0 0,0-5-22 16,-6 3-34-16,-1-3 14 0,0-4 11 0,2 5 9 15,-8-2 8-15,0 5 6 0,-8-1 3 16,-4 1 0-16,5 4 2 0,1-1 0 0,-7 4 2 16,6 4 0-16,1 0 0 0,0 0-2 15,-2 3 0-15,8 0-1 0,0 4 0 0,0 0-1 16,0 4 1-16,0 0 2 0,8 3 2 15,4 4 0-15,1-4 1 0,0 3 0 16,0 5 1-16,7 1 1 0,0-3 4 0,-1 6 9 16,1-4 21-16,-1 3 20 0,-6 4 19 15,6-4-37-15,-5 0-39 0,-2 1 0 0,2 0 0 16,-8-1 0-16,1-3 0 0,-7 0 0 16,0-5 0-16,-7 1 0 0,1 0 0 0,0-3 0 15,-8-1 0-15,1-4 0 0,0 1 0 16,-6 0 0-16,-1-4 0 0,0 0 0 0,1-4 0 15,-1 0 0-15,-6 4 0 0,7-3 0 16,-1-4 0-16,0 2 0 0,-5 2 0 0,5-4-174 16,0 3-374-16,1 0-204 0,0 1-235 15,-1-1-155-15,1-3-16 0,-1 4 62 16,-6-6 126-16,13 3 208 0,-7-2 275 0</inkml:trace>
  <inkml:trace contextRef="#ctx0" brushRef="#br0" timeOffset="83202.22">8981 11994 91 0,'0'0'237'16,"0"-4"12"-16,6 1-31 0,-6 3-37 0,0-4-43 16,-6 0-34-16,6 4-10 0,0-3 11 15,-7 3 4-15,7-4 3 0,-7 4 6 0,7-4 13 16,0 4 4-16,0-3 3 0,-6 3 10 15,6 0 16-15,0 0 24 0,0-4 25 16,0 4 30-16,0 0 20 0,0 0 11 0,0-3 0 16,0 3-9-16,0 0-26 0,0 0-39 15,0 0-36-15,0 0-34 0,6 0-36 0,-6 0-23 16,0 3-7-16,7 1 2 0,-7 3 5 16,7 0 16-16,-7 4 26 0,6 0 18 15,-6 0 8-15,0 3 2 0,7 5-4 0,-7 0-15 16,0-5-16-16,-7 5-15 0,7-1-18 15,0 0-15-15,0 1-12 0,0-5-10 0,-6 1-8 16,6 0-6-16,0-4-2 0,0-4 2 16,-7 4 16-16,7-8 22 0,0 5 37 0,0-8 38 15,0 3 24-15,0-3 11 0,0-3-12 16,-7 0-17-16,7-5-37 0,0-1-38 0,0 0-27 16,0-7-15-16,0 2-10 0,0-1-5 15,7-3-4-15,-7 0-5 0,7 0 0 0,-1-1-1 16,1 1 0-16,-1 0-1 0,0 4-1 15,8-6 2-15,-2 6-3 0,2-1 2 16,-1 1-1-16,0 3 1 0,0-1 0 0,-1 5-3 16,2 0 3-16,-1 0-2 0,0 7 0 15,0-4-1-15,-7 8 2 0,8-1 1 0,-8 5 0 16,7 2 1-16,-6 2 1 0,-1-1 1 16,1 3 3-16,-1 1-2 0,0 3 0 15,-6 0 0-15,0 1 0 0,8 3-1 0,-8-4 0 16,0 0 1-16,0 1 0 0,0-1 0 15,0 0-1-15,0-2 1 0,0-6 0 0,0 1-2 16,0 0 0-16,0-4-1 0,0-2-7 16,0-2-23-16,0 0-47 0,-8-3-74 0,8 0-89 15,0-3-105-15,-6 0-131 0,6-5-148 16,-6-1-146-16,6 0-128 0,-7-2-66 16,7-4 22-16,-6 4 95 0,6-4 148 0,-7 4 181 15</inkml:trace>
  <inkml:trace contextRef="#ctx0" brushRef="#br0" timeOffset="83734.31">9091 12060 173 0,'-6'0'353'0,"0"-4"56"15,-1 1 62-15,7 3-48 0,-7 0-54 0,1-4-27 16,-1 4-18-16,7-4-20 0,-6 4-21 16,6 4-15-16,-6-4-22 0,6 4-20 15,-8 3-13-15,8-1-3 0,0 3-11 0,-6 2-13 16,6 0-10-16,0 4-13 0,-6-5-11 15,6 5-9-15,0-5-8 0,-6 5-8 0,6-4-6 16,0 0-7-16,0 1-8 0,0-5-7 16,0 0 0-16,0-3 8 0,0-2 20 0,0 3 27 15,0-5 21-15,0 0 5 0,0-5-9 16,0 3-20-16,0-2-31 0,0-7-35 16,6 3-31-16,-6-6-16 0,6-1-13 0,0 0-6 15,-6-3-7-15,14-3-4 0,-8 2-2 16,1-4-1-16,-1 2-2 0,8-1-2 0,-2 0-1 15,-6 4 0-15,8 0-1 0,-1 3-2 16,0-3 0-16,0 2-4 0,0 6 0 16,6-1 2-16,-5 3 0 0,-1 5 1 0,-1 3-1 15,8 0 6-15,-7 3-1 0,7 5 1 16,-7 3 1-16,0-1 1 0,-1 6 4 0,2 2 7 16,-1 0 6-16,-7 4 7 0,1 0 11 15,6 0 12-15,-13 4 3 0,6 0 2 16,-6-4-1-16,6 3-23 0,-6-3-31 0,0 0 0 15,0 0 0-15,0-7 0 0,-6 4 0 16,6-9 0-16,0 1 0 0,0-3 0 0,0-1 0 16,0-4 0-16,0 1 0 0,0-4 0 0,-6 0 0 15,6 0 0-15,0-4 0 0,-6 1 0 16,6-1 0-16,-7 1-133 0,7-5-234 0,-7 1-121 16,7-1-138-16,-6 2-162 0,6-6-159 15,0 5-93-15,0-4 8 0,6 4 74 16,1-5 142-16,6-2 203 0</inkml:trace>
  <inkml:trace contextRef="#ctx0" brushRef="#br0" timeOffset="84296.74">10693 11540 97 0,'7'-4'375'0,"-7"-4"69"0,-7 1 65 16,7-4 24-16,0 0-62 0,-6 1-40 15,0-1-24-15,-1 0-28 0,0-5-28 16,-5 6-42-16,-1-5-53 0,-1 4-39 0,2 0-33 16,-8 0-22-16,7 4-20 0,-7 3-15 15,8 0-8-15,-8 1-10 0,7 3-12 0,-7 0-6 16,7 3-3-16,0 5-3 0,0 3 0 15,6-1 7-15,-5 9 13 0,5-1 13 16,7 5 11-16,-6 6 17 0,6 0 12 0,6 8 9 16,-6-1 4-16,0 5-1 0,7-2-2 15,-7 5-9-15,6 1-10 0,-6-1-18 0,6 0-19 16,-6-4-21-16,0 0-34 0,0 1-57 16,7-9 0-16,-7 5 0 0,0-7 0 15,0-5 0-15,7 1 0 0,-7-5 0 0,0-2 0 16,0-4 0-16,0-5 0 0,0-2-56 0,0-4-134 15,-7-4-89-15,7 0-90 0,-7-4-99 16,1-6-126-16,6-2-146 0,-6-3-142 0,6-3-96 16,-7-4 1-16,7 0 67 0,-6 0 133 15,6 0 184-15</inkml:trace>
  <inkml:trace contextRef="#ctx0" brushRef="#br0" timeOffset="84890.36">10361 11950 250 0,'-6'-7'376'0,"-1"-1"66"0,1 5 50 0,6-5-65 16,0 5-54-16,0-4-31 0,0 2-21 15,0 2-32-15,6-5-23 0,1 5-27 0,6-1-26 16,0-3-26-16,7 4-35 0,-1-2-25 16,1 1-27-16,6 4-19 0,-7-3-15 15,1 0-14-15,-1 3-5 0,0 0 0 0,-5 0 0 16,-1 0 8-16,-7 3 5 0,1 4 6 16,-1 1 8-16,1-1 4 0,-7 5 1 15,6-1-7-15,-6-1-2 0,0 5-2 0,0-1-5 16,6 1-4-16,2 0-4 0,-2-1-1 15,0 1-2-15,1-1 7 0,6 1 3 0,-6-3 3 16,5-1 8-16,2-4 11 0,-8 0 11 16,7-3 10-16,-6 0 14 0,-1-4 10 0,7 0 11 15,-7 0 4-15,1-4 2 0,0-3-5 16,-7-2-9-16,6 3-12 0,-6-1-15 16,0-5-15-16,0-3-20 0,-6 5-18 0,-1-5-16 15,0-3-12-15,1 3-10 0,0-3-7 16,-1 0-3-16,7 2-2 0,-6 3-1 0,-1-3 0 15,7 5-1-15,0 1 0 0,0 2-2 16,7 1 0-16,-1 3-1 0,1 1-1 16,5 3 1-16,-5 3-1 0,12 1 1 0,-5 3 0 15,5 4 1-15,-6 1 1 0,6-2-1 16,1 5 0-16,0 0 2 0,-1 3 0 16,-5 1 0-16,-2-1 0 0,2 3 1 0,-2 1 0 15,-5-2 0-15,-1 1 0 0,1 1 6 16,-7-1 5-16,0-2 10 0,-7-4 13 0,7 0 19 15,-6-5 24-15,-1 1 26 0,1-3-59 16,0-5-45-16,-1-3 0 0,0-3 0 0,1-1 0 16,6-7 0-16,-6 0 0 0,-1-4 0 15,7-3 0-15,0-4 0 0,7-3 0 0,-7-5 0 16,6 1 0-16,0-4 0 0,8 3 0 16,-8 5 0-16,0 3 0 0,7 0 0 0,-6 7 0 15,0 1 0-15,5 3 0 0,-4 4-250 0,4 3-211 16,1 0-143-16,0 0-177 0,6 4-243 15,1 0-83-15,0-3 11 0,6-1 68 0,-7 4 150 16,7-7 222-16</inkml:trace>
  <inkml:trace contextRef="#ctx0" brushRef="#br0" timeOffset="86015.58">11677 11056 140 0,'-13'-3'335'0,"0"-5"51"0,0 5 54 15,-1-5-44-15,2 5-39 0,5-2-11 0,-6 3 19 16,7 2 15-16,6-5-1 0,-7 5-13 16,7 0-36-16,0-3-51 0,7 3-55 0,-1-4-44 15,7 4-37-15,6-4-25 0,-5 4-18 16,12-3-3-16,0-1-5 0,0 4-15 0,0-4-7 15,0 1-13-15,7-1-9 0,-7 1-10 16,6-5-15-16,-12 4-8 0,6 4-7 16,-13-3-5-16,0-1-5 0,0 4-15 0,-7 0-30 15,-6 0-44-15,-6 0-61 0,0 0-79 0,-1 4-90 16,-12-4-81-16,-1 3-67 0,1 1-42 16,-1-1-14-16,0 2 19 0,1-2 40 15,-1 1 59-15,0-1 72 0,1 1 79 0,6 0 81 16,-6-4 81-16,5 3 78 0,2-3 63 15,-2 4 53-15,2-4 40 0,-1 0 25 0,-1 4 18 16,8-4 18-16,-8 0 20 0,8 0 13 16,-7 0 9-16,7 3 16 0,-1-3 20 15,1 0 9-15,-1 5 2 0,7-5-7 16,-6 0-13-16,6 2-16 0,-6 3-25 0,6-5-23 16,0 3-16-16,-8-3-8 0,8 3-5 15,0 5-1-15,-6-5-2 0,6 5-1 0,0 0-3 16,0-1 0-16,-6 4-2 0,6 0-9 15,0-1-8-15,-7 2-9 0,7 2-6 0,0 1-5 16,0 3-5-16,0 1-7 0,0-1-2 16,0 4-5-16,0 0 3 0,0 3 6 15,7 1 4-15,-7 3 0 0,0 1-5 0,6 3-2 16,-6-4-85-16,0 3-33 0,0 2 0 16,0-1 0-16,6 4 0 0,-6-5 0 15,0 5 0-15,0 0 0 0,0-1 0 0,0 1 0 16,0 4 0-16,-6-4 0 0,6-1 0 15,0 1 0-15,-6-2 0 0,6 2 0 0,-7 0 0 16,7-1 0-16,-7 2 0 0,1 1 0 0,6-2 0 16,-6 0 0-16,6 0 0 0,-7-4 0 15,7 3 0-15,0-3 0 0,-6 0 0 0,6 1 0 16,0-2 0-16,0 0 0 0,-7-1 0 16,7-2 0-16,0 0 0 0,-7-3 0 15,7-4 0-15,0 0 0 0,0 0 0 0,-6-9 0 16,6 4 0-16,0-7 0 0,0 0 0 15,0-2 0-15,0 0 0 0,0-1 0 0,0-3 0 16,0-1 0-16,0 1 0 0,0-4 0 16,0 0 0-16,0 0 0 0,0 0 0 15,6-4 0-15,-6 4 0 0,0-3 0 0,7-1 0 16,-7 4 0-16,7-4 0 0,-1 1 0 0,1-1 0 16,-1 0 0-16,7 4 0 0,0-3 0 15,1-2 0-15,-2 5 0 0,8-3 0 0,-1 3 0 16,1 0 0-16,6-3 0 0,7 3 0 15,-1 0 0-15,-6-4 0 0,13 4 0 16,-6 0 0-16,6-4 0 0,-7 4 0 0,8 0 0 16,-8-3 0-16,7 3 0 0,-6 0 0 15,-7-3 0-15,0 3 0 0,-7 0 0 0,1-5 0 16,-7 5 0-16,-6 0 0 0,5-3 0 0,-12 3 0 16,0-4 0-16,0 4 0 0,-6-5 0 15,-7 3 0-15,6-2 0 0,-5-3 0 16,-2 3 0-16,8-4-426 0,-7-2-164 0,-1-1-167 15,2 0-168-15,6-8-157 0,-8 1-18 16,8-4 60-16,-1-3 130 0,1-5 186 16,6 1 220-16</inkml:trace>
  <inkml:trace contextRef="#ctx0" brushRef="#br0" timeOffset="86765.23">12185 11481 329 0,'0'-14'467'0,"0"-2"68"16,0 6 80-16,-7-5-12 0,7 4-109 16,0 0-66-16,0 0-35 0,-6 4-35 15,6-1-49-15,0 5-69 0,0-1-49 0,0 1-41 16,0-1-37-16,0 4-29 0,0 0-17 15,0 4 0-15,0-1 6 0,-7 4 18 16,7 1 27-16,0 3 24 0,0 4 21 0,0-1 8 16,0 4 3-16,0 0-1 0,0 1-8 15,0 3-13-15,0 0-18 0,0 0-16 0,0 0-13 16,0 0-14-16,0-4-12 0,0 4-9 16,0-3-7-16,0-5-7 0,0 0-5 15,0-2-5-15,0-1-7 0,0-4 4 0,0 0 12 16,0 0 20-16,0-3 28 0,0 0 22 15,0-4-52-15,0 0-73 0,0-4 0 0,0 0 0 16,0 1 0-16,0-4 0 0,0-1 0 16,-6-3 0-16,6 1 0 0,0-5 0 15,-6 0 0-15,6-3 0 0,0 3 0 0,-7-4 0 16,7 5 0-16,0-4 0 0,0 0 0 0,-7 3 0 16,7 0 0-16,7-3 0 0,-7 4 0 15,0 3 0-15,7-5 0 0,-1 5 0 0,0-3 0 16,1 3 0-16,6 0 0 0,0 0 0 15,1-4 0-15,-2 8 0 0,8-4 0 0,-1 4 0 16,1 0 0-16,-1-1 0 0,1 1 0 16,0 4 0-16,-2-2 0 0,2 2 0 15,0-2 0-15,-1 2 0 0,1 3 0 0,-7 3 0 16,0-3 0-16,0 5 0 16,0 3 0-16,-6-1 0 0,-1 0 0 0,7 4 0 15,-6 3 0-15,-1 1 0 0,1 4 0 0,-1-1 0 16,0-1 0-16,1 6 0 0,0 0 0 15,-7-2 0-15,6 5 0 0,0-4 0 16,2 3 0-16,-8-3 0 0,6 0 0 0,0 0 0 16,-6 0 0-16,7-4 0 0,-7 1 0 15,6-5 0-15,-6 1 0 0,0-5 0 0,0 3 0 16,0-6 0-16,0-4 0 0,0 1 0 16,0 0 0-16,0-1 0 0,0-3 0 0,0 0 0 15,0 0 0-15,0-3 0 0,0-1 0 16,0 0-237-16,0 1-297 0,0-4-201 0,-6 2-219 15,6 2-165-15,-7-2-26 0,-5 2 52 16,4 0 126-16,-4 3 199 0,-2 3 263 0</inkml:trace>
  <inkml:trace contextRef="#ctx0" brushRef="#br0" timeOffset="87158.27">11938 11891 440 0,'-20'0'604'0,"7"0"82"0,-7-4 76 15,8 4-18-15,5-3-136 0,-6 3-126 16,7-3-84-16,6 3-54 0,-8 0-63 0,16 0-54 16,-8 0-39-16,12 0-23 0,8 3-9 15,6-3-2-15,0 3 12 0,13 1 1 16,6 0-6-16,8 4-12 0,-1-5-10 0,6 0-7 15,8 2-14-15,-8-3-14 0,8-2-16 16,-9 5-13-16,2-5-16 0,0 3-7 0,-7-3-7 16,-7 0 5-16,2 0 4 0,-9 0 7 15,-5 0 4-15,-7 0-1 0,-6 0 2 0,-7 0-11 16,0 0-9-16,0-3-11 0,-7 3-34 16,-6 0-1-16,6 0-26 0,-12 0-89 0,6 0-91 15,-6 0-97-15,-1 3-113 0,1 1-139 16,-7 3-155-16,6 1-158 0,-5-1-129 0,-2 1-18 15,-6-1 55-15,8 4 122 0,-1 0 175 16,-7-1 215-16</inkml:trace>
  <inkml:trace contextRef="#ctx0" brushRef="#br0" timeOffset="87760.48">12380 12236 245 0,'-12'0'475'0,"-2"-3"72"15,2-2 83-15,-2 2 30 0,1-6-95 16,0 3-86-16,0-1-53 0,7 0-35 0,0-5-50 16,-8 5-61-16,14-4-51 0,-6 4-29 15,6 0-17-15,-7-1-21 0,14 1-21 0,-7-1-24 16,0 1-21-16,6 3-19 0,0-2-12 16,8 2-11-16,-8-1-1 0,7 2 1 15,0 3 4-15,0-3 5 0,1 3 0 0,-2 0 4 16,2 3-2-16,-2 0-5 0,1 2-7 15,1-1-4-15,-2 2-1 0,2 2-2 0,-2 3-4 16,-5-1 1-16,0 2 0 0,6 2-3 16,-7 2 0-16,-6-2 1 0,6 4 6 15,-6-3 3-15,-6 3 3 0,6 0 1 0,-6 1-6 16,-7-1-3-16,6 4-9 0,-6-7-5 16,-1 3-6-16,2 1-4 0,-8-5-1 0,7 0-6 15,-7 2 0-15,8-6 0 0,-8-3 5 16,7 5 6-16,0-4 13 0,0-6 14 0,1 6 16 15,4-4 18-15,-4-1 16 0,5-3-64 16,7 0-38-16,-6 3 0 0,-1-3 0 16,7 0 0-16,0 5 0 0,0-5 0 0,0 0 0 15,0 0 0-15,7-5 0 0,-1 5 0 16,1-3 0-16,5 3 0 0,2-3 0 0,5-1 0 16,1 4 0-16,0 0 0 0,6-4 0 15,-7 4 0-15,7 0 0 0,6 0 0 16,-5 0 0-16,-1 0 0 0,6-4 0 0,-6 4 0 0,7 0 0 15,-7-2 0-15,7 2 0 0,-7-5 0 16,-1 2 0-16,1 3 0 0,-6-4 0 16,-1-4 0-16,1 8 0 0,-6-3 0 15,-2-1 0-15,-5 0 0 0,-1 4 0 0,1-3 0 16,-7 3 0-16,0-3 0 0,0 3 0 16,0-5 0-16,-7 2 0 0,1 3 0 0,-1 0 0 15,1-4-367-15,-8 0-218 0,8 1-203 16,0-4-228-16,-1-1-119 15,0 1-2-15,1-8 67 0,6 1 152 0,0-2 215 16,0-2 277-16</inkml:trace>
  <inkml:trace contextRef="#ctx0" brushRef="#br0" timeOffset="88606.64">12895 11126 8 0,'-7'-11'414'0,"1"-4"64"0,6 4 53 0,-13-4 61 16,13 0-67-16,-6 4-109 0,-2 5-52 15,2-5-22-15,0 4-15 0,6-1-34 0,0 0-52 16,0 5-56-16,6-1-47 0,0 0-39 16,8 1-35-16,-1-1-27 0,6 4-15 0,1 0-7 15,6 0-5-15,0 0-5 0,0 0-1 16,0 4-1-16,0-4 1 0,7 0 0 0,-7 0 1 16,0 0 2-16,-7 0 9 0,1 0 15 15,-7 0 24-15,0 0 28 0,-6-4 24 16,-1 4 19-16,0-3 5 0,-6 3-6 0,8-5-15 15,-16 2-22-15,8-1-20 0,0 1-13 16,-6-5-9-16,6 5 1 0,0-1-1 0,-6 4 3 16,6-4 5-16,0 1 2 0,0 3-2 15,-7 0-8-15,7-4-9 0,0 4-12 0,0 0-9 16,0 0-10-16,0 0-2 0,0 4-5 16,0-1 1-16,0 5 3 0,0-1 10 0,-7 4 19 15,7 7 20-15,0 1 19 0,0 2 23 16,0 1 21-16,0 8 11 0,0 3 5 0,0 0 4 15,0 7 3-15,0 1-1 0,0 6 1 16,0 1 2-16,0 3 0 0,0 4-27 16,0 4-113-16,0-1 0 0,7 5 0 0,-7-2 0 15,7 2 0-15,-7 4 0 0,6-6 0 16,0 5 0-16,2-4 0 0,-8 1 0 0,6-5 0 16,0 1 0-16,-6 0 0 0,6-4 0 15,-6-5 0-15,0 2 0 0,-6-4 0 16,6 0 0-16,0-9 0 0,-6 2 0 0,6-4 0 15,-6-4 0-15,6 0 0 0,-8-4 0 0,2-3 0 16,6-1 0-16,-6 1 0 0,-1-8 0 16,7 1 0-16,-7-1 0 0,7-7 0 15,-6 0 0-15,6 0 0 0,0-5 0 0,0-1 0 16,-7-1 0-16,7-1 0 0,0-3 0 16,0-3 0-16,0 3 0 0,-6-4 0 0,6-1 0 15,-6-1 0-15,-1 2 0 0,0-3 0 16,-5 4 0-16,-2-5 0 0,1 0 0 0,-13 1 0 15,6 0 0-15,-5 0 0 0,5-5 0 16,-6 5 0-16,0 0 0 0,0-4 0 16,0 4 0-16,0 0 0 0,6-1 0 0,0 0 0 15,1 1 0-15,0 0 0 0,6 0 0 16,-1-5 0-16,8 5 0 0,0-4-125 0,6 0-395 16,6-3-190-16,8 0-209 0,-2-5-190 15,14-4-41-15,1-2 47 0,5-1 114 0,7 1 184 16,0-8 243-16</inkml:trace>
  <inkml:trace contextRef="#ctx0" brushRef="#br0" timeOffset="89027.93">13924 11678 91 0,'6'-6'480'0,"-6"-5"120"0,0 3 123 0,0-2 99 15,0-2-98-15,0 1-113 0,0 0-77 0,0 0-67 16,0 0-79-16,0 4-55 0,0-1-39 16,-6 1-33-16,6 0-33 0,0 3-43 15,0 1-41-15,0 3-39 0,0 0-39 0,-7 3-19 16,7 5 1-16,0 2 21 0,0 5 27 15,0 7 23-15,-6 0 26 0,12 4 10 0,-6 4-1 16,0-2-14-16,0 5-20 0,7 1-78 16,-1-5-42-16,1 4 0 0,-7-5 0 0,7 3 0 15,-1-6 0-15,0 0 0 0,1-6 0 16,0 3 0-16,-1-8 0 0,-6 1 0 16,6-4 0-16,-6 0 0 0,0-7 0 0,7 3 0 15,-7-7 0-15,0 0-96 0,-7 0-240 16,1-3-126-16,6-5-158 0,-6 2-169 15,-1-2-171-15,0-4-97 0,-5 1 1 0,5 0 80 16,-6-3 152-16,0 3 202 0,6-3 233 16</inkml:trace>
  <inkml:trace contextRef="#ctx0" brushRef="#br0" timeOffset="89293.49">13761 11858 367 0,'-6'-3'588'15,"-1"-1"123"-15,0 0 105 0,7-3 6 0,-6 4-122 16,6-1-118-16,0-4-108 0,6 5-100 15,1-1-85-15,0 0-67 0,6 4-49 0,6-3-30 16,0 0-18-16,8 3-7 0,5 0-8 16,-6 0-12-16,7 0-13 0,-1 0-13 15,1 0-8-15,-1-5-11 0,-5 5-6 0,-1 0-12 16,-6-3-6-16,-1 3-7 0,0 0-8 16,-6 0-6-16,-6 0-2 0,6 0-7 0,-7 0-23 15,-6 0-38-15,7 0-49 0,0 0-73 16,-7 3-103-16,6 2-143 0,-6-5-175 15,6 3-194-15,-6-3-140 0,7 0-28 0,-1 3 49 16,1-6 120-16,0 3 181 0,5-3 222 16</inkml:trace>
  <inkml:trace contextRef="#ctx0" brushRef="#br0" timeOffset="89654.68">14660 11583 276 0,'0'-11'633'0,"6"-3"115"16,-6 3 98-16,0 0 86 0,6 3-174 0,-6 1-166 15,0 0-117-15,0 3-82 0,0-3-77 16,0 3-75-16,0 4-63 0,0-3-56 0,0 3-44 16,0 0-24-16,8 3-7 0,-8 1 7 15,6 7 21-15,-6 3 21 0,6 1 26 0,1 7 22 16,-7 0 13-16,6 5 8 0,-6-2-1 15,0 8 0-15,7-1-10 0,-7 1-5 0,0 1-91 16,7-2-58-16,-7 2 0 0,0-5 0 16,6 0 0-16,-6 0 0 0,0-3 0 0,6-4 0 15,-6 0 0-15,0-4 0 0,7 1 0 16,-7-5 0-16,0-3 0 0,0-1 0 16,0-1 0-16,0-2 0 0,7-3 0 0,-7-1 0 15,0-3 0-15,0 4 0 0,0-4 0 16,0 0 0-16,0 0 0 0,0-4 0 0,0 4 0 15,0-3-9-15,-7-5-533 0,7 5-294 16,-7-6-305-16,-5 3-114 0,5-5 6 0,-6 3 92 16,-6-2 184-16,-1-5 286 0</inkml:trace>
  <inkml:trace contextRef="#ctx0" brushRef="#br0" timeOffset="106438.36">30330 2517 297 0,'-6'7'462'0,"-2"-7"75"16,8 3 64-16,-6-3-55 0,0 0-41 0,6-3-78 16,-7 3-57-16,7-4-41 0,-6 1-38 15,6-1-55-15,0 0-50 0,0 1-33 0,-7-5-30 16,7 1-26-16,0-1-19 0,7 1-15 0,-7-4-11 0,6 4-15 15,7-5-10-15,-7 2-5 0,8-1-8 32,-2 3-2-32,8-2-9 0,-7 2 2 0,7 5-3 15,0-5 1-15,-1 8-3 0,1-3-2 0,-2 3 3 0,-4 3 0 16,6 1-4-16,-7 0 2 0,-1 2 0 16,2 6 1-16,-2-1 1 0,-5 0-1 0,0 4 0 15,-1-1 0-15,1 1 7 0,-7 0-3 0,0 3-3 16,-7-4 1-16,-6 5 2 0,6-1-1 0,-5 0-3 15,-8 4-2-15,7-7 1 0,-7 4 7 16,0-5-1-16,8 1-1 0,-8-5-2 0,7 2 4 16,1-5 1-16,-2 0 8 0,8-3 20 15,0-1 18-15,-1 1 10 0,0-4 9 0,7 0 3 16,0 0-15-16,7-4-17 0,-7 1-13 16,13-4-14-16,-7 3-9 0,8 0-3 0,5-3-4 15,-6 4-2-15,6-2-2 0,1 5 0 0,6 0 4 16,-7 0-1-16,1 5-1 0,0-2 3 0,-1 1 0 15,-5 7 3-15,4-4 0 0,-4 5 8 16,-1 1 4-16,0-1 10 0,-6 2 5 0,-1 5 6 16,0-5 4-16,-6 1 2 0,0 3 3 0,0-3 0 15,-6-1 4-15,0 4 2 0,-8-2 4 16,1-2 6-16,1 1 1 0,-2-4 3 0,-6 0 1 16,1-1 0-16,6-1-7 0,-6-3-5 0,-1-2-7 15,1 0-10-15,5-1-11 0,-6-3-9 0,2-3-6 16,-2 3-5-16,7-4-5 0,-7 0-15 0,8 1-31 15,-2-5-48-15,1 1-64 0,0 3-83 16,6-3-128-16,1 0-147 0,6-4-154 0,-6-1-156 16,12 2-91-16,0-5 1 0,1 5 85 0,6-9 136 15,0 4 173-15</inkml:trace>
  <inkml:trace contextRef="#ctx0" brushRef="#br0" timeOffset="106987.73">30902 2425 393 0,'8'-11'550'15,"-8"4"92"-15,6-4 71 0,-6 0-81 16,0 0-83-16,6 0-127 0,1 0-92 0,-1 0-71 16,1-1-59-16,-1 2-45 0,7 3-37 0,1-4-28 15,-2 4-28-15,8-1-17 0,-1 0-11 16,1 5-9-16,-6-1-6 0,11 0-7 0,-5 4-2 15,0 0-5-15,-1 4 0 0,0 0-4 0,-6 3-4 16,7 0 2-16,-7 5 2 0,0-1-1 0,-7 3 1 16,1-2 2-16,-1 2 3 0,-6 0-2 15,0 1-3-15,0 0 1 0,-6-1 1 0,-1 4 1 16,-5-2-4-16,-2 2 7 0,-5-4-1 0,-1 1-4 16,1 0-2-16,0-1 3 0,-1-2 6 0,0-2 0 15,7 1 13-15,1-4 14 0,-2-3 19 0,8 1 16 16,-1-3 15-16,0 2 3 0,7-4 1 15,0 0-12-15,0 0-17 0,7-4-19 0,0 2-20 16,-1 2-11-16,8-5-13 0,5 1 5 0,-6 4-5 16,6 0 2-16,1 0 2 0,6 4 1 15,-7 1 1-15,1 1-4 0,0 1 5 0,-1 1 9 16,1 3 12-16,-8 4 15 0,8-1 11 0,-7 1 6 16,-6 3 3-16,-1-4 0 0,1 5-7 0,-1-1-1 15,-6 0 6-15,-6-2 9 0,-1 2 10 16,1-4 5-16,-8 5 8 0,-5-5-1 0,6-3-8 15,-7 4-1-15,1-8 3 0,-1 4-4 0,-6-7-3 16,7 4-3-16,-1-6 1 0,0-2-11 0,1 5-12 16,6-10-12-16,-6 5-8 0,5-2-10 15,2 2-10-15,-2-5-4 0,2 2-8 0,5-1-26 16,1 0-46-16,-1 1-60 0,0-1-75 0,7 0-92 16,0 4-129-16,0-3-149 0,0-1-156 0,7 1-166 15,0-2-77-15,-1 5 12 0,1-3 91 0,5 0 152 16,-5 3 186-16</inkml:trace>
  <inkml:trace contextRef="#ctx0" brushRef="#br0" timeOffset="107351.94">30284 3171 261 0,'-19'8'612'0,"13"-8"117"0,-8 5 67 15,8-5-32-15,6 0-84 0,6-5-174 0,0 2-157 16,8-4-91-16,5 0-41 0,7-1-15 16,13-2-13-16,7-2-1 0,-1 1-10 0,14 0-8 0,6-1-12 15,7-2-24-15,6 0-27 0,7 2-29 16,-7-2-29-16,6-1-15 0,1 5-12 0,0-5-4 15,-7 5-10-15,-6-2-2 0,-7 1 0 0,0 0-6 16,-13 3 0-16,-7-3 1 0,-6 4 4 0,-13 4 3 16,1-1 0-16,-7 0-2 0,-2 1-4 0,-10-1-13 15,4 4-22-15,-12-3-34 0,7 3-42 16,-14 3-60-16,7-3-87 0,-12 4-104 0,4-1-116 16,-4 1-129-16,-2 3-130 0,-5 0-105 0,-1 4 2 15,2 0 66-15,-2-3 113 0,-7 6 145 16</inkml:trace>
  <inkml:trace contextRef="#ctx0" brushRef="#br0" timeOffset="107921.54">30961 3414 13 0,'-13'11'498'16,"-6"-4"149"-16,6-3 74 0,-7-1 64 15,7-3-82-15,0-3-139 0,7 3-143 0,-7-4-118 16,7 1-48-16,-2-1-48 0,2 0-37 0,0 2-32 16,6-3-25-16,0 1-28 0,0 1 4 15,6-5 5-15,0 5 1 0,2-5-2 0,4 2-8 16,1-3 3-16,7 2-31 0,0 4-16 0,-1-1-1 16,0 1-5-16,1 3 2 0,-1-4-1 15,1 4 4-15,-7 4-4 0,7-1-9 0,-8 1-8 16,8 3-7-16,-7 0-6 0,-6 4-1 15,6 0-2-15,-7 4 1 0,0 0 2 0,2 2 2 16,-8 3 3-16,0-2 0 0,-14 4 7 0,8-1-5 16,-7 2 0-16,-7 3-3 0,0-6-4 15,1 3 2-15,-7-1-8 0,6 0 2 16,-6 0 1-16,0-4 19 0,1 0 16 0,5 1 14 16,0-5 14-16,7 2 12 0,-7-2 15 0,14-7 2 0,-7 4 6 15,6-6 15-15,7 1 19 0,-6-2 23 16,6 0 19-16,0-4 16 0,13 0 0 0,0 0-193 15,7-4 0-15,-1 0 0 0,13 1 0 16,1-5 0-16,0 1 0 0,6 3 0 0,6-3 0 0,-5-4 0 16,5 8 0-16,-6-4 0 0,1-2 0 15,-1 3 0-15,-1 1 0 0,1-1 0 0,-6 3 0 16,-1-2 0-16,-6 2 0 0,-6-2 0 16,0 1 0-16,-7 4 0 0,0-3 0 0,0 3 0 15,-7-3 0-15,-6 3 0 0,7 0 0 0,0-4 0 16,-7 0 0-16,0 1 0 0,0 3 0 15,-7-4 0-15,0 0-154 0,7-3-322 0,-6 4-134 16,0-2-146-16,-1 2-151 0,0-4-145 16,1 3-14-16,0 1 55 0,-1-1 135 0,-6-4 180 15,6 5 216-15</inkml:trace>
  <inkml:trace contextRef="#ctx0" brushRef="#br0" timeOffset="108962.12">29965 2007 145 0,'-20'48'210'15,"1"-1"-17"-15,-1-3-22 0,8 4-42 0,-8 0-16 16,0-1-3-16,7 2 8 0,-7-2 13 16,8 7 18-16,-2 2 19 0,2-2 17 0,-1 5 17 15,6 3 4-15,0-3 5 0,7 3 11 16,0 0 14-16,7 5 20 0,-7 2 7 0,13 5 7 15,0-2 4-15,0 2-7 0,6-1-19 16,8 1-31-16,-1-1-31 0,13-7-24 0,-7-1-22 16,8 2-23-16,5-9-17 0,1-3-14 15,-1-4-7-15,1 0-6 0,6-6-9 0,-6-1-4 16,5-8-5-16,2-2-6 0,-1-9-6 0,-1-3-4 16,2-4-6-16,6-6-7 0,-1-5-8 15,1-7-5-15,6-4-6 0,-6-4-4 0,6-6-3 16,-7-1-1-16,1-3-1 0,0-7-1 15,0-2 13-15,-8-2 12 0,1 0 23 0,1-3 35 16,-8-6 24-16,1 2 19 0,-1-8 11 0,-6-5 5 16,7 2-6-16,-7-7-16 0,7-9-7 15,-1 1 0-15,1-8-7 0,-1 5 0 0,-6-5-3 16,1 0-1-16,-8 0 8 0,-5 5 2 0,-2-5 1 16,-12 4-7-16,0 0-7 0,-7-3-16 0,-6 3-67 15,0-4-13-15,-12 0 0 0,-8 1 0 0,1 3 0 16,-7-4 0-16,-7 0 0 0,-6 1 0 0,-7 0 0 15,1-5 0-15,-1 5 0 0,1 6 0 16,-7 1 0-16,6 8 0 0,-6 9 0 0,0 4 0 16,-7 4 0-16,0 10 0 0,1 4 0 0,-14 4 0 15,7 9 0-15,-13-1 0 0,6 7 0 0,-5 4 0 16,-2 7 0-16,8 1 0 0,-8 2 0 16,8 5 0-16,6 3 0 0,0 5 0 0,12 6 0 15,1 0 0-15,7 4 0 0,-1 4 0 16,7 0 0-16,6-1 0 0,1 4 0 0,6 5-8 15,0-6-71-15,7 2-38 0,-8 4-45 16,14-2-51-16,-6-3-46 0,-1 4-43 0,14-3-42 16,-8-1-63-16,8 0-76 0,-1 0-98 0,7-3-115 15,0 3-143-15,0-3-48 0,7-4 34 0,-1 0 92 16,8-4 135-16,-8 0 163 0</inkml:trace>
  <inkml:trace contextRef="#ctx0" brushRef="#br0" timeOffset="110306.69">30010 746 78 0,'0'-2'314'16,"0"2"72"-16,0-5 54 0,0 2-38 0,7 0 38 16,-7 3-11-16,0-5-21 0,0 2-17 0,0 3-18 15,0-4-33-15,0 4-43 0,0 0-55 16,0 0-50-16,0 0-50 0,0 0-32 0,0 4-15 15,0 4-1-15,0 3 10 0,0 3 22 0,7 1 25 16,-7 7 11-16,0 3 10 0,0 1 7 0,0 7 4 16,6 4-5-16,-6-1 25 0,0 8-19 15,6-3-20-15,-6 2-19 0,8 1-25 16,-8-4-20 0,6 1-48-16,0-1-7 0,1 1-7 0,-7-8 1 15,6 3-15-15,1-7-7 0,-1 1-8 16,-6-8 0-16,7 0-4 0,-7-4-12 15,6 0-5-15,-6-7-15 0,0-3-40 0,0-1-61 16,0-7-86-16,0 0-97 0,0-7-136 0,0-1-151 16,0-6-157-16,6-1-169 0,-6-7-47 15,8 0 28-15,-2-3 106 0,7-8 148 0,-7 3 190 16</inkml:trace>
  <inkml:trace contextRef="#ctx0" brushRef="#br0" timeOffset="110715.45">30434 795 342 0,'0'-7'527'16,"0"-5"108"-16,0 9 69 0,0-5-74 0,-7 1-72 15,1 4-124-15,6-1-105 0,-6 4-87 0,-2 0-56 16,2 4-34-16,-6-1-24 0,5 8-11 0,0 3-5 16,-6 1 4-16,7 7 5 0,-1 4-3 15,-6 7-2-15,7 4-2 0,6 3-6 0,-6 4-4 16,6 0-11-16,0 3-6 0,0-2 4 15,6-1 10-15,6-1 10 0,-5-6-2 0,13-1 11 16,-7-6 11-16,6-1-2 0,7-3-6 0,-6-5-4 16,5-6 4-16,-5 0-3 0,7-3-4 0,-1-10 1 15,-7 3 1-15,7-5 3 0,-6-7 6 16,0-1 20-16,-8 0-52 0,8-3-95 0,-7-4 0 16,-7 1 0-16,0 0 0 0,2-5 0 0,-16 5 0 15,8-1 0-15,-6 0 0 0,-6 0 0 16,-2 5 0-16,-5-2 0 0,-1 1 0 0,-6 5 0 15,0 1 0-15,1 2 0 0,5-1 0 0,-7 4 0 16,7 0 0-16,-5 4 0 0,12-4 0 0,-6 3 0 16,5 2 0-16,2-2 0 0,-2 0 0 15,8 1 0-15,-1 0-57 0,1-1-310 0,-1 5-62 16,7-4-70-16,-7 4-113 0,7-2-148 0,7-2-198 16,-7 3-64-16,0 1 18 0,0-6 78 15,0 3 152-15,-7 2 202 0</inkml:trace>
  <inkml:trace contextRef="#ctx0" brushRef="#br0" timeOffset="116149.14">20209 11591 54 0,'0'3'233'0,"-7"-3"17"0,7 4-20 16,0-4-104-1,-6 0-67-15,6 0-119 0,0 0-97 0,0 0-53 0,0 0-25 0,-6 0 5 0</inkml:trace>
  <inkml:trace contextRef="#ctx0" brushRef="#br0" timeOffset="116917.33">29880 9012 29 0,'6'-8'341'0,"2"-3"73"0,-2 0 58 15,0 4-25-15,-6-4 32 0,7 0-42 0,-1 1-21 16,-6 2-22-16,7-3-11 0,-7 4-18 15,6-1-34-15,-6 5-48 0,0-4-46 0,0 2-37 16,7 2-44-16,-7 3-38 0,0 0-26 16,0 3-6-16,0 4 5 0,0 9 20 15,0-2 27-15,0 8 30 0,0 0 20 16,0 4-3-16,0 7-6 0,0 0-24 0,6 0-24 16,-6 4-30-16,0 0-25 0,7-1-23 0,-7 0-17 15,7-3-9-15,-7 1-7 0,6-2-7 16,-6-2-2-16,6-1-4 0,-6-7-4 15,7 1-12-15,-7-6-35 0,0-2-44 0,7 0-55 16,-7-8-75-16,0 0-101 0,0-4-134 16,0-6-141-16,6-4-144 0,-6 0-148 0,7-8-53 15,-1-3 34-15,0-1 107 0,8-7 155 16,-2 1 180-16</inkml:trace>
  <inkml:trace contextRef="#ctx0" brushRef="#br0" timeOffset="117356.67">30277 9045 213 0,'7'-11'491'0,"-7"1"111"0,7-2 100 0,-7 4-7 16,0-3-52-16,0 5-118 0,0 1-104 0,0-2-97 15,-7 7-90-15,7-4-72 0,-7 8-51 16,7 0-29-16,-6 7-7 0,0 0 8 16,-8 4 14-16,8 3 10 0,0 4 5 0,-1 0-2 15,0 3-12-15,7 1-19 0,-6 7-16 16,12-3-11-16,-6-1-11 0,7 4-3 0,0-5-3 15,5 3 3-15,-4-2 0 0,4-3-5 16,8-1 1-16,-7-6 2 0,7 1 8 16,-2-3 13-16,2-3 15 0,0-8 12 0,-1 1 11 15,1-2 7-15,6-10 4 0,-7 3-1 0,1-6 4 16,0-7 3-16,-1 4 6 0,1-7 4 16,-8 0 2-16,8-4 1 0,-7 0-7 15,-7-4-6-15,8-3-7 0,-8-4-7 0,-6 4-89 16,0-4-9-16,0-1 0 0,-6 2 0 0,0 2 0 15,-8 4 0-15,8-2 0 0,-7 6 0 16,-7 0 0-16,0-1 0 0,1 9 0 0,-1-1 0 16,-6 8 0-16,7 0 0 0,-1 0 0 15,-6 7 0-15,7 0 0 0,6 0 0 0,-7 7-138 16,7-4-243-16,1 8-69 0,4 0-81 16,2 1-109-16,6-2-114 0,0 9-123 0,0-5-82 15,0 1 5-15,0 3 78 0,6 1 141 16,2-1 174-16</inkml:trace>
  <inkml:trace contextRef="#ctx0" brushRef="#br0" timeOffset="117747.15">29730 9744 50 0,'-19'12'555'0,"-1"-1"152"15,8-4 102-15,-2-3 77 0,8-1-85 0,0 1-147 16,6-4-176-16,0 0-122 0,6 0-69 16,6-4-44-16,8 1-26 0,0-1-22 0,13-3-11 15,6 3-8-15,7-3-12 0,-1 0-16 16,13-1-12-16,8 0-15 0,5 1-15 15,1 0-15-15,-1-5-11 0,8 5-14 0,-8-3-16 16,7-1-13-16,-6 0-9 0,0 3-6 0,-7-3-9 16,0 5-3-16,-13-6-2 0,0 5-1 15,-19 0-1-15,-1 2-2 0,-5-1-1 0,-8 1-14 16,-6 3-27-16,-7 2-44 0,-6-5-68 16,-6 5-80-16,-1 5-107 0,-6-3-132 0,1 3-153 15,-8-2-154-15,0 0-167 0,1 9-43 0,-7-5 42 16,6 0 108-16,-6 4 162 0,7 0 188 15</inkml:trace>
  <inkml:trace contextRef="#ctx0" brushRef="#br0" timeOffset="118754.26">30330 10019 4 0,'-14'7'507'0,"2"-2"153"0,-1-2 107 0,6-3 86 15,-6-3-46-15,1 3-133 0,4-5-144 16,-4-2-114-16,5 3-77 0,0 1-58 0,1-1-46 16,6 0-34-16,-7 1-31 0,7 3-24 15,-6-4-21-15,6 1-21 0,0 3-21 16,0 0-20-16,0-4-2 0,-6 4 0 0,6 0 7 16,0-3 10-16,0 3 8 0,0 0 8 15,0 0 1-15,0 0-1 0,0 0-1 0,0 0-1 16,-7 0-5-16,7 0-5 0,0 0-7 15,0 0-6-15,0 0-9 0,-7 0-29 0,7 0-31 16,0 0 0-16,0 0 0 0,0 0 0 16,0 0 0-16,0 0 0 0,0 0 0 0,0 0 0 15,0 0 0-15,0 0 0 0,0 0 0 16,0 0 0-16,0 0 0 0,0 0 0 0,0 0 0 16,0 0 0-16,0 0 0 0,0 0 0 15,7 0 0-15,-7 0 0 0,0 0 0 0,0 0 0 16,0 0 0-16,0 0 0 0,0 0 0 15,0 0 0-15,0 0 0 0,0 0 0 0,0 0 0 16,0 0 0-16,0 0 0 0,0 0 0 16,0 0 0-16,0 0 0 0,0 0 0 0,0-5 0 15,0 5 0-15,0-3 0 0,0-1 0 16,7 1 0-16,-7-1 0 0,6 0 0 16,0-3 0-16,1 3 0 0,-1-3 0 0,8-1 0 15,-8 1 0-15,8 0 0 0,-2 4 0 0,8-5 0 16,-7 1 0-16,-1 2 0 0,8-2 0 15,0 7 0-15,-7-3 0 0,7-1 0 16,-2 4 0-16,-4-3 0 0,5 6 0 0,-5-3 0 0,4 4 0 16,-4-1 0-16,-1 4 0 0,0 1 0 15,-6 0 0-15,-1 3 0 0,0-4 0 0,2 8 0 16,-2-4 0-16,-6 3 0 0,-6 1 0 16,-2-1 0-16,2 6 0 0,-7-3 0 0,7 1 0 15,-14 1 0-15,6-1 0 0,-4 1 0 16,-2-2 0-16,1 2 0 0,5-1 0 15,-5-3 0-15,-1-4 0 0,7 0 0 0,0 1 0 16,7-5 0-16,0-4 0 0,-2 1 0 16,2-4 0-16,6 0 0 0,-6-4 0 0,12 4 0 15,-6-7 0-15,6 4 0 0,2-6 0 0,4 3 0 16,1-5 0-16,0 3 0 0,7 0 0 0,5 1 0 16,-5 0 0-16,7 3 0 0,-1 1 0 15,0 3 0-15,-7 0 0 0,7 3 0 0,-6 1 0 16,-1 3 0-16,1 5 0 0,0-1 0 0,-8 0 0 15,1-1 0-15,1 5 0 0,-8 3 0 16,0-2 0-16,-6-2 0 0,-6 0 0 0,6 4 0 16,-13-2 0-16,6-2 0 0,-6 1 0 15,-7 0 0-15,2-5 0 0,-2 1 0 0,0-3 0 16,1-1 0-16,-7 1 0 0,6-8 0 0,-7 0 0 16,9 0 0-16,-2-5 0 0,-7 2 0 15,15-1 0 1,-8-3 0-16,1 3 0 0,5-3 0 0,2 3 0 0,-2 1 0 0,8-1 0 0,0 1 0 15,-1-2 0 1,1 5 0-16,6-3 0 0,0 3 0 0,-7 0 0 16,7 0 0-16,0 0 0 0,0 0 0 15,7 0 0-15,-7 0 0 0,6 0 0 0,1 0 0 16,-1 0 0-16,0 0 0 0,2 0 0 0,-8 0-12 16,6-4-477-16,0 4-138 0,0-3-154 15,1-1-160-15,0-3-130 0,-1-1-10 0,1-2 56 16,-1-2 132-16,-6 1 191 0,7-3 231 15</inkml:trace>
  <inkml:trace contextRef="#ctx0" brushRef="#br0" timeOffset="120135.73">30649 8888 159 0,'0'0'233'0,"0"0"33"0,0 0-35 0,0-5-39 16,0 5 10-16,6-3 6 0,-6 3-12 15,0-4-20-15,0 4-10 0,0-4-4 0,0 1 2 16,0 3 5-16,0-3 3 0,0 3 21 16,7 0 23-16,-7-4 18 0,0 4 8 0,0 0-5 15,0 0-14-15,0-5-29 0,0 5-32 16,0 0-35-16,0 0-31 0,0 0-28 0,0 0-23 15,0 5-15-15,0-5-7 0,0 4 0 0,-7-1 6 16,7 4 12-16,0 0 22 0,-6 4 15 16,-1 4 14-16,7 0 11 0,-6 7 13 0,-8 3 9 15,8 5 0-15,-6 7 0 0,-2 3 1 16,1 7-1-16,-7 4-6 0,2 5-9 0,-2 2-4 16,0 5-4-16,1 2-1 0,-1 2-4 15,0 2-5-15,1-3-5 0,-1 0-3 0,8 4-5 16,-2-8-1-16,1 0-2 0,7 1 3 15,-8-9 3-15,8 5 12 0,0-8-2 0,0 0-4 16,-2 0-2-16,2-6-3 0,0-5-6 16,-1 0-14-16,1-6-6 0,-1-5-2 0,7-4-8 15,-7 2-9-15,7-10-2 0,-6-7-2 16,6 2 0-16,0-4-5 0,0-5-6 0,0-3-17 16,0-6-27-16,6-3-62 0,-6-1-78 15,0-8-95-15,0-1-114 0,0-6-147 16,0-5-166-16,0-3-177 0,0-4-158 0,0-3-29 31,0-4 47-31,0-3 121 0,0-5 178 0,0-3 217 16</inkml:trace>
  <inkml:trace contextRef="#ctx0" brushRef="#br0" timeOffset="120995.29">30486 8393 41 0,'0'0'344'0,"-6"0"72"0,6-4 63 16,-8 0-31-16,8-3 20 0,-6 3-43 16,0-2-25-16,6 1-19 0,0-2-21 0,-6 0-27 15,6 0-39-15,0-1-59 0,0 0-55 16,0 1-38-16,0 0-27 0,0 0-23 0,0-1-21 15,6-2-6-15,-6 2-6 0,6 1-6 16,0-4-8-16,2 3-6 0,4 2 2 0,2-3-2 16,-1-1-3-16,-1 3-5 0,2-1 3 15,-2 1-1-15,8 2-2 0,-7-1-5 0,7 2-5 16,-8 4 0-16,2-3-8 0,5 6 0 16,-5-3-4-16,-2 4-4 0,2 2-1 0,-8 3-4 15,7 2-3-15,-6 0 0 0,-7 0-2 0,6 3 6 16,-6-3 3-16,-6 3 2 0,-1 1 1 15,0-4-1-15,-5 5 0 0,-8 2-2 0,7 0-1 16,-7 0-5-16,0 1 2 0,8-5 2 16,-8 1-1-16,1-4 2 0,5 3-2 0,2-7 4 15,6 1 2-15,-8 0-4 0,14-6 1 0,-6 6-2 16,-1-4 4-16,7-4 1 0,0 0 0 16,0 4 8-16,7-4 6 0,5 0 10 0,2 0 8 15,-2 0 8-15,8 0 4 0,-1 3 2 16,1 1 0-16,6-4 3 0,-6 7-3 0,5-3-2 15,-5-1-3-15,0 5-2 0,-1-1-5 0,-5 1-8 16,-2 3-3-16,2-4 4 0,-8 4 10 16,1 3 7-16,-7-2 10 0,-7 2 13 0,1 1 6 15,-1 0-1-15,-6-4-7 0,-7 3-5 16,1 1-8-16,-1-1-7 0,0 1-1 0,-5 0 0 16,5-4 6-16,-6-4 9 0,0 5 9 15,7-5 16-15,-7-4 16 0,6 1 22 0,1 0 21 16,-1-4 9-16,6-4-159 0,2 0 0 15,-1 1 0-15,6-2 0 0,-6-2 0 0,7 0 0 16,0 3 0-16,6-3 0 0,-8 0 0 16,8 3 0-16,0 1 0 0,0-5 0 15,8 4 0-15,-8 1 0 0,0-5 0 0,6 5 0 16,-6-1 0-16,6 4 0 0,-6-4 0 0,0 4 0 16,0 0-45-16,0 0-349 0,0 0-82 15,0 0-96-15,0 0-124 0,0 0-143 16,0 4-154-16,0-4-27 0,-6 4 48 0,6-4 109 15,-6 3 163-15,-2-3 204 0</inkml:trace>
  <inkml:trace contextRef="#ctx0" brushRef="#br0" timeOffset="131998.01">14738 5836 14 0,'0'3'300'0,"0"0"71"16,-7-3 63-16,7 5-34 0,0-5 2 16,-6 3-20-16,6-3-29 0,0 0-28 15,0 0-30-15,0 0-23 0,0 0-23 16,0 4-29-16,0-4-27 0,0 0-14 0,6 3-8 16,1-3-6-16,0 4-11 0,5-4-13 15,2 4-9-15,5-4-20 0,1 0-21 0,0 0-21 16,5 0-16-16,1 0-8 0,0 0-12 15,0-4-6-15,7 4-2 0,-7-4 2 0,7 1 2 16,-7-1-3-16,6 1-2 0,-5-2-1 16,5 2-3-16,-13 0 4 0,7-1-9 0,-6 0-8 15,-7 1 4-15,7 3-7 0,-8-4 0 16,-5 0-11-16,0 4 4 0,-1-3-11 0,-6 3-28 16,6-4-46-16,-12 4-83 0,6 0-114 15,-6-4-131-15,-1 4-150 0,0-3-142 16,1 3-90-16,-7-4 5 0,6 4 76 0,1-4 111 15,-1 1 150 1</inkml:trace>
  <inkml:trace contextRef="#ctx0" brushRef="#br0" timeOffset="132404.19">15240 5598 224 0,'0'-4'446'0,"-7"0"83"0,7-2 88 16,0 6-17-16,7-9-58 0,-7 6-105 0,0 3-76 15,6-4-58-15,0 4-67 0,1-4-54 16,0 8-44-16,-1-4-14 0,7 4-12 0,0-1-10 16,0 6-6-16,1-3-7 0,4 5-6 15,-4 4-5-15,5 0-1 0,1 2-4 0,-8 2-2 16,2 3-5-16,5 0 7 0,-5 1 8 15,-2 2 5-15,-6 0 5 0,2 1-2 16,-2 0 2-16,-6-1-7 0,-6-2 1 0,-2 2-2 16,2-3-2-16,-6 0-2 0,-8 0-2 15,1-4-1-15,-1 0-6 0,0-3-4 16,-6 0-5-16,7-4-6 0,-1 0-8 0,1-4-13 16,-1-4-10-16,0 5-10 0,8-8-23 15,-2 0-48-15,8 0-77 0,-7-3-116 0,13-2-177 16,-6 2-233-16,6-4-258 0,6-4-103 15,-6 0-3-15,13-4 74 0,-7 0 155 0,14-3 221 16</inkml:trace>
  <inkml:trace contextRef="#ctx0" brushRef="#br0" timeOffset="133672.53">16783 5260 86 0,'0'4'272'0,"0"-4"45"0,6 0 9 0,-6 0-6 16,0 0-29-16,0 0-21 0,7 0-10 15,-7-4-10-15,0 4-8 0,7-3 1 0,-7-1 13 16,0 0 8-16,6 1 4 0,1-1 7 16,-7 0-8-16,6-3-15 0,-6 4-27 0,6-5-21 15,-6 5-21-15,0-5-20 0,0 5-20 16,0-5-18-16,0 1-13 0,0 2-21 0,-6-1-11 15,6 2-14-15,-6 1-14 0,-1-1-12 16,1-4-12-16,-8 8-7 0,2-2-9 0,-2 2-3 16,2 0-2-16,-2 0 0 0,-5 0 0 15,-1 2 3-15,1 2 8 0,6 4 1 0,-6-1 2 16,-1-1 3-16,-6 3 3 0,6 5 1 16,1-3-3-16,-1 4 2 0,0 3 10 0,7-4 7 15,1 9 11-15,-2-4 9 0,2 2 6 16,5 2 8-16,0-2-2 0,7 5-9 15,0-4-8-15,0-1-6 0,7 2 0 0,0-1-4 16,-1 0 0-16,7 0 2 0,0-4 1 16,0 0-2-16,7-2-4 0,-8-2-5 15,14-1-6-15,-6-1-3 0,-1-1-1 0,1-3-6 16,6-5-2-16,-6 0 0 0,-1 2 0 16,1-2-1-16,-1-6-1 0,-5 3-1 0,5-5-4 15,-6 2-3-15,-7 3-6 0,8-3-1 16,-8-1-4-16,1 0-5 0,-1 1-29 15,-6-1-51-15,0 0-73 0,6 1-96 0,-6-1-131 16,0-3-174-16,0 3-188 16,0 0-206-16,0-3-63 0,7 3 21 0,-7-2 91 15,7 1 160-15,-1 1 203 0</inkml:trace>
  <inkml:trace contextRef="#ctx0" brushRef="#br0" timeOffset="134437.98">17024 5524 16 0,'-6'-3'298'16,"6"-1"62"-16,-7 4 58 0,7-4-6 15,0 1-39-15,-7-1-29 0,7 1-9 0,-6-2-1 16,6 5-11-16,-6-3-15 0,6-4-15 16,0 3-13-16,0 0-22 0,0-3-32 15,0 3-17-15,0-4-19 0,0 6-16 0,0-6-23 16,6 5-19-16,-6-5-10 0,6 0-22 16,1 5-18-16,0-4-15 0,-1 2-13 0,1 2-12 15,5 0-15-15,2-1-12 0,-2 0-4 16,2 4-7-16,-1 0 2 0,0 0-6 0,0 4 0 15,-1 3 0-15,2-4 2 0,-8 5 1 16,7-1-2-16,0 1 6 0,-6 3 3 16,-1-1 8-16,0 6 1 0,2-2 4 0,-8 1 3 15,0 0 4-15,0-1 2 0,0 4 6 16,-8 1 1-16,2-5 3 0,0 5 2 0,-1-1 2 16,-6 1-3-16,0-5-5 0,1 4-4 15,-2-3-4-15,1 0-8 0,0-1-5 0,0 2-4 16,-7-6 5-16,8 1 3 0,5 0 11 15,-6-4 10-15,0 1 10 0,7-1 12 16,-1-3 11-16,0-1 8 0,7 1 9 0,-6 0 5 16,6-4 3-16,0 3-4 0,0-3-10 15,0 0-11-15,6 0-14 0,1 0-15 0,0 0-11 16,-1-3-9-16,1 3-8 0,5-4-5 16,2 4-5-16,-2 0-1 0,8-4-2 15,-7 4-3-15,0 0 0 0,6-3-1 0,-5 3 1 16,-1 0 1-16,6 0-2 0,-6 0 3 15,1 0 3-15,-2 0 6 0,8-4 0 0,-14 4 3 16,7 0 8-16,-6 0 2 0,6 0 4 16,-7 0-1-16,1 0 1 0,-7 0-2 0,7 0 0 15,-7 0-4-15,6 0-4 0,-6 0-3 16,0 0-3-16,6 0-3 0,-6 0-4 16,0 0-1-16,0 0-2 0,0-4-4 0,0 4-1 15,0 0 0-15,0 0-16 0,0 0-28 16,0-3-49-16,0 3-60 0,-6 0-74 0,6-3-85 15,0-2-94-15,-6 2-116 0,6-1-120 16,0 1-132-16,0-5-153 0,0 5-37 0,-7-5 47 16,14-2 108-16,-7 2 152 0,6 0 184 15</inkml:trace>
  <inkml:trace contextRef="#ctx0" brushRef="#br0" timeOffset="135409.82">17682 5323 197 0,'0'-4'261'0,"0"1"23"0,0-2-26 0,0 3-25 16,0-3-16-16,-7 2 0 0,7-1 13 16,0 0 10-16,0 1 15 0,0-1 25 0,0 0 21 15,0 4 1-15,0-3-2 0,0-1-12 16,0 4-15-16,0-3-37 0,-6-2-32 16,6 5-18-16,0-3-20 0,0 3-10 0,0 0-12 15,0-4-6-15,0 4-7 0,0-3-7 16,0 3-11-16,0 0-11 0,-6-4-9 0,6 4-12 15,0 0-12-15,0 0-11 0,0 0-10 16,0 0-10-16,0 0-9 0,0 0-4 0,0 0-1 16,6 0 1-16,-6 4 4 0,0-4 4 15,0 0 5-15,0 0 7 0,0 3 5 16,0 1 6-16,0-4 3 0,0 3-1 0,0 5 3 16,0-4 5-16,0 3 3 0,0 4 3 0,0 1-1 15,6 2 4-15,-6 1 1 0,0 0-6 16,0-1-3-16,0 4-2 0,7-3-2 15,-7 2-1-15,0 2-3 0,0-4-5 0,0 0-7 16,0-1-8-16,0-3-6 0,6 1-6 16,-6-2-4-16,0 1 3 0,0-3 3 0,0-5 7 15,0 4 7-15,0-2 10 0,0-2 14 16,0-3 15-16,7 3-20 0,-7-3-62 0,0 0 0 16,0 0 0-16,0-3 0 0,0 0 0 15,-7-5 0-15,7 1 0 0,0-1 0 0,0-3 0 16,0 1 0-16,-6-5 0 0,6 0 0 15,0 1 0-15,-7-2 0 0,7 2 0 16,0-4 0-16,-6 3 0 0,6-3 0 0,0 3 0 16,0 0 0-16,0 1 0 0,0-1 0 0,6 0 0 15,1 4 0-15,-1-3 0 0,1 2 0 16,0-2 0-16,5 3 0 0,-6 0 0 16,8 3 0-16,-1 2 0 0,0-5 0 0,0 3 0 15,0 5 0-15,0-6 0 0,0 7 0 16,0-2 0-16,-6 0 0 0,5 1 0 0,2 3 0 15,-2 0 0-15,-5 0 0 0,6 0 0 16,0 0 0-16,-6 3 0 0,6 1 0 0,-7 0 0 16,8 3 0-16,-8-3 0 0,0 3 0 15,7 4 0-15,-6-4 0 0,0 4 0 0,-1-4 0 16,0 8 0-16,0-4 0 0,2 0 0 16,-8 4 0-16,6-1 0 0,0 1 0 15,-6 4 0-15,7-4 0 0,-7-1 0 0,0 4 0 16,0-3 0-16,7-1 0 0,-7-3 0 0,0 7 0 15,-7 0 0-15,7-2 0 0,0 2 0 16,0-3 0-16,0-1 0 0,0 1 0 0,0-4 0 16,0 0 0-16,0 0 0 0,0-4 0 15,0 0 0-15,0-3 0 0,0 4 0 16,0-5 0-16,0-3 0 0,0 4 0 0,0-4 0 16,0 0 0-16,0 0 0 0,0-4 0 15,0 1 0-15,0-1 0 0,0 0 0 0,0-2-134 16,0 1-351-16,0 1-187 0,0 1-201 15,0-1-217-15,0 0-57 0,0 4 40 0,0 0 100 16,-7 0 177-16,1 4 229 0</inkml:trace>
  <inkml:trace contextRef="#ctx0" brushRef="#br0" timeOffset="136021.81">16457 6004 115 0,'-13'5'322'0,"7"-5"52"15,-8 0 61-15,8 0-39 0,0 2-43 16,6-2-24-16,0-2-13 0,0 2-5 15,6 0-13-15,0-5-1 0,8 5-8 0,-1-4-8 16,7 4-7-16,6 0-9 0,-1-3-15 16,9 3-24-16,4-4-20 0,1 4-15 15,0-4-7-15,7 4-9 0,6-3-2 0,0 3-3 16,7-4-6-16,-1 4-13 0,14-4-19 16,0 4-22-16,6 0-27 0,0-3-23 0,0 3-18 15,0 0-12-15,0 0-4 0,1 0-6 16,-8-3 5-16,1 3 4 0,-7 0 10 0,0-5 13 15,-6 5 5-15,0-3 8 0,-2 3 5 16,-4 0 5-16,-7-4-2 0,-1 4-2 16,-6-4 2-16,1 1-3 0,-8 3-12 0,-6-4-7 15,0 1-7-15,-7 3-9 0,1-4-11 16,-7 4-11-16,1-4 0 0,-8 4-9 0,0 0-4 16,1-3-23-16,-7 3-49 0,0 0-75 15,-13 0-89-15,7 0-104 0,-8 3-137 0,-6-3-183 16,1 0-199-16,-7 4-146 0,6-4-31 15,-5 4 44-15,-1-1 104 0,6 1 186 16,0 3 238-16</inkml:trace>
  <inkml:trace contextRef="#ctx0" brushRef="#br0" timeOffset="136718.92">17649 6217 375 0,'-20'3'437'0,"-5"-3"43"0,5-3 57 16,8 3-73-16,-8-4-80 0,6 4-34 0,1-4 1 0,1 4 2 16,5-3-18-16,0 0-33 0,1-2-39 15,6 5-34-15,-6-4-28 0,6 1-19 16,0-2-18-16,0 3-13 0,0-2-13 0,0 1-14 15,6-2-15-15,0-1-10 0,1 1-5 16,6-2 0-16,-7 3-2 0,14-3 6 0,-7 4 10 16,1-5 7-16,4 5 2 0,2-1-3 15,-1 4-2-15,1-3-6 0,0 3-9 0,-7 0-13 16,7 3-16-16,-2-3-11 0,-4 4-9 0,-1 3-5 16,7-3-3-16,-8 6-2 0,-5-1 3 15,6 1-2-15,-7 1-7 0,1 0-4 16,0 4-4-16,-7-1 1 0,0 1 7 0,0 0 10 15,0 2 10-15,-7 2 9 0,-6-1 5 16,0 1 0-16,0 2-7 0,-7-2-12 0,7 3-23 16,-7 0-24-16,-5 0 0 0,5-4 0 15,-6 1 0-15,0 3 0 0,0-7 0 0,1 3 0 16,-2-4 0-16,7 1 0 0,1-4 0 16,0 0 0-16,-1-4 0 0,7 0 0 0,0 1 0 15,0-5 0-15,7 2 0 0,-2-2 0 16,2 1 0-16,0-4 0 0,6 2 0 15,0-2 0-15,6 0 0 0,0-2 0 0,2 2 0 16,4-4 0-16,2 1 0 0,5 3 0 16,7-5 0-16,0 2 0 0,7 0 0 0,-7-2 0 15,13 5 0-15,-1-2 0 0,-5-3 0 16,7 1 0-16,-1 4 0 0,-7-3 0 0,7 3 0 16,-7-4 0-16,1 4 0 0,-1 0 0 0,-5-3 0 15,5 3 0-15,-6 0 0 0,-6 0 0 16,-1 0 0-16,1 0 0 0,0 0 0 0,-7 0 0 15,0 0 0-15,-7-4 0 0,1 4 0 16,-1 0 0-16,0 0 0 0,2 0 0 16,-8 0 0-16,0 0 0 0,0 0 0 0,0 0 0 15,-8 4 0-15,2-4 0 0,0 0 0 16,-1 0 0-16,-6 0-341 0,7 0-418 0,-7 0-354 16,6-4-138-16,-6 0-12 0,0-3 72 15,6-4 150-15,-5 0 258 0,-1-4 368 16</inkml:trace>
  <inkml:trace contextRef="#ctx0" brushRef="#br0" timeOffset="141263.26">5639 14654 154 0,'7'0'373'16,"-7"0"62"-16,7-4 33 0,-1 4-48 0,-6-4-12 16,0 1-36-16,7-1-26 0,-1 0-8 15,-6-2 3-15,6-2-8 0,-6 1-23 0,8-1-34 16,-8-3-33-16,0 3-26 0,6 1-25 16,-6 4-20-16,0-5-16 0,0 1-14 15,0 0-14-15,0 3-16 0,0-4-14 0,0 5-14 16,-6-1-14-16,6-3-14 0,-8 3-11 15,8 1-12-15,-6-1-6 0,-7 0-8 0,7 1-5 16,-8 0-4-16,2 3-3 0,-2 0-1 16,2 3-1-16,-8-3-1 0,1 3 0 0,-1 1 1 15,0 3 0-15,1 1 0 0,-1-1 1 16,0 4 2-16,1 0 1 0,0-1 4 16,0 5 7-16,5 0 6 0,1 4 2 0,0-5 1 15,0 9 0-15,7-5-1 0,-1 3 0 16,0 1-1-16,7 0 1 0,0 1 2 15,0-1 4-15,7 3 2 0,6-3 4 0,-6 0 0 16,12-4 4-16,-6 5 3 0,1-9 6 16,5 5 2-16,0-5-3 0,0-3 1 0,8 0-7 15,-8 0-7-15,1-4-7 0,-1-3-9 16,1 0-3-16,-1-1-7 16,-5-3-2-16,6 0-3 0,-8-3-3 0,1 3 1 15,-6-4-13-15,6 0-32 0,-7 1-54 16,0-1-76-16,-6 0-106 0,8 0-166 0,-8 1-197 15,0-1-198-15,0-3-147 0,6 3-32 16,-6 1 49-16,6-5 135 0,0 2 189 0,1 2 220 16</inkml:trace>
  <inkml:trace contextRef="#ctx0" brushRef="#br0" timeOffset="141877.07">5926 14873 396 0,'0'-3'557'0,"-7"-1"103"0,7-3 96 16,-6 3-29-16,0-4-113 0,6 5-104 0,-6-4-80 16,6-1-71-16,-8 5-74 0,8-5-60 15,-6 1-45-15,6 4-35 0,0-5-28 0,0 5-18 16,0-5-15-16,0 1-16 0,0 4-15 0,6-5-12 16,2 3-10-16,-2-1-11 0,6 2-8 15,-5 0-6-15,6 1-3 0,6-1 0 0,-5 0-3 16,-2 4-1-16,2 0 1 0,-1 0 0 15,7 4 4-15,-14 0 3 0,6-1 9 0,2 5 17 16,-1-2 12-16,-6 7 10 0,-1-3 8 16,1 5 6-16,-1-1 3 0,-6 1-2 0,0 4-3 15,0-1-1-15,-6 0 0 0,6 1-5 16,-7-2-5-16,-6 2-10 0,6 3-6 0,-5-4-9 16,-2 1-8-16,2-1-6 0,-2 0-3 15,-5 1-3-15,5-5-2 0,-4 1 1 16,4 0 7-16,1-1 6 0,0-2 8 15,0-2 13-15,1-3 17 0,4 1 18 0,-4-1 11 16,5-4 12-16,1 1 13 0,-1 0 7 0,7 0-1 16,-7-4-66-16,7 3-55 0,0-3 0 15,0 0 0-15,0 0 0 0,0 0 0 16,7 0 0-16,0 0 0 0,-1 0 0 0,7-3 0 16,1 3 0-16,-2 0 0 0,8-4 0 15,-1 4 0-15,1-4 0 0,0 4 0 0,-1 0 0 16,1-4 0-16,-2 4 0 0,9 0 0 15,-7-3 0-15,-1 3 0 0,0 0 0 0,1 0 0 16,-7 0 0-16,0 0 0 0,-6 0 0 16,5 0 0-16,-4 0 0 0,-8 0 0 15,6 0 0-15,-6 0 0 0,0 0 0 0,6 0 0 16,-6 0 0-16,0 0 0 0,-6 0 0 16,6-4 0-16,-6 4 0 0,-2 0-24 0,2-3-326 15,6 3-116-15,-6-4-148 0,6 0-171 0,0-3-180 16,0 3-102-16,0-2 1 0,6 1 74 15,-6-2 154-15,14 0 208 0,-8 0 241 16</inkml:trace>
  <inkml:trace contextRef="#ctx0" brushRef="#br0" timeOffset="142845.59">6617 14650 153 0,'0'0'387'0,"0"-4"69"0,-7 1 64 15,7 3-7-15,-7-4-19 0,7 0-23 0,-6 1-27 16,-1-5-22-16,7 5-29 0,-6-2-43 16,6 3-63-16,-6-3-57 0,6 2-40 0,0 3-33 15,0-4-28-15,-7 4-30 0,7-4-27 16,0 4-21-16,0 0-16 0,0 0-11 15,0 0-11-15,0 4-10 0,0 0 10 16,0 4 12-16,7-1 18 0,-7 4 19 0,0 0 21 16,0 4 26-16,0-1 1 0,0 4 5 0,6 4-3 15,-6-4-6-15,0 8-5 0,0-3-7 16,6 2 0-16,-6-3 0 0,0 4-3 16,7-5-5-16,-7-3-1 0,6 4-4 0,-6-2-9 15,7-3-9-15,-7-2-3 0,0 0-1 16,7-4 3-16,-7 0 2 0,0-4 9 0,6 0 6 15,-6-3 12-15,0-1 13 0,0 1-37 16,0 0-67-16,0-4 0 0,0 3 0 0,0-6 0 16,0 3 0-16,0-4 0 0,0 0 0 15,6-3 0-15,-6-4 0 0,0 3 0 16,0-6 0-16,0 3 0 0,0-3 0 0,0-1 0 16,0-4 0-16,0 2 0 0,0-2 0 15,0 1 0-15,0 3 0 0,7-3 0 0,-7-1 0 16,0 1 0-16,0 4 0 0,7-1 0 15,-7 0 0-15,6 0 0 0,-6 1 0 0,13-1 0 16,-6 5 0-16,6-5 0 0,-7 4 0 16,8-4 0-16,-2 4 0 0,8 0 0 0,-7 4 0 15,-1-4 0-15,2 4 0 0,6-1 0 16,-8 0 0-16,1 1 0 0,1 3 0 0,-2-3 0 16,8 4 0-16,-7-2 0 0,0 5 0 15,0 0 0-15,1 0 0 0,-2 5 0 0,-6-5 0 16,8 7 0-16,-1-4 0 0,-7 5 0 15,8-1 0-15,-8 0 0 0,6 5 0 16,-4 2 0-16,-2-3 0 0,0 4 0 0,1 0 0 16,-1 2 0-16,-6 2 0 0,7-1 0 15,-7 4 0-15,0 5 0 0,0-6 0 0,0 1 0 16,0 3 0-16,0 1 0 0,0-3 0 16,-7-1 0-16,7-1 0 0,0-2 0 15,0-5 0-15,0 5 0 0,0-8 0 0,0 3 0 16,0-7 0-16,0 4 0 0,0-7 0 15,0-1 0-15,0 2 0 0,0-2 0 0,0 2 0 16,0-5 0-16,0 0 0 0,0 0 0 16,0 0 0-16,0 0 0 0,0-5 0 0,0 2 0 15,-6-2 0-15,-1-2 0 0,1 0-15 16,0 3-469-16,-2-3-209 0,-4 0-230 0,6 0-207 16,-2 2-50-16,2 2 48 0,0 0 115 15,-1 3 192-15,1-4 249 0</inkml:trace>
  <inkml:trace contextRef="#ctx0" brushRef="#br0" timeOffset="143501.76">5659 15273 92 0,'-13'-4'364'0,"0"0"60"0,1 1 49 16,-2-1-13-16,1 0-46 0,0 1-28 0,6 0 5 15,1 3 8-15,0-5 2 0,6 5-4 16,-7-3-33-16,7 3-58 0,0 0-63 0,0 0-48 16,7 0-32-16,-1 0-22 0,7 0-4 15,0 0 10-15,14 3 8 0,-2-3 11 16,7 5 9-16,8-5-3 0,-1 3 0 0,6 0-3 16,7 1-5-16,7-4-6 0,0 4-7 15,6-1-5-15,6-3-13 0,8 4-14 0,6-4-15 16,6 0-15-16,0 0-10 0,0 0-9 15,0 0-6-15,0 0-56 0,0-4-8 16,-6 4 0-16,-6-3 0 0,-8 3 0 0,-6 0 0 16,-13-4 0-16,-13 0 0 0,0 4 0 0,-13 0 0 15,0-3 0-15,-13 3 0 0,1 0 0 16,-8-3 0-16,0 3-60 0,-12 0-191 0,0 0-88 16,-14 3-98-16,7-3-125 0,-13 3-134 15,0-3-137-15,-1 4-147 0,-5 0-27 16,-1-1 54-16,7 5 122 0,-6-1 164 0,5 0 193 15</inkml:trace>
  <inkml:trace contextRef="#ctx0" brushRef="#br0" timeOffset="144142.22">6311 15716 69 0,'-14'4'433'0,"-5"3"69"0,5-4 57 16,2-3 64-16,-1 0-65 0,0 0-85 16,0 0-46-16,-1 0-19 0,2-3-15 0,5-1-39 15,0 1-58-15,1-5-50 0,0 5-42 16,6-4-30-16,0 3-26 0,0-4-25 0,0 1-20 16,0 0-13-16,6-1-12 0,0 1-11 15,8 0-10-15,-2 3-3 0,2-3-6 16,-1 0-2-16,6 2 1 0,8-2-1 0,-8 4 2 15,7-2 0-15,0 2 0 0,0 0 1 16,-7 3 0-16,7 0-1 0,-6 3-6 0,0 0-1 16,-7 2-5-16,7 5-3 0,-8-2-6 15,1 7-3-15,0-4-3 0,-6 7-3 16,-1-3-1-16,1-1-3 0,-7 4 0 0,0 1 0 16,0-2 0-16,0 3 4 0,-7-2-3 15,-6 1-2-15,7-1 0 0,-14 0 0 0,8 0-1 16,-8 4-5-16,7-3 0 0,-7-1-1 15,0-3 1-15,1 2 0 0,-7-2 2 16,13-4 11-16,-6 4 14 0,-1-7 15 0,0 2 21 16,7-6 22-16,1 3 23 0,4-3 16 0,-4 0 10 15,5-1 2-15,1 2-105 0,-1-5-38 0,7 2 0 16,0-2 0-16,-6 0 0 0,12 0 0 16,-6 5 0-16,7-5 0 0,6 0 0 0,7 0 0 15,-1 0 0-15,7-5 0 0,0 5 0 16,7-2 0-16,-1-3 0 0,1 5 0 0,5-3 0 15,2-1 0-15,-7 0 0 0,5 0 0 16,1 1 0-16,-6 3 0 0,7-4 0 0,-8 1 0 16,1-1 0-16,-7 4 0 0,-1-3 0 15,-5 3 0-15,0-5 0 0,-8 5 0 0,2 0 0 16,-1-3 0-16,-7 3 0 0,0 0 0 0,-6 0 0 16,0 0 0-16,0 0 0 0,0-4 0 15,-6 4 0-15,-7-3-332 0,7 3-247 0,-1-4-217 16,-6 0-261-16,7-3-111 0,-1 3 3 15,0-2 80-15,7-6 161 0,0 5 231 0,0-8 304 16</inkml:trace>
  <inkml:trace contextRef="#ctx0" brushRef="#br0" timeOffset="144781.67">8225 15083 187 0,'0'-8'267'0,"0"-3"36"0,0 4-28 16,0-4-17-16,-6 3-15 0,6-3 12 0,-7 0 26 15,7 4 29-15,-7-5 29 16,1 6 30-16,6-5 14 0,-6 3-2 16,-1 1-13-16,1-4-29 0,-1 4-32 15,0 3-42-15,7-3-26 0,-6 4-23 0,6-1-33 16,-6-1-27-16,6 5-33 0,-7 0-33 15,7 0-25-15,0 9-9 0,0-3 5 0,-7 9 12 16,7-1 24-16,0 9 29 0,0-2 15 16,0 5 5-16,7 4-2 0,-7-1 0 0,7 4-14 15,-7-4-19-15,6 3-16 0,0 2-12 16,1-5-19-16,0 1-16 0,-1-5-12 16,-6 1-9-16,7-3-11 0,-1-6-4 0,0 1-4 15,-6-6-2-15,7-1-3 0,-7 0 1 16,0-8-16-16,0 4-41 0,0-3-68 15,0-4-86-15,-7-4-107 0,1 1-145 0,-7-4-174 16,7-1-184-16,-1-3-171 0,-6 1-40 16,7-2 39-16,-8-2 109 0,8 3 171 0,-7-4 212 15</inkml:trace>
  <inkml:trace contextRef="#ctx0" brushRef="#br0" timeOffset="145047.23">8010 15240 185 0,'0'-4'554'0,"0"1"128"0,0 3 89 15,0-4 53-15,0 0-143 0,6 4-143 0,2-3-119 16,4-1-98-16,1 0-60 0,7 1-41 16,0 3-28-16,5-4-20 0,1 1-13 15,7 3-8-15,-7-5-13 0,6 2-9 0,8-2-17 16,-7 2-14-16,-1 0-16 0,-6-1-16 16,0-3-16-16,0 3-11 0,-6 0-9 15,-8 0-4-15,2 4-11 0,-1-3-14 0,-7-1-31 16,-6 4-54-16,7-3-84 0,-14 3-136 0,7-4-164 15,-6 4-191-15,-1 0-194 0,1-4-107 16,-1 4-3-16,7-3 87 0,0-1 142 16,7 4 187-16</inkml:trace>
  <inkml:trace contextRef="#ctx0" brushRef="#br0" timeOffset="145547.12">9300 14899 315 0,'0'-8'398'0,"0"-2"61"0,0-1 45 0,0 3-38 15,0-2-25-15,0 2-7 0,0-3-20 16,-6 4-23-16,6-1-41 0,-7-2-52 0,0 2-64 15,1 5-53-15,6-5-31 0,-7 1-26 16,1 4-18-16,-1-2-9 0,0 2-4 16,1 3 2-16,0 0 4 0,-8 0 13 15,8 3 7-15,-7 2 1 0,0-2-3 0,0 4-9 16,0 1-5-16,0 3 2 0,-7 3 3 16,7 4 6-16,-7 1 7 0,8 3 13 0,-8-1 5 15,7 6-6-15,1-2-12 0,-2 1-8 16,2 3-6-16,4 0-13 0,2 1-9 0,6-1-4 15,0 1 0-15,0-2-1 0,6-2 0 16,2 0 9-16,-2 0-11 0,6-5-78 0,2-2 0 16,5-1 0-16,1 0 0 0,0-3 0 15,-1-4 0-15,7-3 0 0,0-2 0 0,0 3 0 16,1-9 0-16,-9 0 0 0,9 0 0 16,-1-4 0-16,0-1 0 0,-7 2 0 0,1-5 0 15,-8 5 0-15,2 0 0 0,-1-2 0 16,-6 2 0-16,-1 0 0 0,1-2 0 0,-1 1 0 15,-6 1 0-15,0 3 0 0,-6 0 0 16,6-3-17-16,-7 3-420 0,7 0-185 0,-6-4-209 16,6 4-218-16,0-4-97 0,6 4 18 15,-6 0 84-15,7-3 165 0,-1-1 225 16</inkml:trace>
  <inkml:trace contextRef="#ctx0" brushRef="#br0" timeOffset="145984.59">9677 15159 170 0,'0'-7'616'15,"0"-1"141"-15,0 1 111 0,0 0 90 16,0-5-116-16,-6 6-162 0,6 2-151 0,0-3-99 16,0 3-78-16,-6 0-65 0,6 1-56 15,0-1-42-15,0 4-42 0,0 0-38 0,0 0-31 16,0 0-23-16,0 0-8 0,6 7 7 15,-6-3 16-15,6 7 21 0,1-1 25 16,-7 5 19-16,7 0 10 0,-7 3 3 0,6 4-61 16,-6 1-87-16,7 2 0 0,-7 1 0 15,0 3 0-15,0 1 0 0,0-2 0 0,0 2 0 16,-7 3 0-16,7-4 0 0,-6 4 0 16,6-3 0-16,-7-5 0 0,7 4 0 15,0-7 0-15,0 0 0 0,0-3 0 0,0-1 0 16,0-7 0-16,0 0 0 0,0 1 0 0,0-9 0 15,0 4 0-15,0-7 0 0,0 4 0 16,7-4 0-16,-7-4 0 0,6 0 0 0,-6 1 0 16,7-5 0-16,-7 5 0 0,0-8 0 15,0 4 0-15,0-4 0 0,-7-1 0 16,1-2-113-16,-1 3-609 0,-6-1-383 0,0-2-176 16,0 3-39-16,-6-3 70 0,-1 6 159 15,-6-3 272-15,6 4 385 0</inkml:trace>
  <inkml:trace contextRef="#ctx0" brushRef="#br0" timeOffset="156895.03">9756 14676 138 0,'6'-11'369'0,"7"4"75"0,-6-5 77 16,6 1-5-16,-7 5 35 0,-6-7-17 15,6 11-24-15,-6-6-37 0,8 4-56 16,-8 0-90-16,0 4-96 0,0 0-70 0,-8 4-43 16,8 3-16-16,-12 5 3 0,5 2 13 15,-6 9 15-15,0 2 11 0,-7 4 10 0,1 4 3 16,0 8-1-16,-8 2-3 0,1 5-7 15,1 4-9-15,-9-1-15 0,2 7-10 16,-1 1-17-16,1 3-16 0,-7 1-15 0,0-1-12 16,7 3-8-16,-1-2-13 0,1-4-7 15,6-4-7-15,-1-1-4 0,1-5-1 16,6-10-3-16,8 2-3 0,-1-9-4 0,6-2 2 16,-6-4-1-16,7-5-4 0,6-2 1 0,-7-4 2 15,7-5 2-15,-7 1-1 0,7-7-4 16,0 0-20-16,0-4-45 0,-6-4-67 15,6 0-93-15,0-2-128 0,6-2-175 0,-6-7-213 0,0 1-219 16,7-1-75-16,-7-7 19 0,7 3 89 0,-7-6 159 16,6-1 222-16</inkml:trace>
  <inkml:trace contextRef="#ctx0" brushRef="#br0" timeOffset="157411.54">8994 14734 234 0,'-7'-18'558'16,"-6"-1"111"-16,0 5 96 0,-7-4 74 0,8 3-157 16,-2 4-127-16,1 1-88 0,1-3-66 15,-2 6-64-15,8 0-62 0,-7 3-55 16,13 1-49-16,-7-1-44 0,7 4-36 0,0 0-21 15,7 4 1-15,0-1 16 0,-1 8 26 16,7 1 26-16,6 2 25 0,8 9 12 16,-1 2-2-16,0 0-14 0,7 8-12 0,-1 5-5 15,1 1-2-15,5 2-4 0,-5 2-60 0,6 2-77 16,7-1 0-16,-7 3 0 0,7 1 0 16,-7-4 0-16,6 0 0 0,1 4 0 0,-1-5 0 15,1 1 0-15,-1 1 0 0,1-6 0 16,-7 2 0-16,0-1 0 0,1-3 0 15,-8 0 0-15,-7-5 0 0,2-2 0 0,-8-1 0 16,1-3 0-16,-7-1 0 0,0-6 0 0,0-1 0 16,0 1 0-16,-7-5 0 0,1-3 0 15,-7-1 0-15,7-2 0 0,-1 0 0 0,-6-5 0 16,0 1 0-16,0 0 0 0,6-4 0 16,-6 0 0-16,0 0 0 0,0 0 0 15,0 0 0-15,8-4 0 0,-8 4 0 0,0-4 0 16,-8 1 0-16,8-1 0 0,0 0-352 15,-6 1-183-15,6-2-175 0,-6-2-206 0,-1-1-171 16,7 2-34-16,-7-2 45 0,1 2 118 16,-1-6 188-16,1 5 253 0</inkml:trace>
  <inkml:trace contextRef="#ctx0" brushRef="#br0" timeOffset="158728.03">6089 14404 21 0,'0'0'263'16,"0"-7"46"-16,0 3 22 0,-6 1-27 31,6-1-27-31,0-4-21 0,-7 5-13 0,7 0-13 0,0-1 0 0,0-3 8 0,-7 3 12 15,7 0 16-15,0 4 5 0,-6-4-1 0,6 4-14 16,0-3-27-16,0 3-41 0,0-5-42 16,0 5-38-16,0 0-28 0,-6 0-18 0,6 5-1 15,0-2 7-15,0 1 10 0,-8 4 8 16,8-1 14-16,-6 8 8 0,6-1-1 0,-6 4 3 16,0 4 3-16,6 5 4 0,0 2 2 15,0 0-1-15,0 7 3 0,0 4-4 16,6 5-5-16,0 2-3 0,0 4-5 0,2 5-2 15,4 2-6-15,2 0-5 0,-1 5-2 16,-1-1 1-16,2 1-1 0,-2 2-3 0,8-2-6 16,-7 3-10-16,7 0-14 0,-8 0-15 15,8 0-12-15,-7-4-7 0,0-1-7 16,0-1-2-16,1-6-5 0,-2-3 1 0,-5 1-2 16,-1-1 0-16,1-6 0 0,0-1 0 0,-1-5 0 15,-6-5-2-15,0-1 2 0,-6-4-2 16,6-7-1-16,-7 0 1 0,7-7 2 15,0-5 0-15,-7 1-3 0,7-7-1 0,-6 0-8 16,6-8-21-16,-7-3-34 0,1-1-51 0,6-2-63 16,-6-5-80-16,-2-3-94 0,2-4-127 0,0 0-131 15,-1-4-149-15,1-4-164 0,-1 1-38 32,-6-3 39-32,1-5 112 0,-2 0 144 0,-6-3 191 0</inkml:trace>
  <inkml:trace contextRef="#ctx0" brushRef="#br0" timeOffset="159372.84">5438 14471 70 0,'-13'-19'320'0,"6"1"45"0,-5 3 52 16,4 0 0-16,2 1-81 0,-7 2-35 0,6 2 7 15,1-1 12-15,0 3-5 0,-1-2-14 16,1 2-15-16,-1 1-17 0,0-1-30 16,1 1-34-16,0 3-27 0,6-3-21 0,-7 0-19 15,7 3-17-15,0-3-15 0,0 4-14 16,0-5-13-16,0 4-14 0,0 1-12 0,0 3-20 15,0 0-6-15,0 0 6 0,7 3 14 16,-7 1 14-16,12-1 20 0,-5 5 28 16,0-1 17-16,6 4-1 0,-1 5 1 0,8-3 0 15,-6 6-1-15,5 3-8 0,7 0-3 16,0 7 12-16,0 0 6 0,0 5 3 0,7 2 0 16,-1 4 5-16,1 4 2 0,-1 4-13 15,1-1-14-15,-1 8-13 0,7 1-5 0,-6-2-6 16,6 2-9-16,0 2-25 0,0 4-57 15,0-3 0-15,1 3 0 0,-1 1 0 0,-7-1 0 16,7 0 0-16,-7 0 0 0,1-4 0 16,7 5 0-16,-15-5 0 0,7 2 0 0,1-5 0 15,-7-5 0-15,0 2 0 0,1-4 0 16,-1-1 0-16,-6-3 0 0,-1-4 0 0,-6 1 0 16,6-4 0-16,-5-5 0 0,-2 2 0 15,1-2 0-15,-6-6 0 0,6 0 0 0,-7-4 0 16,1-4 0-16,0 0 0 0,-7-3 0 0,6-4 0 15,-6-4 0-15,6 0 0 0,-6-4 0 16,0 2 0-16,7-5 0 0,-7 0 0 0,0-5 0 16,7 5 0-16,-7-6 0 0,0 2 0 15,0-3 0-15,6 4 0 0,-6-5 0 0,-6 0 0 16,6 1 0-16,0 3 0 0,-7-3 0 0,7 0 0 31,-7 4-275-31,1-5-214 0,0 4-182 0,-8-3-209 16,8 0-201-16,-1-1-54 0,1 0 37 15,-7 1 104-15,6 0 187 0,-5-4 245 0</inkml:trace>
  <inkml:trace contextRef="#ctx0" brushRef="#br0" timeOffset="160070.66">11944 15079 109 0,'-13'7'400'16,"13"-3"78"-16,-7-4 72 0,1 3 11 16,0-3-2-16,6 4-31 0,-7-4-35 0,7 0-27 0,0 0-31 15,0 0-44-15,0 4-62 0,0-4-54 0,0 0-29 16,7 0-18-16,-1 0-17 0,0 0-20 16,8 0-26-16,5 0-30 0,1-4-32 0,0 4-31 15,-2-4-24-15,9 1-21 0,5-1-12 16,-6-3-6-16,7 3-5 0,-7 0-4 15,7 1-22-15,-7-1-37 0,-7 4-57 0,1-4-78 16,-8 4-96-16,2 0-135 0,-8 0-152 16,-6 0-158-16,0 0-154 0,-6 0-36 0,-8 4 38 15,2 0 104-15,-8-1 157 0,1 1 187 16</inkml:trace>
  <inkml:trace contextRef="#ctx0" brushRef="#br0" timeOffset="160324.44">12022 15240 304 0,'-7'8'650'0,"7"-2"108"0,-6-2 79 0,6 0 43 16,-6-1-162-16,6 1-168 0,6-4-147 15,-6 0-78-15,6 4-57 0,1-4-42 16,6 0-42-16,0 0-33 0,1 0-24 0,4-4-20 16,2 0-21-16,0 1-20 0,-1-1-19 15,7 0-17-15,1-2-11 0,-1 1-8 16,-7 2-4-16,7-4-3 0,-6 3-2 0,-8 0-5 15,2 1-18-15,-8-1-33 0,1 0-58 16,-7 1-86 0,0 3-136-16,0-4-169 0,-7 1-185 0,-6-2-197 15,0 2-66-15,1-2 24 0,-2 2 100 16,1-4 155-16,0 0 192 0</inkml:trace>
  <inkml:trace contextRef="#ctx0" brushRef="#br0" timeOffset="160637.12">12237 14866 12 0,'7'-14'589'15,"-7"2"146"-15,0 1 97 0,0-3 74 0,6 3-35 16,-6 4-215-16,0 3-196 0,7-3-117 16,-1 7-65-16,0 0-46 0,8 7-33 0,-2 0-23 15,8 4-18-15,0 4-13 0,5-1-19 16,-5 5-19-16,7 3-11 0,-1 4-15 15,-7 0-15-15,1-1-13 0,-1 0-3 0,0 4-7 16,-5-3-6-16,-8 4-3 0,7-1-1 16,-13-4-1-16,6 5-4 0,-6-8-4 0,-6 3-4 15,6 1-4-15,-13-8-2 0,0 1-6 16,6-1-13-16,-12-3-35 0,6-1-55 16,-6-2-83-16,-7-6-118 0,6-1-180 0,7-2-229 15,-7-3-249-15,8-3-96 0,4-2 0 16,2-1 75-16,6-6 158 0,6 1 229 0</inkml:trace>
  <inkml:trace contextRef="#ctx0" brushRef="#br0" timeOffset="161668.24">14029 14650 50 0,'-8'-4'401'0,"8"1"68"0,-6-5 67 16,6 5 74-16,-6 0-21 0,6-2-52 15,-7 2-29-15,7-2-22 0,0 3-31 16,-7 2-69-16,7-5-95 0,-6 5-77 0,6 0-55 16,0 0-28-16,0 5-10 0,0 2-3 15,0 1 5-15,6 2 12 0,-6 1 16 0,7 4 6 16,-7 3 0-16,7 1-4 0,-7 2-6 15,6 1-2-15,0 4-10 0,2 0-10 0,-2-1-9 16,0 5-4-16,1-5-5 0,-1 5-11 16,1-4-8-16,-1-1-10 0,-6-3-5 15,7 3-41-15,-1-7-32 0,-6 0 0 0,6 1 0 16,-6-4 0-16,8 0 0 0,-8-4 0 16,0-4 0-16,0 0 0 0,0-4 0 0,0 1 0 15,0 1 0-15,0-5 0 0,0 0 0 16,0-5 0-16,0-2 0 0,0 4 0 0,-8-8 0 15,8 3 0-15,0-2 0 0,-6-2 0 16,6-2 0-16,-6-2 0 0,-1-2 0 0,7 0 0 16,-6 0 0-16,6-4 0 0,-7 0 0 15,7-3 0-15,0 3 0 0,0-4 0 16,0 0 0-16,7 0 0 0,-7 5 0 0,6-5 0 16,-6 4 0-16,7 0 0 0,-1 3 0 15,0 1 0-15,8 0 0 0,-8 0 0 0,7 3 0 16,0 0 0-16,-6 0 0 0,6 1 0 15,6 3 0-15,-5-4 0 0,-2 4 0 0,8 0 0 16,-1 0 0-16,-5 4 0 0,5 0 0 16,-6-1 0-16,6 2 0 0,-5-3 0 0,-2 6 0 15,2 0 0-15,-1-1 0 0,-1 4 0 16,2 0 0-16,-2 0 0 0,-4 4 0 0,4-1 0 16,1 0 0-16,-6 6 0 0,6-3 0 15,-7 2 0-15,8 3 0 0,-8-1 0 0,0 2 0 16,1-1 0-16,0 3 0 0,-1 1 0 15,1-1 0-15,-1 1 0 0,0 4 0 0,2-4 0 16,-8 3 0-16,6-1 0 0,-6 6 0 16,0-5 0-16,6 4 0 0,-6 1 0 15,0-2 0-15,-6 5 0 0,6-5 0 0,0 2 0 16,0-2 0-16,0 1 0 0,0 1 0 16,0-5 0-16,0 4 0 0,6-4 0 15,-6 0 0-15,0-3 0 0,0 4 0 0,0-5 0 16,0-3 0-16,0 1 0 0,0-2 0 0,0-2 0 15,0 3 0-15,0-5 0 0,0-2 0 16,0 4 0-16,0-5 0 0,0 1 0 0,0 0 0 16,0-1 0-16,0-3 0 0,0 4 0 15,0-4 0-15,0 0 0 0,0 4 0 0,0-4 0 16,0-4 0-16,6 4 0 0,-6 0 0 16,0-4 0-16,0 1 0 0,0-1 0 15,0 0 0-15,0 1 0 0,0 0 0 0,0-6 0 16,0 3 0-16,0 2 0 0,0-3-275 15,-6-1-450-15,6 1-322 0,0 0-184 16,-6-1-36-16,0 1 66 0,6 0 149 0,-8 4 245 16,2 3 327-16</inkml:trace>
  <inkml:trace contextRef="#ctx0" brushRef="#br0" timeOffset="162267.92">12563 16914 196 0,'0'7'432'0,"-7"-3"60"0,7 0 59 0,0 3 6 16,0-3-42-16,0-1-47 0,7 2-25 15,-7-2-9-15,6 0-18 0,0-3-43 0,8 4-70 16,-1-4-57-16,0 0-43 0,6 0-35 0,1-4-30 16,6 4-29-16,0-3-26 0,0-5-22 15,0 5-18-15,6-1-15 0,-5-3-10 16,-1 3-9-16,0-3-7 0,0 3-18 0,-7 1-43 16,1-2-60-16,-7 5-102 0,-6-2-146 0,-7 2-181 15,0 0-183-15,-7 0-136 0,-6 2-29 16,-7 6 49-16,-6-4 121 0,1 3 171 0</inkml:trace>
  <inkml:trace contextRef="#ctx0" brushRef="#br0" timeOffset="162502.51">12602 17181 124 0,'0'11'518'0,"-7"1"102"0,7-5 91 15,-6 0 86-15,6 0-106 0,0-3-116 0,6 3-89 16,-6-3-56-16,7-1-49 0,-1 2-51 15,8-5-50-15,-2 0-41 0,2 0-35 0,5 0-31 16,1-5-26-16,-1 2-22 0,0-4-21 16,8 3-15-16,-8-3-12 0,8 3-13 0,-8-3-12 15,7 0-10-15,-6-1-10 0,-1 0-12 0,-6 1-7 16,0 5-5-16,-7-3-14 0,1 1-28 16,0 4-56-16,-7-3-75 0,0-2-109 0,-7 2-152 15,0 0-182-15,-6-1-184 0,7 0-166 16,-7 1-41-16,0-5 47 0,7 1 120 0,-2-4 175 15,2 4 199-15</inkml:trace>
  <inkml:trace contextRef="#ctx0" brushRef="#br0" timeOffset="162846.46">12940 16774 183 0,'0'-11'594'0,"-6"4"116"0,6-3 81 0,-6 1 71 15,-1-1-138-15,7 3-164 0,0-4-136 0,0 7-90 16,0-3-64-16,0 3-60 0,13 0-46 16,-7 4-36-16,8 4-24 0,5 0-9 15,1 3-5-15,0 5-1 0,5 2-2 0,1 4-1 16,0 1-3-16,0 6-2 0,1 0-4 0,-8 1-6 16,7 7-11-16,-13 1-12 0,6-2-5 15,-5 5-8-15,-8 0-1 0,7 2 1 0,-13-2 4 16,7 0 4-16,-7-5 0 0,0 2 2 15,-7-1 2-15,0-4-1 0,1-3-6 0,-6-4-5 16,-2-4-5-16,1 0-6 0,-7-4-7 16,8-2-4-16,-8-1-3 0,-6-7-9 0,6 0-24 15,-5-1-46-15,-2-6-67 0,1 3-83 16,6-4-121-16,-6 0-173 0,7-3-227 0,6 0-218 16,0-2-73-16,7-1 7 0,-1-1 83 0,7-4 155 15,7 1 241-15</inkml:trace>
  <inkml:trace contextRef="#ctx0" brushRef="#br0" timeOffset="164171.6">14849 16540 70 0,'-7'0'328'0,"7"0"51"0,0 0 55 16,0-3-27-16,0 3-36 0,0 0-24 0,0 0 4 16,0 0 14-16,0-4 3 0,0 4-7 15,0 0-20-15,0 0-34 0,0 0-50 0,0 0-47 16,-6-4-37-16,6 4-25 0,0-3-17 15,-6 3-12-15,6-3-6 0,-8-2 4 0,2 2 0 16,0-1 2-16,-1-1-1 0,0 3-5 0,-5 2-5 16,5-4-9-16,-6 0-6 0,0 1-5 15,0 3-6-15,0-4-3 0,0 4 0 16,0 0-4-16,-6 0-4 0,5 0-6 0,-5 0-5 16,6 0-2-16,0 4-4 0,-1-4-1 0,-4 3-1 15,4-3 1-15,1 0-1 0,7 4-1 0,-8 0-3 0,2-4-3 31,-2 2-6-31,8 3-3 0,-7 2-3 16,7 1 0-16,-8-1 4 0,8 0 5 0,-8 4 6 0,8-3 7 16,-6 2 7-16,5 5 4 0,0-3 1 0,-6 2 0 15,7-3 1-15,0 7-59 0,-2-3-9 16,2-1 0-16,0 5 0 0,6-1 0 0,-6 4 0 16,6-3 0-16,-8 3 0 0,8 0 0 15,0-1 0-15,0 1 0 0,0 0 0 0,0 0 0 16,0 0 0-16,8 0 0 0,-8 0 0 15,0 0 0-15,6 0 0 0,0 0 0 0,0 0 0 16,2 1 0-16,4-2 0 0,-5 2 0 0,6-2 0 16,0-3 0-16,-1 1 0 0,2-1 0 0,-1 0 0 15,0 1 0-15,0-5 0 0,1 1 0 16,4 0 0-16,-4-1 0 0,-1-3 0 16,-1 1 0-16,2-2 0 0,6-3 0 0,-1 1 0 0,-6-1 0 15,6 0 0-15,1 1 0 0,-1-5 0 16,7-3 0-16,-6 4 0 0,0-4 0 15,-1-4 0-15,7 4 0 0,-6-3 0 0,-1-1 0 16,1 0 0-16,0-3 0 0,-8 3 0 0,8-3 0 16,-7 0 0-16,7-1 0 0,-1 2 0 0,-6-2 0 15,0 1 0-15,7-4 0 0,-8 3 0 16,2-2 0-16,-1-2 0 0,0 1 0 16,0-3 0-16,7-1 0 0,-14 0 0 0,7 1 0 15,0-1 0-15,0 0 0 0,-7-3 0 0,8 0 0 16,-8 3 0-16,7-3 0 0,-6-1 0 0,-1 1 0 15,0-1 0-15,1 1 0 0,-1 0 0 16,1 0 0-16,0 0 0 0,-7 3 0 0,0-4 0 16,0 1 0-16,6 0 0 0,-6 3 0 0,-6 1 0 0,6-1 0 15,0 0 0-15,0 1 0 0,-7-2 0 16,0 6 0-16,7-5 0 0,-6 1 0 16,-1-1 0-16,1 5 0 0,0-6 0 0,-8 5 0 15,8-3 0-15,0 3 0 0,-2 0 0 0,-4 0 0 16,5-1 0-16,1-2 0 0,-1 3 0 15,-6 4 0-15,7-5 0 0,0 2 0 0,-8 2 0 16,8 1 0-16,-7 0 0 0,6-5 0 16,-6 6 0-16,7 2 0 0,0-3 0 0,-8-1 0 15,8 5 0-15,-1-6 0 0,-6 7 0 0,7-2 0 16,-1 0 0-16,1 1 0 0,-8-1 0 16,8 1 0-16,-7-2 0 0,6 3 0 0,-6-3 0 15,7 2 0-15,-1-1 0 0,-6 0 0 16,7 0 0-16,-8 1 0 0,8-1 0 0,-7 1 0 15,0-1 0-15,0 1 0 0,1-2 0 0,4 5 0 16,-4-3 0-16,-2-1 0 0,2 4 0 16,-1-3 0-16,-1-1 0 0,2 4 0 0,5 0 0 15,-6-4 0-15,0 4 0 0,0 0 0 0,0 0 0 16,-1 4 0-16,8-4 0 0,-6 0 0 16,5 0 0-16,0 4 0 0,1-4 0 0,-1 0 0 15,1 3 0-15,-8-3 0 0,14 4 0 16,-6-1 0-16,0 2 0 0,0 2 0 0,6-4 0 15,-8 4 0-15,8 1-156 0,0-1-375 16,0 5-231-16,8-2-249 0,-2 0-149 0,0-1-18 16,8 2 67-16,5-4 135 0,-6 0 228 0,6-4 281 15</inkml:trace>
  <inkml:trace contextRef="#ctx0" brushRef="#br0" timeOffset="165065.2">15787 15954 10 0,'0'-3'319'0,"0"-1"61"0,0 0 55 0,-7 1-11 16,7-1 19-16,0-1-4 0,0 3 9 15,-7-3 7-15,7 2-3 0,0 3-15 0,-6-3-38 16,6-1-69-16,-6 4-62 0,-1 0-36 16,0-4-21-16,1 8-19 0,-7-4-11 0,0 4-5 15,0-1-1-15,-1 0-5 0,-4 4-9 16,4 2-10-16,-5 2-18 0,-1-1-11 0,8 2-10 15,-2 2-11-15,-5 1-5 0,5 0-1 16,2 2 4-16,-2 5-1 0,2-3-1 0,-1 4 1 16,-1-3-1-16,8 7 2 0,-8-5-43 0,8 7-56 15,0-3 0-15,0 3 0 0,-1 0 0 16,0 0 0-16,1 1 0 0,-1-1 0 0,1 1 0 16,6-1 0-16,-6 3 0 0,6-2 0 15,-8 4 0-15,2-6 0 0,6 1 0 0,-6 1 0 16,6 3 0-16,0-3 0 0,-6 2 0 0,6 0 0 15,0-1 0-15,0 1 0 0,0-2 0 16,-8 2 0-16,8-2 0 0,0 3 0 0,8-4 0 16,-8 4 0-16,0 0 0 0,6-4 0 15,-6 5 0-15,6-5 0 0,0 0 0 0,2 0 0 16,-2-3 0-16,0 0 0 0,1-5 0 0,6 5 0 16,-6-3 0-16,5-6 0 0,-6 5 0 15,8-3 0-15,-1-1 0 0,-6-3 0 0,6 3 0 16,-1-3 0-16,2-1 0 0,-8-2 0 15,7 2 0-15,0-3 0 0,0 1 0 0,1-2 0 16,-2-2 0-16,2 3 0 0,-2-5 0 0,-5-2 0 16,6 4 0-16,0-5 0 0,-7 1 0 0,8 0 0 15,-8 3 0-15,0-3 0 0,1-4 0 0,-1 3 0 16,1-3 0-16,0 4 0 0,-1-4 0 16,0 0 0-16,1 0 0 0,-7 0 0 0,7 0 0 15,-7 0 0-15,6-4 0 0,-6 4 0 0,6-3 0 16,-6-1 0-16,0-3 0 0,0 3 0 15,0 0 0-15,0-2 0 0,-6-3 0 0,6 3 0 16,-6-5-209-16,6 3-279 0,0-7-164 0,0 4-162 16,0-7-167-16,0 0-102 0,6-1 10 15,0 1 77-15,1-4 160 0,0-4 197 0,-1 1 238 16</inkml:trace>
  <inkml:trace contextRef="#ctx0" brushRef="#br0" timeOffset="166227.6">15917 16602 82 0,'0'-6'399'0,"-6"2"74"0,6-4 76 16,0 1 55-16,-8 3-43 0,8-3-47 15,-6 3-42-15,6 1-31 0,-6-1-36 0,6-3-57 16,0 2-72-16,-7 5-51 0,7-3-38 16,0 3-32-16,0-3-29 0,0 3-34 0,-6 0-22 15,6 0-20-15,0 0-11 0,0 3 3 16,0-3 10-16,0 3 12 0,0 5 10 0,0-4 13 16,0 3 14-16,0 4 3 0,0 0-1 15,0 1 0-15,0-2 4 0,0 5 3 0,0 0 2 0,0-1-1 16,0 4-2-16,0 1-1 0,0-1-1 0,6 4-3 15,-6 0-3-15,7-3-1 0,-7 3 3 0,0-1-3 16,6 1-4-16,-6 0-71 0,0 0-25 16,0 0 0-16,6-3 0 0,-6 3 0 0,0-4 0 15,8 0 0-15,-8-3 0 0,0-1 0 16,0 1 0-16,6-4 0 0,-6 0 0 0,0 1 0 16,0-5 0-16,6 0 0 0,-6 0 0 0,0-3 0 15,0 0 0-15,0-1 0 0,0 1 0 16,0-4 0-16,0 3 0 0,0-3 0 0,0 0 0 15,0 0 0-15,0 0 0 0,0 0 0 16,0-3 0-16,0-1 0 0,-6-3 0 0,6 0 0 16,0-1 0-16,0 0 0 0,-6-2 0 0,6-1 0 15,-8 0 0-15,8-1 0 0,0-2 0 16,-6 3 0-16,6 0 0 0,0-3 0 0,-6 3 0 16,6 0 0-16,0 0 0 0,0 0 0 0,0-1 0 15,0 1 0-15,0 0 0 0,0 1 0 16,0-2 0-16,0 2 0 0,6-1 0 0,-6-4 0 15,6 4 0-15,2-4 0 0,-2 1 0 16,0 2 0-16,1-2 0 0,-1-4 0 16,1 3 0-16,6 0 0 0,-7 4 0 0,1-3 0 0,0 3 0 15,-1 0 0-15,7 0 0 0,-6 0 0 16,-1 4 0-16,1-5 0 0,-1 5 0 0,0 0 0 16,1-1 0-16,0 2 0 0,-1-3 0 15,7 2 0-15,-6 0 0 0,-1 3 0 16,7-6 0-16,-6 6 0 0,6-3 0 0,-1-1 0 15,2 1 0-15,-8 3 0 0,7-2 0 0,-6 1 0 16,6 2 0-16,-7-1 0 0,8 4 0 0,-8-5 0 16,0 5 0-16,8 0 0 0,-8 0 0 15,0 0 0-15,7 0 0 0,-6 5 0 0,0-5 0 16,-1 0 0-16,7 4 0 0,-6-1 0 0,5 2 0 16,-5-5 0-16,6 3 0 0,0 4 0 15,-7-3 0-15,8-1 0 0,-2 5 0 16,2-1 0-16,-8-3 0 0,7 3 0 0,1 0 0 15,-8 4 0-15,6 1 0 0,-4-6 0 0,-2 5 0 16,0 0 0-16,1 1 0 0,-1-1 0 0,1 0 0 16,0-1 0-16,-1 2 0 0,0 2 0 15,-6-3 0-15,7 4 0 0,-7-4 0 0,7 4 0 16,-7-5 0-16,0 5 0 0,6 0 0 16,-6-4 0-16,0 3 0 0,0-2 0 0,6 2 0 15,-6 1 0-15,0-5 0 0,0 5 0 0,0-4 0 16,0 5 0-16,0-6 0 0,0 5 0 15,7-4 0-15,-7 0 0 0,0 0 0 0,6 3 0 16,-6-3 0-16,0 0 0 0,0 0 0 16,7 0 0-16,-7-4 0 0,0 4 0 0,7 0 0 15,-7-4 0-15,0 5 0 0,6-5 0 0,-6 4 0 16,0-4 0-16,6 1 0 0,-6-5 0 16,0 5 0-16,0-5 0 0,0 1 0 0,0 0 0 15,0-1 0-15,0 1 0 0,0 0 0 16,0-4 0-16,0 0 0 0,0 3 0 0,0-3 0 15,0 4 0-15,0-4 0 0,0 0 0 0,0 0 0 16,0 0 0-16,0 0 0 0,0 0 0 16,0 0 0-16,0 0 0 0,0 0 0 0,0-4 0 15,0 4 0-15,-6-3 0 0,6-1 0 16,0-3 0-16,-6-1-84 0,6-3-400 0,0 0-204 16,0 1-222-16,0-5-204 0,0-4-52 15,6 5 44-15,0-4 104 0,8-1 196 0,5 1 250 16</inkml:trace>
  <inkml:trace contextRef="#ctx0" brushRef="#br0" timeOffset="167268.71">16828 15771 45 0,'-6'0'186'16,"0"0"5"-16,-1-5-19 0,1 5-36 16,-8-3-19-16,8 3-22 0,0-3-15 0,-1 3-11 15,-6-4-4-15,7 4 4 0,-1-4 7 16,-6 4 9-16,6-3 9 0,-5 3 16 16,-2 0 17-16,2-3 18 0,5 3 16 0,-6 0 14 15,0 0 16-15,-1 0 17 0,2 0 21 16,-2 0 25-16,2 0 24 0,5 0 15 0,-6 0 3 15,6-5-7-15,1 5-15 0,0 0-22 16,0 0-24-16,-2 0-20 0,2 0-21 0,6 0-14 16,0 0-13-16,-6 0-18 0,6 0-13 15,0 0-14-15,0 0-10 0,0 0-14 0,0 0-9 16,6 0-5-16,0 5-4 0,2-5 7 16,-2 0 9-16,6 3 10 0,2 0 7 15,-1 1 5-15,-1 3 3 0,8 1-4 0,0 2-3 16,-7 2 0-16,7-1 1 0,-2 3 0 0,2 5 1 15,0-4 3-15,-1 6-1 0,1 2-6 16,0-1-22-16,5 3-83 0,-5 5 0 0,0-5 0 16,-1 4 0-16,1 0 0 0,6 5 0 15,-7-1 0-15,1-1 0 0,0 5 0 0,-1 0 0 16,-6-1 0-16,6 1 0 0,-5 0 0 0,5 3 0 16,-6-3 0-16,0-1 0 0,0 1 0 15,0 0 0-15,-7-1 0 0,8 1 0 0,-8 0 0 16,1 0 0-16,-1-5 0 0,1 5 0 15,-1 0 0-15,1-1 0 0,-1-3 0 0,0 0 0 16,-6 0 0-16,8 4 0 0,-2-4 0 0,-6 0 0 16,6-1 0-16,-6-2 0 0,7 3 0 15,-7-4 0-15,0 0 0 0,0 0 0 0,0-3 0 16,0 0 0-16,0 0 0 0,0-1 0 0,0-3 0 16,-7-4 0-16,7 5 0 0,-6-5 0 15,0 0 0-15,-2-3 0 0,2-1 0 0,-7-2 0 16,7 2 0-16,-7-7 0 0,6 4 0 15,-5-4 0-15,-2 1 0 0,1-5 0 0,-6 2 0 16,-1-2 0-16,7 1 0 0,-7 0 0 16,1-4 0-16,-1 0 0 0,0 0 0 0,8 0 0 15,-8 0 0-15,7-4 0 0,1 4 0 0,4-4 0 16,-4 4 0-16,5-3 0 0,1 3 0 16,-1-5 0-16,1 2 0 0,6 0 0 0,-7-2 0 15,7 3 0-15,0-6 0 0,0 0 0 0,0-3-188 16,7 1-343-16,6-2-175 0,0-6-194 15,7-1-197-15,5 2-45 0,7-9 52 0,2 0 120 16,5-3 174-16,6-4 230 0</inkml:trace>
  <inkml:trace contextRef="#ctx0" brushRef="#br0" timeOffset="167721.71">18580 16537 205 0,'0'3'390'0,"-6"0"66"0,6 2 67 16,0-2-18-16,0 1-18 0,0-4-13 15,-6 4-10-15,6-4-18 0,0 3-17 0,0 1-42 16,6-4-57-16,-6 3-38 0,6-3-24 0,8 4-16 16,-8-4-21-16,7 0-20 0,7 0-27 15,0-4-26-15,5 4-28 0,-5-3-25 0,6-1-23 16,0 1-19-16,0-1-21 0,7 0-10 15,-7 1-10-15,6-5-7 0,-6 5-3 0,0-1-4 16,0 0 1-16,-6 1-7 0,-7 0-11 0,0 3-21 16,-6-5-36-16,-1 5-50 0,-6 0-72 15,0 0-90-15,-6 0-129 0,-1 0-133 16,-6 0-138-16,0 0-114 0,-1 0-101 0,-4 5 2 0,4-5 89 16,-5 3 126-16,-1 0 160 0</inkml:trace>
  <inkml:trace contextRef="#ctx0" brushRef="#br0" timeOffset="168003.32">18606 16680 300 0,'-12'10'447'0,"6"-2"66"15,-2-5 74-15,2 5-20 0,0-5-38 0,-1 2-32 16,7-2-17-16,0 0-14 0,0 1-25 16,0 0-49-16,7-4-54 0,-1 3-36 0,0 0-29 15,8-3-23-15,5 0-24 0,-6 0-26 16,6 0-24-16,7 0-20 0,-6 0-12 0,7-3-9 15,-1 0-2-15,-1-1-2 0,1 0-8 16,7 1-9-16,-7-5-12 0,0 5-14 0,0-5-21 16,-6 5-53-16,-1-1-14 0,1-3 0 15,-7 3 0-15,0 4 0 0,-6-3 0 0,-1-1 0 16,-6 1-1-16,0-2-151 0,0 5-86 0,-6-3-89 16,-8-4-92-16,8 3-109 0,-1 0-121 15,1-3-124-15,0 0-127 0,-2 0-63 0,8-5 24 16,-6 5 93-16,6-4 146 0,0-1 180 15</inkml:trace>
  <inkml:trace contextRef="#ctx0" brushRef="#br0" timeOffset="168429.46">18900 16248 311 0,'0'-8'513'16,"-7"4"69"-16,0 1 75 0,1-1-4 0,0 0-101 15,6 4-86-15,-7-3-56 0,7 3-39 0,-7-4-49 16,7 4-56-16,0 0-58 0,0 0-41 16,7 4-25-16,0-1-11 0,-1 1-4 0,14 3-4 15,-7 0-9-15,7 1-12 0,-2 3-16 16,9 0-17-16,-1-4-16 0,6 8-15 0,-5-4-7 16,5 4-8-16,-6-1-2 0,7 0-3 15,-7 2-3-15,0-2-2 0,-1 5-3 0,2-5-2 16,-8 1-1-16,1 0 0 0,-7 2 1 0,0-2 5 15,0 0 5-15,-13 0 5 0,0 4 7 16,0-2 10-16,-6 2 12 0,-8 2 15 0,2-2 17 16,-8 3 17-16,1-4 20 0,-7 4 17 15,6 0 15-15,-6-4 9 0,-1 4 3 0,2-3 4 16,-1-5-2-16,-7 4-103 0,14-2-64 0,-8-6 0 16,1 1 0-16,7-4 0 0,-1 1 0 15,8-1 0-15,-2-3 0 0,2 0 0 16,5-1 0-16,0 1 0 0,1 0 0 0,-1-4 0 15,1 3 0-15,6-3 0 0,0 0 0 0,0 0 0 16,-7 0 0-16,7 0-176 0,0 0-353 0,7-3-237 16,-1 3-264-16,1-8-145 0,6 1-20 0,0-4 65 15,7 0 163-15,-1-4 235 0,7-4 297 16</inkml:trace>
  <inkml:trace contextRef="#ctx0" brushRef="#br0" timeOffset="169227.76">20332 16185 30 0,'-6'-4'284'0,"6"0"34"0,-6 1 23 0,6 0-61 16,-7 3-51-16,7-4-47 0,0 4-24 15,-7 0 0-15,7-5 17 0,0 5 33 0,0 0 46 16,-6-3 48-16,6 3 37 0,0-4 22 16,0 1 5-16,-7-1-16 0,7 1-30 0,0-1-44 15,0-3-34-15,0 3-24 0,0 1-16 16,-6-1-10-16,6-4-13 0,0 5-8 0,0-1-3 16,0 0-5-16,0 4-4 0,0-3-3 0,0 0-4 15,0-2-3-15,0 5-7 0,0 0-9 16,0-3-14-16,0 3-16 0,0 0-17 0,0 0-19 15,0 0-19-15,0 0-19 0,0 0-12 16,6 3-9-16,-6 2-2 0,0 1 7 0,0 5 13 16,7 4 25-16,-7 3 23 0,6 5 21 0,-6 2-3 15,7 4-92-15,-7 1 0 0,0 2 0 16,7 2 0-16,-7-1 0 0,0-1 0 0,0 1 0 16,0-3 0-16,6 0 0 0,-6-3 0 0,0 0 0 15,0-1 0-15,0-5 0 0,0-2 0 16,0-1 0-16,0 1 0 0,0-5 0 0,0-3 0 15,0 1 0-15,0-5 0 0,0 0 0 0,0-4 0 16,0 1 0-16,0 0 0 0,6-1 0 16,-6-3 0-16,-6 4 0 0,6-4 0 0,0 0 0 15,0 0 0-15,0-4 0 0,0 4 0 0,0-3 0 16,0 3 0-16,0-4 0 0,0 4 0 16,0 0 0-16,0-4 0 0,0 4 0 0,-6 0 0 15,6 0 0-15,0 0 0 0,0 0 0 16,0 0 0-16,0 0 0 0,0 0 0 0,0 0 0 15,0 0 0-15,0 0 0 0,0 0 0 0,0 0 0 16,0 0 0-16,0 0 0 0,0 0 0 16,0 0 0-16,0 0 0 0,0 0 0 0,0 0 0 15,0 0 0-15,0-3 0 0,0 3-158 16,0-4-253-16,6 1-113 0,-6-1-126 0,0-4-142 16,6-2-126-16,1-1-97 0,6-5 8 0,-6 2 83 15,-1-1 140-15,7-3 185 0,-6-4 203 16</inkml:trace>
  <inkml:trace contextRef="#ctx0" brushRef="#br0" timeOffset="169526.87">20150 16115 269 0,'-13'-7'490'0,"-7"3"69"15,1-2 76-15,6-2 22 0,-6 4-98 16,5-1-69-16,8 3-50 0,-8-2-39 15,8 4-52 1,0 0-74-16,0-3-69 0,6 3-55 0,0 0-32 16,6 0-17-16,0 3-7 0,8-3 6 15,5 4-8-15,1-2-6 0,6-2-7 0,6 5-8 16,1-5-9-16,6 4-17 0,-1-4-5 16,2 0-10-16,5 0-9 0,-6 0-6 0,1 0-7 15,-1 0-6-15,-7 0-2 0,1 0-5 0,-13 3-20 16,-1-3-26-16,-6 5-40 0,0-2-58 15,-7 0-108-15,-6 5-137 0,0-2-160 0,-6 3-156 16,-1-2-144-16,7 4-37 0,-6-4 54 0,0 3 116 16,-1 2 163-16</inkml:trace>
  <inkml:trace contextRef="#ctx0" brushRef="#br0" timeOffset="169824.94">20638 16365 14 0,'0'0'533'0,"7"0"157"0,-7 0 110 16,0-4 82-16,0 4-50 0,0-5-139 16,-7 3-155-16,7 2-123 0,0 0-90 0,0-5-70 15,0 5-66-15,0 5-51 0,0-5-25 16,0 7-5-16,0 0 11 0,0 4 20 0,0 0 27 16,0 7 11-16,7 1 2 0,-7 3-3 0,7 0-10 15,-1 0-15-15,-6 3-18 0,7-3-16 16,-7 4-14-16,6 0-63 0,-6-5-40 15,6 2 0-15,2-1 0 0,-8-4 0 0,0 0 0 16,6-3 0-16,-6-4 0 0,0 0 0 0,6-5 0 16,-6 3 0-16,-6-6 0 0,6-3 0 0,-6-3-52 15,6-1-261-15,-8-4-122 0,-4-6-155 16,5-1-171-16,1-3-176 0,-1-4-117 16,0-4-7-16,1 0 68 0,6-3 138 0,-6-7 198 0,6-6 225 15</inkml:trace>
  <inkml:trace contextRef="#ctx0" brushRef="#br0" timeOffset="169965.52">20652 16167 332 0,'-7'-5'440'15,"0"-2"31"-15,7 4 8 0,-6-1-121 0,0 1-206 16,0-1-177-16,6 4-164 0,0-4-148 16,-8 1-71-16,16 3-23 0,-8 0 23 0,12 0 60 15</inkml:trace>
  <inkml:trace contextRef="#ctx0" brushRef="#br0" timeOffset="171146.57">20971 16317 300 0,'0'12'512'0,"0"-10"71"0,0 6 75 16,0-1 12-16,0 1-95 0,0-1-92 0,0 4-58 15,0 0-31-15,6-1-39 0,-6 5-60 16,0 0-43-16,0 4-34 0,6-2-24 0,-6 3-19 15,8-3-13-15,-8 2-16 0,0 3-8 0,6-4-6 16,-6 4-2-16,0-3 2 0,0-2-1 16,6 1-5-16,-6 1-6 0,0-4-11 0,0 0-9 15,7-5-14-15,-7 1-10 0,0-3-2 16,0 0 1-16,0-2 11 0,0-2 10 0,0 0 6 16,0-4-21-16,0 0-81 0,0-4 0 15,-7-3 0-15,7-1 0 0,0 1 0 0,-6-8 0 16,6 1 0-16,-6-1 0 0,6-3 0 15,-8-4 0-15,2 3 0 0,0-3 0 0,6 1 0 16,-6-1 0-16,6 3 0 0,0 5 0 0,0-4 0 16,6 3 0-16,0 0 0 0,-6 1 0 15,14 2 0-15,-8 1 0 0,7 0 0 0,0 1 0 16,0-2 0-16,-1 5 0 0,2 0 0 16,-1 0 0-16,0-2 0 0,0 7 0 0,-7-3 0 0,8 5 0 15,-2 0 0-15,-5 0 0 0,6 0 0 16,0 5 0-16,-7 2 0 0,8 0 0 0,-2 4 0 15,-4 0 0-15,4 0 0 0,-5 4 0 16,-1-1 0-16,7 5 0 0,-6-5 0 0,-1 4 0 16,0 1 0-16,2 4 0 0,4-6 0 0,-5 2 0 15,0-1 0-15,-7 1 0 0,6-2 0 16,1 1 0-16,-7-2 0 0,6-2 0 0,-6 1 0 16,0-1 0-16,0-3 0 0,0 0 0 0,0-3 0 15,0-1 0-15,0 0 0 0,0-4 0 16,0 2 0-16,0-5 0 0,0 0 0 0,0 0 0 15,0 0 0-15,-6-5 0 0,6-1 0 16,-7-2 0-16,1 2 0 0,6-6 0 0,-7-3 0 16,0 1 0-16,1-1 0 0,0-3 0 15,6-1 0-15,-8 1 0 0,8-4 0 0,0 4 0 16,0-5 0-16,8 6 0 0,-8-3 0 0,6 3 0 16,7 2 0-16,-6 0 0 0,6 5 0 15,-1-5 0-15,2 4 0 0,5 0 0 0,1 4 0 16,-8 0 0-16,8 2 0 0,0 2 0 15,-7-1 0-15,0 4 0 0,0 0 0 0,-1 0 0 16,2 4 0-16,-1-1 0 0,0 5 0 0,-7 3 0 16,1-4 0-16,6 4 0 0,-6 1 0 0,-1 2 0 15,0 1 0-15,1 0 0 0,0-5 0 16,-1 5 0-16,0 0 0 0,1-1 0 0,-1 1 0 16,1-1 0-16,0-3 0 0,-1 1 0 15,0-2 0-15,2 1 0 0,4-3 0 0,-6 0 0 16,1-6 0-16,6 3 0 0,0-2 0 0,1-3 0 15,-2 0 0-15,1-3 0 0,0-2 0 16,0-2 0-16,1 0 0 0,-2-4 0 0,2 4 0 16,-8-8 0-16,7 4 0 0,-7-3 0 15,1-5 0-15,0 2 0 0,-1-2 0 0,0 1 0 16,-6 3 0-16,0-4 0 0,-6 4 0 0,6 1 0 16,-6-1 0-16,-1 5 0 0,-6-2 0 15,0 5 0-15,0 0 0 0,0 3 0 0,0 1 0 16,0-1 0-16,0 4 0 0,-7 0 0 15,8 4 0-15,-2-1 0 0,1 1 0 0,0 3 0 16,-6 0 0-16,13 5 0 0,-8-2 0 0,1 1 0 16,0 4 0-16,6 0 0 0,1 3 0 15,0-4 0-15,-1 5 0 0,7-1 0 0,-7 1 0 16,14 3 0-16,-7-8 0 0,7 5 0 16,-1-1 0-16,0-4 0 0,7 1 0 0,1 0 0 15,-2-4 0-15,8 4 0 0,0-5 0 0,5-2 0 16,1 3 0-16,1-3 0 0,5-2 0 15,1-2 0-15,-7 0 0 0,6-1 0 0,1-3 0 16,-1 0 0-16,-5-3 0 0,-1 3 0 0,0-4 0 16,-7 0 0-16,1-2 0 0,-8 1 0 15,2 2 0-15,-1-1 0 0,-6 0 0 0,-1 4 0 16,1-3 0-16,-7-1 0 0,0 0 0 16,0 1 0-16,-7-1 0 0,1 1 0 0,-1-1 0 15,0-4-61-15,-5 5-373 0,-2-1-159 0,8 1-202 16,-7-5-213-16,0 1-107 0,6 3 3 15,-5-4 66-15,-2 1 142 0,8-4 224 0,0 4 267 16</inkml:trace>
  <inkml:trace contextRef="#ctx0" brushRef="#br0" timeOffset="171852.65">23218 16240 212 0,'6'-4'319'0,"-6"-3"43"15,6 0 0-15,-6-1-26 0,0 0-22 0,8 1 26 16,-8 0 61-16,6 0 35 0,-6-1 17 16,6-2-2-16,-6 2-21 0,0-3-50 0,-6 4-76 15,6-4-51-15,-6-1-38 0,-2 2-25 16,2 3-22-16,-7-1-21 0,0-4-11 0,0 10-11 15,0-5-10-15,0 3-5 0,-7 0-5 16,1 4-2-16,-1 4-5 0,-6-4-6 0,7 7-5 16,-1 4 2-16,0 1 3 0,2 2 5 15,4 1 8-15,-5 6 7 0,5 2 14 0,8 2 5 16,-6 4 3-16,12 1 3 0,-8 2-13 0,8 2-124 16,0 1 0-16,8-1 0 0,-2-1 0 15,6 0 0-15,-5 0 0 0,6 1 0 0,6-6 0 16,1-2 0-16,0-1 0 0,6 2 0 15,-7-6 0-15,7-3 0 0,7 1 0 0,-7-8 0 16,7 0 0-16,-1 0 0 0,1-8 0 0,-1 1 0 16,1-4 0-16,-7-7 0 0,0-1 0 0,-6 1-190 15,-1-4-216-15,1 0-102 0,0 1-118 16,-8-5-115-16,8-4-121 0,-1 1-121 16,-5-4-11-16,5 3 63 0,-6-2 133 0,0-1 161 15,0 0 192-15</inkml:trace>
  <inkml:trace contextRef="#ctx0" brushRef="#br0" timeOffset="172214.7">23628 16376 327 0,'-7'-11'488'0,"7"0"110"0,-6 0 117 0,0-1-25 0,-1 2-67 31,0-2-65-31,-5 5-59 0,5 0-70 0,-6 4-81 16,0-2-58-16,0 2-45 0,-6 3-32 16,5 3-18-16,-5 2-14 0,6 1-12 0,-6 2-11 15,-1 3-14-15,6 3-7 0,2 1-11 16,-1 4-13-16,-1 2-8 0,8 1-10 0,0 0-9 15,-1 4-5-15,7-3-8 0,0 2-2 0,7-3-5 16,-1 3-7-16,0-3-4 0,8 1-5 16,-1-6-3-16,6 1-3 0,-6-2-5 0,7-2-1 15,-1-2-2-15,1-5-36 0,0 0 0 16,5-4 0-16,1-3 0 0,-6 0 0 0,6-7 0 16,-7 4 0-16,7-9 0 0,-12 5 0 0,-2-4 0 15,2-3 0-15,-1-1 0 0,-7 0 0 16,0-4 0-16,-6-2 0 0,-6-5 0 0,0 1 0 15,-1-1 0-15,-6 0 0 0,0 0 0 16,-7 5 0-16,1 3 0 0,-1 3 0 0,1 0 0 16,-7 8 0-16,6 0 0 0,-6 2 0 0,6 2 0 15,1 3 0-15,6 0-207 0,0 3-202 16,1 2-94-16,4-3-116 0,8 3-143 0,0 2-138 16,8-3-99-16,-2-4-8 0,7 4 67 15,0-4 135-15,0 0 192 0,7-4 207 0</inkml:trace>
  <inkml:trace contextRef="#ctx0" brushRef="#br0" timeOffset="172999.64">23752 16312 385 0,'6'-3'658'15,"-6"0"117"-15,0-1 94 0,7-3 6 0,-7 4-143 16,0-2-162-16,0 2-150 0,0 3-105 16,0-4-87-16,0 4-67 0,6 0-53 0,-6 4-30 15,7-1-5-15,-7 5 9 0,6 3 8 0,0 4 6 16,2-1 2-16,-2 5-9 0,0-1-8 0,1 3-11 0,0-2 0 15,-1 6-1-15,0-3 4 0,1 0 16 16,-1 3 5-16,8-2 8 0,-8-1-2 0,0-4 6 16,8 0-1-16,-8 1-9 0,0-4 3 15,1-5 6-15,0 2 13 0,-7-5-6 0,6 1-112 16,-6-5 0-16,0 1 0 0,0-1 0 0,0-6 0 16,0 3 0-1,0-4 0-15,0-3 0 0,-6 0 0 0,-1-4 0 16,0-1 0-16,1-2 0 0,0-4 0 0,-1-5 0 15,0 2 0-15,1-1 0 0,6-4 0 16,-6 5 0-16,6-6 0 0,0 5 0 0,0 0 0 16,0 0 0-16,6 4 0 0,0-1 0 0,1 1 0 0,0 4 0 15,5-1 0-15,2 5 0 0,-1-2 0 16,7 1-19-16,-8 4 0 0,1 0 7 0,0 3 5 16,6-4 2-16,-5 5 2 0,-2 3 1 15,8 0 0-15,-7 3 0 0,7 2 2 0,-8-2-2 16,2 4-1-16,5 0 1 0,-5 4 2 15,-2 0 1-15,-5 4 5 0,6 0 8 0,-7-1 11 16,8 4 7-16,-8 1-32 0,1-1 0 0,-1 1 0 16,0-1 0-16,2 1 0 0,-2-5 0 15,0 4 0-15,-6-3 0 0,6-4 0 0,-6 4 0 16,8-7 0-16,-8 2 0 0,0-3 0 0,0 1 0 16,0-5 0-16,0 1 0 0,0 0 0 15,0-1 0-15,0-3 0 0,0 0 0 0,0 0 0 16,0-3 0-16,-8-1 0 0,8-3 0 15,-6-4 0-15,0 0 0 0,0 0 0 0,6-8 0 16,-8 2 0-16,2-10 0 0,6 2 0 0,-6-1 0 16,6-3 0-16,6 0 0 0,-6 3 0 15,6 1 0-15,8 2 0 0,-8 2 0 0,8 2 0 16,5 4 0-16,-6 0 0 0,6 1 0 16,1 6 0-16,-1-2 0 0,1 5 0 0,0 2 0 15,-1 3 0-15,-6 0 0 0,6 8 0 0,-5-1 0 16,-2 4 0-16,2 8 0 0,-1-5 0 15,-7 8 0-15,7 0 0 0,-6 3 0 0,-1 0 0 16,0 6 0-16,-6-2 0 0,8 0 0 16,-8-3 0-16,0-1 0 0,6 2 0 0,-6-2 0 15,0-3 0-15,0-5 0 0,0 2 0 0,0-4 0 16,0 0 0-16,0-5 0 0,0-2 0 16,0-1 0-16,0-3 0 0,0-4 0 15,0 0 0-15,0-4-164 0,0 0-377 0,0-7-239 16,0 5-276-16,6-10-132 0,1 2-6 0,-1-1 70 15,7 1 161-15,-6-5 235 0,5 5 310 16</inkml:trace>
  <inkml:trace contextRef="#ctx0" brushRef="#br0" timeOffset="173503.23">24840 16251 242 0,'-14'-3'460'16,"2"-5"70"-16,-2 1 70 0,1-1 11 0,7 5-60 16,-1-5-59-16,1 0-39 0,6 6-24 15,-7-3-36-15,7 2-58 0,-6 3-70 0,6 0-52 16,0 0-30-16,0 3-11 0,6 2 3 16,-6 5 10-16,7 5 15 0,-1 7 20 0,7 0 14 15,-6 7 4-15,5 4 1 0,-4 4-2 16,4-1-8-16,2 5-19 0,-8-1-115 0,7-3-95 15,0 3 0-15,-6-4 0 0,5 1 0 0,-5 0 0 16,6-8 0-16,-7 0 0 0,1-3 0 16,0-5 0-16,-7-2 0 0,6-4 0 0,-6 0 0 15,7-8 0-15,-7-3 0 0,0-1 0 0,-7-3 0 16,7-3 0-16,-6-1-129 0,-1-3-239 16,0-5-96-16,-5-2-135 0,5 0-144 15,0-5-147-15,1 2-123 0,0-3-11 0,-1-2 59 16,0 4 133-16,1-3 179 0,-1-2 208 0</inkml:trace>
  <inkml:trace contextRef="#ctx0" brushRef="#br0" timeOffset="173795.94">24729 16349 244 0,'-7'-18'519'0,"1"-1"115"0,-1 5 95 16,7-4 15-16,0 3-112 16,7 1-108-16,-1-4-79 0,7 3-79 0,1-4-64 15,5 5-44-15,7 0-36 0,0-2-29 16,0 2-23-16,13 3-19 0,-7 4-19 0,7-1-18 15,1 8-15-15,-1 0-21 0,0 0-19 0,-7 8-12 16,7-1-10-16,-13 4 2 0,7 0 6 16,-13-1 15-16,0 5 16 0,-8 0 20 0,-6-1 22 15,2 2 17-15,-8 2 12 0,0-3 5 16,-14 3 2-16,2 1-1 0,-2-2-5 0,-5 3-6 16,-1-6-115-16,-6-1-27 0,0 3 0 0,-1-5 0 15,2-1 0-15,-1 2 0 0,0-1 0 16,0-4 0-16,-1 0 0 0,9 0 0 0,-2 1 0 15,0-4 0-15,7-1 0 0,0 1 0 16,0-1-169-16,7 1-179 0,6-4-102 0,0-4-138 16,0 1-147-16,6-4-152 0,7-5-137 15,0 2-18-15,7-5 67 0,-7 1 146 0,13-5 182 16,-7 1 209-16</inkml:trace>
  <inkml:trace contextRef="#ctx0" brushRef="#br0" timeOffset="174409.67">25321 15914 49 0,'6'-10'553'0,"2"-2"157"16,-8 1 116-16,0 0 93 0,6 0-59 0,-6 4-144 15,0-1-149-15,6 1-128 0,-6 3-98 16,0 1-83-16,0 3-53 0,0 0-34 16,0 7-13-16,0 0 15 0,0 8 26 0,0 3 35 15,0 4 23-15,0 8-5 0,0 2-24 16,0 1-152-16,0 7-76 0,0 1 0 0,0 7 0 15,0-4 0-15,0 3 0 0,0 1 0 0,7-1 0 16,-1-2 0-16,1-1 0 0,0-8 0 16,5 1 0-16,2-4 0 0,5-4 0 0,-6-7 0 15,6 0 0-15,1-7 0 0,0-5 0 16,-1-2 0-16,7-8 0 0,-6 0 0 0,6-8 0 16,-1-2 0-16,-5-2 0 0,7-6 0 0,-1-4 0 15,-7 0 0-15,1-3 0 0,-1-5 0 16,0 1 0-16,-11-4 0 0,4 4 0 0,-5 3 0 15,-7 1 0-15,0 6 0 0,0 1 0 16,-7 3 0-16,-5 1 0 0,4 7 0 0,-4-5 0 16,-1 9 0-16,0-1 0 0,6 0 0 0,-6 1 0 15,0 6 0-15,0-3 0 0,6 8 0 16,-5-1 0-16,5 1 0 0,1 6 0 0,-1 0 0 16,0 5 0-16,7 3 0 0,-6 0 0 15,6 4 0-15,0-5 0 0,0 5 0 0,6-1 0 16,-6-3 0-16,7 0 0 0,0 1 0 0,-1-4 0 15,1-2 0-15,12-2 0 0,-6-1 0 16,13-3 0-16,0 1 0 0,7-5 0 0,-1-4 0 16,1 1 0-16,6-4 0 0,-7-4 0 15,1 4 0-15,-1-3 0 0,-6 0 0 0,1-1 0 16,-7-1 0-16,-2-2 0 0,2 4 0 0,-13-1 0 16,6 0 0-16,-6 1 0 0,-1-1 0 15,-6 1 0-15,6-1 0 0,-6-3 0 0,-6-1-345 16,6 1-193-16,0-3-164 0,0-2-186 15,6-3-187-15,-6 5-38 0,7-5 41 0,0 3 119 16,5-2 175-16,-5-1 233 0</inkml:trace>
  <inkml:trace contextRef="#ctx0" brushRef="#br0" timeOffset="174681.21">26396 16130 548 0,'0'-12'761'0,"0"-2"131"0,0 3 93 16,0-1-13-16,0 3-188 0,0 5-217 15,-6-3-147-15,-1 2-105 0,0 5-61 0,1 5-40 16,-7-2-23-16,-1 5-5 0,2 6 3 0,-1-2 2 16,0 5 2-16,0 5-6 0,-1 0-10 0,2 4-20 15,-2 3-149-15,2 5-8 0,-1-2 0 16,-1 0 0-16,2 2 0 0,-2-1 0 0,2 0 0 16,-2-8 0-16,1 5 0 0,1-8 0 15,-2 4 0-15,8-8 0 0,0-3 0 0,-1-1 0 16,0-7 0-16,1 1 0 0,6-5 0 0,-7-3-292 15,7 0-99-15,0-7-94 0,0 0-115 0,7-4-120 16,-7-1-127-16,6-5-125 0,1 2-15 0,0-3 56 16,-1-4 127-16,0 3 160 0,-6-3 196 15</inkml:trace>
  <inkml:trace contextRef="#ctx0" brushRef="#br0" timeOffset="174946.85">26045 16229 51 0,'-14'-11'561'0,"8"4"176"0,-7 0 120 0,6-1 87 15,7 0-69-15,-7 5-144 0,7-1-161 0,-6 0-138 16,6 1-87-16,6 0-54 0,-6 3-35 16,7 3-24-16,6 0-12 0,-6 1 0 0,5 7 5 15,8 1-1-15,-6-2-9 0,5 9-25 16,1-1-175-16,-1 0-15 0,0 5 0 0,1-3 0 16,7 3 0-16,-9-2 0 0,2 2 0 0,-1-1 0 15,1 0 0-15,0-3 0 0,-1-2 0 16,-5 3 0-16,4-6 0 0,2-1 0 0,-7-1 0 15,1-1 0-15,-2-3 0 0,-6-2 0 16,8-1 0-16,-8-5 0 0,1 0-8 0,-7 0-307 16,0-5-85-16,7-1-113 0,-7-2-147 0,6-3-167 15,-6-1-180-15,7 2-44 0,-1-5 28 16,0-3 104-16,8 4 168 0,-2-5 213 0</inkml:trace>
  <inkml:trace contextRef="#ctx0" brushRef="#br0" timeOffset="175214.78">26558 16192 210 0,'-6'-11'700'0,"0"4"172"0,-1 0 110 15,7 2 76-15,-6-2-134 0,6 4-226 0,0-1-200 16,0 4-126-16,0 4-65 0,0 3-31 16,6 5-7-16,-6 2-3 0,7 5-5 0,-1 2-15 15,0 5-27-15,2-1-186 0,-2 1-33 16,-6 1 0-16,6 0 0 0,1 0 0 0,-7-2 0 15,6-3 0-15,-6 0 0 0,7-3 0 0,-7-4 0 16,0-1 0-16,0-8 0 0,0 3-109 0,0-1-245 16,0-8-100-16,0-5-135 0,0 2-149 15,-7-8-162-15,7 0-126 0,0-8-15 16,0 1 64-16,0-4 137 0,0-4 182 0,0-3 216 16</inkml:trace>
  <inkml:trace contextRef="#ctx0" brushRef="#br0" timeOffset="175339.74">26623 15877 539 0,'-12'-10'700'16,"-1"-2"91"-16,0 1 49 0,0 4-77 0,-1 0-213 15,2 3-203-15,5 1-173 0,1-2-151 0,-1 2-174 16,1 6-208-16,12 2-252 0,-6-2-133 16,13 1-54-16,0 3 24 0,1 0 107 15,5 1 170-15</inkml:trace>
  <inkml:trace contextRef="#ctx0" brushRef="#br0" timeOffset="175907.55">26806 15723 257 0,'-6'-11'427'0,"6"4"67"15,-7-5 77-15,1 2-9 0,6 3-37 16,-6-1-32-16,6 1-28 0,0 0-33 0,0 3-51 15,0 1-85-15,0 3-76 0,0 0-35 16,0 7-9-16,6 0 15 0,0 11 33 0,1 1 43 16,-1 6 38-16,1 8 16 0,6 0 8 15,-7 8 4-15,8-1-25 0,-2 8-41 0,-5-1-105 16,0 0-162-16,5 2 0 0,-5-2 0 16,-1 0 0-16,8 2 0 0,-8-2 0 0,0-6 0 15,1-2 0-15,0-2 0 0,-1-7 0 16,0-5 0-16,1-3 0 0,-7-4 0 0,0-7-241 15,6 1-201-15,-6-9-137 0,0-3-156 0,-6-3-158 16,6-9-151-16,0-3-24 0,-7 1 56 16,1-4 130-16,0-8 187 0,-8 4 209 15</inkml:trace>
  <inkml:trace contextRef="#ctx0" brushRef="#br0" timeOffset="176478.7">26748 16185 296 0,'-13'-4'581'0,"0"0"136"0,6 1 104 16,0-4 19-16,1-1-124 0,6 1-122 0,6 0-128 15,8-1-111-15,-1 1-84 0,6 0-62 16,8 2-45-16,-2-1-25 0,7 2-13 0,2 0-9 16,-2 1-8-16,7 0-1 0,0-2-3 15,-7 5-6-15,7 0-3 0,-5 0-2 0,-9 5 0 16,1-2-5-16,0 4 3 0,-13 0 9 0,7 8 17 16,-6 0 20-16,-8 2 27 0,0 2 17 15,0 4-3-15,1-2-169 0,0 5-10 0,-1-4 0 16,-6 0 0-16,7 4 0 0,-1-8 0 15,0 4 0-15,8-4 0 0,-8-4 0 0,7 1 0 16,0-4 0-16,0-3 0 0,7-5 0 16,0 1 0-16,-1-4 0 0,1-4 0 0,6-3 0 15,-7-4 0-15,1 0 0 0,-8-7 0 16,8 0 0-16,-7-4 0 0,0-4 0 0,-6 1 0 0,-1-5 0 16,1 4 0-16,-1-4 0 0,-6 9 0 15,0-2 0-15,-6 2 0 0,6 7 0 16,0-1 0-16,0 4 0 0,-7 3 0 0,7 1 0 15,7 7 0-15,-7 0 0 0,0 7 0 0,6 4 0 16,-6 3 0-16,7 5 0 0,-1 6 0 0,0 1 0 16,-6 8 0-16,8 2 0 0,-8 1 0 15,6-1 0-15,-6 1 0 0,0 3 0 16,-6 1 0-16,6-4 0 0,0 0 0 0,-8 2 0 16,2-2 0-16,0-5 0 0,-1 2 0 0,-6-5 0 15,0-3 0-15,0-4 0 0,0-1 0 16,0-3 0-16,-6-6 0 0,6-1 0 0,-1 0 0 15,2-8 0-15,-8 2 0 0,7-2 0 16,0-3 0-16,0 4 0 0,-7-4 0 0,8 0 0 16,-2 0 0-16,1-4 0 0,0 4 0 15,0-3 0-15,-7 3 0 0,8-5 0 16,-8 2 0-16,7-1 0 0,1-3 0 16,-2 3 0-16,1-3 0 0,0 0-48 0,6-5-486 15,7 1-249-15,0 2-294 0,0-8-132 16,0 0-4-16,7 2 71 0,-7-7 156 0,6-3 242 15,-6-2 326-15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31:24.88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17454 3824 248 0,'0'0'471'16,"-6"4"100"-16,6-4 108 0,0 0-9 15,-7 0-58-15,7 0-96 0,0 0-88 0,0 4-91 16,0-4-98-16,0 0-86 0,0 3-59 16,7 1-22-16,-7 3 1 0,0 1 6 0,0 2 8 15,6 5 14-15,-6 0 13 0,6 4 3 16,-6 2-5-16,0 2 1 0,7 2-4 16,-7 0-7-16,0 2-10 0,0-2-6 0,0 1-13 15,0-1-13-15,0 1-14 0,0-3-9 16,0-3-7-16,0-1-13 0,0-4-3 0,0 0-5 15,0-1 3-15,0-3-1 0,0-4 13 16,-7 0 20-16,7-3 27 0,0 0 27 0,0-1 20 16,0-3 17-16,0 0 3 0,-6 0-9 15,6-3-18-15,-6-5-25 0,-1 1-20 16,7-4-20-16,-7 0-20 0,1-7-10 0,6 3-12 16,-6-4-4-16,6 1-3 0,0-4 2 15,0 4 0-15,0-3-4 0,6 2 4 0,0-3-3 16,1 4 1-16,0-4-2 0,5 3 2 15,1 1 0-15,1 0-1 0,-2 0 1 16,2 3 0-16,5 0-4 0,-6 5 0 0,0-2 1 16,7 5 3-16,-8 0-1 0,2 4 0 15,-1 3 4-15,7 0 0 0,-8 3-2 0,2 4-1 16,-8 0 1-16,7 5 2 0,0 3 0 16,-6-1 0-16,-1 1 3 0,0 6 0 0,0-3 0 15,-6 4-2-15,8 1 1 0,-8-1 0 16,0 0-1-16,6 0-1 0,-6-1 1 15,0 2 1-15,0-1-2 0,6-4 0 0,-6-4 0 16,0 4 0-16,0-6 0 0,7 2-1 16,-7-6-4-16,0 2-21 0,0-6-48 0,6 0-79 15,-6-1-106-15,0-3-147 0,0-3-199 16,7-5-216-16,0 1-184 0,-7-4-47 0,6-3 39 16,0 2 114-16,1-6 184 0,6 4 228 15</inkml:trace>
  <inkml:trace contextRef="#ctx0" brushRef="#br0" timeOffset="172.28">17923 4088 455 0,'0'0'633'0,"0"4"127"15,0-4 108-15,-6 3-42 0,6-3-138 0,0 0-141 16,0 0-136-16,0 0-117 0,6 0-99 16,0 0-64-16,8-3-53 0,-8 3-31 0,7-4-19 15,7 4-11-15,-8-3-18 0,8 3-39 16,-7-4-61-16,7 4-99 0,-8-3-142 0,2 3-172 15,-2-5-177-15,-5 5-142 0,0-3-30 16,-1 3 46-16,-12 3 116 0,6-3 161 16</inkml:trace>
  <inkml:trace contextRef="#ctx0" brushRef="#br0" timeOffset="375.41">17929 4253 357 0,'-6'7'538'0,"6"4"122"16,0-7 129-16,0-1-5 0,0 5-96 0,0-8-103 15,6 3-81-15,0-3-90 0,2 0-104 16,4 0-78-16,-5 0-64 0,6 0-39 0,6-3-33 16,-5 3-29-16,5-4-25 0,-6 0-20 15,6 4-9-15,1-3-6 0,-7-1-13 0,0 0-26 16,0 4-44-16,-6-3-71 0,-1-1-123 16,1 4-169-16,-7-3-214 0,0-1-201 15,-7 0-77-15,1 1 10 0,-1-1 87 0,1 0 153 16,6 1 213-16</inkml:trace>
  <inkml:trace contextRef="#ctx0" brushRef="#br0" timeOffset="735.2">18489 3879 406 0,'0'-15'650'0,"-6"5"108"0,-1-5 89 0,7 4-15 16,-6 0-124-16,6 1-182 0,-6-2-133 0,6 5-91 16,0-1-78-16,0 5-67 0,0-1-54 15,0 4-37-15,0 4-26 0,0-1-16 0,6 8 4 16,-6 5 17-16,6-2 16 0,1 7 13 16,-1 1 19-16,-6 8 15 0,7-4 10 15,0 7 7-15,-7-1 4 0,6 1 0 0,-6 1-5 16,6-1-10-16,-6-4-16 0,7-1-23 0,-7 3-19 15,7-6-16-15,-7-3-13 0,6-4-10 16,-6 1-9-16,0-5-11 0,6-3-30 16,-6 0-50-16,0-3-75 0,0-5-122 0,7 2-193 15,-7-10-236-15,6-3-234 0,1 1-114 16,0-7-11-16,5-1 76 0,2-7 167 0,-2 0 233 16</inkml:trace>
  <inkml:trace contextRef="#ctx0" brushRef="#br0" timeOffset="1110.95">18835 3891 192 0,'0'-7'523'0,"-7"2"134"0,0-3 102 0,1 5 5 15,0-1-86-15,6 4-149 0,-8 0-132 0,2 0-113 16,0 4-82-16,0 4-54 0,-1 0-26 16,0 6-20-16,7-3-10 0,-6 8-3 15,6 1-4-15,0 3-4 0,0 2-6 0,0 5 4 16,6-1-3-16,-6 1-6 0,14-1-4 15,-8-4 3-15,6 1 1 0,2-5 2 0,6 2 5 16,-1-4 1-16,1-5 0 0,6-3-1 16,-7-4 3-16,13-3-11 0,-5-4-12 0,5 0-2 15,1-7 3-15,-1-1 4 0,-6-3 6 16,1-4 24-16,-8 1 32 0,0-4 20 16,-5-5 15-16,-1 1 9 0,0 1 0 0,-7-9-12 15,-6 5-21-15,0-4-130 0,-6-1-5 16,-1 4 0-16,-6 1 0 0,-7 3 0 15,1 0 0-15,0 0 0 0,-1 7 0 0,-6 0 0 0,0 1 0 16,0 3 0-16,0 4 0 0,0-1 0 31,-1 5 0-31,2 3 0 0,-1 0-255 0,0 3-218 16,6 1-203-16,1 3-256 0,-1 0-179 16,0 5-43-16,8-2 41 0,-8 2 106 15,1 3 202-15,5-1 288 0</inkml:trace>
  <inkml:trace contextRef="#ctx0" brushRef="#br0" timeOffset="1992.1">17714 5209 109 0,'0'0'311'16,"0"-3"63"-16,0 3 15 0,0-4-3 15,0 0 37-15,0 1-13 0,0-6-9 16,0 7 6-16,0-6-13 0,0 5-27 0,0-5-39 16,0 2-35-16,0-2-41 0,-6 0-42 15,6 4-28-15,-6-3-26 0,-1 3-18 0,0-2-25 16,-6 1-15-16,7 5-16 0,-8 0-21 15,-4 0-5-15,4 5-4 0,-5-2 1 16,-7 8-4-16,6 0-4 0,-6 1 2 0,7 5-5 16,-7 2-10-16,6 3-8 0,1-1-3 15,5 5-4-15,2 0 3 0,4 3 4 0,8-3 11 16,0-1 13-16,0 1 10 0,8 0 15 16,4 0 9-16,2-5 6 0,5 1-1 0,1-3-2 15,-1-1-3-15,7 1-5 0,0-9-2 16,0 5-1-16,0-8-3 0,1 0 0 0,5 1-1 15,-6-4-1-15,-1-1-8 0,2-3-5 16,-7 0-7-16,6-3-11 0,-7-1-6 0,1 0-9 16,-8-2-7-16,2 1-4 0,-8 1-5 15,7 1-7-15,-6-5-25 0,-7 5-49 0,6-1-78 0,-6-3-100 16,0 4-135-16,0-2-186 0,0-2-221 16,0 4-211-16,0-5-61 0,0 1 25 0,0 0 97 15,7 0 171-15,-7-1 231 0</inkml:trace>
  <inkml:trace contextRef="#ctx0" brushRef="#br0" timeOffset="2210.82">18040 5400 33 0,'0'3'567'0,"-6"-3"167"0,6 0 126 0,-7 0 89 16,7 0-72-16,0 0-179 0,0 0-208 15,7 0-157-15,-1-3-120 0,1 3-85 0,5-4-56 16,2 4-30-16,-2-4-18 0,2 4-7 15,5-3-9-15,1 3-6 0,-8 0-19 16,8-4-35-16,-7 4-63 0,0-4-96 0,0 4-129 16,-7-3-153-16,2 3-147 0,-2-4-154 15,-6 0-49-15,0 4 37 0,-6 0 100 16,-8 0 139-16,1 4 156 0</inkml:trace>
  <inkml:trace contextRef="#ctx0" brushRef="#br0" timeOffset="2460.73">18034 5473 153 0,'-7'11'408'0,"7"0"84"0,-7-8 108 0,7 5 40 16,0-1 1-16,0-3-48 0,7 0-48 16,0-4-40-16,-1 3-74 0,7-3-107 0,0 0-82 15,0 0-58-15,7-3-41 0,-1-1-31 16,1 4-30-16,6-4-17 0,-7 1-14 0,1-1-6 16,0 1-8-16,-1-2-2 0,-6 2 5 15,0-1 6-15,0 1 7 0,-6-1 4 16,-1 0 5-16,-6 4-5 0,6-3-5 0,-6 3-10 15,0-4-12-15,0 4-19 0,0-4-28 16,0 4-45-16,-6-3-52 0,0 3-69 0,6-5-98 16,-7 5-135-16,0-2-155 0,7-3-164 15,-6 2-140-15,-1 0-36 0,7-2 46 16,-6 2 113-16,0-1 162 0,6 4 195 0</inkml:trace>
  <inkml:trace contextRef="#ctx0" brushRef="#br0" timeOffset="3831.6">18639 5081 222 0,'-6'0'324'16,"6"4"55"-16,-7-4-30 0,1 0-6 15,-1 0 7-15,0 0-8 0,1 0 12 0,6 0 14 16,-6 0 6-16,6-4-8 0,-6 4-27 15,-2-3-31-15,8-2-47 0,-6 2-47 0,6-4-30 16,0 3-19-16,-6-3-18 0,6 3-17 16,0-3-18-16,0 2-14 0,0-2-19 0,0-4-15 15,6 4-7-15,0-3-13 0,2-2-7 16,4 1-4-16,1-3-1 0,7 3-3 16,0-4-1-16,-2 5 2 0,-4-2 3 0,5 1 0 15,1 4-1-15,0 0-3 0,-1 2-4 16,-6 5-8-16,6 5-10 0,-5-2-1 0,5 8-1 15,-6 0 2-15,0 4-2 0,0 3 3 16,-6 0 3-16,-1 4 1 0,0 0-1 16,-6 3 2-16,0-2 2 0,-6 3-2 0,0-1 1 15,-8 1 0-15,2-1-1 0,-1 0-2 16,-7-2-1-16,0 3 0 0,-6-4-1 0,7 0 2 16,-1-4 0-16,1 1 3 0,-1-1 11 0,0-4 11 15,2 1 16-15,4-4 22 0,1 0 29 16,7-4 28-16,-1-3 22 0,0 0 18 15,1-1 6-15,6 1-2 0,0-4-11 0,0 4-16 16,6-8-22-16,1 4-31 0,6-4-95 16,0 4 0-16,7-3 0 0,6-1 0 15,0-3 0-15,7 3 0 0,-8 0 0 0,7 1 0 16,-5-5 0-16,5 5 0 0,-6-1 0 16,1 0 0-16,-1 1 0 0,0 0 0 0,-7-2 0 15,-5 2 0-15,4-1 0 0,-4 4 0 0,-1-3 0 16,-6-1 0-16,-1 0 0 0,1 1 0 15,-1 3 0-15,-6-4 0 0,0 0 0 0,0-4 0 16,0 6-197-16,-6-3-245 0,-7 2-204 16,6-5-252-16,-6 5-207 0,-1-5-59 15,2 1 38-15,-1-1 99 0,0 1 194 16,-6 0 275-16</inkml:trace>
  <inkml:trace contextRef="#ctx0" brushRef="#br0" timeOffset="11917.55">21661 3663 200 0,'0'0'409'0,"0"0"91"0,0-3 95 16,0 3-31-16,0-4 3 0,-7 0-62 0,7 4-72 15,0 0-77-15,0-4-85 0,0 4-94 16,0 0-65-16,0 4-27 0,-6 0 1 0,6 3 13 15,0 4 16-15,-6 4 20 0,6-1 11 16,0 4-2-16,-6-2-3 0,6 1-11 0,-8 2-9 16,8 3-9-16,-6 0-4 0,6 0-8 15,0 0-16-15,0 1-12 0,6-6-14 0,-6-2-13 16,8 0-13-16,-2-1-15 0,0 1-5 16,7-4-4-16,-6-4-1 0,6 0-12 0,-7-3-33 15,8-1-53-15,-2-3-84 0,1 0-130 16,0-7-173-16,0 0-202 0,-6 0-193 15,0-7-63-15,-1-1 17 0,-6-4 98 0,6-3 153 16,-12 0 202-16</inkml:trace>
  <inkml:trace contextRef="#ctx0" brushRef="#br0" timeOffset="12058.16">21707 3579 349 0,'-6'-15'508'0,"-2"4"91"0,2 0 89 15,0 1-38-15,-1-2-156 0,7 5-117 16,-6 0-87-16,6 3-98 0,0 0-111 15,6 4-119-15,1 4-132 0,5-4-160 0,2 7-158 16,-2-3-138-16,2 6-54 0,5-6 21 16,-5 8 80-16,-2-5 131 0</inkml:trace>
  <inkml:trace contextRef="#ctx0" brushRef="#br0" timeOffset="12259.85">21999 3717 508 0,'0'9'695'0,"0"-6"131"0,0 2 92 0,0-5-55 16,8 0-170 0,-2 0-186-16,-6-5-167 0,13 2-124 0,-7-2-94 15,14 1-56-15,-8 1-29 0,8 0-16 16,0 3-9-16,-1 0-17 0,1 0-43 16,0-4-84-16,-1 4-129 0,-6 0-166 0,6 0-191 0,-5 4-191 15,-8-4-64-15,1 0 26 0,-7 3 98 0,-7-3 149 16,1 7 182-16</inkml:trace>
  <inkml:trace contextRef="#ctx0" brushRef="#br0" timeOffset="12462.91">22052 3854 3 0,'-6'10'455'0,"-1"-3"132"0,7 1 122 0,-7 0 92 16,7-4-54-16,0-1-126 0,7-3-102 0,-7 4-100 16,13-4-91-16,-7 0-69 0,8 3-59 15,-2-3-43-15,8-3-36 0,-1 3-30 0,1 0-28 16,6-4-24-16,-7 1-17 0,7 3-9 15,-6-4-7-15,7 1-9 0,-9 3-22 0,-4-5-38 16,5 5-47-16,-5-3-82 0,-8-2-106 16,0 2-135-16,1 3-153 0,0-4-148 0,-7 1-93 15,0-1 4-15,0 1 66 0,-7-1 120 16,7 0 161-16</inkml:trace>
  <inkml:trace contextRef="#ctx0" brushRef="#br0" timeOffset="12759.66">22664 3616 221 0,'0'-7'612'0,"0"-1"133"0,0-3 112 0,0 3 88 16,0 2-159-16,0-3-183 0,0 2-147 0,0 4-122 16,0-1-103-16,-6 4-83 0,6 0-56 15,0 0-40-15,0 4-19 0,0 3-2 0,0 5 10 16,0 2 4-16,0 0 3 0,0 5 6 15,-6 3-4-15,6 3-7 0,0-3-9 16,-8 3-8-16,8 6-1 0,0-6-3 0,0-3-3 16,0 0 0-16,0 0-6 0,8 0-3 15,-8-4-4-15,0-3-2 0,6 0-6 16,-6-1-28-16,6-3-49 0,-6-3-67 0,6-2-94 16,1 3-135-16,-7-9-174 0,7 0-176 15,-1-4-149-15,1-1-37 0,5-1 39 0,-4-5 107 16,4 0 162-16,-6-4 195 0</inkml:trace>
  <inkml:trace contextRef="#ctx0" brushRef="#br0" timeOffset="13121.29">22989 3623 1 0,'0'-10'503'0,"-6"1"135"0,6 1 110 0,-6 2 85 16,-1-2-50-16,1 2-178 0,-8 1-163 15,8 1-120-15,0 4-105 0,0 0-73 0,-2 4-45 16,8 7-30-16,-6 0-4 0,0 5-14 15,-1 2-4-15,7 0-7 0,0 7-12 16,0 1-9-16,0 4-9 0,7-2 6 0,-1-2 4 16,0 1 6-16,8-2 13 0,-2-3 14 15,2-5 17-15,5 3 12 0,1-2 14 0,0-7 7 16,-1 0 2-16,1-4 3 0,6-7-1 16,0 0 6-16,-7 0 7 0,7-7 15 0,-6-1 15 15,-1-2 11-15,-6-5 11 0,6 1 5 16,-11-6-13-16,-2-2-22 0,0-3-28 0,-6-1-27 15,0-2-25-15,-12 2-23 0,4-4-16 16,-4 5-9-16,-8 3-6 0,7 0-2 0,-7 0-6 16,-6 2-3-16,7 6-3 0,-7 3-13 15,0 0-31-15,0 4-58 0,-1 4-75 0,1-1-85 16,-6 4-101-16,7 4-147 0,-2-4-192 16,-5 7-239-16,6-4-102 0,-1 4-7 15,1 2 53-15,0-3 131 0,0 2 210 0</inkml:trace>
  <inkml:trace contextRef="#ctx0" brushRef="#br0" timeOffset="13793.22">21713 4744 132 0,'6'-4'343'0,"1"-2"66"0,0-2 45 0,-7 4 19 15,6-4 7 1,-6 1-14-16,0 3-17 0,0-2-22 16,7 1-34-16,-7 2-51 0,0-1-69 0,0 4-60 15,0-3-45-15,0 3-38 0,0 0-37 0,-7 0-24 0,7 0-16 16,0 3-6-16,0 4 6 0,-6 1 21 0,6 3 20 15,-7 4 10-15,7 3 4 0,-7 4-1 16,1 0-8-16,0 3-19 0,6 1-15 0,0 0-5 16,-6 3-8-16,12 0 1 0,-6-3-2 15,6 0-4-15,0-4-3 0,1-1-8 0,6-3-6 16,0-2-7-16,-6-2-7 0,6 1-4 16,0-8-2-16,0 1-4 0,0-5-13 15,0 1-35-15,0-8-56 0,0 1-77 0,0-8-116 16,0-1-159-16,0-2-176 0,-6-4-168 15,-1-5-106-15,-6-3-7 0,0-2 68 16,0-5 135-16,0 0 177 0</inkml:trace>
  <inkml:trace contextRef="#ctx0" brushRef="#br0" timeOffset="13933.73">21817 4619 182 0,'-6'-10'542'0,"-1"-1"115"0,1 3 97 0,6-3 62 15,-6 4-153-15,-1-1-158 0,7 1-135 16,0 3-105-16,-7 1-94 0,14-1-87 0,-7 0-88 15,7 4-102-15,-1 4-117 0,13-4-150 16,-5 4-169-16,-2 3-166 0,8-3-55 16,-7 2 26-16,7-1 76 0,0 2 128 0</inkml:trace>
  <inkml:trace contextRef="#ctx0" brushRef="#br0" timeOffset="14130.22">22149 4740 70 0,'0'8'538'0,"0"-5"150"0,-6 1 113 16,6 0 79 0,0-4-99-16,0 0-166 0,6 0-166 15,1-4-146-15,0 4-106 0,-1-4-78 0,13 1-53 16,-5-1-30-16,6 4-23 0,-1-4-32 16,7 0-62-16,0 2-103 0,-7-3-135 0,7 2-170 15,-6 3-174-15,0-4-132 0,-7 0-26 0,-1 4 57 16,-5 0 108-16,-7 0 157 0</inkml:trace>
  <inkml:trace contextRef="#ctx0" brushRef="#br0" timeOffset="14364.5">22176 4868 132 0,'-7'11'498'0,"1"1"112"0,6-5 127 16,-7 0 100-16,14-3-125 0,-7 0-121 0,6-1-92 15,1 1-85-15,5-1-103 0,8-3-78 16,-6 5-55-16,5-5-38 0,7-5-22 15,-6 5-18-15,5-3-16 0,1 3-17 0,0-4-12 16,1 1-13-16,-8-1-12 0,0 4-10 16,1-4-7-16,-7 1-6 0,-6-1-5 0,-1 4-11 15,1-4-24-15,-1 4-32 0,-6-3-65 16,-6 3-96-16,6 0-140 0,-7-5-167 16,1 5-185-16,-1-2-153 0,1-3-32 0,-1 5 42 15,1-3 114-15,0 3 162 0</inkml:trace>
  <inkml:trace contextRef="#ctx0" brushRef="#br0" timeOffset="15205.74">23080 4623 7 0,'0'4'210'0,"0"-1"28"0,-6-3-3 0,6 4-30 16,0-4-19-16,0 4-11 0,0-4-1 16,0 3-1-16,-6-3-5 0,6 0-5 15,0 4-4-15,0-4-6 0,0 0-7 0,0 0 0 16,0 0 5-16,0 0 15 0,0 0 30 16,0 0 34-16,0 0 38 0,0 0 23 0,0 0 18 15,0 0 1-15,0-4-18 0,0 4-35 16,0-3-38-16,0-1-35 0,0 0-28 15,0 1-20-15,0-5-15 0,0 0-7 0,-6 1-9 16,6 1-2-16,0-2-4 0,0-3-13 16,-7 4-13-16,7-4-15 0,-7-4-14 0,1 4-14 15,-1 0-13-15,1 0-5 0,0 1-4 16,-2-2-1-16,-4 5 0 0,-2 0-3 16,2-1-3-16,-1 5-5 0,-7 3 2 0,0 0-2 15,-5 3 2-15,5 1 1 0,-6 3 0 16,6 1 3-16,1 2-2 0,-1 1-2 0,8 0-2 15,-2 4 3-15,8-4 1 0,-1 4 1 16,7 0 3-16,0-1-2 0,7-3 3 0,-1 4-3 16,8-1 2-16,5-3 19 0,0 1-8 15,8 2-3-15,-1-3-3 0,0 0-2 0,-1 0-5 16,8 0-18-16,-7 0 9 0,0 1 7 16,0 2 7-16,-6-3 6 0,-1 3 2 15,-5-3-2-15,-2 3 0 0,2-2 3 0,-14 2-5 16,6-3-1-16,-12 4 6 0,-1-4 13 15,0 0 14-15,-13 1 7 0,8-2 13 0,-14 1 9 16,7-3 6-16,-1-5 5 0,-6 4 8 0,-1-7 22 16,9 0 27-16,-2-3 29 0,0-1 21 0,7 1 14 15,-7-8-88-15,14 0-116 0,-7-4 0 16,6 0 0-16,7-4 0 16,0-2 0-16,7-2 0 0,0 2 0 15,5-1 0-15,8-4 0 0,6 4 0 0,-7 0 0 16,7 4 0-16,7-1 0 0,-7 1 0 15,7 4 0-15,-7 2 0 0,6 1 0 0,-12 4 0 16,-1 0 0-16,1 4-32 0,-14 3-360 0,8 0-84 16,-14 0-111-16,0 3-153 0,-7 4-217 15,0 0-93-15,-5 1 3 0,-8 2 51 16,1 2 129-16,-7-1 201 0</inkml:trace>
  <inkml:trace contextRef="#ctx0" brushRef="#br0" timeOffset="15706.34">22039 5810 198 0,'-7'-4'433'0,"7"-3"93"15,-6 3 117-15,-1-3 18 0,7 3-42 0,-6-2-60 16,0 1-55-16,-2 2-65 0,2-1-94 16,0 4-89-16,0 0-63 0,-8 4-40 0,8-1-26 15,-7 5-8-15,6 3 5 0,-6 3 0 16,1 1 8-16,4 6 5 0,2 2 6 16,-7-2 9-16,7 2 3 0,6 3 3 15,0-1-10-15,-7-3-4 0,14 5-11 0,-7-6-19 16,6 1-21-16,1-4-17 0,-1-3-17 0,8-1-16 15,-2 1-16-15,8-4-9 0,-7-4-9 16,7 1-23-16,-8-5-46 0,8-3-75 0,-1-3-91 16,1-5-115-16,0 1-151 0,-1-1-176 15,-6-6-187-15,0-1-138 0,0-3-23 0,-6-4 55 16,-1 0 121-16,-6-4 177 0,0-2 224 16</inkml:trace>
  <inkml:trace contextRef="#ctx0" brushRef="#br0" timeOffset="15862.57">22046 5671 21 0,'-14'-11'537'0,"8"4"131"16,-1-4 95-16,1 3 77 0,6-3-65 16,-6 8-190-16,6-6-181 0,-8 7-125 0,8-2-90 15,0 4-93-15,8 0-106 0,-2 0-127 16,0 0-156-16,7 4-188 0,1-2-222 16,4 3-102-16,-4 2-9 0,6-3 63 0,-1 3 124 15,-6 1 171-15</inkml:trace>
  <inkml:trace contextRef="#ctx0" brushRef="#br0" timeOffset="16066.26">22287 5854 60 0,'-8'11'584'0,"8"0"157"0,-6-3 114 16,6-1 87-16,0-4-63 0,0 1-166 16,0-4-188-16,6 4-178 0,2-4-76 0,-2 0-61 15,7 0-58-15,7 0-47 0,-1 0-36 16,0-4 25-16,8 0-42 0,-1 1-51 15,0 3-70-15,-7 0-85 0,7-5-129 0,-6 5-159 16,-7-2-183-16,0-3-166 0,0 5-117 16,-7 0-12-16,-6 0 79 0,-6 0 130 0,-7 0 173 15</inkml:trace>
  <inkml:trace contextRef="#ctx0" brushRef="#br0" timeOffset="16288.96">22287 6011 92 0,'-8'11'488'0,"2"-3"130"0,6-2 138 0,-6-1 109 15,6 2-103-15,6-7-114 0,0 4-100 16,2-4-100-16,4 0-108 0,8 0-83 0,-1 0-56 16,1 0-42-16,6-4-25 0,0 0-22 15,1 1-23-15,5 3-23 0,-7-5-19 16,-5 3-13-16,6-2-14 0,-6 0-8 0,-1 4-5 16,-5-4-3-16,-8 1-2 0,0 3-4 15,1-4-9-15,-7 4-25 0,0 0-38 16,0-4-56-16,-7 4-80 0,1 0-118 0,6-2-160 0,-13-3-198 15,6 1-182-15,1 1-62 0,-7-5 19 16,6 1 88-16,-6 0 152 0,7-1 213 0</inkml:trace>
  <inkml:trace contextRef="#ctx0" brushRef="#br0" timeOffset="17378.14">23009 5667 180 0,'0'0'290'15,"0"-4"42"-15,0 1-26 0,6 3-7 16,-6-4-31-16,0 1-25 0,8-2-20 0,-8 2-18 16,0 3-24-16,6-3-20 0,-6-1-12 15,6 0 2-15,-6 1 18 0,0 3 13 0,7-4 24 16,-7 0 13-16,0 1 4 0,0-1-7 15,6-1-11-15,-6 3-2 0,0-2-9 0,0 0-8 16,7 1 2-16,-7-1 6 0,0 0-2 16,0 0-6-16,0 2-8 0,0-3-10 15,0 1-16-15,-7 1-19 0,7-1-22 0,-6 0-20 16,6 4-23-16,-7-3-18 0,1 3-14 16,0 0-14-16,-2 3-7 0,2 1-7 15,-6 3 0-15,-2 4 2 0,1 8 7 0,0-1 4 16,-6 7 8-16,5 1 10 0,2 4 7 0,-1 2 7 15,6 2 5-15,0-1 10 0,1 0 4 16,0-1-1-16,6 2 3 0,0-5 5 16,6 4-3-16,0-8-3 0,8 5-3 0,-8-8-2 15,13 0-2-15,-5 0-7 0,5-4-9 16,1-4-5-16,6-2-6 0,-6-5-5 0,5 0-8 16,-5-7-7-16,6 0-3 0,0-3-5 15,0-5-4-15,-7 1 8 0,8-8 17 0,-8 4 24 16,-6-3-55-16,1-1-1 0,-8 1 0 15,0-1 0-15,-6 4 0 0,-6-4 0 0,-8 0 0 16,2 4 0-16,-8 4 0 0,1 0 0 16,-7-1 0-16,6 5 0 0,-6-1 0 0,-1 4 0 15,2 4 0-15,5-4 0 0,0 3 0 16,2 2 0-16,-2 1 0 0,0-2 0 16,7 3 0-16,1 1-445 0,-2-1-188 0,8 4-208 15,-1-7-252-15,1 3-75 0,-1 1 27 16,0-1 95-16,-5 4 166 0,5-4 232 0</inkml:trace>
  <inkml:trace contextRef="#ctx0" brushRef="#br0" timeOffset="17968.12">21928 7136 353 0,'6'-4'548'15,"1"-3"135"-15,-7 4 118 0,0-2-21 0,0 2-115 16,0 3-113-16,0-4-114 0,0 4-127 16,-7 4-107-16,7-1-58 0,-6 5-34 0,6 7-7 15,-6 4 15-15,6 2 25 0,-6 5 23 0,6-1 5 0,0 5 3 16,0 2-5-16,0-1-18 0,0-2-20 16,6 0-26-16,-6-4-21 0,6 0-21 0,0-2-22 15,1 0-9-15,6-6-12 0,-6 1-7 16,5-7-4-16,-4 0-16 0,4-4-37 0,2-2-59 15,-2-2-83-15,1-6-110 0,1-2-161 16,-2-5-190-16,-6-1-196 0,2-7-135 16,-2-1-19-16,0-7 55 0,-6 0 133 0,0-6 184 15,-6-5 225-15</inkml:trace>
  <inkml:trace contextRef="#ctx0" brushRef="#br0" timeOffset="18093.05">21987 7011 267 0,'-14'-14'636'0,"2"3"101"0,5-3 91 0,1 2 71 15,-8 1-188-15,8 4-206 0,6-4-150 16,-6 8-94-16,6-2-90 0,0 2-75 0,6 3-85 16,0 0-104-16,8 0-145 0,-1 3-182 15,-1 5-211-15,8-4-169 0,6 3-54 16,-6 4 28-16,5-4 103 0,-5 0 160 0</inkml:trace>
  <inkml:trace contextRef="#ctx0" brushRef="#br0" timeOffset="18311.84">22358 7140 45 0,'0'7'581'0,"0"0"160"16,0-2 116-16,0-3 78 0,0 3-64 15,6-5-187-15,1-5-207 0,0 5-149 16,6-2-111-16,-1-3-77 0,8 2-61 0,0 3-35 16,-1-4-20-16,7 0-25 0,0 1-45 15,-6 3-85-15,6-4-143 0,-7 4-179 0,1-4-212 16,-7 4-182-16,0-3-62 0,-6 3 28 15,-7 0 108-15,0 0 162 0,-7 3 204 16</inkml:trace>
  <inkml:trace contextRef="#ctx0" brushRef="#br0" timeOffset="18530.43">22423 7301 10 0,'-6'15'514'0,"-8"-4"160"15,14 0 118-15,-6-4 100 0,0-3-45 0,6 3-141 16,6-3-144-16,0-1-128 0,1-3-94 15,6 4-79-15,7-4-53 0,-1 0-57 16,7 0-41-16,0-4-31 0,-6 4-24 0,13-3-21 16,-7-1-25-16,-1 1-2 0,1-1-3 15,-6-4-2-15,0 5 0 0,-1-1-7 0,-5-3-21 16,-2 4-33-16,-6-5-42 0,1 3-56 16,0-2-84-16,-7 4-119 0,0-5-133 0,-7 5-152 15,7-1-156-15,-7-3-80 0,1 3 14 16,0 1 87-16,6-2 134 0,-6 2 174 15</inkml:trace>
  <inkml:trace contextRef="#ctx0" brushRef="#br0" timeOffset="19443.24">23074 6938 165 0,'0'-3'348'0,"0"-1"64"0,0-4 34 0,0 5 12 16,-6-4-23-16,6 3-4 0,0 1-11 16,0-1-21-16,0 0-31 0,0 0-51 0,0 1-73 15,0 3-73-15,0 0-55 0,0 3-35 16,0 1-14-16,-6 7-8 0,6 3 10 16,-7 1 18-16,0 7 16 0,1 0 12 0,-1 5-4 15,1-2-9-15,0 4-7 0,-8 0-14 16,8 1-9-16,-8-1-10 0,8-3-4 0,-7 0 11 15,7-1 16-15,-1-3 22 0,0-5 26 16,7 2 32-16,-6-8 33 0,6 0 17 0,0 0 8 16,6-6-3-16,8-2-15 0,-1-3-24 15,-1 0-34-15,8 0-31 0,6-3-33 16,-6-2-25-16,5 2-21 0,2-2-16 0,-1 2-8 16,0-1-8-16,7-3-2 0,-7 3-3 15,6 1 2-15,-5-1-1 0,-9 1-7 16,9-5-14-16,-14 8-27 0,0-3-44 0,0-2-59 15,-6 2-76-15,-7 3-82 0,0-3-93 16,0-1-121-16,-7 0-131 0,0 1-126 0,-5-5-114 16,-2 4-60-16,1-3 28 0,7 4 107 15,-8-5 151-15,2 1 173 0</inkml:trace>
  <inkml:trace contextRef="#ctx0" brushRef="#br0" timeOffset="19677.62">23244 7132 131 0,'0'-7'573'0,"-6"-1"161"0,6-2 122 0,-8 6 97 16,8-3-112-16,0-1-155 0,-6 5-170 15,6 3-137-15,-6 3-75 0,6 1-41 0,-7 11-25 16,7 3-6-16,0 4 6 0,0 8 1 16,7-1-29-16,-7 3-39 0,0 5-35 15,6-1-31-15,-6-2-26 0,6-1-22 0,-6 0-16 16,8-3-15-16,-8-2-9 0,6-2-8 16,-6-4-4-16,6-4-1 0,-6-3-4 0,7-4-12 15,-7-4-32-15,0 1-61 0,0-5-90 0,0-3-108 16,-7 0-157-16,7-3-203 0,-6-5-246 15,0-3-155-15,-2 4-25 0,-4-4 47 16,-8 0 126-16,7-4 198 0,-13 5 268 0</inkml:trace>
  <inkml:trace contextRef="#ctx0" brushRef="#br0" timeOffset="20141.68">22058 8235 241 0,'-6'0'483'16,"6"3"92"-16,-6-3 100 0,-1 5 1 0,7-1-70 15,-7-1-88-15,7 0-60 0,-6 8-43 16,6 0-53-16,-7 1-38 0,1 6-31 15,6 1-17-15,-6 2-6 0,6 2-13 0,0 2-17 16,0 0-27-16,0 1-25 0,6-1-26 0,-6 1-36 16,6 0-29-16,7-4-25 0,-6 0-18 15,6-4-12-15,-7 0-16 0,8-3-8 16,-2-5-6-16,8-1-5 0,-7-6-18 0,0 1-41 16,6-8-57-16,-5 1-76 0,5-8-90 15,-6 0-126-15,0-3-158 0,1-6-156 0,-8-2-158 16,0-3-100-16,1-1-5 0,-1-4 80 15,-6-2 145 1,-6-1 180-16</inkml:trace>
  <inkml:trace contextRef="#ctx0" brushRef="#br0" timeOffset="20298">22149 8136 17 0,'-6'-7'466'0,"-7"-4"113"16,6 0 103-16,1 4 88 0,-7 0-64 0,7-1-154 15,6 1-123-15,-7 3-102 0,7 0-97 16,0 4-95-16,7 0-110 0,-1 0-134 0,7 4-171 15,0-4-212-15,6 4-200 0,1 3-96 16,-1-4-12-16,7 2 68 0,-6 2 135 0,7-4 191 16</inkml:trace>
  <inkml:trace contextRef="#ctx0" brushRef="#br0" timeOffset="20485.3">22560 8253 246 0,'-7'8'692'0,"7"-5"129"15,-6-3 101-15,6 4 72 0,0-8-153 0,6 4-233 16,1-3-192-16,0-1-118 0,5 0-93 16,2 1-70-16,5 0-49 0,1-6-34 0,0 6-26 0,5 0-24 0,-5-1-50 0,6 0-81 15,-7 1-131-15,1-1-167 0,-8 4-188 16,8-4-197-16,-6 4-102 0,-8 0 1 16,0 0 87-16,-6 0 141 0,0 4 179 0</inkml:trace>
  <inkml:trace contextRef="#ctx0" brushRef="#br0" timeOffset="20672.75">22625 8382 238 0,'-7'11'566'0,"1"0"141"0,-7-4 106 15,13 0 52-15,-6 1-120 0,6-5-121 0,0 0-123 16,6-3-120-16,0 5-92 0,7-5-79 16,1 0-66-16,6 0-52 0,-8 0-34 0,14-5-20 15,-7 5-15-15,1-3-12 0,0 3-32 16,-1-3-51-16,-5-1-86 0,5 0-144 15,-6 1-172-15,0-5-192 0,0 1-189 0,0 0-68 16,-7-1 26-16,8 1 109 0,-2 0 155 16,2-1 187-16</inkml:trace>
  <inkml:trace contextRef="#ctx0" brushRef="#br0" timeOffset="21313.26">23192 8210 39 0,'-7'-4'418'0,"1"-1"68"16,-1 3 70-16,0-2 84 0,1-3-72 0,6 3-101 16,-6-4-58-16,6 1-31 0,0 4-30 15,0-5-46-15,0 1-51 0,0-4-28 16,0 3-19-16,6-2-20 0,-6 2-24 0,6-3-28 31,1 4-23-31,0-4-18 0,-1 4-9 0,1-4-11 0,5 3-2 0,2 0-5 0,-2 1-8 31,2 1-4-31,-1 1-6 0,7-2-4 0,-2 3-6 0,2 1-1 0,0 0-1 0,6 3-3 32,-7 0 0-32,1 3-2 0,-1 0-1 0,-5 5-2 0,6 0-5 0,-8-2-3 0,1 9-3 15,0-4-1-15,0 4-2 0,-7 0 1 16,2-1 3-16,-8 1 10 0,0 3 14 0,0-4 12 15,-14 5 13-15,1 0 8 0,0-1 2 16,-6 3-7-16,-1-2-8 0,-6 3-9 0,7 0-8 16,-7 1-4-16,0-2-2 0,6 2 8 15,-7-2 2-15,9-3 11 0,4 1 13 0,-5-4 18 16,13-1 21-16,-8-3 29 0,8-3 23 16,-1 2-127-16,7-6-35 0,0 0 0 15,0-1 0-15,7-3 0 0,5 0 0 0,8 0 0 16,0 0 0-16,-1-3 0 0,7 3 0 15,1-4 0-15,-1 0 0 0,6 1 0 16,1-2 0-16,-1 3 0 0,7 2 0 0,-6-5 0 16,6 2 0-16,-13 3 0 0,6-8 0 0,-6 5 0 31,0-1 0-31,-6 0 0 0,-7 4 0 0,1 0 0 0,-2 0 0 0,-5 4 0 0,-1-4 0 16,1 0 0-16,-7 0 0 0,6 0 0 15,-12 0 0-15,6 0 0 0,-7 0 0 16,1 0 0-16,-1 0-81 0,-5 4-462 0,4-4-271 15,-4-4-301-15,-1 4-107 0,-1-4 9 0,-5 4 69 16,0-6 163-16,-1 2 271 0</inkml:trace>
  <inkml:trace contextRef="#ctx0" brushRef="#br0" timeOffset="26001.42">26337 3451 333 0,'0'-8'632'0,"-6"1"100"0,6 0 70 16,0-1-4-16,-6 6-153 0,6-3-210 0,0 1-151 15,-7 4-96-15,7 4-58 0,0 1-25 16,-7 5-13-16,7 4 3 0,0 5 8 0,0-1 19 16,7 4 3-16,-7 3-7 0,7 1-12 15,-7 3-8-15,0 5-14 0,6-5-14 0,-6 0-9 16,6 0-9-16,-6-3 6 0,0-1 2 16,0-2 5-16,6-5-3 0,-6-3 1 0,0-1 12 15,0-3 16-15,0-4 15 0,0 1 20 16,0-8 18-16,0 0 4 0,-6-4-13 0,6-3-28 15,-6-4-28-15,0-7-27 0,6 3-24 16,-7-7-9-16,0 0-7 0,7-3-5 16,0-1-2-16,-6 0-1 0,12-3-4 0,-6 3-2 15,7 3-1-15,0-2-3 0,-1 4 1 16,6-2 1-16,2 5-2 0,-1 0 3 16,7 3 0-16,-2 1 2 0,2-2-3 0,0 9 1 15,6-3 3-15,-7 6-2 0,8 0 1 16,-8 4-1-16,0 8 1 0,1-5-1 0,0 8 2 15,-1 5 7-15,-5-2 8 0,5 4 9 16,-6 4 10-16,-6 0 8 0,-1 0 2 0,0 0 1 16,1 3-5-16,0-2-4 0,-7-2-8 15,0 5-8-15,0-4-3 0,6-1-4 0,-6-1-6 16,0-3 0-16,0-1-6 0,0-2-15 16,0-3-38-16,0 1-65 0,6-6-93 0,-6-2-120 15,0 0-190-15,7-8-218 0,-7 0-222 16,7 1-119-16,-1-9-6 0,1 2 68 0,-1-5 164 15,7 1 218-15</inkml:trace>
  <inkml:trace contextRef="#ctx0" brushRef="#br0" timeOffset="26204.51">26937 3674 408 0,'6'3'720'0,"-6"-3"115"15,6 5 79-15,1-10 3 0,-7 5-133 16,6 0-225-16,8-3-162 0,-8-1-94 0,8 1-62 15,4-1-54-15,2 1-51 0,-1-1-42 16,1 0-33-16,0 0-18 0,6 1-24 0,-7-4-44 16,1 7-69-16,-1-4-105 0,1 0-136 15,0 1-176-15,-14-1-197 0,7 4-186 16,-6-4-56-16,-7 4 41 0,-7 0 102 0,0 0 158 16,-5 4 192-16</inkml:trace>
  <inkml:trace contextRef="#ctx0" brushRef="#br0" timeOffset="26407.65">27028 3777 371 0,'-7'11'560'0,"0"-1"105"16,7-1 106-16,-6-3-12 0,6-2-113 0,0 3-90 15,0-3-72-15,0-4-62 0,6 4-66 16,1-4-50-16,6 0-38 0,-6 0-39 0,13 0-41 16,-2 0-35-16,-4-4-34 0,5 0-33 15,1 1-29-15,0 3-32 0,-8-4-46 16,1 0-60-16,1 1-76 0,-2 0-101 0,2-2-162 15,-8 1-198-15,0 1-207 0,1-4-128 16,0-1-26-16,-1 1 45 0,7 0 134 0,-7-5 195 16</inkml:trace>
  <inkml:trace contextRef="#ctx0" brushRef="#br0" timeOffset="27425.21">27601 3513 141 0,'0'-4'328'0,"-7"1"32"16,1 3 15-16,6-4-108 0,0 4-66 0,-6-4-90 16,6 4-65-16,0-3-51 0,0 3-38 15,0 0-34-15,0 0-34 0,0 0-31 16,0 3-16-16,0-3-6 0,0 4 4 0,0-4 11 15,0 4 24-15,0-4 31 0,0 3 44 16,0 1 51-16,0-4 56 0,-8 0 58 16,8 4 57-16,0-4 53 0,-6 0 40 0,6 0 30 15,0 0 18-15,0 0 15 0,0 0 20 16,-6 0 7-16,6 0-5 0,0 0-15 0,0-4-30 16,0 4-42-16,-7 0-59 0,7 0-43 15,0 0-46-15,0 0-34 0,0 0-18 0,0 0-10 16,0 0 0-16,0 0 2 0,0 0 15 15,0 0 13-15,0 0 15 0,0 0 20 0,0-4 3 16,0 4-6-16,-6 0-7 0,6 0-4 16,0-3-5-16,0 3-16 0,-7 0-5 15,7 0-3-15,0 0-11 0,0-4-12 0,-6 4-13 16,6 0-9-16,0 0-8 0,-7 0-5 16,7 0-2-16,0-4-3 0,0 4-2 0,-6 0-2 15,6 0 6-15,0 0 11 0,0 0 11 16,0-3 17-16,0 3 22 0,0 0 15 0,0 0 5 15,0 0-2-15,0-4-5 0,0 4-11 16,0 0-18-16,0-3-11 0,0-1-9 0,0 4-7 16,6-4-6-16,-6 0-3 0,7 1-3 15,-1-1-4-15,-6 1-3 0,13-1-3 16,-6-4-3-16,-1 5-3 0,8-2-1 0,-2-2 1 16,1 4 0-16,1-1-1 0,-8 1-1 15,6-1 2-15,2 0-3 0,-1 4 3 0,0-2-1 16,-6 2-3-16,5 0 3 0,2 0-1 15,-8 0-1-15,7 2 0 0,-6 2-2 16,6 0 0-16,-7-1 0 0,0 1 0 0,1 3 1 16,0 4 1-16,-1 1 2 0,-6-2 4 15,0 5 1-15,-6 0 2 0,-1 2 0 0,0-1 1 16,-5-2-1-16,-1 4-4 0,-1-2-2 16,-5 1-1-16,6-2-1 0,-6 0 0 0,-1-4-2 15,6 0-1-15,2 0 2 0,-8-4 2 16,14 1-1-16,-7-5 3 0,7 1 1 0,-2-1 3 15,2-3-2-15,0 4 2 0,6-4 6 16,0-4 1-16,0 4 1 0,0-3-1 0,0-1 2 16,6 4-4-16,0-3-7 0,2-2-3 15,4 2-1-15,-5 3-3 0,6 0-2 16,6-4 2-16,-5 8-4 0,-2-4 1 0,8 3-1 16,-7 2 3-16,0-2 0 0,6 4-1 15,-5 1 8-15,-1 3 4 0,-1-1 6 0,-5 6 9 16,0-5 7-16,-1 4 10 0,-6 2 6 15,0-2 6-15,0 0 1 0,-6 3 0 16,-8-4 1-16,8 5-3 0,-13-9 0 0,5 6-36 16,-5-5-17-16,0 0 0 0,6 0 0 15,-7-8 0-15,0 2 0 0,1-2 0 0,6-3 0 16,-6 0 0-16,5 0 0 0,1-3 0 16,0-2 0-16,0 2 0 0,0-4 0 0,0-1 0 15,7 4 0-15,-1 1 0 0,0-4 0 16,1 3 0-16,6-4 0 0,-6 5 0 0,6-5-64 15,0 1-392-15,6 0-137 0,0-1-157 16,8-3-162-16,5 0-152 0,1 0-22 16,-1 0 55-16,0 0 127 0,1 0 189 0,7 1 221 15</inkml:trace>
  <inkml:trace contextRef="#ctx0" brushRef="#br0" timeOffset="27831.25">27978 3546 277 0,'14'-11'576'0,"-8"-1"123"16,0 2 99-16,2-1-12 0,-8 0-57 16,6 4-133-16,-6-1-136 0,0 1-106 0,0 4-86 15,0-1-71-15,-6 4-66 0,6 0-52 16,-8 4-23-16,2 6-4 0,0 2 5 0,-1 2-5 16,7 7 9-16,-7 2 7 0,1-2-3 15,6 8 0-15,-7-2-3 0,7 2 10 16,7 1 9-16,-7-1 9 0,6 0 12 0,8-3 9 15,-8-1 7-15,14-3 8 0,-8-3 11 16,8-5 7-16,-1 1 5 0,1-8-1 0,0 1 1 16,6-5-2-16,0-3-18 0,0-8-129 15,6 1 0-15,-12-3 0 0,6-5 0 16,-7 0 0-16,1-2 0 0,-7-6 0 0,0 2 0 16,-6-5 0-16,-1-4 0 0,-12 0 0 15,6 1 0-15,-13 0 0 0,-1 3 0 0,-4 0 0 16,-2 5 0-16,-7 2 0 0,9 1 0 15,-9 4 0-15,1 3 0 0,0 3 0 0,-7 5 0 16,7-1 0-16,0 4 0 0,0 4-478 16,-7 3-173-16,7 1-208 0,1-1-227 0,-1 7-62 15,-1-3 20-15,1 4 84 0,0 0 163 16,0-1 246-16</inkml:trace>
  <inkml:trace contextRef="#ctx0" brushRef="#br0" timeOffset="28346.75">26937 4682 263 0,'0'-8'396'0,"-7"1"74"0,0 0 23 16,7 0 15-16,-6-1-4 0,0 1-44 15,-8-1-40-15,8 1-46 0,-7 3-48 0,0 1-64 16,-6 3-59-16,-1 0-33 0,0 0-23 16,1 3-9-16,-7 5-12 0,0-1-14 15,-1 4-14-15,8 1-6 0,0 2-1 0,-1 4-5 16,1 0 5-16,5 4 4 0,1 0 7 16,0 4 17-16,7 3-3 0,6 0-1 0,0 1-8 15,0-1-3-15,6-3-7 0,1-1-27 16,6 1-10-16,-1-5-11 0,8 2-11 15,0-4-9-15,6-1-9 0,0-4-6 0,7-2-4 16,-8-2-5-16,8-2-34 0,-1-8-58 16,2 0-85-16,-2 0-130 0,1-8-185 0,-8-2-206 15,9-2-197-15,-16-2-90 0,9-4 4 16,-15 2 88-16,2-1 160 0,-2-2 197 16</inkml:trace>
  <inkml:trace contextRef="#ctx0" brushRef="#br0" timeOffset="28538.23">27177 4821 469 0,'0'0'662'0,"0"0"122"0,0 0 86 0,0-4-62 15,7 4-129-15,-7-4-167 0,7 4-158 16,5-3-112-16,-4-1-89 0,10 1-55 0,-4 3-38 16,5-5-27-16,1 2-14 0,-1 3-9 0,7-3-12 15,-6-1-44-15,6 4-87 0,-7-4-135 16,1 4-156-16,-8-3-180 0,2 3-189 15,-1-4-68-15,-13 4 26 0,0 0 102 0,-7 0 140 16,1 0 172-16</inkml:trace>
  <inkml:trace contextRef="#ctx0" brushRef="#br0" timeOffset="28741.31">27223 4938 410 0,'-6'11'544'0,"6"0"100"0,-6-7 105 16,6 3-33-16,-8-3-98 0,8-1-85 0,8 1-64 15,-8 0-63-15,6-4-71 0,6 0-64 16,-5 0-57-16,13 0-44 0,-8 0-41 0,8-4-35 16,0 0-33-16,6 1-23 0,-7-5-14 15,1 5-22-15,-1-1-31 0,1-3-50 16,0 3-78-16,-8-3-129 0,2 3-159 0,-8-3-186 16,1-1-201-16,-1 1-84 0,-6 0 6 15,6-4 91-15,-6 4 139 0,0 0 184 16</inkml:trace>
  <inkml:trace contextRef="#ctx0" brushRef="#br0" timeOffset="29139.2">27731 4663 1 0,'-7'0'236'15,"1"0"38"-15,6 0 9 0,0 0-73 0,-6 0-29 16,6 0-40-16,0 0-46 0,0 0-32 16,0 0-7-16,-7 0 21 0,7 0 37 15,0 0 48-15,0 0 62 0,0-3 79 0,0 3 72 16,0 0 42-16,0-3 13 0,0 3-5 16,0-4-19-16,0-1-49 0,0 2-54 0,0-1-39 15,0 1-36-15,-7-1-30 0,7 0-32 16,0 4-30-16,0-3-27 0,0-1-27 15,0 4-16-15,0-4-17 0,0 4-12 0,0-3-11 0,0 3-5 16,0 0-8-16,0 0-6 0,0 0-2 16,0 0 0-16,0 0-3 0,0 0-3 0,0 0 0 15,0 0-5-15,0 0-16 0,0 0-31 16,0 0-39-16,0 0-52 0,-6 0-74 0,6 0-104 16,0 0-118-16,0 0-128 0,0 0-134 15,0 0-119-15,0 0-19 0,0 0 61 16,-6 0 107-16,6 0 141 0</inkml:trace>
  <inkml:trace contextRef="#ctx0" brushRef="#br0" timeOffset="31899.11">27783 4567 215 0,'0'0'362'15,"0"0"69"-15,0-3-18 0,0 3 17 0,0-3 11 16,0 3 9-16,0-4-16 0,0 4-17 16,0-4-34-16,0 4-39 0,0-3-65 15,0 3-102-15,0 0-71 0,0 0-53 0,0 3-26 16,-6 1-14-16,6 0-5 0,0 7 2 16,6-4 0-16,-6 4 7 0,0 3 13 0,0 1 10 15,0 4 13-15,6-4 9 0,-6 3 14 16,8 3 9-16,-8-2 2 0,0 4 0 0,6-6-4 15,-6 5-3-15,0-3-4 0,0-1-6 16,0-4-11-16,0 4-3 0,0-6-2 0,0-1-3 16,0 0-2-16,0-3 12 0,0-1 22 15,0-4 29-15,0 1 33 0,0-4 30 16,0 0 16-16,0 0-6 0,0 0-23 0,6-4-30 16,-6-4-38-16,0 1-34 0,0 4-26 15,7-8-11-15,-7 3-6 0,6 1-7 0,1-1-4 16,-1 1-3-16,1 0-2 0,-1 0-4 15,8 3-2-15,-8 0 0 0,14-3 1 16,-8 4 1-16,1 3-1 0,7 0 3 0,0 0 1 16,-8 0 0-16,8 3-2 0,-1 1 0 15,1 3 0-15,0-3-2 0,-1 3 0 0,1 0-2 16,-7 5 1-16,0-2 2 0,0-2 0 16,0 6 2-16,-6-2-1 0,-7-1 3 0,6 3 5 15,-12 1 4-15,6-1 3 0,-14 1 5 16,8-4 4-16,-7 4-1 0,7 0 1 15,-8-5-2-15,-6 2 1 0,8-6-7 0,-1 1-2 16,-1 1-3-16,2-4 0 0,-8 3-2 16,14-3-3-16,-8 0 1 0,1-4-2 0,7 3 3 15,-7-3-5-15,6 4-1 0,1-4 0 16,0 0-7-16,-1 0-21 0,0-4-39 0,7 4-57 16,-6-3-67-16,-1-1-85 0,1 4-103 15,6-7-151-15,0-1-175 0,-6 0-173 0,6-2-104 16,0-1-7-16,0-3 63 0,0-1 144 15,0-7 200-15</inkml:trace>
  <inkml:trace contextRef="#ctx0" brushRef="#br0" timeOffset="32164.75">27868 4660 109 0,'0'-7'464'0,"-6"-1"125"0,-2 1 105 15,8-1 18-15,-6 1-34 0,6 0-137 0,0 2-124 16,0 3-112-16,0-3-100 0,6 2-25 15,2 0-21-15,-2 3-15 0,0-5 0 0,8 2-5 16,5-1 1-16,1 0-54 0,6 1-32 16,-1 0-15-16,1-1 3 0,0-1 5 15,7 2 4-15,-7 0 0 0,0-1-5 0,1 0 0 16,-1 1-19-16,-7-1-14 0,1 0-7 16,-8 4-9-16,-4 0-10 0,4-3-26 0,-12 3-43 15,6 0-80-15,-6 0-114 0,0 0-144 16,0-4-165-16,-6 4-170 0,0 0-98 0,0 0 6 15,-2 0 72-15,-4 0 128 0,5 0 165 16</inkml:trace>
  <inkml:trace contextRef="#ctx0" brushRef="#br0" timeOffset="34630.39">30336 3304 177 0,'0'0'255'0,"0"0"24"0,0 0-68 0,0-3-53 15,0 3-27-15,0 0-40 0,0 0-37 16,0 0-28-16,0 0-15 0,0 0-7 0,0 0-1 15,0 0-1-15,0 3-2 0,6-3 2 16,-6 0 2-16,0 0 6 0,0 0 14 0,0 0 26 16,0 0 37-16,0 0 35 0,0-3 37 15,0 3 32-15,0-5 30 0,0 5 19 16,0-2 9-16,-6-3 15 0,6 2-6 0,-6-5-6 16,6 5-20-16,0-1-24 0,-6-3-21 15,6 3-31-15,-8-4-11 0,8 5-9 0,-6-1-9 16,6-3-2-16,0 4-13 0,0-1-2 15,-6 0-15-15,6 4-3 0,0-4-1 0,0 1-8 16,0-1 1-16,0 4-3 0,-7-3-3 16,7-1-12-16,0 4-6 0,0 0 2 15,0-4-9-15,0 4-2 0,0-3 2 0,0 3 1 16,0-4-4-16,0 4 3 0,0 0-3 16,0-4-6-16,0 4-1 0,0 0-3 15,0 0-7-15,0 0-11 0,-6-3-6 0,6 3-1 16,0 0-9-16,0 0-4 0,0 0-3 15,0 0 1-15,0 0-1 0,0 3-2 0,0-3 2 16,0 0 2-16,0 0 1 0,0 0-2 16,0 0 1-16,0 0 1 0,0 0-4 0,0 0 2 15,0 0 0-15,0 0-1 0,0 4 1 16,0-4 0-16,0 0 4 0,0 7-4 0,0-3 3 16,0 3-3-16,0 4 0 0,0 4 4 15,0 0-2-15,0 3 4 0,6 3-4 0,1 2 3 16,-7-1 0-16,6 3 2 0,0 1 0 15,-6 1 0-15,8-7-2 0,-2 3 0 16,0-1 1-16,0 0-4 0,-6-5 4 0,7-1 0 16,0 2 1-16,-7-8 0 0,6 5-2 15,1-7-1-15,-7-2-1 0,6-1-3 0,-6-2 0 16,0 2-14-16,0-5-47 0,0-5-77 16,0 2-140-16,0-8-183 0,-6 3-221 0,6-7-210 15,-7-2-75-15,1-6 13 0,-1 2 103 16,7-9 166-16,-7 5 212 0</inkml:trace>
  <inkml:trace contextRef="#ctx0" brushRef="#br0" timeOffset="34786.61">30389 3092 434 0,'0'-15'616'0,"-7"-4"69"16,0 5 54-16,7-1-11 0,-6 5-242 15,6-2-186-15,0 1-109 0,0 4-87 0,0 3-99 16,6 1-163-16,-6-2-101 0,7 5-81 15,6 0-97-15,-13 5-74 0,12-2-87 0,-4 6 57 16,4-3 44-16,1 1 50 0,1 1 87 16</inkml:trace>
  <inkml:trace contextRef="#ctx0" brushRef="#br0" timeOffset="34989.71">30655 3223 84 0,'0'8'501'0,"0"-4"113"15,0-1 82-15,0 1 46 0,0-4-119 0,7 0-164 16,0 0-118-16,5 0-103 0,2 0-70 16,-2-4-40-16,8 1-34 0,-1-1-15 0,1 0-23 15,0 0-6-15,-1 1-9 0,1-1-8 0,0 1-48 16,-1-1-85-16,-6 0-108 0,6 4-129 16,-5-3-137-16,-8 6-146 0,-6-3-97 0,6 4 3 15,-12-4 66-15,0 4 105 0,-8 3 126 16</inkml:trace>
  <inkml:trace contextRef="#ctx0" brushRef="#br0" timeOffset="35192.76">30701 3366 378 0,'-6'11'510'15,"-2"-3"71"-15,8-1 76 0,-6 0-56 0,12-4-112 16,-6 2-93-16,8-2-71 0,-2 1-53 16,0 1-64-16,1-5-53 0,6 2-46 0,6-2-5 15,-5 0-9-15,5 0-9 0,-6-2-3 0,6 2-9 16,-5-5-35-16,6 1-104 0,-1 1-148 15,-6-2-144-15,6-1-171 0,-5 2-198 0,-2-3-76 16,1 4 17-16,0-6 102 0,0 2 120 16,1 0 151-16</inkml:trace>
  <inkml:trace contextRef="#ctx0" brushRef="#br0" timeOffset="35676.75">31202 3151 117 0,'0'-16'542'0,"0"2"98"0,7 0 79 0,-7-1 66 16,0-4-123-16,7 4-197 0,-1 5-132 0,0-5-78 16,7 3-74-16,-6 2-55 0,6 3-2 0,0-1-10 15,0 1-2-15,7 0-7 0,-7 2-4 0,7 2-7 16,-8 0-39-16,8 3-21 0,5 3-12 0,-5 0-7 16,0 5-5-16,-1 1-4 0,-5-3 3 15,-2 5-5-15,2-1-6 0,-8 6-4 0,-6-1 1 16,0 3 1-16,0-4-3 0,-13 4 7 15,6 1-4-15,-12-5-6 0,-1 5 2 16,0-2 1-16,2 0-2 0,-2-3-11 0,0 0 1 0,1-3 4 16,5 0-3-16,2-4 0 0,5 0 2 15,1 1 9-15,-1-4 5 0,7-1 1 0,0-3 1 16,7 0 0-16,-1-3 1 0,7 3-1 16,1-4 1-16,4 4 1 0,-4-3 2 0,5 3-4 15,1 0 9-15,-8 0 2 0,8 3 1 16,0 1 3-16,-1-1 5 0,-5 5 7 0,5-1-2 15,-6 0 7-15,-6 5 4 0,5-1 3 16,-4 3 7-16,-2 1 5 0,-6 0 4 0,0-1 9 16,-6 1 9-16,-2 2 9 0,-4 0 3 15,5-4 4-15,-6 6 8 0,-6-4-7 0,-1-5-5 16,0 5-4-16,1-4-12 0,-1 0-9 0,-6-4-16 16,7 0-8-16,-7 1-12 0,6-4-9 15,1-1-1-15,-1-3-7 0,0 0-1 0,1 0-5 16,6-3-1-16,-6 3-32 0,12-4-60 15,-6 1-93-15,7-2-147 0,-1-2-194 0,7 0-209 16,0-4-197-16,0 0-56 0,13-4 28 16,-7 5 112-16,8-10 178 0,5 3 202 0</inkml:trace>
  <inkml:trace contextRef="#ctx0" brushRef="#br0" timeOffset="36020.43">31782 3102 208 0,'13'-7'584'0,"-6"4"93"0,-1-1 52 0,1 0 17 16,-7 4-175-16,0 0-183 0,0 4-130 16,0 3-62-16,0 0-31 0,-7 8-4 0,7 0-5 15,0-1-7-15,0 9-17 0,0-4-13 16,0 2-5-16,0 1-11 0,7-1-10 0,-1 5-7 16,7-3-3-16,0-5-5 0,-7 4 1 15,14-4-1-15,-7-4 16 0,7 1 24 0,0-4 28 16,-1-3 17-16,1-5 10 0,-1-3 13 0,7 0 5 15,-6-8-6-15,-1 2-9 0,0-8 1 16,-5-2 3-16,5 2-5 0,-6-4-15 0,-6-4-46 16,-1-4-114-16,0 0 0 0,-6 1 0 15,0-5 0-15,-6 1 0 0,0 4 0 0,-1 2 0 16,-12 2 0-16,6 2 0 0,-7 4 0 0,0 0 0 16,1 5 0-16,-1 3-131 0,-6-1-189 0,0 4-113 15,1 4-152-15,-2 0-166 0,-5 4-167 16,-8 0-119-16,8 3-10 0,-7 1 61 0,6 3 139 15,-5-1 195-15,5 1 220 0</inkml:trace>
  <inkml:trace contextRef="#ctx0" brushRef="#br0" timeOffset="36575.69">30506 4461 191 0,'0'-7'406'0,"6"-4"64"0,1 4 66 0,-7 0-4 15,6-1-34-15,-6 1-35 0,0 3-23 0,0 1-28 16,6-1-38-16,-6 0-68 0,0 4-88 16,0 0-67-16,0 0-57 0,0 4-29 0,-6 3-15 15,6 0 1-15,0 5 2 0,0 6 15 16,0 1 28-16,0 3 17 0,0-1 13 0,0 5 1 16,6 3-2-16,-6-3-11 0,8 0-24 15,-8 3-21-15,6-7-21 0,0 3-18 0,0-3-5 16,1-2-9-16,0-3-4 0,6-2-4 0,-7 0-8 15,0-8-23-15,8 0-59 0,-8-4-82 16,8-3-136-16,-2-3-156 0,-5-8-188 0,-1 0-205 16,-6-3-68-16,7-5 18 0,-14-3 99 15,7-4 138-15,0 1 185 0</inkml:trace>
  <inkml:trace contextRef="#ctx0" brushRef="#br0" timeOffset="36704.79">30584 4296 7 0,'-7'-14'482'0,"1"3"86"0,6 0 54 15,0 0 37 1,-7 0-93-16,7 5-196 0,0-3-151 0,0 6-86 16,0-1-67-16,7 1-83 0,-7 3-103 0,13 0-125 15,-7 3-129-15,8 1-154 0,-2-1-66 16,8 2 1-16,-7 2 58 0,7 0 95 16</inkml:trace>
  <inkml:trace contextRef="#ctx0" brushRef="#br0" timeOffset="36923.48">30929 4484 443 0,'0'7'705'0,"-7"-3"102"0,7-1 74 0,0-3 19 16,0 5-230-16,0-5-232 0,7-5-149 16,-1 5-95-16,7-3-70 0,0-1-53 0,7 1-34 15,0-1-17-15,-1-3-11 0,7 3-3 0,0 0-12 16,-6 1-31-16,-1-2-82 0,1 5-128 15,-7-2-154-15,0 2-161 0,-7 0-168 16,1 2-96-16,-7-2 16 0,-7 5 92 0,1-2 135 16,-7 5 150-16</inkml:trace>
  <inkml:trace contextRef="#ctx0" brushRef="#br0" timeOffset="37126.58">30942 4641 435 0,'-7'12'557'0,"7"-5"86"0,0-4 77 0,0 5-58 16,0-5-122-16,7 1-100 0,6-4-76 0,-7 4-60 15,14-4-50-15,-7 0-42 0,7 0-31 16,-1-4-25-16,8 4-13 0,-8-4-14 0,7 1-16 16,0-1-21-16,0 0-23 0,-7-2-18 15,7 2-20-15,-6-4-13 0,-7 4-14 0,0 1-24 16,0-1-33-16,-7 0-65 0,1 4-105 0,0-3-149 16,-7-1-162-16,0 0-168 0,0 1-140 15,-7 3-30-15,0-5 58 0,7 3 121 0,-6-3 151 16</inkml:trace>
  <inkml:trace contextRef="#ctx0" brushRef="#br0" timeOffset="37756.76">31703 4429 162 0,'0'-8'499'0,"8"1"100"16,-8-4 85-16,0 4 53 0,0-4-131 0,0 4-130 15,0-1-102-15,6 1-85 0,-6 3-72 0,0-3-66 16,0 3-53-16,0 1-33 0,0-1-19 16,0-1-15-16,0 3-12 0,0 2-6 0,0-4-6 15,0 4 0-15,0 0 2 0,0-4 3 16,0 4 11-16,0 0 12 0,0 0 21 0,0 0 21 16,0 0 21-16,0 0 18 0,0-3 14 0,0 3 16 15,-6 0-2-15,6-4-2 0,0 0-10 16,0 0-5-16,0 4-13 0,-8-2-15 15,8-3-6-15,0 2-11 0,0-2-9 0,0 2-14 16,8-1-11-16,-8 1-6 0,6-1-14 0,-6 0-8 16,6 1-7-16,1-1-5 0,6 0-4 15,-6 1-7-15,5-1 3 0,2 4-4 0,5 0 1 16,-6 0-2-16,0 0 3 0,7 4 2 16,-8 3-5-16,8-3 1 0,-7 7-1 0,0-4 3 15,0 9 2-15,-7-6-2 0,2 5 4 0,-2-1 0 16,-6 1 4-16,-6 0-3 0,-2 3 1 15,2 0 3-15,-7 0 1 0,-6-3 3 16,-8 7-7-16,8-7 2 0,-7 4-2 0,0-2-1 16,0-2-3-16,0 0 0 0,7-4 0 0,-1 0 1 15,0-1 5-15,7-2-1 0,1 0-3 0,4-5 2 16,2 0 6-16,0 2 9 0,0-3 10 16,6 3 18-16,0-5 28 0,6 3 22 0,0-3 15 15,8 4 6-15,-2-4-3 0,8 4-13 16,-1-4-22-16,7 3-20 0,1-3-21 0,-1 0-14 15,0 0-8-15,6-3-12 0,-5 3-7 16,5-4 1-16,-7 4 0 0,2-4 1 0,-7 4-1 16,-1-3 5-16,0 3 3 0,-5 0-3 15,-1-5-9-15,-7 5-24 0,0 0-48 0,1-2-68 16,-7 2-91-16,0-5-109 0,0 2-141 0,-7 0-157 0,1-2-148 16,0-2-159-16,-1 3-55 0,1-2 29 0,-1-3 108 15,0 3 158-15,7-5 182 0</inkml:trace>
  <inkml:trace contextRef="#ctx0" brushRef="#br0" timeOffset="38038.51">32153 4330 158 0,'7'-11'639'0,"-7"1"132"15,0-6 87-15,0 5 73 0,0 0-126 16,0 0-224-16,-7 0-187 0,7 4-114 0,0 3-79 16,-6 1-70-16,6 0-39 0,-6-1-38 15,6 4-19-15,0 0-16 0,0 4-4 0,0 2 11 16,0 2 11-16,6-1 12 0,0 4 12 15,1 3 16-15,6 4 9 0,6-3-4 0,-5 4-2 16,5-1 3-16,0 4 8 0,-6-3 5 16,7-1 7-16,0 4 10 0,-8-4 9 0,8 4 2 15,-7-3-8-15,-7-1-9 0,8 0-13 0,-8 0-14 16,0-3-13-16,1 0-7 0,-7-1-12 16,0-2-9-16,-7 1-6 0,-5-1-6 15,-2-5-4-15,-5 4-10 0,-1-4-25 0,-12 2-58 0,-1-3-82 16,1-2-131-16,-1-4-195 0,-5 0-244 15,-2-4-260-15,1-2-127 0,7-3-20 16,-1-1 80-16,7-5 164 0,6-4 233 0</inkml:trace>
  <inkml:trace contextRef="#ctx0" brushRef="#br0" timeOffset="38225.39">32056 4348 396 0,'20'-12'747'0,"-1"2"105"0,7-1 70 15,-6 0 56-15,5 0-224 0,7 4-273 0,-5-4-153 16,5 3-90-16,1 5-61 0,6-4-51 0,0 3-29 15,0 0-38-15,1 1-22 0,5-1-16 16,1 4-8-16,-7-4-8 0,-7 4-29 16,1 0-47-16,-13 0-77 0,-1 0-114 0,-6 0-156 15,-13 4-193-15,-7 0-213 0,-6 3-76 0,-7 0 11 16,-6 0 79-16,-6 4 137 0,-7-3 186 16</inkml:trace>
  <inkml:trace contextRef="#ctx0" brushRef="#br0" timeOffset="38700.48">30910 5741 363 0,'6'-15'561'0,"-6"0"90"16,0 1 73-16,0-1-23 0,0 0-123 0,0 4-116 15,-6 0-96-15,-2 4-73 0,2 0-64 16,-7 3-64-16,7 0-45 0,-7 4-34 0,0 4-10 16,-1 7 4-16,2-1 20 0,-2 9 19 0,2-1 15 15,5 4 4-15,1 5 1 0,-1-2-7 16,0 0-14-16,14 5-19 0,-7-5-13 0,7 1-13 16,-1-5-18-16,7 2-14 0,0-1-13 15,0-4-8-15,1-3-6 0,5-1-9 0,0-3-7 16,0-3-39-16,1-1-68 0,0-7-111 0,-1-4-171 0,1 1-193 15,-7-8-218-15,0 0-147 0,-6-8-29 0,-1 1 55 16,0-4 141-16,-6-3 185 0</inkml:trace>
  <inkml:trace contextRef="#ctx0" brushRef="#br0" timeOffset="38825.37">30942 5506 91 0,'-7'-15'623'0,"1"4"116"15,6-3 66-15,-7 2 45 0,1 6-94 0,6-6-277 16,0 8-205-16,0-3-113 0,0 4-65 15,0 3-48-15,6 0-54 0,1 0-76 0,6 3-112 16,-7-3-142-16,7 7-167 0,7-3-183 0,-7 0-70 16,7 4 10-16,-8-2 76 0,8 1 122 15,0 1 158-15</inkml:trace>
  <inkml:trace contextRef="#ctx0" brushRef="#br0" timeOffset="39012.83">31281 5692 536 0,'0'8'724'0,"0"-1"98"0,0-3 71 16,0-4-26-16,0 0-218 0,6 0-216 16,-6 0-141-16,6-4-93 0,1 1-68 0,6-1-45 15,0 1-37-15,1-2-22 0,4-2-14 16,2 4-31-16,-1-5-64 0,1 5-106 0,0-1-149 16,-1-3-187-16,-5 3-211 0,5 1-111 15,-12 3-14-15,-1-5 66 0,0 5 129 0,-6 0 170 16</inkml:trace>
  <inkml:trace contextRef="#ctx0" brushRef="#br0" timeOffset="39155.01">31332 5810 418 0,'-12'15'648'0,"12"-8"93"0,-7 0 54 0,1-4-40 16,6 5-187-16,0-4-178 0,0-1-148 0,0 1-85 16,6-4-47-16,1 4-33 0,5-4-38 15,2 0-9-15,-2 0-10 0,8-4-22 0,-7 4-72 16,7-4-117-16,0-3-154 0,-1-1-197 15,1 2-174-15,-1-2-77 0,0-3 18 0,1 0 86 16,-7-3 151-16</inkml:trace>
  <inkml:trace contextRef="#ctx0" brushRef="#br0" timeOffset="39689.67">31703 5568 354 0,'0'-11'617'0,"0"1"93"16,8-2 68-16,-8 1 3 0,6 4-192 15,0-4-172-15,7 0-125 0,-6 4-77 0,12-1-49 16,-5 1-30-16,-2 0-22 0,8 2-8 0,-1 3-5 16,1 2 0-16,0 0-14 0,-1 0-13 15,1 2-14-15,0-2-14 0,-8 8-8 0,8 0-10 32,-7-1 7-32,0 0 6 0,-6 5 13 0,5-2 8 0,-5 5 6 0,0-4 9 0,-7 3-2 15,6 1 1-15,-6 1-4 0,0-2-2 0,0 4-2 16,-6-3-10-16,-1-1 3 0,7 4-3 15,-7 1-1-15,-5-4-4 0,5-1-8 0,-6 4-1 16,7-3-6-16,-8 0-6 0,1-4-8 16,1 3-6-16,4-3-3 0,-4 0-2 0,-1 0-6 15,6 0-2-15,-6-3 0 0,7-2-2 0,0 2 1 16,-2-4 3-16,2-1 8 0,0 1 6 16,6 0 12-16,-7-4 9 0,7 3 9 15,-7-3 7-15,7 4 10 0,0-4 9 0,0 0 1 16,0 0 1-16,0 4-2 0,0-4-4 0,-6 0-14 15,6 0-12-15,0 0-12 0,0 0-8 16,0 0-11-16,0 0-6 0,0 0-4 0,0 0-2 16,0 0-1-16,0 0-3 0,0 0 0 15,0 0 2-15,0 0 0 0,0 0-1 0,0 0 1 32,0 0 2-32,6 0-2 0,-6 0-1 0,0 0-10 15,0-4-24-15,0 4-44 0,0 0-59 16,0-4-75-16,0 1-89 0,7-1-99 0,-7-3-125 0,0 0-136 0,0-1-137 0,0 1-141 15,7-4-28-15,-7 0 47 0,-7 4 114 0,7-4 163 32,0 0 188-32</inkml:trace>
  <inkml:trace contextRef="#ctx0" brushRef="#br0" timeOffset="40096.25">31756 5898 224 0,'0'4'482'0,"0"-4"93"0,0 3 80 15,0-3-8-15,0 0-101 0,0 0-112 16,0 0-90-16,-6 0-68 0,6 0-60 16,0 0-45-16,0 0-31 0,-7-3-22 0,7 3-6 15,0 0-7-15,0 0 4 0,0 0 6 0,0-4 9 16,0 4 10-16,0 0 10 0,0 0 15 16,0 0 10-16,0 0 9 0,0 0-2 0,0-4-4 15,7 4-11-15,-1 0-18 0,0-3-22 16,8 3-22-16,-2-5-21 0,2 5-17 0,5-2-14 15,7-3-12-15,-6 5-11 0,6-3-10 0,-1-1-4 16,-5 0-6-16,7 1-2 0,-8 3-22 16,0-4-38-16,1-3-58 0,-7 7-70 0,0-4-99 15,0 1-146-15,-7-5-167 0,2 5-173 16,-2-5-161-16,-6 1-45 0,0 0 38 0,0-1 115 16,-6-3 169-16,6 4 200 0</inkml:trace>
  <inkml:trace contextRef="#ctx0" brushRef="#br0" timeOffset="40408.15">32147 5584 53 0,'0'-16'616'0,"6"5"148"16,-6 1 93-16,0-2 63 0,0 5-80 0,0 0-244 15,0 3-226-15,0 0-129 0,0 8-69 16,-6 0-35-16,6 7 1 0,-6-1 10 0,6 9 19 16,0-1 10-16,0 4 0 0,6 4-8 0,0 0-17 15,1 3-17-15,6-4-24 0,0 2-22 16,-1-6-17-16,8 5-4 0,0-8 11 0,-1 0 14 15,7-3 12-15,-6-5 16 0,6-2 17 16,1-4 13-16,-2-4 7 0,1-4 5 0,-6-4-149 16,0 2-14-16,-1-5 0 0,-6-8 0 0,0 1 0 15,-7-4 0-15,1-3 0 0,-14-1 0 16,1-7 0-16,-7 4 0 0,0-1 0 0,-6 5 0 16,-7-1 0-16,-1 4 0 0,1 4 0 0,0-1 0 15,-7 4 0-15,7 8 0 0,-6 0 0 16,6 0 0-16,-1 7-328 0,-5 0-282 0,7 3-205 15,-2 5-256-15,-5-5-94 0,-1 9 14 16,1-2 73-16,-1 5 160 0,-6 4 228 0</inkml:trace>
  <inkml:trace contextRef="#ctx0" brushRef="#br0" timeOffset="40861.69">30916 6769 167 0,'0'-10'463'0,"0"3"76"0,0-1 73 0,0 0 43 16,0 1-97-16,0 4-102 0,-6-1-65 16,-2 0-49-16,2 4-43 0,-7 4-48 0,7 0-37 15,-7 4-20-15,0 2-1 0,7 5 9 0,-8 4 5 16,8 2 0-16,-1 2-7 0,0-3-3 15,7 7-23-15,0-2-25 0,7 1-26 0,-7-4-16 16,7 3-28-16,5-3-28 0,2-2-11 0,-1-3-10 16,0-2-10-16,6-3-14 0,1-2-19 15,-1-3-34-15,1-3-65 0,0-4-80 0,6-4-118 16,-7-3-140-16,1-3-144 0,-8-7-141 16,2 3-137-16,-1-8-50 0,-7 1 48 15,-6-1 103-15,0-7 142 0,0-1 164 0</inkml:trace>
  <inkml:trace contextRef="#ctx0" brushRef="#br0" timeOffset="40986.12">31040 6611 138 0,'-7'-14'593'0,"0"1"112"16,1 1 73-16,0-3 55 0,6 5-142 0,-7 2-202 15,7 1-186-15,-6-1-104 0,6 5-75 16,0 3-54-16,6 0-45 0,-6 3-69 0,13 1-102 16,0 0-114-16,0 3-144 0,7-4-169 15,-1 5-144-15,1-1-34 0,6 1 49 0,-7-1 84 16,7 0 134-16</inkml:trace>
  <inkml:trace contextRef="#ctx0" brushRef="#br0" timeOffset="41189.26">31443 6752 224 0,'-6'11'659'0,"0"-8"125"0,6 0 83 16,-8 1 68-16,8-4-148 0,0 5-195 0,0-5-173 15,0 0-103-15,0 0-71 0,8 0-65 16,4-5-58-16,1 5-50 0,1-4-32 0,5 1-21 15,0 0-11-15,8-1-14 0,-7 0-34 0,5 1-64 16,-5-1-111-16,0 4-152 0,-2-4-185 16,2 4-193-16,-7-3-139 0,-6 3-28 15,-7 0 64-15,-7 3 124 0,-6 1 174 0</inkml:trace>
  <inkml:trace contextRef="#ctx0" brushRef="#br0" timeOffset="41350.54">31476 6891 180 0,'-6'11'626'16,"-1"0"126"-16,7-4 80 0,0-4 66 0,0 5-143 15,13-8-196-15,-7 4-179 0,8-1-110 16,5-3-72-16,1 0-61 0,0-3-49 16,-2-1-31-16,9 1-25 0,-1-2-14 0,-6 2-18 15,5-4-37-15,-5 0-72 0,0-1-128 0,-1 1-164 16,-6-5-203-16,6 5-197 0,-12-4-74 16,6 4 11-16,-13-5 97 0,6 2 149 0,-6 3 193 15</inkml:trace>
  <inkml:trace contextRef="#ctx0" brushRef="#br0" timeOffset="42065.32">32108 6700 292 0,'0'-8'432'0,"0"1"75"0,6 0 69 16,-6 0-22-16,0 0-37 0,7-1-28 0,-7 5-23 15,0-5-24-15,6 5-40 0,-6-1-62 0,0 0-73 16,0 4-63-16,0 0-47 0,0 0-29 16,0 8-16-16,-6-2-1 0,6 10 16 15,0 2 14-15,-7 0 13 0,7 4 0 0,0 4-13 16,-6 4-9-16,6-5-19 0,0 4-15 0,0 0-20 16,0-4-18-16,0 2-17 0,6-5-12 15,-6 0-11-15,0 0-7 0,7-8-4 0,-7 4-3 16,6-7-2-16,-6 1-32 0,0-5-48 15,6 1-86-15,-6-4-124 0,0-4-201 0,8-4-234 16,-8-4-240-16,6 1-96 16,-6-5 12-16,6-1 81 0,1-7 180 0,6 3 228 15</inkml:trace>
  <inkml:trace contextRef="#ctx0" brushRef="#br0" timeOffset="42364.81">32407 6648 156 0,'-6'-10'614'0,"-1"-5"128"15,1 3 93-15,-1-2 73 0,-6 3-113 0,7 0-196 16,0 4-162-16,-2 0-112 0,2 3-86 0,0 1-67 16,-1 3-55-16,7 0-35 0,0 3-16 15,0 5 3-15,0-1 13 0,7 5 20 0,5 1 13 0,2 1 7 16,5 6 2-16,1-3-5 0,0 2-3 16,6 3-4-16,-7-4 1 0,1 4 2 0,6 1 6 15,-7-2 7-15,1 1 5 0,-8-4-4 16,2 1-2-16,-2-1 2 0,-5 1 3 0,0-4-116 15,-7-1-16-15,0 1 0 0,0-5 0 0,-7 2 0 16,0-1 0-16,-5 0 0 0,-2-5 0 16,-5 3 0-16,-1-6 0 0,-6 1 0 0,0-1 0 15,1-3 0-15,-1 0 0 0,-7-3-58 0,1-4-486 16,5-2-203-16,1-1-231 0,0-1-164 16,6-3-26-16,1-5 56 0,6-4 114 0,0-2 210 15,7 0 276-15</inkml:trace>
  <inkml:trace contextRef="#ctx0" brushRef="#br0" timeOffset="42540.28">32264 6616 189 0,'13'-5'687'0,"0"-1"138"16,0-2 87-16,7-3 80 0,-7 4-100 15,7 0-239-15,5 0-192 0,1-4-114 0,7 4-74 0,-1 2-68 16,8-2-60-16,-1 0-47 0,-1 3-32 16,9 1-20-16,-2-1-12 0,-7 0-8 15,2 1-12-15,-7-1-8 0,-1 1-19 0,-6 3-41 16,1 0-57-16,-15 0-76 0,1 0-103 15,-6 0-157-15,-14 3-189 0,7 1-227 0,-19 3-85 16,-1-3-1-16,-6 3 66 0,0 4 135 0,-13-3 195 16</inkml:trace>
  <inkml:trace contextRef="#ctx0" brushRef="#br0" timeOffset="43012.03">31274 7876 132 0,'-7'-11'425'0,"7"3"66"16,0-2 57-16,-6 2 8 0,0 1-62 0,6 0-74 16,-7 4-42-16,7-6-23 0,-7 9-29 15,7-3-27-15,-6 3-48 0,6 3-39 0,-7 2-16 16,1 2-8-16,0 7 11 0,-1-3 4 15,0 8 7-15,1 3 0 0,6 0-5 0,-6 3-4 16,6 1-17-16,0 0-24 0,0 0-24 16,6-1-23-16,0-3-27 0,1 0-26 0,0-4-25 15,5 1-10-15,1-1-8 0,1-4-6 0,-2-2-16 16,-5-4-44-16,6-2-71 0,0-2-96 16,-6-4-154-16,6-8-208 0,-7 1-244 0,-6-8-177 15,6 1-43-15,-12-8 32 0,6 0 121 16,-6-7 189-16,-1-5 249 0</inkml:trace>
  <inkml:trace contextRef="#ctx0" brushRef="#br0" timeOffset="43152.62">31313 7668 195 0,'-6'-8'666'0,"12"-3"113"0,-6 0 66 0,-6 1 47 16,6-2-128-16,0 4-279 0,0 5-192 16,0-5-109-16,0 5-66 0,6 0-71 0,-6 3-83 15,7 0-99-15,5 3-139 0,-4-3-178 16,4 3-216-16,-6 2-116 0,14 1-28 0,-7-1 40 15,7 1 109-15,0 3 165 0</inkml:trace>
  <inkml:trace contextRef="#ctx0" brushRef="#br0" timeOffset="43324.5">31593 7839 18 0,'-6'11'566'0,"-1"-4"148"0,7-3 100 15,-7 0 81-15,7 0-43 0,0-4-191 16,0 0-195-16,0 0-135 0,7-4-94 0,6 4-77 15,0-4-61-15,7 0-47 0,0 1-28 16,5-1-33-16,1 1-43 0,0-1-77 0,1 0-122 16,-1 1-188-16,0-1-223 0,-7 4-164 15,-6-4-61-15,0 4 20 0,-7 0 91 0,-6 0 172 16</inkml:trace>
  <inkml:trace contextRef="#ctx0" brushRef="#br0" timeOffset="43511.92">31646 7990 211 0,'-14'11'601'0,"8"-5"120"0,0 3 79 16,6-3 51-16,-8-2-162 0,8 0-159 0,0-1-161 16,0-3-109-16,0 5-70 0,8-5-53 15,-2 0-50-15,6 3-33 0,2-3-21 0,5-3-19 16,1 3-51-16,6-5-87 0,0 2-150 0,-7-1-177 16,7-3-207-16,1-5-155 0,-8 6-44 15,0-5 38-15,1 0 121 0,6-4 162 16</inkml:trace>
  <inkml:trace contextRef="#ctx0" brushRef="#br0" timeOffset="43761.86">32166 7678 495 0,'0'-6'732'0,"-6"-3"103"16,6-1 73-16,0 2 5 0,-7 1-221 0,7 4-232 15,-6-1-150-15,6 1-95 0,0 3-69 0,-6 0-48 16,6 7-28-16,0 0 2 0,0 4 10 15,0 4 13-15,0-1 13 0,0 4 10 16,-8 4-8-16,8 0-20 0,0 8-23 0,0-5-13 16,0 4-15-16,0 0-13 0,0 0-8 15,0 2-6-15,0-2 0 0,0-3-6 0,0-5-2 16,0 2-4-16,0-6-28 0,8-1-44 0,-8-6-70 16,6 1-103-16,0-7-165 0,1-4-193 15,6 0-192-15,6-7-135 0,-5-1-25 0,5-7 54 16,-6 1 136-16,0-5 181 0</inkml:trace>
  <inkml:trace contextRef="#ctx0" brushRef="#br0" timeOffset="44058.67">32440 7704 512 0,'7'-11'650'0,"-7"0"73"0,-7 4 45 16,7 0-84-16,-7 2-181 0,7 2-163 16,-6 3-104-16,0 8-50 0,-2-4-14 0,2 6-1 15,0 5 9-15,6 3-9 0,-7 0-15 16,7 4-14-16,0 1-17 0,7 2-27 0,-1 0-29 15,0-3-20-15,8 4-12 0,-1-8-3 0,0 5 14 16,6-9 23-16,-5 1 34 0,5-8 36 16,7 0 36-16,-6-7 25 0,6 0 15 15,0-3 13-15,-7-5 5 0,7-3 0 0,-6 1 1 0,-1-5-8 16,-5 1-168-16,-2-9-60 0,-6 4 0 16,2-6 0-16,-8-4 0 0,-8 4 0 15,-4-9 0-15,-1 5 0 0,-7 0 0 0,-6 3 0 16,0 1 0-16,0 6 0 0,-7 5 0 0,8 3-295 15,-8 2-90-15,0 9-83 0,1 0-135 16,-1 4-207-16,0 4-199 0,1 3-61 0,-7 0 22 16,7 1 82-16,-7 2 163 0,-7 0 254 15</inkml:trace>
  <inkml:trace contextRef="#ctx0" brushRef="#br0" timeOffset="44497">31417 8854 17 0,'0'-11'537'0,"0"4"140"0,0 0 87 16,0-1 47-16,0 5-90 0,0-5-205 16,0 5-194-16,0 3-134 0,0 0-79 0,-6 7-31 15,6 4-1-15,-6 0 19 0,-2 7 26 0,2 0 30 16,0 4 30-16,6 1 15 0,-7-2 0 15,7 5-12-15,0-3-21 0,0 2-25 16,7-3-31-16,-1 0-28 0,0-4-24 0,2 1-16 0,4-1-14 16,-6-7-8-16,8-1-17 0,-1 2-35 15,0-9-59-15,0 1-87 0,0-8-116 0,0 1-147 16,-7-9-164-16,8 2-133 0,-8-9-127 16,1 1-15-16,-1-7 65 0,-6-1 118 0,0-4 159 15</inkml:trace>
  <inkml:trace contextRef="#ctx0" brushRef="#br0" timeOffset="44606.35">31489 8668 480 0,'-7'-15'605'0,"7"4"61"0,-6 0 35 16,0 0-89-16,-1 4-205 0,7 3-164 0,0-4-115 15,0 8-67-15,0 0-70 0,7 0-88 16,-1 8-124-16,0-4-160 0,1 3-164 0,6-1-82 16,0 6-13-16,0-4 46 0,0 3 103 15</inkml:trace>
  <inkml:trace contextRef="#ctx0" brushRef="#br0" timeOffset="44809.46">31723 8928 329 0,'0'7'743'0,"0"1"131"0,0-8 87 0,0 3 74 16,0-3-168-16,0 0-252 0,0-3-175 16,7 3-113-16,6-5-79 0,0 2-71 0,7-4-57 15,6 3-52-15,-1-3-35 0,1 3-40 16,1-3-47-16,-1 2-85 0,0-2-128 0,0 4-190 15,0 0-225-15,-7-2-229 0,1 2-92 0,-7 3 8 16,0-4 87-16,-6 4 170 0,-14 4 216 16</inkml:trace>
  <inkml:trace contextRef="#ctx0" brushRef="#br0" timeOffset="44966.68">31827 9118 213 0,'-12'14'644'0,"5"1"132"16,1-4 77-16,-1-3 66 0,0 0-152 0,7-6-168 15,-6 3-172-15,6-2-108 0,6-3-64 0,1 0-58 16,6 0-58-16,0 0-53 0,7-3-37 16,6-2-34-16,-7 3-42 0,7-6-75 0,0 0-147 15,1-3-190-15,-8 4-224 0,7-4-205 16,-6 0-84-16,6-4 8 0,-6 0 110 0,5 5 171 16,-5-5 216-16</inkml:trace>
  <inkml:trace contextRef="#ctx0" brushRef="#br0" timeOffset="45263.48">32394 8778 343 0,'-6'-8'697'0,"-8"5"102"0,2-5 65 15,-2 5 57-15,2-4-205 0,-1 2-233 16,6 5-148-16,0-3-89 0,-5 6-53 0,12-3-39 16,-7 5-25-16,7 2-10 0,0 4 9 15,7 0 17-15,5-1 9 0,-5 5 3 0,13 0-9 16,0 3-18-16,-2-3-16 0,2 3-9 15,-1 1 0-15,1-1 11 0,0 0 8 0,-7 1 11 16,7-1 6-16,-8-4-1 0,-5 1-8 0,0 3-18 16,-1-7-15-16,-6 4-94 0,0-4-5 15,-6 0 0-15,-1 0 0 0,-6 0 0 0,-7-1 0 16,-5-5 0-16,5 2-4 0,-13-7-267 16,7 0-173-16,-6 0-228 0,-1-7-259 0,7-1-189 15,-7-3-59-15,7 0 46 0,6-3 134 0,-5-9 214 16,12 1 274-16</inkml:trace>
  <inkml:trace contextRef="#ctx0" brushRef="#br0" timeOffset="45466.55">32271 8847 119 0,'19'-4'602'0,"0"-3"131"15,8 0 87-15,-7-1 71 0,12-3-95 0,-7 4-196 16,15-3-163-16,-1 2-101 0,7-3-65 16,-1 4-58-16,0-4-48 0,8 4-41 15,-7-1-29-15,-1 0-26 0,1 1-16 0,-7 0-8 16,0 3-15-16,-1-4-7 0,-11 5-6 0,-1-4-3 15,-6 7-6-15,-8-4-3 0,2 0 4 0,-1 4-5 16,-7-3-3-16,0 3-1 0,-6-4-3 0,0 4-17 16,0 0-31-16,-6 4-48 0,0-4-76 15,-1 0-117-15,-6 0-150 0,6 0-181 0,-5 0-208 16,5 0-78-16,-6-4 9 0,0 4 80 16,0-4 133-16,0 1 188 0</inkml:trace>
  <inkml:trace contextRef="#ctx0" brushRef="#br0" timeOffset="48328.89">17584 9631 157 0,'0'-5'289'15,"0"5"46"-15,0-2-7 0,0-2-14 0,0 1-6 16,0-2-8-16,0 2 1 0,0 0 18 16,0-4 8-16,0 2 0 0,0 1-4 0,0 1-12 15,0-1-20-15,0 1-31 0,0-1-28 16,0 0-23-16,0 1-11 0,0-1-11 15,0 1-9-15,0 3-10 0,0-5-10 0,0 2-12 16,0 3-15-16,-6-4-12 0,6 1-2 16,0 3-9-16,0 0-4 0,0-4-6 0,0 4 0 15,0 0-2-15,0-4-3 0,0 4-2 16,0 0-1-16,0-3-8 0,0 3-6 16,0 0-9-16,0-4-10 0,0 4-9 0,0 0-6 15,0-4-4-15,-6 4-5 0,6 0-2 16,0-3-5-16,0 3-1 0,0-4-3 0,0 4-2 15,0 0-1-15,0-3 0 0,0 3 3 16,0-5 2-16,0 5 4 0,0-3 3 0,0-1 3 16,0 1 0-16,0 3 0 0,0-4-4 15,-8 1-3-15,8-1-5 0,0 0-2 16,0 1-3-16,0 3 0 0,0-4-4 0,0-1 0 16,0 5-2-16,0-2-2 0,0-3-1 15,0 5-1-15,0-3-2 0,0 3-2 0,0 0 0 16,0-3 2-16,0 3-1 0,0 0-1 15,0-4 1-15,0 4 0 0,0 0-1 16,0-4 0-16,-6 4-2 0,6 0 2 0,0-4-1 16,0 4 1-16,0 0 0 0,0 0-1 0,0-2-1 15,0 2 0-15,0 0 0 0,0 0 1 16,0 0 0-16,0 0-1 0,0 0 1 16,0 0 2-16,0 0-2 0,0 0 0 0,0 0-2 15,0 0 2-15,0 0 0 0,0 0-1 16,0 0-1-16,0-5 0 0,0 5 0 0,0 0 0 15,0 0 0-15,0 0 0 0,0 0 0 16,0 0 0-16,0 0 0 0,0 0 0 16,0 0 0-16,0 0 0 0,0 0 0 0,0 0 0 15,0-4 0-15,0 4 0 0,0 0 0 16,0 0 0-16,0 0 0 0,0 0 0 0,0 0 0 16,0 0 0-16,0 0 0 0,0 0 0 15,0 0 0-15,0 0 0 0,0 0 0 0,0-3 0 16,0 3 0-16,0 0 0 0,0 0 0 15,0 0 0-15,0 0 0 0,0 0 0 0,0 0 0 16,0 0 0-16,0 0 0 0,0 0 0 16,0 0 0-16,0 0 0 0,0 0 0 0,0 0 0 15,0 0 0-15,0 0 0 0,0 0 0 32,0 0 0-32,0 0 0 0,0 0 0 0,0 0 0 0,0 0 0 0,0 0 0 0,0 0 0 15,0 0 0-15,0 0 0 0,0 0 0 16,0 0 0-16,0 0 0 0,0 0 0 0,0 0 0 15,0 0 0-15,0 0 0 0,0 0 0 16,0-5 0-16,0 5 0 0,0 0 0 0,0 0 0 16,0-3 0-16,0 3 0 0,0 0 0 15,0 0 0-15,0 0 0 0,0 0 0 0,0 0 0 16,0 0 0-16,0 0 0 0,0 0 0 16,0 0 0-16,0 0 0 0,0 0 0 0,0 0 0 15,0 0 0-15,0 0 0 0,0 0 0 16,0 0 0-16,0 0 0 0,0 0 0 0,0 0 0 15,0 0 0-15,0 0 0 0,0 0 0 16,0 0 0-16,0 0 0 0,0 0 0 16,0-3 0-16,0 3 0 0,0 0 0 0,6 0 0 15,-6 0 0-15,0-4 0 0,0 4 0 16,0 0 0-16,0 0 0 0,0-4 0 0,0 4 0 16,0 0 0-16,0 0 0 0,0 0 0 15,0 0 0-15,0 0 0 0,0-3-22 0,0 3-51 16,0 0-37-16,0 0-48 0,0 0-54 15,0 0-53-15,0 0-59 0,0 0-78 0,0 0-97 16,8 0-118-16,-8 0-126 0,0-3-137 16,0 3-50-16,6-5 37 0,-6 5 98 0,6-7 145 15,-6 3 178-15</inkml:trace>
  <inkml:trace contextRef="#ctx0" brushRef="#br0" timeOffset="49801.18">10095 9690 82 0,'0'-8'328'0,"0"1"60"15,-7-5 58-15,7 6-31 0,-7-5 5 0,7 0-1 16,-6 2 3-16,6 3 4 0,-7-2-9 15,1 2-25-15,6-1-53 0,0 2-74 0,0 5-69 16,-6 0-42-16,6 7-20 0,6 4-1 16,-6 3 8-16,6 9 21 0,1 3 19 0,-1 3 9 15,1 8-4-15,0 0-17 0,-1 3-19 16,-6-1-22-16,6 3-21 0,0-3-21 0,2-2-23 16,-2 3-17-16,-6-4-9 0,6-2-3 15,-6-1 0-15,7-7 3 0,-7-1 11 0,0-6 29 16,0-1 38-16,-7-6 29 0,7-5 15 15,0-4 12-15,-6-3 10 0,6 0-12 0,0-7-169 16,0-1 0-16,-6-2 0 0,12 2 0 16,-6-3 0-16,0 3 0 0,6-2 0 15,7 2 0-15,-6 1 0 0,6 0 0 0,1 0 0 16,4 2 0-16,2 2 0 0,-1 3 0 0,1 0 0 16,0 0 0-16,6 0 0 0,-7 3 0 15,1-3 0-15,-1 5 0 0,1-2-39 16,0-3-308-16,-8 4-65 0,2-1-102 0,5-3-135 15,-6 4-152-15,-6-4-175 0,5 0-59 16,2-4 18-16,-8 1 105 0,1-1 166 16,6-4 204-16</inkml:trace>
  <inkml:trace contextRef="#ctx0" brushRef="#br0" timeOffset="50160.45">10608 9913 63 0,'-6'-12'528'0,"-7"2"113"16,0-5 87-16,0 4 80 0,1 0-68 15,-2 0-175-15,1 5-129 0,0-6-89 0,0 8-69 16,7-3-66-16,-8 7-58 0,8-3-40 16,0 6-25-16,-1 1-10 0,0 3 0 15,1 5 1-15,6 2 8 0,0 4 12 0,0 4 5 16,0 0 3-16,6 3-2 0,1 1-2 0,0 0-1 16,5-1-4-16,2-3-1 0,-1 0-2 15,0 1-4-15,6-5 0 0,1-3-9 0,-1-1-9 16,7-3-8-16,-6-7-8 0,0-1-5 15,5-3-7-15,-5-3-2 0,0-1 4 16,-1-7 8-16,-6 0 8 0,6-3 11 0,-5-2 14 16,-8-1 10-16,1-3-4 0,-7 0-10 15,0-7-61-15,-7 2-24 0,1-4 0 16,-8 3 0-16,-5 1 0 0,0 2 0 0,-1 4 0 16,1 5 0-16,-7 3 0 0,-1 0-38 15,7 8-151-15,1-1-87 0,0 4-93 0,6 4-117 16,-1 3-144-16,8 0-155 0,0 1-160 15,6-1-70-15,6 0 18 0,0 1 93 16,2 4 156-16,4-6 196 0</inkml:trace>
  <inkml:trace contextRef="#ctx0" brushRef="#br0" timeOffset="50535.36">10889 9891 78 0,'7'-4'542'15,"5"-3"122"-15,-5 1 98 0,-7-3 82 16,7 1-85-16,-7-2-166 0,-7 3-136 0,7-1-95 15,-7 1-76-15,1 0-68 0,0 0-50 16,-1 3-40-16,-6 4-30 0,6 0-23 0,-5 4-18 16,5-1-10-16,-6 8-11 0,-1 1-15 15,8 2-1-15,0 9-2 0,-1-6 2 16,7 9 6-16,-6 0 9 0,12-1 11 0,-6 1 6 16,7-1 8-16,5 1 9 0,-4-3 2 15,4 2-3-15,2-7-2 0,5 0-5 0,-6-3-4 16,6-4-14-16,-5-4-1 0,5 0-3 15,1-7 0-15,0 0-2 0,-2-3 4 16,2-8 20-16,-1 3 11 0,1-7 19 0,-7 1 21 16,0 0 14-16,-6-5 3 0,-1-3-13 15,-6 0-13-15,0 0-35 0,-6-7-18 0,-1 3-18 16,-6 0-12-16,0 1-7 0,-7 3-7 0,1 5 7 16,-1-3-6-16,2 6-15 0,-2 6-32 15,0 1-51-15,1 3-69 0,-1 4-87 16,0 4-100-16,7 0-131 0,1 4-158 0,5-2-179 15,7 2-175-15,0 3-43 0,0 1 31 16,7-6 104-16,-7 5 170 0,12-3 218 16</inkml:trace>
  <inkml:trace contextRef="#ctx0" brushRef="#br0" timeOffset="50847.78">11188 9901 276 0,'0'-7'676'16,"8"0"106"-16,-2-4 93 0,-6 4 82 15,0 0-152-15,0-1-215 0,0 5-147 0,0-5-86 16,0 5-82-16,0 3-77 0,0 0-62 16,0 3-28-16,0 5 1 0,0 3 22 0,6 7 28 15,-6 8 32-15,6-1 25 0,-6 12-2 16,0-1-15-16,0 1-19 0,0 7-15 16,0 0-17-16,0 1-147 0,0 2-1 0,0-3 0 15,0-4 0-15,0 1 0 0,0-5 0 16,0-3 0-16,7-4 0 0,-7-3 0 0,0-3 0 15,0-6 0-15,0-2 0 0,0-4 0 16,0-4 0-16,0-3 0 0,0-4-57 0,-7-4-389 16,7-7-142-16,0 0-156 0,-6-7-173 15,6-4-147-15,-6-3-20 0,0-9 51 0,-2-2 122 16,2-4 184-16,0-5 232 0</inkml:trace>
  <inkml:trace contextRef="#ctx0" brushRef="#br0" timeOffset="51146.87">11104 9972 22 0,'-7'-15'486'0,"1"1"119"0,-1-1 88 0,1 0 74 16,6 3-78-16,6-2-143 0,1 1-127 16,-1-4-90-16,8 7-63 0,5 0-56 0,0-2-37 15,8 5-29-15,5 0-17 0,-6-1-14 16,13 5-13-16,-6 3-8 0,5 0-7 0,-5 0-5 16,7 7-4-16,-8 0 4 0,1 4 9 15,-7 1 6-15,-7 2 7 0,1 4 7 16,-8-3 15-16,-4 7 10 0,-8-4 13 0,0 1 14 15,-8-1 7-15,-11 0 3 0,6 0-10 0,-6 0-18 16,-7-2-29-16,0-2-26 0,-1-3-23 16,1 1-23-16,7-2-14 0,-7 0-12 0,6-2-8 15,-6-4-22-15,13 3-43 0,-7-3-75 16,8-4-106-16,-2 4-156 0,8-4-225 16,0-4-269-16,-1 0-200 0,7 1-54 0,0-5 37 15,0 0 120-15,7-2 207 0,-1 3 279 16</inkml:trace>
  <inkml:trace contextRef="#ctx0" brushRef="#br0" timeOffset="52003.86">11931 9840 366 0,'0'-3'612'0,"-7"-2"101"0,7 2 68 0,0-5-24 16,-6 5-94-16,6-4-152 0,0 3-126 15,0-3-80-15,0 3-55 0,0 1-63 16,6-2-59-16,1 2-39 0,6-1-29 0,0 1-17 16,0 3-9-16,6 3-14 0,1 1 1 15,6 4-3-15,-7-1 3 0,7 4 5 0,-6 3 2 16,0 1 12-16,-1 2-1 0,1 2 2 15,-7-1-2-15,-7 5 0 0,8-5-1 16,-14 4 4-16,6-7 9 0,-12 3 7 0,6-4 10 16,-14 1 9-16,8-3 13 0,-1-2 11 15,-5-2 9-15,5-6 5 0,-6 3 0 0,7-5-9 16,-1-5-14-16,-6 3-19 0,6-10-19 16,1 1-17-16,6 0-11 0,-7-7-5 0,7 0-10 15,0-4-4-15,7 0-2 0,-1-4-2 16,7 4-8-16,1 0-7 0,-2 0 4 0,2 4-5 15,5 0-3-15,1 4-3 0,0 2 4 16,-2 1 0-16,2 4 2 0,-1 3 2 16,-5 4 2-16,5 0 2 0,-6 4 1 0,0 3 2 15,-6 4 0-15,6 4 3 0,-7 0 0 16,8-1 3-16,-8 4 1 0,0 1-1 0,1 3 0 16,-1-5 1-16,8 6-1 0,-8-4-2 15,6-1 1-15,-4 0-1 0,4-3 2 0,2-1 2 16,5-3 3-16,-6 1-2 0,0-6 0 15,7-2-1-15,-1-4-1 0,-6-4-1 16,0 1-3-16,7-5 2 0,-7-3 1 0,-7 0 3 16,8-3 1-16,-8-1 3 0,0-3 1 0,-6-1 1 15,0-2 0-15,0-2 0 0,0 3-2 16,-6-7-2-16,0 5 0 0,-1-3 6 16,0 6 7-16,1 1 10 0,-1-1 2 0,7 8 3 15,-6 0 0-15,0 4-8 0,6-1-11 16,0 8-9-16,0-3-2 0,-8 6-5 0,8 5-3 15,0 3 5-15,0 0 11 0,8 3 8 16,-8 5 8-16,6-1 7 0,0 5 6 16,1-2 1-16,-1 1-4 0,8 0-9 0,-8 1-8 15,0-1-8-15,8-5-7 0,-8 2-13 16,7-4-31-16,-6 3-45 0,6-7-70 0,-1 0-92 16,-5 1-131-16,6-5-183 0,0-4-197 15,0 0-215-15,0-6-96 0,-7 0 3 16,8-4 85-16,-2-5 166 15,2 1 211-15</inkml:trace>
  <inkml:trace contextRef="#ctx0" brushRef="#br0" timeOffset="52903.61">12830 9778 442 0,'0'-11'621'0,"-7"3"92"0,7-2 72 0,-6 5-53 16,6-2-161-16,-7 3-178 0,7 1-124 0,0 3-85 15,0 3-61-15,0 1-28 0,0 3-9 16,7 8 13-16,-1 0 5 0,-6-1 14 15,7 5 14-15,-1 3-1 0,-6 3-3 0,7-3-3 16,-7 3 3-16,6-2 2 0,-6-1-4 16,0 0 4-16,0-3 2 0,0-2 2 0,0-2 1 15,0-3 1-15,0-2 6 0,0-2 9 16,0-1 13-16,0-4 21 0,0 1 7 16,0-4-4-16,-6-4-20 0,6 1-69 0,-7-4-99 15,7-1 0-15,-6-2 0 0,-1-6 0 0,7-2 0 16,-6 0 0-16,-1-8 0 0,7 4 0 15,0-3 0-15,0-1 0 0,0 3 0 16,0 3 0-16,7 1 0 0,-1 1 0 0,-6 3-16 16,13 4-34-16,-6-4 2 0,-1 5 3 15,8 2 4-15,-2 4 6 0,1-3 7 0,0 3 7 16,0 4 6-16,1 0 4 0,-2 4 3 16,2 3 3-16,-2 0 3 0,1 8 0 15,1 0-1-15,-8-1 1 0,8 5-1 0,-2-1 1 16,-6 4 0-16,1-4 1 0,0 4 3 15,-1 0 2-15,1-3 1 0,-1 3 3 0,-6-4 5 16,6-4 7-16,-6 1 6 0,0 0 4 16,8-3 6-16,-8-5 13 0,0-1 18 15,0-2 13-15,0 0-80 0,0 0 0 0,-8-4 0 16,8-4 0-16,-6 0 0 0,0-3 0 16,-1-1 0-16,-6-3 0 0,6-3 0 0,1-5 0 15,0 1 0-15,0-3 0 0,6-1 0 16,-8-5 0-16,8 7 0 0,8-7 0 0,-8 5 0 15,6 4 0-15,0 4 0 0,7-1 0 16,0 0 0-16,0 8 0 0,1 0 0 0,5 2 0 16,-6 2 0-16,6 6 0 0,1 2 0 15,-7 2 0-15,0 4 0 0,0 3 0 0,0 1-5 16,-6 3 2-16,-1 0 6 0,0 1 2 16,2 4-5-16,-2-3 0 0,0-1 0 15,0 3 0-15,1-4 0 0,0 1 0 0,-1-4 0 16,1-1 0-16,5-3 0 0,2 1 0 0,-2-10 0 15,2 3 0-15,5-5 0 0,-5 0 0 16,-2-7 0-16,8-2 0 0,-7-2 0 0,-7 1 0 16,8-5 0-16,-8-3 0 0,0 0 0 15,-6-4 0-15,0 0 0 0,0-3-22 0,-6 2-2 16,0 1 4-16,-1 0 5 0,7 3 4 16,-7 5 8-16,7 3 1 0,-6-1-2 15,6 5-8-15,0 0-5 0,0 3-1 0,6 1-6 16,1 3 3-16,0 0 3 0,5 3 6 15,8 5 5-15,-7 0 1 0,7 2 3 0,-1 1 0 16,0 0 1-16,1 8 2 0,-1-5 1 16,1 4 0-16,-6 1 2 0,-2-1 3 0,-5 4 1 0,6-4 4 0,-13 1 7 15,0-4 6-15,0 3 4 0,-7-4 4 16,-6-2 1-16,1 2-1 0,-8-7-4 0,0 4-8 16,1-4-20-16,-1-2-27 0,0 1-77 15,1-2-109-15,-1-4-150 0,8 0-226 0,-2 0-279 16,14-4-231-16,0-2-76 0,6-1 33 15,14-2 107-15,7-2 206 0,11 4 274 16</inkml:trace>
  <inkml:trace contextRef="#ctx0" brushRef="#br0" timeOffset="53278.52">14497 9726 57 0,'7'-19'556'16,"-1"2"119"-16,0-2 85 0,-12-3 76 15,6-1-64-15,-6 3-155 0,-1-3-144 0,-6 2-75 16,0-2-44-16,-1 5-39 0,2 0-37 16,-1 7-40-16,-7-5-32 0,8 9-34 0,-2 1-30 15,2-2-35-15,-2 4-30 0,1 4-29 0,7 4-22 16,-8 0-10-16,8 6 9 0,-6 2 23 16,4 6 31-16,2 1 28 0,0 6 25 15,-1 1 23-15,7 4 8 0,0-3 3 0,-6 7-8 16,6-1-123-16,0 4-35 0,6-4 0 15,-6 4 0-15,0-5 0 0,0 1 0 0,0 1 0 16,7-5 0-16,-7 0 0 0,6 1 0 16,-6-5 0-16,0-3 0 0,6-5 0 15,-6 0 0-15,0-3 0 0,8-8-190 0,-8 2-289 16,6-4-154-16,-6-8-154 0,0 1-165 16,6-8-131-16,-6-3-12 0,0-3 83 15,-6-3 165-15,0-3 201 0,-2 2 222 0</inkml:trace>
  <inkml:trace contextRef="#ctx0" brushRef="#br0" timeOffset="53859.66">14217 9832 35 0,'-20'-11'515'0,"8"8"131"0,-2-4 104 0,2-1 88 16,5 5-57-16,0-1-151 0,1 1-137 15,-1-2-107-15,7 2-95 0,7 3-79 0,6-4-70 16,0 4-57-16,7-3-38 0,12 3-22 16,1 0-12-16,-1 0-4 0,13 0-5 15,-6 0-2-15,7 0 2 0,-7-4-3 0,1 4 1 16,-1 0-1-16,-13-4 0 0,7 1 2 15,-15 3 8-15,-4-4 10 0,-1 4 8 0,-7-4 4 16,-6 4 4-16,0 0 0 0,-6 4 0 16,-1 0 1-16,-5-1 0 0,-2 5 6 15,2 2 6-15,-8 2 5 0,7 2 0 0,6 1-1 16,0 3 0-16,-5-3-4 0,12 3-2 0,-6 1 0 16,12-1-1-16,-6-4-3 0,6 1-2 15,0-4-3-15,1 0-5 0,6 0-7 0,-6-8-5 16,5 5-2-16,2-8-7 0,-8 4-3 15,8-8 0-15,-8 1 0 0,0-5 0 16,1-3 1-16,-1 0 0 0,-6-3 0 0,7-1 1 16,-7-4 0-16,0 1-3 0,7 1 0 15,-7-3 4-15,6 3 1 0,-6-2 2 0,6 1 0 16,8 3 0-16,-8 4-3 0,7 0-6 16,7-1-4-16,-8 5-3 0,8 0-3 15,0 7-2-15,-1 0 4 0,7 0-2 0,-6 4 1 16,6 4 1-16,-7 2 5 0,1 1 6 15,-1 4 17-15,1 0 14 0,0-1 19 0,-8 4 11 16,2 1 9-16,-1-5 4 0,-13 1 8 0,6-1 14 16,-6 1 11-16,-6-3 20 0,6-2 27 15,-13 2-107-15,6-2-57 0,-6-6 0 16,0 0 0-16,6-1 0 0,-6-3 0 0,0 0 0 16,0-7 0-16,7 3 0 0,0-6 0 15,-2-2 0 1,8-6 0-16,0-1 0 0,8 1 0 0,4-7 0 0,1-1 0 0,0 1 0 0,7-1 0 15,-1 1 0-15,1 2 0 0,-1 1 0 16,-5 8 0-16,6-1 0 0,-8 3 0 16,-5 2 0-16,6 6 0 0,-7-2-230 0,1 1-305 15,-7 5-159-15,0 5-209 0,0-5-178 16,0 3-28-16,-7-3 31 0,-6-3 84 0,7-2 173 16,-1 2 266-16</inkml:trace>
  <inkml:trace contextRef="#ctx0" brushRef="#br0" timeOffset="54735.41">16053 9305 3 0,'-12'-8'301'0,"-2"5"74"15,2-4 68-15,-1 2-3 0,-1-1 26 16,8 2 26-16,-7 0 2 0,6 1-6 0,1-1-14 16,-1 0-31-16,7 4-57 0,0-3-82 15,0-1-72-15,0 4-66 0,13-4-45 0,-6 1-42 16,12-2-36-16,1 2-11 0,6 0-15 16,0-1-7-16,0 0-10 0,0 1-7 0,0 3-20 15,0-3-43-15,1 3-52 0,-15-5-67 31,2 5-74-31,-8-3-80 0,0 3-71 0,-12 0-63 16,-7 0-32-16,0 0 9 0,-7 3 39 16,-6-3 67-16,1 5 82 0,-2-5 96 0,1 3 97 15,0-3 84-15,6 0 66 0,1 3 57 16,-1-3 53-16,1 4 46 0,6-4 30 0,0 4 16 16,0-4 11-16,6 0 8 0,1 3 7 15,-8-3 3-15,8 0-2 0,6 3-7 16,-6 2-9-16,-1-5-15 0,7 3-20 0,-6 5-14 15,6-5-4-15,-7 8 3 0,7 0 2 16,-6 4 7-16,6 4 1 0,0 2 3 0,-7 5-2 0,7 3-2 0,0 8 7 0,0 3 1 31,0 4 1-31,0 0-7 0,0 3-6 0,0 1 3 0,0 3-11 0,0-2-2 0,7 2 2 32,-7-4-68-32,0 5-123 0,6-1 0 0,-6-4 0 15,0 5 0-15,0-1 0 0,0-4 0 0,-6 1 0 0,6 0 0 0,-7-9 0 16,7 3 0-16,-6-6 0 0,0-7 0 0,6-3 0 15,-8-4 0-15,8-3 0 0,0-5 0 16,-6-3 0-16,6 1 0 0,0-9 0 0,-6 0 0 16,6 1 0-16,0-4 0 0,0 0 0 31,0 0 0-31,6-4 0 0,-6 1 0 0,6 0 0 0,2-2 0 0,-2 1 0 0,13-4 0 31,-6 6 0-31,14-6 0 0,-2 1 0 0,1 4 0 0,7-4 0 0,-1 2 0 0,1 1 0 16,0 1 0-16,-8-1 0 0,8 4 0 15,-7-4 0-15,0 4 0 0,-6-3 0 0,-7 3 0 16,0 0 0-16,0 0 0 0,-7 0 0 16,1-4 0-16,0 4 0 0,-7-3 0 0,-7-1 0 15,7-4-405-15,-7 1-234 0,1-4-187 32,0 0-222-32,-1-4-92 0,0-2 10 0,1-5 73 0,6-3 163 0,0-2 224 0</inkml:trace>
  <inkml:trace contextRef="#ctx0" brushRef="#br0" timeOffset="55268.3">16386 9594 49 0,'-7'-18'519'0,"7"-1"130"16,0 1 101-16,0 4 83 0,0 2-76 0,0 2-164 31,0 3-154-31,0-1-116 0,0 5-98 15,0 3-82-15,0 0-58 0,0 3-39 0,0 8-10 0,0 0 4 0,0 4 10 0,7 3 20 32,-7 4 15-32,6 0 18 0,-6 3 10 0,6-2 5 0,-6-1 5 0,8 0 3 0,-2-1-5 15,-6-2-6-15,6-1-10 0,-6 1-7 16,6-8-4-16,-6 0 2 0,0-4 17 0,0 1 28 16,0-1 37-16,0-7 36 0,0 3 22 15,0-3 2-15,0-3-71 0,0 3-167 16,0-7 0-16,0-1 0 0,0-3 0 0,0-4 0 15,0 0 0-15,0-3 0 0,0-4 0 16,0 0 0-16,8-3 0 0,-2-1 0 0,0 1 0 16,7-1 0-16,-6 0 0 0,6 4 0 0,0 3 0 15,6-2 0-15,1 5 0 0,-1-1 0 16,1 2 0-16,6 3 0 0,1 6 0 31,-1 2 0-31,-7 0 0 0,7 4 0 0,-6 8 0 0,-1-2 0 0,1 6 0 0,-1 7 0 16,-6-1 0-16,0 4 0 0,0 3 0 0,-6 1 0 15,-1 0 0-15,0 0 0 0,1-1 0 16,0 1 0-16,-1-4 0 0,-6-1 0 16,6 1 0-16,-6-7 0 0,8 4 0 0,-8-8 0 15,0 0 0-15,0-1 0 0,6-2 0 16,-6-4 0-16,0-1 0 0,0 1-31 0,-6 0-310 16,-2-4-170-16,2 0-214 0,0-4-249 15,-8 4-160-15,-5-4-30 0,-1 4 59 16,8-3 152-16,-14 3 224 0,6 0 278 0</inkml:trace>
  <inkml:trace contextRef="#ctx0" brushRef="#br0" timeOffset="55567.42">16236 9957 305 0,'-19'7'696'0,"-1"-3"119"15,6 0 91-15,2-1 47 0,5-3-102 16,1 0-208-16,-1 0-172 0,7 0-100 16,0 0-69-16,7 0-60 0,6 0-53 0,7 0-32 15,6 0-13-15,6-3-5 0,7 3-8 16,0-4-19-16,7 4-23 0,5 0-27 0,2-4-22 16,6 1-14-16,-7 3-12 0,-1-4-6 15,2 0-1-15,-1 4-1 0,-7-3 0 16,1-1-3-16,-13 4 2 0,-1-3-1 0,-5 3-1 15,-8-5-8-15,-6 5-18 0,0 0-35 16,-7-3-54-16,0 6-79 0,-6-3-107 0,-6 5-163 0,0-2-175 16,0-3-198-16,-8 4-164 0,1-1-38 15,1 1 47-15,-2 0 137 0,1-1 174 16,7 5 225-16</inkml:trace>
  <inkml:trace contextRef="#ctx0" brushRef="#br0" timeOffset="56223.51">16647 10140 177 0,'0'0'303'0,"-8"0"45"0,8 4-21 16,0-4-11-16,0-4 14 0,-6 4-26 15,6 0-46-15,0 0-22 0,0 0-6 0,0 0 4 16,0 0 3-16,0-3-3 0,0 3-2 16,0 0-12-16,-6-5-20 0,6 5-36 15,0 0-39-15,0-3-31 0,0 3-27 0,0 0-20 16,0 0-18-16,0 0 5 0,6 0-7 16,-6 0-2-16,0-4-1 0,0 4 10 0,0-3 14 15,6 3 4-15,-6-4 20 0,8 4 19 16,-8-3 25-16,6-1 8 0,-6 0 5 0,6 1 5 15,-6-5 1-15,7 5 0 0,-7-2-7 16,6-1-2-16,-6 2-1 0,7 0 1 0,-7-2 0 16,0 1-3-16,7 1-4 0,-7 1-5 15,0-4-13-15,0 3-11 0,0 0-11 0,0 0-12 16,-7 1-13-16,7 0-11 0,-7 3-11 16,1-5-9-16,-1 5-9 0,1-2-4 0,-8 4-3 15,2-2-2-15,-2 5 3 0,2-2 0 16,-8 4 4-16,7 3 3 0,-7 2 5 15,1-1 8-15,6 3 6 0,0 2 11 0,0-2 13 16,6 5 17-16,1-1 16 0,6 1 17 16,0 2 17-16,0-3 13 0,6 4-116 15,8-3-22-15,-2-1 0 0,8 0 0 0,-1-3 0 16,1-1 0-16,0-2 0 0,5-1 0 16,1 0 0-16,1-4 0 0,-1-4 0 0,0 2 0 15,0-2 0-15,0 1 0 0,0-4 0 16,0 0 0-16,-6-4 0 0,0 1 0 0,-8 3 0 15,8-5 0-15,-14 2 0 0,7-1 0 16,-7 1 0-16,2-1 0 0,-8 1 0 0,6-5 0 16,-6 1 0-16,-6 2-464 0,6-2-258 15,0-4-244-15,0 2-185 0,-8-8-42 0,8 3 43 16,8 0 120-16,-2-5 213 0,0-3 285 16</inkml:trace>
  <inkml:trace contextRef="#ctx0" brushRef="#br0" timeOffset="56802.32">17122 9308 598 0,'-13'-14'759'15,"6"-4"91"-15,-6 3 85 0,7 0-3 0,-1 4-204 16,0-3-221-16,1 6-125 0,6 1-80 15,-6 0-77-15,12 3-76 0,-6 1-60 16,6-1-40-16,8 4-25 0,5 0-12 0,7 4-5 16,0-1-3-16,7 1-2 0,-1-2-2 15,1 3 2-15,6-1-2 0,-13-1 0 0,6 2 1 16,-12-5 1-16,0 0 3 0,-7 0 9 16,-1 0 15-16,-4-5 12 0,-8 2 13 0,6 3 15 15,-6-4 15-15,-6-3 12 0,6 3 5 16,-8 1 1-16,8-1-6 0,-6 0-14 0,6 4-17 15,-6 0-22-15,6 0-19 0,-7 0-12 16,7 4-6-16,-6 3-5 0,-1-1 4 16,0 11 4-16,7 0 10 0,-6 2 11 0,6 6 16 15,0 9 20-15,0-2 22 0,0 9 24 16,0 2 23-16,0 9 18 0,0-5-108 16,6 5-45-16,-6-1 0 0,0 4 0 0,7 0 0 15,-7 4 0-15,7-2 0 0,-1 3 0 16,-6-5 0-16,7-1 0 0,-7 2 0 0,0-1 0 15,0-8 0-15,-7 1 0 0,7-8 0 16,-6 0 0-16,-1-6 0 0,0-5 0 0,-5-7 0 16,6 0 0-16,-2-8 0 0,-4 2 0 15,-1-6 0-15,-1-3 0 0,2 1 0 0,-2-6 0 16,-5 3 0-16,-1-2 0 0,1 1 0 16,0-4 0-16,-1 0 0 0,0 0 0 0,1 0 0 15,-1 0 0-15,7 0 0 0,-6-4 0 16,6 4 0-16,-1-3 0 0,8-4 0 0,0 3 0 15,6-7-610-15,0 3-294 0,0-6-268 16,12 3-81-16,-5-3 31 0,6-5 102 16,7 1 192-16,-7-4 263 0</inkml:trace>
  <inkml:trace contextRef="#ctx0" brushRef="#br0" timeOffset="57342">17851 9492 227 0,'-7'-7'451'0,"1"3"98"15,6-3 117-15,0-1-24 0,-6 1 8 16,6-1-57-16,0 6-60 0,0-3-55 0,0-2-86 16,-7 7-81-16,7-5-77 0,0 5-69 15,0 5-42-15,0-2-22 0,7 8 3 16,-7 4 14-16,6 7 28 0,-6 3 31 0,6 1 19 16,1 7 7-16,0 1-12 0,-1-2-16 15,0 1-23-15,8 0-27 0,-8 0-28 0,1-3-26 16,-1-1-20-16,1-4-18 0,0 1-15 15,-1-4-23-15,0-4-38 0,-6-4-49 16,6-2-67-16,-6-1-90 0,0-4-123 0,0-3-170 16,0-8-173-16,-6 1-159 0,0-8-141 0,0 0-18 15,-1-4 66-15,-6-2 153 0,6-3 191 16,-6 3 198-16</inkml:trace>
  <inkml:trace contextRef="#ctx0" brushRef="#br0" timeOffset="57672.88">17773 9744 285 0,'-13'-3'520'0,"6"-1"110"16,1 0 98-16,6 1 1 0,-7-1-110 0,7 4-136 15,0-4-109-15,7 1-101 0,-1 3-91 16,14-4-79-16,-7 4-48 0,13-3-23 0,0 3-12 16,6 0-5-16,1 0-9 0,-1 0-5 15,8 0 3-15,-1 0-6 0,-6-5-1 16,-1 5-3-16,-6-3 7 0,-6 3 15 0,-1-4 22 31,-5 4 32-31,-2-3 31 0,-5-1 37 0,-1-3 34 16,-6 3 26-16,0 1 19 0,0-1 5 15,-6 0-6-15,6 1-23 0,0 3-30 0,0-5-35 16,0 10-29-16,0-5-4 0,0 7 12 16,0 0 21-16,6 4 30 0,-6 3 34 0,7 5 23 15,-1 4-5-15,1-5-144 0,-1 3-66 16,8 2 0-16,-8-2 0 0,0 1 0 0,1 0 0 16,-7-4 0-16,7-3 0 0,-1 0 0 15,-6-1 0-15,6-6 0 0,-6-1 0 0,0-3 0 16,0-4-295-16,0 0-210 0,0-7-166 15,0-5-184-15,-6-2-208 0,6-4-54 0,-6-4 31 16,-8-5 102-16,8 2 180 0,-8-7 220 16</inkml:trace>
  <inkml:trace contextRef="#ctx0" brushRef="#br0" timeOffset="57782.22">18150 9536 110 0,'-6'-15'521'16,"0"4"101"-16,-1 0 71 0,1 4 43 0,-1 0-145 0,7-2-194 0,0 7-143 0,0 2-115 15,0 0-126-15,7 0-136 0,6 2-173 31,-7 3-210-31,8-1-130 0,5-1-51 0,0 1 21 0,0 0 74 0,1-1 139 0</inkml:trace>
  <inkml:trace contextRef="#ctx0" brushRef="#br0" timeOffset="58977.69">18457 9565 43 0,'0'7'545'0,"0"-3"138"0,0-4 88 15,7 4 57-15,-7-1-93 0,0-3-171 16,0 4-157-16,0-1-95 0,6 1-55 0,-6 8-26 15,6-1-13-15,1 3-10 0,6 1-22 16,-6-1-22-16,5 5-19 0,-5 2-16 16,0-2-14-16,5-1-14 0,-5 4-2 0,-1 0 5 15,1-3 2-15,0-1 5 0,-1 1 1 16,0-5 4-16,2 0-6 0,-8-3-5 0,6 0-1 16,-6-4 8-16,0-2 22 0,0 2 18 15,0-7 6-15,0 0-132 0,0 0-26 16,0-5 0-16,-6-2 0 0,-2 0 0 0,8-4 0 15,-6-3 0-15,0-1 0 0,-1-3 0 16,0-4 0-16,1 0 0 0,6 0 0 0,-7 0 0 16,7 0 0-16,7-4 0 0,-7 8 0 0,6-4-30 15,1 7-56-15,6 1 6 0,-7-1 15 16,8 0 12-16,-2 4 8 0,2 4 9 0,-1 0 9 16,-1 0 11-16,2 2 2 0,5 2 3 15,-12 3 4-15,6 3 2 0,0 2 1 16,0 2-1-16,-7 0 4 0,8 4-2 0,-8 1 2 15,7 1 0-15,-7 6 1 0,1-4 0 16,0 2 1-16,-1 6 6 0,0-5 11 0,0 0 11 16,2 4 20-16,-2-3 18 0,0 3 22 15,1-4 15-15,0 4 13 0,-1-4-108 0,-6-4-9 16,7 5 0-16,-7-4 0 0,6-5 0 16,-6 2 0-16,0-4 0 0,0-1 0 0,0 0 0 15,6-4 0-15,-6-3 0 0,0 5 0 16,-6-10 0-16,6 2 0 0,0-1 0 0,0-3 0 15,-6 0 0-15,-1-4 0 0,7-4 0 16,-6 0 0-16,-1 1 0 0,7-5 0 16,-7-3 0-16,1 4 0 0,6-4 0 0,0 4 0 15,0-4 0-15,0 3 0 0,0-3 0 0,6 4 0 16,1-1 0-16,6 2 0 0,0-3 0 16,0 3 0-16,6-2 0 0,1 5 0 15,0 0 0-15,-1 2 0 0,1 1 0 0,-1 4-11 16,7 3-55-16,-6 1 12 0,-7 3 13 0,7 0 11 15,-8 7 10-15,2 0 4 0,-8 4 7 16,7 1 3-16,-6 6 2 0,-1 1 2 16,-6-1 4-16,7 3 5 0,-7 1 5 0,0 0 4 15,6 0 5-15,-6 4 4 0,0-7 1 16,7 2-2-16,-7 2-3 0,6-9-1 16,1 4 0-16,-1-3 0 0,0-4-2 0,2 0 1 15,4-4-11-15,-5 0-8 0,12-3 0 16,-6-4 0-16,7-4 0 0,0 2 0 0,-8-3 0 15,8-7 0-15,-1 6 0 0,1-5 0 16,-7-4 0-16,0 1 0 0,0-4 0 0,-7-1 0 16,2-4 0-16,-2 2 0 0,-6-2 0 15,0 2 0-15,-6 3 0 0,-2-1 0 0,2 5 0 16,-7 3 0-16,0-1 0 0,0 1 0 0,0 9 0 16,0-3 0-16,0 5 0 0,0 5 0 15,0 2 0-15,0 4 0 0,6 3 0 0,-5 1 0 16,4 2 0-16,8 6 0 0,0-2 0 15,0 2 0-15,8-2 0 0,-2 2 0 16,0-1 0-16,1-4 0 0,6 0 0 0,-7-3 0 16,7 0 0-16,1-8 0 0,-2 0 0 0,8-3 0 15,-7-4 0-15,7-4 0 0,-8 2 0 16,8-10 0-16,-7 1 0 0,7-3 0 0,0-5 0 16,-8-3 0-16,8 0 0 0,-1-3 0 15,-5-2 0-15,5 5 0 0,-6 4 0 16,6-1 0-16,-5 2 0 0,6 6 0 0,-8 0 0 15,1 4 0-15,7 2 0 0,0 5 0 16,-8 5 0-16,8 2 0 0,-1 4 0 0,-5 3 0 16,4 0 0-16,-4 5 0 0,-8-1 0 15,-6 1 0-15,0 3 0 0,-6 0 0 0,0-4 0 16,-8 1 0-16,2-1 0 0,-2 1 0 16,-5-5 0-16,5-3 0 0,-4 1 0 0,-2-6 0 15,7 1 0-15,-7-3 0 0,8-1 0 16,-2-3 0-16,8 5 0 0,-8-5 0 0,8 0 0 15,-1 0 0-15,1-5 0 0,0 2 0 0,-1-1 0 16,0 1 0-16,7-1 0 0,0-2 0 16,-6 1 0-16,6-2-428 0,0-1-301 15,0 1-232-15,6-3-188 0,-6 2-41 0,0-3 47 16,0-4 116-16,0 5 205 0,-6-5 269 16</inkml:trace>
  <inkml:trace contextRef="#ctx0" brushRef="#br0" timeOffset="69828.92">10785 13115 66 0,'0'4'203'0,"0"3"19"16,0-3-19-16,0-1-32 0,0 4-21 0,0-3-2 15,0-4-12-15,0 3-7 0,0 2 12 16,0-5 21-16,0 0 24 0,0 0 21 0,0 0 23 15,0 0 15-15,0 0 13 0,6 0 5 16,-6 0-7-16,0 0-9 0,0 0-11 16,7-5-16-16,-7 5-19 0,0-3-15 0,0-1-11 15,0 4-7-15,6-3-16 0,-6-1-14 16,0 4-13-16,0-3-14 0,7-1-9 16,-7 4-10-16,0-4-5 0,0 1-2 0,0 3-2 15,0-4-3-15,0 4-3 0,0-4-2 16,0 4-1-16,0-3 10 0,0 3-2 0,0-5 2 15,0 5 2-15,0-3 2 0,0 0 0 0,0-1-8 0,-7 0-1 16,7 1-7-16,0 0-6 0,-6-2-7 16,6 2-6-16,0-1-6 0,-7 4-7 0,7-5-6 15,0 3-5-15,-6-2-3 0,6 4-5 16,0 0-6-16,0-4-3 0,0 4-2 0,0 0-3 0,0 0 0 16,0 0-4-16,0-3 1 0,0 3 2 15,0 0-1-15,0 0 2 0,0 0 3 0,0 0 4 16,0 0 6-16,0 0-3 0,0 0-1 15,0 0-1-15,0 0-1 0,0 0-3 0,0 0-6 16,0 0 0-16,0 0 1 0,0 0 1 16,0 0 3-16,0 0 4 0,0 0 7 0,0 0 7 15,0 0 5-15,0 0 1 0,0 0-1 16,0 0-4-16,0 0-6 0,-7 0-7 16,7 0-2-16,0 0-7 0,0 0-2 0,0 0-3 15,0 0-2-15,0 0 1 0,0 0-2 31,0 0 1-31,0 0-2 0,0 3 2 0,0-3-2 16,0 0 2-16,0 0 5 0,7 0-1 16,-7 0-2-16,0-3 0 0,0 3 0 0,0 0-2 15,0 0-3-15,-7 0 3 0,7 0 0 16,0 0 0-16,0 0 2 0,0 0-1 0,0 0-2 16,0 0 0-16,0 0 1 0,0 0 0 15,0 0 0-15,0 0 1 0,0 0 2 16,0 0-2-16,0 0 1 0,0 0 1 0,0 0-1 15,0 0 3-15,0 0-2 0,0 0 4 16,0 0 3-16,0 0 4 0,0 0 3 0,0 0 2 16,0 0 1-16,0 0-2 0,0 0-1 15,0 0-3-15,0 0-1 0,0 0-3 16,0 0-3-16,0 0 1 0,0 0-3 0,0 0-2 16,-6 0-4-16,6-4 1 0,0 4 4 15,-6-3-3-15,6 3 1 0,-8 0 1 0,8-5 3 16,0 5-3-16,-6 0-1 0,6 0 0 15,-6-2 2-15,6 2-2 0,-7-5-1 0,7 5 2 16,-7-4-2-16,7 4 0 0,-6-3-1 16,0-1 0-16,-1 0 0 0,1 1 0 0,-1-1 0 0,-6 1 0 0,7-1 0 0,-8 4 1 31,2-3 0-31,-1-2-1 0,-1 5 0 0,2 0-1 0,-2 0 0 0,1 0 1 0,0 5-1 16,0-5-1-16,1 3 0 0,-2 4 1 15,-5-3 0-15,6 3 0 0,0-3 1 0,-1 3 0 31,2 0 1-31,-2 5-1 0,-5-5 1 16,6 4-1-16,0 1 0 0,7-2 0 0,-8 5-1 0,2-4-2 0,-2 3 2 0,8-3 1 31,-7 4 0-31,-1-1 0 0,8 4 4 0,0-2 5 0,-7 2 3 0,6 0 7 0,1 4 5 16,-1 0 6-16,1 0 6 0,6 3 2 31,-7-2 2-31,7 3-1 0,0-1-29 0,-7 1-7 0,7-1-3 0,7 1 0 0,-7 0 0 31,7 3 0-31,-7-4 0 0,6 5 0 0,1-1 0 16,-1-4 0-16,8 5 0 0,-8-4 0 16,6-1 0-16,2 4 0 0,-1-3 0 0,7 0 0 0,-8-4 0 0,8 3 0 0,0-3 0 15,-1 0 0-15,1-3 0 0,6-1 0 0,0 1 0 16,-1-1 0-16,2-4 0 0,-1 1 0 16,0-4 0-16,7 0 0 0,-7 1 0 15,6-5 0-15,-6-1 0 0,1-1 0 0,5-2 0 16,-7 1 0-16,2-4 0 0,-1-4 0 0,0 1 0 15,0-2 0-15,0-1 0 0,1-6 0 16,-2 1 0-16,-5 0 0 0,6-4 0 16,0 5 0-16,0-8 0 0,-7-1 0 0,7 5 0 15,-6-8 0-15,-1 4 0 0,-5-1 0 32,5-3 0-32,-6 0 0 0,0 0 0 0,1 0 0 0,-2-1 0 0,-6-2 0 0,1 3 0 31,0 0 0-31,-7 0 0 0,6-4 0 0,-6 5 0 0,0-1 0 0,0 0 0 0,0-4 0 15,0 4 0-15,0 0 0 0,-6-1 0 32,6 3 0-32,-7-3 0 0,7-3 0 0,-7 5 0 0,1-5 0 0,0 4 0 0,0 0 0 15,-2 0 0-15,2 0 0 0,-7 0 0 0,7 0 0 16,-8 4 0-16,2-4 0 0,6 3 0 16,-8 1 0-16,1-1 0 0,0 2 0 0,6-2 0 15,-5 5 0-15,-2-5 0 0,-5 5 0 31,6-1 0-31,0 0 0 0,-7 0 0 0,8 1 0 0,-8 3 0 0,7-4 0 0,-7 4 0 32,8 1 0-32,-8 2 0 0,0 1 0 0,7 0 0 0,-7 3 0 0,1-3 0 0,-1 3 0 31,-6 4 0-31,6-5 0 0,1 5 0 0,0 5 0 0,0-5 0 0,-8 4 0 16,8-4 0-16,6 3 0 0,-7 1 0 0,0 3 0 15,8-3 0-15,-1-1 0 0,-1 1 0 0,2 4 0 16,-2-5 0-16,1 1 0 0,7-1 0 15,-1 5 0-15,7-5 0 0,-6 5 0 0,6-1-411 16,6-4-240-16,1 5-176 0,12-1-218 16,-5-3-87-16,5-1 13 0,1 1 76 0,-1 0 150 15,7-4 214-15,0 0 291 0</inkml:trace>
  <inkml:trace contextRef="#ctx0" brushRef="#br0" timeOffset="70485.1">11924 12624 51 0,'0'4'366'16,"7"-4"79"-16,-7-4 65 0,0 4-5 16,0-3 12-16,0-2-49 0,-7 3-47 0,7 2-35 15,0-5-26-15,0 2-43 0,0-1-60 31,-6 4-47-31,6-4-33 0,-6 4-33 0,-1-3-14 0,0 3-11 0,-6 3-1 0,1-3-2 16,5 4 2-16,-12 0 4 0,5-1-5 0,1 2-7 31,-6 5-9-31,0-2-5 0,-1 1 0 0,6 8 3 0,-5-3 5 0,-7 4 11 0,6 0 3 16,1 5 5-16,-1 2-3 0,-6 1-2 16,7 3-6-16,-1 0-2 0,0 3 4 0,8 2 4 15,-8 6 6-15,1-3 6 0,5 7 3 16,2 0 1-16,-2 4-92 0,2 3-42 15,-1-3 0-15,6 3 0 0,0 0 0 0,7 0 0 16,-6-3 0-16,12-1 0 0,-6 1 0 16,7 0 0-16,0-4 0 0,-1-1 0 0,7-2 0 15,0-1 0-15,0 1 0 0,0-4 0 16,0-5 0-16,6 1 0 0,-5-4 0 0,6 2 0 16,-1-6 0-16,0 0 0 0,0-6 0 15,1 2 0-15,0-5 0 0,-1-3 0 16,1-1 0-16,0-5 0 0,-1 0 0 0,-6 1 0 15,0-5 0-15,1-3 0 0,-2 0 0 0,-5 0 0 16,-1-3 0-16,1-5 0 0,-1 1 0 16,-6 0 0-16,0-5 0 0,0-1-256 15,0-3-413-15,0-2-207 0,0 0-211 0,7-4-88 16,-7 0 21-16,6-5 93 0,0 2 178 16,2-4 230-16</inkml:trace>
  <inkml:trace contextRef="#ctx0" brushRef="#br0" timeOffset="71219.3">11963 13305 301 0,'0'-8'563'16,"-6"-2"108"-16,6 3 95 0,-7 4-8 0,7-5-101 16,0 4-152-16,0 0-120 0,-6 1-96 15,6 3-79-15,0 0-52 0,0 3-33 0,0 1-4 16,0 3 9-16,0 4 17 0,0 0 10 31,0 4 8-31,0 3 6 0,0 1 0 0,6 3-2 0,-6 0-2 0,0 0 0 0,0 0-1 16,0 3-4-16,0 1-4 0,7 0-3 15,-7-1-4-15,0 1-3 0,0-4-4 0,0 0-5 16,0 0-124-16,0-4-15 0,0 1 0 16,0-1 0-16,0-4 0 0,0-3 0 0,0 0 0 15,0-3 0-15,0-1 0 0,0-2 0 16,0-3 0-16,0-2 0 0,0 0 0 0,0 0 0 15,0-2 0-15,0-3 0 0,0-2 0 16,0-1 0-16,0-3 0 0,0 0 0 0,0 0 0 16,0-3 0-16,0-5 0 0,0 5 0 31,-7-4 0-31,7-5 0 0,0 2 0 0,0-2 0 0,0 2 0 0,0-1 0 0,7-4 0 16,-7 5 0-16,0-2 0 0,6-3 0 0,1 4 0 15,0 0 0-15,-1 1 0 0,8-2 0 31,-8 1 0-31,6 4 0 0,2 3 0 0,-1 1 0 0,-1-1 0 0,2 5 0 0,-2-2 0 16,2 1 0-16,-1 4 0 0,7 0 0 16,-8 0 0-16,2 2 0 0,5 2 0 0,-6-1 0 15,6 4 0-15,1 0 0 0,0 0 0 16,-7 0 0-16,7 4 0 0,-2 4 0 0,-4-6 0 16,5 10 0-16,-5-5 0 0,4 4 0 15,-4 4 0-15,-1-4 0 0,0 7 0 16,-6-3 0-16,5 2 0 0,-6 2 0 0,2-1 0 15,4 5 0-15,-12-5 0 0,7 0 0 0,0 4 0 16,-7-3 0-16,6 2 0 0,-6 1 0 16,0-3 0-16,0 3 0 0,7 0 0 15,-7-4 0-15,0 4 0 0,0-4 0 0,0 5 0 16,6-5 0-16,-6 1 0 0,0-2 0 16,0-2 0-16,0 0 0 0,0-1 0 0,0-3 0 15,6 0 0-15,-6-4 0 0,0 1 0 31,0-5 0-31,0 2 0 0,0-3 0 0,0 3 0 0,0-5 0 0,0-5 0 0,0 3 0 0,0-3 0 16,0-2 0-16,-6-4 0 0,6 0-400 16,0-3-440-16,-6 0-281 0,6-5-124 15,-7 1-1-15,14-4 88 0,-7-5 176 0,6-2 248 16,7 0 311-16</inkml:trace>
  <inkml:trace contextRef="#ctx0" brushRef="#br0" timeOffset="71643.72">12589 12840 231 0,'6'-14'532'0,"-6"-1"99"16,7-3 88-16,-7 7 14 0,6-5-90 15,1 6-141-15,0 2-96 0,-1 1-69 16,6 0-58-16,2 7-48 0,-1-3-33 0,0 6-24 15,6 0-6-15,1 8-5 0,0 5 1 0,-1-2 4 16,1 8 2-16,0 4 4 0,-1 3 5 16,7 5 18-16,-6 5 2 0,-1 1 4 0,7 4-2 15,-6 0-5-15,-1 8-13 0,0-1-20 16,1 4-116-16,-7 0-47 0,-7-4 0 16,8 4 0-16,-14-8 0 0,0 5 0 0,0-8 0 15,-6 0 0-15,-2 0 0 0,2-7 0 0,-7-1 0 16,6 1 0-16,-6-8 0 0,1 0 0 15,-2-7 0-15,2 0 0 0,-2-3 0 16,8-4 0-16,-1-5 0 0,1 1 0 0,-1-4 0 16,1 2 0-16,6-7 0 0,-7 3 0 15,7-2 0-15,0-3 0 0,-6 3 0 16,6-3 0-16,0 0 0 0,0 0 0 0,0 0 0 16,0-3 0-16,0 0-538 0,0-2-278 15,0-2-257-15,6 0-130 0,-6-1-5 0,7-3 76 16,-1-3 155-16,7-4 237 0,0 0 299 15</inkml:trace>
  <inkml:trace contextRef="#ctx0" brushRef="#br0" timeOffset="72272.41">14080 13368 21 0,'-6'3'466'0,"6"1"130"0,0-1 99 15,0-3 65-15,0 0-41 0,0 0-115 0,0 0-111 16,0 0-98-16,6 0-70 0,0 0-58 15,2-3-50-15,4 3-39 0,8-4-27 16,6 4-20-16,0-3-18 0,0 3-21 0,6-4-22 16,8 4-22-16,-7-3-16 0,5-1-11 15,1 0-8-15,0 1-5 0,-7 3-1 0,8-9-2 16,-13 7-2-16,-2 2-3 0,-5-5-8 16,0 2-18-16,-8-1-37 0,-6 0-59 0,-6 4-82 15,0-3-122-15,-6 3-146 0,-6-4-152 16,-2 4-152-16,-5 0-85 0,-1 0 8 15,-6 4 82-15,7-4 130 0,-7 0 160 0</inkml:trace>
  <inkml:trace contextRef="#ctx0" brushRef="#br0" timeOffset="72522.34">14171 13448 324 0,'-12'16'504'0,"-2"-9"89"0,8 3 80 15,-1-2-25-15,-6-6-72 0,13 7-71 16,-6-6-53-16,6-3-36 0,0 5-25 0,6-2-34 15,-6-3-37-15,13 0-34 0,-6 0-29 16,13 0-34-16,-8 0-37 0,14 0-39 0,-6-3-35 16,-1 3-28-16,7-5-21 0,1 2-22 15,-1-1-10-15,-7-1-10 0,7 3-6 0,-6 2-5 16,0-4-4-16,-8 0-3 0,1 0-18 16,1 1-33-16,-8 3-57 0,0-3-75 0,0-2-101 15,-6 3-137-15,8-3-160 0,-8-2-172 16,6-1-170-16,-6-2-45 0,6 3 38 15,-6-8 106-15,7 0 155 0,-7 1 194 0</inkml:trace>
  <inkml:trace contextRef="#ctx0" brushRef="#br0" timeOffset="72853.13">14556 13027 3 0,'-7'-8'481'0,"7"1"109"16,-7 0 86-16,7-1 76 0,-6 5-56 0,6-4-170 15,0 3-138-15,0 4-94 0,0-4-66 16,6 4-49-16,1 4-37 0,0 3-15 16,12 0 4-16,1 1 2 0,0 6-5 0,5 1-16 15,1 0-17-15,0 2-12 0,7 6-7 16,-7 3-2-16,7-1 0 0,-7 8 7 0,0-3 4 16,0 7-1-16,-1 0-8 0,-5-5-12 15,0 5-14-15,-7-5-15 0,-7 2-9 0,-6-2-1 16,0-2 2-16,-6-1 7 0,-7 1 7 15,0-5 4-15,0 1-2 0,-7-4-5 0,-6 0-2 16,7-7-11-16,-1 3-10 0,-6-4-6 16,7-3-2-16,-1-3-8 0,0 0-29 0,8-2-46 15,-8-6-73-15,7 4-134 0,7-8-202 0,6 1-243 16,0-5-202-16,6-3-72 0,7 0 9 16,13-3 103-16,0-4 184 0,7-1 238 15</inkml:trace>
  <inkml:trace contextRef="#ctx0" brushRef="#br0" timeOffset="73339.62">15911 13093 39 0,'6'-7'538'0,"0"4"131"0,1-5 92 15,-7-1 79-15,0 3-68 0,6 2-138 16,-6 1-167-16,0-1-110 0,0 1-81 0,0 3-62 16,0 3-39-16,7 4-10 0,-7 1 10 15,0 6 27-15,0 1 35 0,6 7 30 16,-6 0 11-16,7 0-4 0,-1 3-12 0,-6 5-19 16,7-4-22-16,-7-1-96 0,7 1-125 15,-7-1 0-15,6-2 0 0,-6-1 0 0,0 0 0 16,6-4 0-16,-6-4 0 0,7 1 0 15,-7-4 0-15,7 0 0 0,-7-4 0 0,0 0 0 16,0-2 0-16,0-2 0 0,0-3-290 16,0-3-190-16,0-4-161 0,-7-2-196 15,0-2-215-15,1-3-71 0,-7-1 26 0,0-7 94 16,0 0 175-16,0-3 232 0</inkml:trace>
  <inkml:trace contextRef="#ctx0" brushRef="#br0" timeOffset="73748.37">15676 13060 14 0,'-20'-7'553'0,"7"-5"143"16,1 5 94-16,-2 0 67 0,8-1-52 0,0 1-161 16,6 0-194-16,0 4-126 0,6-5-84 15,6 1-58-15,8 3-65 0,0 4-42 16,13-4-26-16,-1 4-14 0,1-3-11 0,12 3-6 16,-5 0-6-16,5 0-5 0,-6 0-2 15,7 0-1-15,-7 0 2 0,-7 0 0 0,1 0 10 16,-14-4 24-16,0 4 32 0,1-4 36 15,-7 4 32-15,-6 0 23 0,-1-3 7 16,-6-1-1-16,7 1-9 0,-7 3-15 0,0-5-13 16,0 2-13-16,0-1-13 0,0 4-18 15,0 0-24-15,0 0-25 0,0 0-18 0,0 4-12 16,0-1-4-16,0 5 6 0,6 3 16 16,-6 4 24-16,0 3 33 0,6 0 37 0,2 5 37 15,-2 2-98-15,0 4-60 0,1 1 0 16,0-1 0-16,-7 1 0 0,6 2 0 15,0-3 0-15,-6 1 0 0,7-1 0 0,-1-4 0 16,-6-2 0-16,7-2 0 0,-7-2 0 0,0-4 0 16,7-5 0-16,-7 2 0 0,0-9 0 15,0 4 0-15,0-3 0 0,0-8 0 0,0 1 0 16,0-4 0-16,-7-5-205 0,0 2-466 16,1-12-232-16,-7 0-240 0,7-7-74 0,-8-5 29 15,2-2 104-15,4-5 202 0,-4 4 257 16</inkml:trace>
  <inkml:trace contextRef="#ctx0" brushRef="#br0" timeOffset="73888.78">16118 12872 372 0,'-6'-6'572'0,"6"-5"87"15,-6 3 69-15,6 1-46 0,-7 0-143 0,7 3-162 16,0 1-124-16,0-1-116 0,0 0-130 16,7 1-146-16,-1 3-160 0,0 0-175 0,8 0-165 15,-8 3-59-15,14-3 15 0,-7 4 72 16,-1 0 117-16</inkml:trace>
  <inkml:trace contextRef="#ctx0" brushRef="#br0" timeOffset="75247.83">16386 12965 399 0,'0'7'524'0,"0"0"65"0,0-3 80 16,0 3-45-16,6-3-98 0,-6 4-84 0,0-1-53 15,6 3-23-15,2 1-43 0,-2 0-46 16,0 8-34-16,0-1-28 0,2 1-17 0,-2 3-12 15,7 3-9-15,-7 1-8 0,8 3-11 16,-2-3-10-16,2 3-15 0,-8-3-19 16,0-4-14-16,7 3-10 0,-6-2-7 0,0-5-4 15,-1-3 1-15,-6-1 3 0,6 1 10 16,-6-8 23-16,0 1 36 0,0-5 39 0,0 1 21 16,0-4-169-16,0 0-43 0,0-7 0 15,0-1 0-15,0-3 0 0,-6-7 0 0,0-1 0 16,6-2 0-16,-7-9 0 0,0 4 0 15,7-7 0-15,0 5 0 0,0-2 0 0,0 0 0 16,7 1 0-16,-7 4 0 0,7 3 0 16,5 3 0-16,-4-3 0 0,4 7 0 15,1-3 0-15,0 7 0 0,6-4 0 0,-5 8-14 16,6 0-37-16,-8 0 10 0,1 3 8 0,1 4 10 16,-2 0 3-16,2 0 5 0,-2 7 5 15,1 1 5-15,1 2-1 0,-2 2 1 0,-5 2 3 16,6 4-1-16,-7 1 0 0,1-1 2 15,0 4 2-15,-1 0 2 0,1 0 2 0,-1 4 5 16,0-5 5-16,-6 6 8 0,7-5 14 16,-7-1 11-16,0 1 12 0,7 0-30 15,-7-4-30-15,0 0 0 0,0-2 0 0,0-2 0 16,0 1 0-16,0-8 0 0,0 4 0 16,0-3 0-16,0-5 0 0,0 1 0 15,0-1 0-15,0-3 0 0,0 0 0 0,0 0 0 16,0-3 0-16,-7-1 0 0,7-3 0 15,-7-4 0-15,7 4 0 0,-6-8 0 0,0 1 0 16,6-6 0-16,-7-1 0 0,7-2 0 16,0-2 0-16,0 0 0 0,0-1 0 0,7 1 0 15,-7-1 0-15,12 0 0 0,-5 1 0 16,6-1 0-16,1 4 0 0,-2 0 0 0,1 3 0 16,0 8 0-16,6-3 0 0,-5 3 0 0,5 4 0 15,-5-1-31-15,4 5-22 0,-4-1 11 16,-1 0 11-16,0 8 8 0,0 0 6 0,0 3 4 15,0 4 5-15,-7 0 2 0,8 3 3 16,-14 1 0-16,6 4 3 0,1 3 2 0,-7 0 6 16,0 0 8-16,0 3 8 0,0 1 9 15,0 0 10-15,0-4 10 0,0 3-2 16,-7-3-51-16,7 0 0 0,7 0 0 0,-7-4 0 16,0-4 0-16,6 6 0 0,1-10 0 15,-1 2 0-15,1-5 0 0,5 0 0 16,-4-3 0-16,11-1 0 0,-6-3 0 0,6-3 0 15,1-1 0-15,0 0 0 0,5-3 0 16,-5-1 0-16,0-2 0 0,-1-1 0 0,1 0 0 16,0-4 0-16,-2 0 0 0,-4 1 0 15,-1-1 0-15,-1-7 0 0,2 4 0 0,-8-1 0 16,1-2 0-16,-7-2 0 0,0 5 0 16,0-4 0-16,0 8 0 0,-7-5 0 0,1 5 0 15,0 3 0-15,-2 0 0 0,2 0 0 16,0 3 0-16,-1 1 0 0,1-1 0 0,-1 6 0 15,0-3 0-15,1 5 0 0,0-4 0 16,0 4 0-16,6-3 0 0,-8 3 0 16,8 0 0-16,-6 0 0 0,6 3 0 0,-6-3 0 15,6 0 0-15,0 0 0 0,-7 4 0 0,7-4 0 16,0 0 0-16,0 5 0 0,0-5 0 16,0 0 0-16,0 2 0 0,-6-2 0 15,6 0 0-15,0 0 0 0,0 5 0 0,0-5 0 16,0 0 0-16,6 0 0 0,-6 0 0 15,0 0 0-15,0 0 0 0,0 0 0 0,0 0 0 16,0 0 0-16,0 0 0 0,0 0 0 16,0 0 0-16,0 0 0 0,0 0 0 15,0 0 0-15,0 0 0 0,0 0 0 0,0-5 0 16,0 5 0-16,0 0 0 0,0 0 0 16,0 0 0-16,-6 0 0 0,6-2 0 0,0 2 0 15,-7-5 0-15,7 5 0 0,-7 0 0 16,1 0 0-16,0 0 0 0,-8 5 0 0,8-3 0 15,-7 10 0-15,0-5 0 0,0 8 0 0,0 3 0 16,6 0 0-16,-5 1 0 0,-2 6 0 16,1-3 0-16,7 4 0 0,-1-1 0 15,1 1 0-15,-1 0 0 0,7-1 0 0,7-3 0 16,-7 1 0-16,6-5 0 0,7 0 0 16,0-3 0-16,7-1 0 0,0-2 0 0,5-2 0 15,1 1 0-15,7-4 0 0,-1-3 0 16,-6 1 0-16,13-3 0 0,-12-2 0 15,5 0 0-15,-6 0 0 0,0 0 0 0,1 0 0 16,-7 0 0-16,-8-2 0 0,8 2 0 16,-7-5 0-16,-7 5 0 0,0-4 0 0,2 4 0 15,-8-3 0-15,0-1 0 0,-8 4 0 16,2-4 0-16,0 1 0 0,-1-1-375 0,-6 1-410 16,0-1-272-16,1 1-157 0,-8-5-16 15,0 1 69-15,1-4 144 0,-1 0 238 0,0-1 305 16</inkml:trace>
  <inkml:trace contextRef="#ctx0" brushRef="#br0" timeOffset="77267.25">18867 12914 229 0,'0'-11'415'0,"0"3"67"0,0-3 61 15,7 4-51-15,-7-1 0 0,0-3-39 16,0 5-36-16,0-2-20 0,0-3-30 0,0 4-50 16,-7-1-62-16,0-2-61 0,1 2-43 15,0 1-33-15,-7-1-22 0,6 1-19 16,-6 0-14-16,-7 7-9 0,8-5-9 0,-8 10-4 16,1-2-4-16,-1 1 7 0,0 7 2 15,1 0 9-15,-1 7 14 0,0 4 24 0,1 4 20 16,6-1 8-16,0 9 11 0,7-1 5 15,-8 3 0-15,14 0-8 0,0 0-7 0,8 6 1 16,-2-6-3-16,6-3-3 0,8 0-6 16,-1 0-10-16,7-4-9 0,1-4-10 0,-1-6-6 15,13-1-9-15,-7-2-7 0,8-5-6 16,5-4 0-16,-6-7 11 0,1 0 18 16,-1-7-30-16,-1-4-53 0,-5 0 0 0,-7-5 0 15,-6-2 0-15,-1 0 0 0,1-4 0 16,-14 4 0-16,8-4 0 0,-14 4 0 0,6-5 0 15,-6 5 0-15,-6-4 0 0,-2 4 0 16,2 0 0-16,0-1 0 0,-1 1 0 0,1 3 0 16,-1 0 0-16,-6 1 0 0,7 6 0 15,-1-2 0-15,0 3 0 0,1-1 0 16,6 1 0-16,-6 3 0 0,-1 0 0 0,7 1 0 16,0 3 0-16,-7-4 0 0,7 4 0 15,0-4 0-15,0 4 0 0,0 0 0 0,0 0 0 16,0 0 0-16,-6 0 0 0,6 0 0 0,0 0 0 15,0 0 0-15,0 0 0 0,0 0 0 16,0 0 0-16,0 0 0 0,0 0 0 16,-6 4 0-16,6-4 0 0,-7 4 0 0,7-1 0 15,0-3 0-15,0 4 0 0,-6-4 0 16,6 4 0-16,0-4 0 0,0 3 0 0,0-3 0 16,0 4 0-16,-7-4 0 0,7 0 0 15,0 0 0-15,0 0 0 0,0 0 0 16,0 3 0-16,0-3 0 0,0 0 0 0,0 0 0 15,7 0 0-15,-7 0 0 0,0-3 0 0,0 3 0 16,0 0 0-16,0 0 0 0,0 0-15 16,0 0-152-16,0 0 5 0,0 3 15 0,0-3 2 15,0 0 16-15,0 0 17 0,0 0 20 16,6 0 20-16,-6 0 13 0,0 0 25 0,0 0 13 16,0 0 8-16,0 0 6 0,-6 0 3 31,6 0 0-31,0 0 2 0,0 5-2 0,-7-5 3 15,7 3 0-15,-13 4 1 0,7 0-1 16,-2 4 2-16,2 5 6 0,-6-2 4 0,5 4 8 16,0 4 9-16,7-3 12 0,0 2 12 15,0 5 16-15,7-3 17 0,0 2 13 0,-1-3 12 16,6 0 8-16,8-3 4 0,-6-2-4 16,5-2-4-16,1-1-5 0,-1-3-17 0,7-4-92 15,0 2 0-15,0-6 0 0,0-3 0 16,1 0 0-16,-1-3 0 0,-1-6 0 0,1 2 0 15,0-4 0-15,-6 2 0 0,-1-8 0 16,-5 3 0-16,-1-4 0 0,-7 0 0 16,-6-1 0-16,0 1 0 0,-6-3 0 0,-1 2 0 15,-13-4 0-15,8 6 0 0,-15 2 0 16,8-3 0-16,-7 4 0 0,6-3 0 16,-6 7 0-16,6 0 0 0,1-2 0 0,6 5 0 15,-6-1 0-15,13 1 0 0,-8 0 0 16,8 4 0-16,6-2 0 0,-7 2 0 0,7-4 0 15,7 3 0-15,-1 0 0 0,8 1 0 0,-2-5 0 16,8 5 0-16,-1-1 0 0,1 1 0 16,6 3 0-16,0-8 0 0,0 4 0 15,-7 4 0-15,8-3 0 0,-7-1 0 0,-1 4 0 16,-6-3 0-16,0 3 0 0,-1-4 0 16,2 4 0-16,-8 0 0 0,8 4 0 15,-8-1 0-15,0 1 0 0,1-1 0 0,-1 9 0 16,1-5 0-16,0 4 0 0,-1 0 0 0,0 4 0 15,-6 2 0-15,7-2 0 0,-7 4 0 16,7-1 0-16,-7 4 0 0,6 0 0 0,-6 0 0 16,6 0 0-16,-6 0 0 0,7 0 0 15,-1 0 0-15,1 0 0 0,-7-4 0 16,7-3 0-16,-7-1 0 0,6-3 0 0,-6 0 0 16,6-4 0-16,-6 1 0 0,0-5 0 15,0 2 0-15,0-5 0 0,0-5 0 0,0 2 0 16,0-8 0-16,0 5 0 0,-6-11 0 15,6 3 0-15,0-4 0 0,-6 0 0 16,6-8 0-16,0 1 0 0,0-1 0 0,0 0 0 16,0 1 0-16,0-1 0 0,6-1 0 0,-6 7 0 15,6 1 0-15,2 1 0 0,-2 3 0 16,0 0 0-16,7 1 0 0,0-1 0 16,0 4 0-16,7 4 0 0,-1 0 0 0,1 3 0 15,0-1 0-15,-2 5 0 0,2 0 0 16,0 5 0-16,-1 2 0 0,7 4 0 0,-6 0 0 15,-7 0 0-15,7 4 0 0,-8 3 0 16,8 0 0-16,-7 0 0 0,1 5 0 0,-2-1 0 16,-6 0 0-16,8 0 0 0,-8-1 0 15,7 1 0-15,-6 0 0 0,0-3 0 0,-1-1 0 16,0 1 0-16,0-9 0 0,-6 5 0 16,8-8 0-16,-8 1 0 0,6-1 0 0,-6-3 0 15,0-1 0-15,0-3 0 0,0 0 0 16,-6-3 0-16,-2-5 0 0,8 2 0 0,-6-6 0 15,0 1 0-15,0-3 0 0,-1-5 0 16,7 1 0-16,-7-4 0 0,7-4 0 16,7 4 0-16,-7-3 0 0,13 0 0 0,-7-2 0 15,8 5 0-15,-2 0 0 0,8 4 0 0,-7 3 0 16,7-3 0-16,-1 7 0 0,1 0 0 16,-1 4 0-16,0 0 0 0,-5 3 0 15,5 4 0-15,-6 4 0 0,0 3 0 0,1 4 0 16,-2 4 0-16,-5 3 0 0,6 3 0 15,-7 1 0-15,1 5 0 0,-1 2 0 0,1-1 0 16,0 6 0-16,-1-5 0 0,-6 4 0 16,6-4 0-16,1 1 0 0,0-1 0 15,-1-2 0-15,1-7 0 0,-7 3 0 0,6-5 0 16,0-3 0-16,-6-4 0 0,7 0 0 0,-7-8 0 16,7 1 0-16,-7-1-134 0,0-6-375 15,6-4-185-15,-6-1-221 0,0-6-196 0,6-8-49 16,-6 0 44-16,0-4 110 0,8 0 197 15,-2-3 259-15</inkml:trace>
  <inkml:trace contextRef="#ctx0" brushRef="#br0" timeOffset="77532.81">20443 13039 15 0,'0'-9'524'0,"-6"-2"154"0,6 4 117 16,0 0 90-16,-7-1-58 0,7 5-169 0,0-4-165 15,0 7-128-15,0 0-83 0,0 3-42 16,7 4-10-16,-1 5 8 0,1 6 25 15,5 4 25-15,2 4 10 0,-1 2-15 0,-7 6-24 16,7-1-14-16,0 7-18 0,-6-3-129 16,0-1-98-16,5 1 0 0,-5-4 0 0,-7 0 0 15,7-4 0-15,-1-3 0 0,-6-1 0 16,0-2 0-16,0-4 0 0,0-5 0 16,0-3 0-16,0-4 0 0,0 0 0 0,-6-7-97 15,6 0-316-15,-7-7-101 0,0 0-132 16,7-4-161-16,-6-8-172 0,0-3-74 0,-1-4 17 15,-6-2 82-15,6-6 157 0,1 2 207 16</inkml:trace>
  <inkml:trace contextRef="#ctx0" brushRef="#br0" timeOffset="77832.5">20411 13086 85 0,'-14'-15'503'0,"8"0"127"0,0 0 109 0,-1 4 76 16,7-3-110-16,7 0-149 0,-1-1-109 15,8 4-95-15,-2 0-81 0,8-4-53 0,5 8-27 0,2-4-16 16,-1 4-21-16,6 3-10 0,1-1-11 15,-1 3-7-15,1 2-11 0,-1 2-4 0,1 3 1 16,0 2-2-16,-8 4 5 0,-5 0 10 16,0 0 13-16,-1 4 7 0,-5-1 8 15,-2 5 10-15,-5-5 11 0,-7 4 10 0,7 1 9 16,-14-1-84-16,0 1-109 0,-5-1 0 16,-2 0 0-16,-5 1 0 0,-1-5 0 15,0 1 0-15,-5 3 0 0,-1-7 0 0,0 4 0 16,0 0 0-16,-1-5 0 0,1 1 0 15,0 0 0-15,1 0 0 0,5-7 0 0,-6 3 0 16,13-4-147-16,-7-3-385 0,8 0-176 16,4-6-202-16,2-5-187 0,6-4-51 15,0 0 40-15,6-7 109 0,8 1 197 0,-1-9 251 16</inkml:trace>
  <inkml:trace contextRef="#ctx0" brushRef="#br0" timeOffset="78597.89">20736 12719 446 0,'7'-18'597'0,"6"3"118"16,-7 1 102-16,8 0-30 0,-8 2-124 0,7 1-111 16,-7 4-101-16,1 0-97 0,0 2-74 15,5 5-49-15,-4 5-34 0,4 2-20 0,-6 4 5 16,8 8 14-16,-1-2 12 0,-7 5 1 16,0 8 0-16,8-1 3 0,-8 4 0 0,0 4 2 15,1-1-10-15,6 5-126 0,-6-5-78 16,-1 4 0-16,0-3 0 0,8 0 0 0,-8-1 0 15,8-6 0-15,5 3 0 0,-6-8 0 16,0 1 0-16,7-8 0 0,-1 1 0 0,1-5 0 16,-1-7 0-16,7 1 0 0,0-8 0 15,-6 0 0-15,6-8 0 0,-7 1 0 16,1-4 0-16,0-4 0 0,-1-3 0 0,1-1 0 16,-8-2 0-16,2-5 0 0,-8 1 0 15,0-1 0-15,-6 4 0 0,0 0 0 0,0 3 0 16,-6 1 0-16,0 3 0 0,-1 5 0 15,0 2 0-15,-5 5 0 0,5-1 0 0,-6 4 0 16,-6 4 0-16,5 3 0 0,1 4 0 16,-6 0 0-16,6 3 0 0,-1 8 0 0,2-3 0 15,-2 4 0-15,8 2 0 0,-7-3 0 16,13 3 0-16,-6-3 0 0,12 0 0 0,-6 0 0 16,7-3 0-16,-1-1 0 0,7 1 0 15,0-9 0-15,7 5 0 0,-1-3 0 0,1-6 0 16,6-3 0-16,0 1 0 0,7 0 0 15,-1-4 0-15,1-4 0 0,-7 0 0 0,6-3 0 16,-5 5 0-16,-2-10 0 0,1 4 0 16,-6-3 0-16,0 0 0 0,-1 0 0 15,-6-3-16-15,0 0-286 0,-7-1-5 0,8 0 2 16,-8-4 9-16,7 1 20 0,-6-1 33 16,6-2 41-16,-7-2 46 0,8 3 49 0,-8-7 52 15,6 5 59-15,-5 0 58 0,0 0 54 16,-1 4 59-16,1 4 56 0,-1-1 47 0,-6 0 26 15,0 8 1-15,0-5-20 0,7 9-37 16,-7 0-50-16,0-1-139 0,0 4-59 16,-7 4 0-16,7-1 0 0,-6 7 0 0,-1 6 0 15,1-2 0-15,-8 8 0 0,2 4 0 16,6-1 0-16,-14 2 0 0,7 2 0 0,-1-1 0 16,-4 6 0-16,-2-5 0 0,6 1 0 15,-5-1 0-15,6 0 0 0,0-3 0 0,0-1 0 16,0-7 0-16,6 0 0 0,-6 2 0 15,13-10 0-15,-6-3 0 0,6 1 0 0,0-4 0 16,0-4 0-16,6-4 0 0,-6 1-211 16,7-9-424-16,-1-2-205 0,1-4-204 0,-1-5-114 15,1-2-2-15,0-1 77 0,-7-3 170 16,0 3 226-16,0 0 267 0</inkml:trace>
  <inkml:trace contextRef="#ctx0" brushRef="#br0" timeOffset="78828.55">21478 13034 12 0,'-12'-11'487'0,"-1"0"152"0,0 1 123 15,0-2 110-15,7 1-29 0,-8 4-104 0,8 0-94 16,6 3-93-16,0 1-84 0,0-5-76 0,0 8-69 0,6 0-57 16,8 3-43-16,-2 2-22 0,1 5-13 15,7 1-3-15,0 0-2 0,-1 4-3 0,7 3-149 0,0 0-31 16,-6 1 0-16,5-1 0 0,-5 1 0 0,6 3 0 16,-6-4 0-16,-1 0 0 0,7-3 0 15,-6-1 0-15,-1 1 0 0,-5 0 0 16,5-4 0-16,-6-3 0 0,-7-1 0 0,7 0 0 15,-6-4 0-15,0-3 0 0,-1 4-314 0,0-4-295 16,1-4-187-16,0 1-204 0,-1-4-132 16,-6 0-9-16,6-1 69 0,1-3 153 15,0 0 219-15,-1-1 257 0</inkml:trace>
  <inkml:trace contextRef="#ctx0" brushRef="#br0" timeOffset="79062.88">21922 13002 253 0,'-6'-15'665'16,"6"4"131"-16,0 0 107 0,-8-1 92 15,8 2-128-15,0 3-169 0,0-1-133 0,-6 5-88 16,6-1-79-16,0-1-68 0,6 5-57 16,-6 5-43-16,8 2-20 0,-2 4 2 0,0 3 13 15,7 1-131-15,-6 7-94 0,-1-3 0 16,7 6 0-16,-7-3 0 0,2 0 0 16,-2 3 0-16,0-2 0 0,0-2 0 0,2-2 0 15,-2 4 0-15,-6-9 0 0,0 4 0 0,6-6 0 16,-6 2 0-16,0-3 0 0,0-4 0 15,0-3 0-15,-6-1 0 0,6-3-323 0,-6-3-339 16,-2-1-249-16,2-11-223 0,6 5-76 16,-6-9 28-16,0 1 106 0,-2-1 208 15,8-6 276-15</inkml:trace>
  <inkml:trace contextRef="#ctx0" brushRef="#br0" timeOffset="79234.71">21961 12774 81 0,'-13'-22'599'0,"6"7"129"16,0 0 82-16,1 1 56 0,0 7-98 15,0-4-210-15,-2 4-212 0,8 2-120 16,-6 2-78-16,6 0-64 0,0 3-90 0,0 3-140 16,6-3-192-16,2 3-267 0,-2 5-167 15,0-4-80-15,7 3 1 0,0-3 90 0,0 0 169 16</inkml:trace>
  <inkml:trace contextRef="#ctx0" brushRef="#br0" timeOffset="79562.78">22214 12639 520 0,'0'-11'684'0,"8"4"121"0,-8-5 98 0,0 5-47 16,6-4-97-16,-6 4-134 0,0 0-96 0,6-1-66 16,-6 4-62-16,0-3-59 0,0 3-64 15,7 4-68-15,-7 0-54 0,0 4-31 16,6 3-4-16,1 8 10 0,0 3 15 0,-1 5-9 15,0 6-137-15,0-1 0 0,2 6 0 16,-2 2 0-16,-6 1 0 0,6 0 0 0,-6 3 0 16,7-3 0-16,-7 0 0 0,0-1 0 15,0 1 0-15,0-5 0 0,0-2 0 16,6-4 0-16,-6-1 0 0,0-3 0 0,0-4 0 16,0-3 0-16,0-1 0 0,0-2 0 15,7-5 0-15,-7-3 0 0,0 0 0 0,0-4-110 16,7 0-410-16,-7-8-169 0,0 1-182 15,6-5-179-15,-6 2-79 0,0-5 29 16,0 1 100-16,0-8 177 0,0 3 225 0</inkml:trace>
  <inkml:trace contextRef="#ctx0" brushRef="#br0" timeOffset="80093.88">22247 12990 469 0,'-13'-11'616'0,"1"4"125"0,4-4 106 16,-4 3-26-16,5 1-119 0,7 0-110 0,-7 0-104 15,14 3-93-15,0-3-80 0,-1 2-71 16,8 3-48-16,5-3-42 0,1 5-32 0,6 0-26 15,6 0-23-15,-6 5-19 0,13-5-16 16,-6 2-12-16,-1 3 6 0,1 2 14 0,-1-3 11 16,-12 0 38-16,6 3 1 0,-7-4 6 15,-5 4 3-15,-8-2 11 0,7 2 22 0,-7 4-9 16,1-4 27-16,-7 4-26 0,7-3-130 16,-1-1 0-16,-6 0 0 0,6 0 0 15,-6-3 0-15,8-1 0 0,-2 1 0 0,0 1 0 16,0-5 0-16,1-5 0 0,0 1 0 15,-1 1 0-15,1-5 0 0,-1-2 0 0,0-2 0 16,2-2 0-16,-2-1 0 0,0 0 0 16,0 1 0-16,1 0 0 0,0-2 0 0,-1 6 0 15,1 0 0-15,-1-2 0 0,0 7 0 16,-6-1 0-16,8 2 0 0,-8 4 0 0,0 0 0 16,6 7 0-16,-6 8 0 0,0 0 0 15,6 7 0-15,-6 3 0 0,0 1 0 16,7 4 0-16,0 2 0 0,-7 0 0 0,0 5 0 15,6 0 0-15,-6-4 0 0,0 4 0 16,0-4 0-16,0 1 0 0,0-6 0 0,0 1 0 16,0-2 0-16,-6-10 0 0,6 2 0 0,0-4 0 15,-7-5 0-15,0-2 0 0,7-1 0 16,-6-3 0-16,0-1 0 0,-8-3 0 16,1 0 0-16,7 0 0 0,-8 0 0 0,2-3 0 15,-2 3 0-15,2-4 0 0,-1 1 0 16,-1 3 0-16,2-4 0 0,-2 4 0 0,8-3 0 15,0 3 0-15,-1 0 0 0,7-5 0 16,0 5-17-16,0-3-735 0,0-1-334 16,0-3-185-16,7 0-34 0,-7-1 76 0,6-2 148 15,-6-5 251-15,6 0 335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34:34.89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17096 4619 43 0,'0'0'141'0,"0"0"5"15,0 4 0-15,0-4-3 0,0 0 4 16,0 0 18-16,0 0 21 0,0-4-1 0,0 4-9 15,0 0-3-15,0-3 0 0,0 3 5 16,0-5-4-16,0 5-1 0,0-2 6 0,0-3 14 16,0 2 26-16,0 0 22 0,0-2 19 15,0 2 16-15,0-1 11 0,0 0-6 16,0 4-24-16,0-3-39 0,0 3-29 0,0 0-33 16,0-3-32-16,0 3-33 0,0 0-28 0,0 3-12 15,0 0-5-15,0 5 1 0,-7 0 9 16,7-2 6-16,0 6 8 0,0 2 6 0,0 1-1 15,0 3-4-15,0 1-7 0,0-1-3 16,0 0-3-16,0 4-3 0,7-3 0 16,-7 3 1-16,0-5-4 0,0 6-3 0,6-5 4 15,-6-3-2-15,7 3-4 0,-7-4-8 16,0 2 0-16,6-5-1 0,-6-1-8 0,0-2-4 16,0-1 2-16,0 0 6 0,0 1 6 15,0-5 4-15,0 1 9 0,0 0 8 16,0-4 10-16,0 3 5 0,0-3 1 0,0 0-2 15,0 0-6-15,0 0-10 0,0-3-13 16,0 3-11-16,0-4-9 0,0 0-3 0,-6 1-6 16,6-1-5-16,0 0-3 0,0 1-2 0,0-1-4 15,0 0-3-15,0 1 1 0,0 0-2 16,0-2 3-16,0 2-2 0,0 3 1 0,0-4 1 16,0 1-2-16,0-1 2 0,0 0-2 15,0 1 1-15,0-1 1 0,6 4 0 0,-6-4 0 16,0 1-1-16,0-2 0 0,0 3-2 15,0 2 0-15,0-5 0 0,0 5 1 0,0-3 0 16,0 3 0-16,0 0 1 0,0-4-1 16,0 4 0-16,0-4-1 0,0 4 1 15,0-3-3-15,0 3-5 0,0-4-21 0,0 4-42 16,0 0-62-16,0 0-81 0,0-4-97 16,0 4-142-16,0-3-164 0,0 3-175 0,0-4-159 15,0 4-39-15,-6-3 36 0,6-2 115 16,-7 2 168-16,7-1 207 0</inkml:trace>
  <inkml:trace contextRef="#ctx0" brushRef="#br1" timeOffset="4101.81">17134 4561 135 0,'0'0'265'16,"0"0"63"-16,0 0-19 0,0 0-25 0,0 0 42 15,0 0 7-15,0 0-14 0,0 0-7 0,0 0 9 16,0 0-6-16,0 0-5 0,0 0-14 16,0 0-26-16,0 0-34 0,0 0-47 15,0 0-39-15,0 0-21 0,0 3-1 0,0 0 5 16,0 6-1-16,0-3 6 0,8 5 15 15,-8 5-7-15,6-2-14 0,-6 4-13 0,0 1-1 16,6 3 0-16,-6 3-12 0,7 2-7 16,-7 0-6-16,6 4-10 0,1-2-15 15,-1 0-13-15,-6-3-11 0,7 3-8 0,-1-3-8 16,-6-4-7-16,6 0-4 0,2-5-4 16,-8-2-3-16,6 1 2 0,-6-5 15 0,6-4 26 15,-6-4 31-15,0 5 20 0,0-8 16 16,0 0 6-16,0-4-14 0,-6 0-23 0,6-6-29 15,-6-1-20-15,6-5-17 0,-8-2-10 16,8 0-7-16,-6 0-5 0,0-4 0 16,6 0-1-16,-7-1-2 0,7-2 2 0,0 3 0 15,-6-4 0-15,12 5-1 0,-6-5-2 16,0 4 1-16,7 0-1 0,-1-3 0 16,0 2 1-16,2 6-1 0,4-6 3 0,2 5 0 15,-2 0 0-15,8-1 0 0,-1 4-1 16,1 1-1-1,0-1 0-15,-1 4-1 0,1 0 0 0,6 1-2 16,-7 2 2-16,-5 4-2 0,5 1 1 16,0-1-1-16,1 4 0 0,-7 4 1 15,0 3-1-15,6 1 1 0,-6 2 1 0,1 5 3 16,-8-1 0-16,8 5 1 0,-2 2 3 16,1-2 3-16,-6 7 6 0,6-5 4 15,-7 5 9-15,0-3 7 0,2 2 5 0,-2 1 2 16,6-1 2-16,-12 0-2 0,8 1-3 15,-2-3-5-15,0-5-6 0,1 3-5 0,-7-5-6 16,6 2-4-16,-6-7-2 0,7 0-3 16,-7 0-2-16,7-4 2 0,-7 0-6 0,0-3-18 15,0 0-37-15,0-4-63 0,0 0-84 16,6 0-116-16,-6-4-159 0,0-3-204 0,0-1-229 16,6-3-147-16,-6-3-28 0,6-1 56 15,8-3 129-15,-8-1 204 0,7 1 258 0</inkml:trace>
  <inkml:trace contextRef="#ctx0" brushRef="#br1" timeOffset="4336.18">18040 4648 7 0,'0'5'608'0,"0"-5"181"16,0 0 111-16,0 0 66 0,0 0-73 0,0 0-173 15,7 0-251-15,-1 0-158 0,0-5-99 16,8 5-55-16,-2-3-39 0,8 3-34 15,0-4-31-15,-1 1-20 0,7-1-11 0,0 0-13 16,1 1-18-16,-1-1-29 0,-1 0-43 16,-5 4-59-16,0-3-96 0,-1-2-130 0,-6 3-131 15,0 2-135-15,-7 0-137 0,-6 0-75 16,0 0 25-16,-6 2 94 0,-7 3 125 0,0-5 152 0</inkml:trace>
  <inkml:trace contextRef="#ctx0" brushRef="#br1" timeOffset="4539.26">18144 4755 126 0,'-6'11'578'0,"-1"0"153"0,7-7 109 16,-6 3 45-16,6-3-76 0,0-1-155 0,0 0-172 0,6 2-125 0,1-5-86 15,-1 0-56 1,8 3-36-16,5-3-32 0,0-3-23 16,0 3-20-16,1 0-18 0,6-5-15 0,-6 5-21 15,6-3-14-15,-7 0-14 0,-6-1-16 16,7 0-29-16,-6 1-47 0,-8-1-65 15,7 4-96-15,-7 0-154 0,-6-4-196 0,0 1-210 16,0-1-136-16,0-1-33 0,0 3 44 16,0-2 128-16,-6-3 185 0</inkml:trace>
  <inkml:trace contextRef="#ctx0" brushRef="#br1" timeOffset="4898.64">18730 4477 163 0,'0'-16'645'0,"0"6"136"16,0-5 97-16,0 0 75 0,0 4-125 16,0-3-190-16,0 3-187 0,0-1-103 0,0 2-72 31,6 3-58-31,-6-1-46 0,0 5-41 0,0-1-38 0,8-1-32 0,-8 5-20 0,6 5-6 16,0 2 6-16,-6 4 24 0,7 3 24 15,-1 2 26-15,1 5 27 0,0 1 17 0,-1 5 11 16,-6-2 0-16,6 4 0 0,-6 0 1 15,0 5 1-15,6-6-157 0,-6 6-15 0,0-5 0 16,0-4 0-16,0 1 0 0,8-4 0 16,-8-1 0-16,0-1 0 0,6-6 0 0,-6 1 0 15,0-4 0-15,0 0 0 0,0-4 0 16,0-4 0-16,0 5 0 0,0-8 0 16,0 0-117-16,0 0-348 0,0-8-163 0,0 1-188 15,6-4-193-15,-6 0-101 0,7-7 8 31,0 0 79-31,-1 0 159 0,7-5 217 0,7-2 250 16</inkml:trace>
  <inkml:trace contextRef="#ctx0" brushRef="#br1" timeOffset="5273.47">19095 4454 267 0,'6'-11'649'0,"1"0"139"0,0 0 102 0,-7 0 28 0,6 0-118 31,-6 4-186-31,0 0-185 0,0 4-128 0,0 3-90 0,0-4-53 0,-6 8-36 0,6-1-7 31,0 4 1-31,0 4 9 0,-7 0 9 0,7 7-5 0,0 1-16 0,0 3-17 0,7 3-15 32,-7 1-13-32,6 3-13 0,1-3 4 0,-1 4 5 0,1-5 2 0,6 4 1 0,-1-7 4 31,2 4 3-31,5-8-6 0,1 1-4 0,6-6-3 0,-6-1-3 0,-1-1-2 0,7-7-2 16,0 0 0-16,-7-8-1 0,7 0 5 15,1-3-1-15,-8-4-29 0,8-4-28 31,-8 0 0-31,0-7 0 0,1 5 0 0,-7-9 0 0,0 0 0 0,-6 0 0 0,-1-3 0 0,-6 0 0 16,-6 0 0-16,-8 0 0 0,2-1 0 16,-8 4 0-16,1 0 0 0,-7 1 0 15,-1 2 0-15,1 9 0 0,6-4 0 0,-6 7 0 32,1 0 0-32,5 3 0 0,-6 1 0 0,7 4 0 0,-1 3 0 0,0 0 0 0,1 3 0 15,6 2 0-15,0 1 0 0,-7 2-464 16,14 3-335-16,-7 0-324 0,6 0-119 0,-6 0 1 15,0 0 82-15,-6 3 159 0,-1 1 250 16,-6-1 351-16</inkml:trace>
  <inkml:trace contextRef="#ctx0" brushRef="#br1" timeOffset="6040.82">17747 5975 276 0,'6'-3'375'0,"1"-2"57"16,-7 2-9-16,7-5-19 0,-7 5 17 0,0-4-23 15,0-1-19-15,6 1-2 0,-6-1-4 16,-6 1-29-16,6 0-38 0,0-4-43 15,0 4-33-15,-7 0-28 0,0-5-36 0,1 5-23 16,-1 3-22-16,-5-3-13 0,-2 3-15 16,2 1-10-16,-2-2-1 0,-5 5 1 0,-1 0-5 15,-6 0-3-15,0 8-3 0,7-4-4 16,-7 7-3-16,-1 0-6 0,1-1 1 0,7 9-3 16,-7-4 10-16,6 7 12 0,0 0 10 15,8 3 7-15,-1 1 11 0,6 3 6 16,0 0-2-16,7 1-6 0,7-1-8 0,0 0-5 15,6-4-11-15,-1 2-7 0,8-5-7 16,0 0-6-16,-1 0-6 0,7-4-8 0,0 1-6 16,1-5-5-16,5-3-6 0,-6 1-7 15,7-5-5-15,-1-4-3 0,-5 1-2 0,5-4-5 16,-6-4-3-16,0 1-2 0,0-1 0 16,-6 1-13-16,-8-6-29 0,2 6-47 0,-2-4-66 15,-5 3-90-15,0-3-101 16,-1 0-132-16,-6 0-162 0,0-5-178 0,7 5-183 15,-7-4-42-15,-7-1 31 0,7 2 106 16,7-1 169-16,-7-4 215 0</inkml:trace>
  <inkml:trace contextRef="#ctx0" brushRef="#br1" timeOffset="6239.4">18105 6099 193 0,'0'0'653'0,"-6"0"157"0,6 0 108 16,0 0 22-16,0 0-76 0,0 0-205 0,6 0-226 15,1-3-142-15,6 3-98 0,0-4-65 16,7 4-44-16,-1-4-27 0,7 4-21 0,-6-3-13 16,6-1-9-16,-1 1-17 0,-5 3-24 15,0-5-41-15,-1 5-57 0,1 0-89 16,-8-3-126-16,2 3-136 0,-8 0-141 0,-6-3-137 0,0 3-84 0,-6 3 12 16,-8-3 86-16,2 0 123 0,-2 3 153 0</inkml:trace>
  <inkml:trace contextRef="#ctx0" brushRef="#br1" timeOffset="6458.11">18170 6159 455 0,'-6'10'603'0,"0"-2"130"0,6-5 101 0,-8 1-40 16,8 3-118-16,0-4-98 0,0 1-92 15,8-4-90-15,-2 5-72 0,7-5-55 16,6 0-44-16,0 0-39 0,1 0-40 0,0-5-31 16,6 5-25-16,0-4-21 0,-7-4-19 15,8 6-12-15,-1-2-10 0,-7-4-5 16,1 5-6-16,-8-5-4 0,2 6-4 0,-1-3-6 15,-6 1-2-15,-7 1-3 0,6 3-24 16,-6-4-41-16,0 4-55 0,-6 0-61 16,-1 0-86-16,0 0-119 0,1 0-142 0,0 0-158 15,-2 0-174-15,2 0-69 0,-7 0 14 16,7 0 85-16,-1 0 145 0,1-3 187 0</inkml:trace>
  <inkml:trace contextRef="#ctx0" brushRef="#br1" timeOffset="7773.5">18886 5814 159 0,'-6'0'439'0,"0"0"84"0,6-4 77 0,-7 0-11 16,0 1 13-16,1-5-98 0,6 5-69 16,-6-5-49-16,-1 5-46 0,7-5-68 0,-6 1-55 15,6 0-30-15,0 0-27 0,0-1-22 16,0 0-23-16,0 1-20 0,6 0-22 15,1 0-20-15,-1-1-15 0,7 1-13 0,0-1-9 16,7 1-5-16,-7 0-3 0,7 0-3 16,-2 3-4-16,2 0-2 0,0 4 0 0,-1 0 1 0,1 4-1 0,0 3 2 31,-1 1 5-31,-6 2 11 0,0 5 7 0,0 0 9 0,0 4 3 0,-6 3 5 0,6-1 1 16,-13 1-1-16,6 0-1 0,-6 4-1 31,-6-1-3-31,-1 5-1 0,-6-4-2 0,0-1-5 0,0 4-1 0,-7-3 2 0,1 3 7 15,-1-3 6-15,0-4 8 0,2 3 11 32,-2-2 12-32,1-2 7 0,5-2 9 0,2-5 14 0,-2 1 23 0,8-4 23 0,-7-3 29 15,13-1 40-15,-7-3 22 0,7-1-1 16,0 1-228-16,7-4-11 0,-1 0 0 0,7 0 0 16,7 0 0-16,0-4 0 0,5 4 0 0,1-3 0 15,7-1 0-15,-1 0 0 0,-6 1 0 16,7-2 0-16,-1 2 0 0,1 0 0 0,-7-1 0 15,7 0 0-15,-1 1 0 0,-6 3 0 32,0-3 0-32,-6-2 0 0,-1 1 0 0,1 1 0 0,-7-2 0 0,0 5 0 0,0-2 0 15,1 2 0-15,-8-4 0 0,-6 4 0 32,6 0 0-32,-6-3 0 0,0-2 0 0,0 5 0 0,0-3-428 0,-6 3-182 0,0-3-205 15,-8-2-257-15,8 3-90 0,-7-7 17 0,-7 2 78 16,8 0 166-16,-2-4 232 0</inkml:trace>
  <inkml:trace contextRef="#ctx0" brushRef="#br1" timeOffset="8792.03">22859 3802 35 0,'-6'-4'418'0,"6"1"116"0,0 3 113 16,0-7 18-16,0 3 20 0,0 0-94 15,0-3-110-15,0 4-78 0,0-4-81 0,0 3-67 16,0-1-51-16,0 2-39 0,0 3-27 16,0-3-36-16,0 3-33 0,0 0-25 0,0 0-15 15,0 3-2-15,0 5 7 0,0-1 12 16,0 4 25-16,0 3 20 0,0 5 14 0,0-1 7 15,0 0 8-15,0 4 2 0,0 4-10 16,0-4-4-16,6 4 3 0,-6-1 1 16,0 0-6-16,0-2-6 0,7 0-7 0,0-2-9 15,-1-2-16-15,0-2-16 0,1 2-15 16,0-5-8-16,-1-3-8 0,7 1-4 16,1-4-2-16,-8-2-6 0,6-3-2 0,2 2-1 15,-1-5-13-15,-1-5-29 0,2 2-52 16,-2 0-63-16,2-5-82 0,-8 0-104 0,1-2-156 15,-1-1-174-15,1-4-186 0,-7-3-123 16,-7-4-20-16,7 0 52 0,-6-5 139 16,-7 2 188-16,7-7 225 0</inkml:trace>
  <inkml:trace contextRef="#ctx0" brushRef="#br1" timeOffset="8938.85">22957 3576 217 0,'0'-9'630'0,"0"2"113"0,-7 0 80 0,7 0 17 15,0 0-140-15,0 0-227 0,0 2-188 0,0 1-126 16,0 1-104-16,7 3-100 0,-7-3-109 16,7 6-128-16,6 0-154 0,-1 1-174 0,2 1-112 15,-2 2-19-15,2 0 47 0,5 0 92 16,-5 0 136-16</inkml:trace>
  <inkml:trace contextRef="#ctx0" brushRef="#br1" timeOffset="9158.62">23400 3770 88 0,'7'7'604'0,"-1"0"157"0,0-3 106 15,-6-4 67-15,7 3-112 0,0-6-166 16,-1 3-211-16,8-4-141 0,-2 0-98 0,1 1-58 16,0-1-45-16,6 1-37 0,-5-1-30 15,5-3-20-15,1 2-24 0,0 2-56 16,-8 0-101-16,8 3-143 0,-7-5-177 0,-7 5-203 15,8-3-168-15,-14 3-50 0,0 0 44 16,-7 0 114-16,0 3 167 0</inkml:trace>
  <inkml:trace contextRef="#ctx0" brushRef="#br1" timeOffset="9377.35">23453 3931 115 0,'0'11'571'16,"-8"-5"145"-16,8 3 105 0,0-6 58 15,0 1-89-15,8-1-166 0,-2 1-161 0,0-4-124 16,7 0-90-16,7-4-62 0,-8 4-53 16,8-3-36-16,0-1-29 0,-1 4-19 0,1-3-12 15,0-1-10-15,-1-1-6 0,1 5-13 16,-8-3-21-16,2 0-33 0,-8 3-47 0,7 0-77 16,-6-4-130-16,-1 0-171 0,-6 4-185 15,7-3-173-15,-7-5-65 0,6 5 19 16,0-1 100-16,2-3 155 0,-2 3 193 0</inkml:trace>
  <inkml:trace contextRef="#ctx0" brushRef="#br1" timeOffset="10017.79">24246 3542 125 0,'8'-7'630'0,"-2"-5"148"15,0 2 101-15,1 3 74 0,-1-4-126 0,-6 4-177 16,0 3-207-16,7-4-135 0,-7 5-96 16,0-1-67-16,7 4-42 0,-7 0-25 0,6 4-20 15,-6 7-1-15,6 0 12 0,-6 3 7 16,6 4 3-16,2 5-5 0,-8 3-5 0,0-1 3 16,0 4-1-16,0 4 5 0,0-4 10 15,0 0 14-15,0 1 15 0,0-1 10 16,0 1 3-16,0-8 4 0,0 3 0 0,0-6-1 15,-8-1-3-15,8-3-3 0,0-1 2 16,0-3-97-16,0-3-30 0,0-2 0 0,0 3 0 16,0-9 0-16,0 3 0 0,0-3 0 15,8 0 0-15,-8-3 0 0,0-1 0 16,0-4 0-16,0-3 0 0,6-3 0 0,-6-5 0 16,0-3 0-16,0 0 0 0,0-7 0 0,0-1 0 15,-6 2 0-15,6-5 0 0,0-1 0 16,-8 5 0-16,8-4 0 0,-6 8 0 0,6-1 0 15,-6 7 0-15,6 1 0 0,0 0 0 16,-6 6 0-16,6 2 0 0,0 3 0 16,0-1 0-16,0 5 0 0,0 3 0 0,0 0 0 15,0 3 0-15,0 5 0 0,0 3 0 16,0 7 0-16,0 4 0 0,0 3 0 0,0 2 0 16,0 5 0-16,6 1 0 0,-6 0 0 15,0 0 0-15,6 4 0 0,-6-4 0 16,0-4 0-16,6 0 0 0,-6-3 0 0,0 0 0 15,8-1 0-15,-8-6 0 0,0-1 0 0,6-4 0 16,-6-3 0-16,0-3 0 0,0-2 0 16,6 2 0-16,-6-3 0 0,0-5 0 15,0 0 0-15,0 0 0 0,0-5 0 0,0 5 0 16,-6-8-229-16,6 5-432 0,-6-4-284 16,6 0-223-16,-8-1-64 0,-4 1 43 15,-1 0 108-15,0-4 206 0,-6 4 290 0</inkml:trace>
  <inkml:trace contextRef="#ctx0" brushRef="#br1" timeOffset="10853.45">23035 5004 63 0,'0'0'304'0,"0"0"85"0,0 0 44 16,0-3-31-16,0-1 65 0,0-1 11 0,0 5-25 15,0-3-27-15,7 0-23 0,-7 3-22 16,0-4-42-16,0 4-50 0,0-4-49 0,0 4-35 15,0 0-31-15,0 0-31 0,0 0-33 16,0 0-26-16,0 0-22 0,0 4-13 16,0 3-7-16,0 1 7 0,0 2 10 0,0 6 16 15,-7 2 21-15,7 0 10 0,0 4 9 16,0 4-4-16,0-1-5 0,-6 2-10 0,6-2-7 16,0 0-11-16,0 1-8 0,6-1-8 15,-6-3-6-15,7 0-3 0,-7-3-8 0,6-1-5 16,1-3-3-16,0-4 0 0,-1 0 1 15,0-4-1-15,0 0-1 0,2-3-4 0,4-4-7 16,2 0-7-16,-1-4-11 0,-1 1-26 16,2-5-46-16,-8-3-64 0,7 4-74 0,-6-3-86 15,-1-2-126-15,1-2-161 0,-1-2-167 16,-6 2-167-16,0-4-60 0,0 3 14 0,-6-7 93 16,-1 3 160-16,1-2 198 0</inkml:trace>
  <inkml:trace contextRef="#ctx0" brushRef="#br1" timeOffset="11041.02">23074 4824 244 0,'-6'-3'651'16,"6"-5"136"-16,-6 1 93 0,6 4 22 0,-7-5-117 16,7 1-216-16,0 3-196 0,0 1-129 15,0-1-89-15,0 4-67 0,0-4-43 0,0 4-42 16,7 0-49-16,-1 0-75 0,6 0-121 15,2 4-158-15,-1 0-180 0,0 3-194 16,6 0-80-16,-5-4 11 0,5 5 86 0,-6-1 143 16,6 1 177-16</inkml:trace>
  <inkml:trace contextRef="#ctx0" brushRef="#br1" timeOffset="11275.35">23465 5011 347 0,'0'7'545'16,"7"-2"121"-16,-7 1 98 0,0-1-40 16,6-5-79-16,-6 2-100 0,7-2-100 0,-1 0-94 15,1 0-79-15,5 0-62 0,2-2-55 16,-1 2-47-16,6-5-35 0,1 2-24 0,-7 0-17 16,7-2-13-16,-1 2-10 0,1-1-7 15,-1 0-15-15,-6 1-36 0,0 3-56 16,0-3-84-16,0-1-114 0,-7 4-127 0,2 0-136 15,-8 0-124-15,-8 0-102 0,2 0 5 16,0 4 70-16,-7-4 107 0,-1 3 142 0</inkml:trace>
  <inkml:trace contextRef="#ctx0" brushRef="#br1" timeOffset="11540.88">23550 5125 285 0,'0'7'467'0,"0"4"103"0,0-7 107 0,0 3-16 16,0-2-36-16,0-3-67 0,0-2-49 15,6 4-65-15,1-4-76 0,6 4-77 0,0-8-61 16,0 4-42-16,6-4-38 0,-6 4-27 16,7-2-25-16,-7 2-21 0,6-5-18 15,-5 2-18-15,-1 3-15 0,-1-4-5 0,2 4-8 16,-1-4-5-16,-7 4-2 0,1-4-5 16,-7 4-1-16,6 0-14 0,-6-3-23 0,0 3-50 15,0 0-65-15,0-4-88 0,0 4-120 16,0-4-136-16,-6 4-142 0,6-3-145 0,-7 0-70 15,1 3 19-15,6-5 85 0,0 2 125 16,0 3 157-16</inkml:trace>
  <inkml:trace contextRef="#ctx0" brushRef="#br1" timeOffset="12876.08">24208 4891 249 0,'0'0'355'16,"-7"3"75"-16,7-3-27 0,0 0 17 0,-6 0 16 16,6-3-9-16,-7 3-19 0,7-5-23 15,0 5-27-15,0-2-29 0,0-6-48 0,0 4-57 16,7-3-46-16,-7-1-38 0,6 1-16 15,1-1-19-15,-1 1-9 0,8-4-7 16,-2 4-6-16,2-4-4 0,5 3-9 0,-6 2-6 16,6-2-4-16,1 1-3 0,-1 0-9 15,1 3-9-15,0-1-9 0,-1 3-10 0,-6 2-7 16,6 2-4-16,-5 3-5 0,-2 2-4 16,2 4 2-16,-1 0 3 0,0 4 1 0,-7 3 3 15,1 4 15-15,-7 0 12 0,-7 4 6 16,1-1 9-16,-1 5 8 0,-6-1-3 15,1-4-9-15,-8 4-7 0,6 1-8 0,-5-4-6 16,-1-1-6-16,1 1 0 0,6-4 8 16,-7-3 15-16,7-1 17 0,1-3 17 0,-2-1 24 15,8 1 26-15,-7-8 19 0,13 4 13 16,-7-8 11-16,1 2 10 0,6-2 7 0,-7 1 0 16,7-1-1-16,0-3-134 0,7 4-52 15,-1-4 0-15,8 0 0 0,-2 0 0 0,14-4 0 16,1 4 0-16,-1-3 0 0,6-1 0 15,7 1 0-15,-6-2 0 0,5 2 0 16,2-1 0-16,-7 1 0 0,5-1 0 0,-5 0 0 16,0 1 0-16,-7-1 0 0,0 0 0 15,-7 1 0-15,-6-1 0 0,0 4 0 0,1-3 0 16,-8 3 0-16,-6 0 0 0,0-5-238 0,-6 5-186 16,-2 5-154-16,2-5-197 0,-13 0-243 15,6 0-101-15,-6 0 5 0,-8 3 72 16,1-3 160-16,0 4 224 0</inkml:trace>
  <inkml:trace contextRef="#ctx0" brushRef="#br1" timeOffset="13438.41">23062 6246 298 0,'-7'0'418'0,"7"0"77"0,0 0 11 0,0 0-20 15,0 0-14-15,0-4-53 0,-7 4-50 16,7 4-38-16,0-4-21 0,0 4-24 0,-6 3-34 15,6 3-21-15,-7 2-10 0,7 2-10 16,-6 4-15-16,6 5-13 0,0 3-5 16,-6-1-6-16,6 4-4 0,0 4-2 0,0-3-3 15,0-1-6-15,0 0-17 0,0 1-9 16,0-9-15-16,6 4-22 0,-6-2-19 0,6-4-17 16,-6-5-9-16,7 1-12 0,-1-5-8 15,1 2-3-15,0-5-4 0,-1 0-2 0,6-3-3 16,-4-4-9-16,4 0-29 0,2-4-49 15,-1 1-63-15,-1-5-78 0,-5 1-91 16,6-4-144-16,-7-3-167 0,8-1-171 0,-14-3-159 16,6-5-41-16,-6 1 28 0,0-7 117 15,0 0 173-15,-6-7 207 0</inkml:trace>
  <inkml:trace contextRef="#ctx0" brushRef="#br1" timeOffset="13595.37">23139 6143 447 0,'-6'-7'687'0,"0"-4"126"0,-1 3 89 16,7 1-47-16,-6-4-126 0,6 4-205 0,0 3-172 16,0-3-122-16,0 4-87 0,0-2-71 15,0 5-64-15,6-3-61 0,1 3-87 0,-1 3-140 16,7-3-184-16,6 5-203 0,-5-2-147 16,5 4-56-16,-6-3 27 0,6 0 108 0,1 3 170 15</inkml:trace>
  <inkml:trace contextRef="#ctx0" brushRef="#br1" timeOffset="13832.14">23491 6309 461 0,'0'10'668'0,"0"-6"128"0,0 3 93 16,0-3-49-16,0-4-125 0,7 4-150 15,-1-4-158-15,0 0-110 0,8-4-81 0,-1 4-63 16,0-4-45-16,0 1-38 0,7-1-26 15,-1 0-16-15,0 1-14 0,1-2-23 0,-1 3-40 16,1-3-62-16,-7 2-95 0,0-1-132 16,0 0-146-16,1 4-147 0,-8 0-143 0,-6-3-77 15,-6 3 20-15,-2 3 92 0,-4-3 128 16,-8 4 152-16</inkml:trace>
  <inkml:trace contextRef="#ctx0" brushRef="#br1" timeOffset="14040.8">23465 6454 309 0,'-6'12'486'0,"6"-5"91"0,-6 4 113 16,6-7-14-16,0 3-47 0,0-4-66 0,0 2-61 16,12-5-56-16,-5 3-85 0,6-3-80 15,0 0-67-15,7-3-45 0,-1 3-38 0,7-5-26 16,-6 2-27-16,6-1-20 0,-1 1-17 16,-5-4-15-16,6 3-10 0,-6 0-8 0,-7 0 1 15,7 1-3-15,-8-2-5 0,1 5-15 16,-6-2-32-16,-1-3-39 0,1 5-76 0,-7-3-113 15,6 3-151-15,-6-4-168 0,0 1-173 16,0-1-109 0,-6 0-12-16,6 2 73 0,0-7 129 0,0 6 171 15</inkml:trace>
  <inkml:trace contextRef="#ctx0" brushRef="#br1" timeOffset="14558.86">24358 6096 105 0,'12'-11'648'0,"2"-1"153"0,-8 2 102 16,0-1 78-16,1 0-82 0,0 4-199 16,-7-1-213-16,6 4-125 0,-6 1-85 0,0-1-70 15,0 0-60-15,0 4-49 0,0 0-41 16,0 0-29-16,0 4-15 0,0 0-8 0,0 7 0 15,-6 0 2-15,-1 4 7 0,0 2 11 16,1 2 8-16,-7 3 6 0,0 0 4 0,0 3 3 16,0-2 3-16,0 2-2 0,-7 1 4 15,8 0 2-15,-2-1 5 0,-5 0 3 0,5-2 2 16,8-1 6-16,-6-4 6 0,4 0 11 16,2 1 6-16,0-8 9 0,-1 1 13 0,1-2 11 15,6-7 11-15,0 4-55 0,0-2-81 16,0-3 0-16,0-2 0 0,6 5 0 0,1-5 0 15,-1-5 0-15,14 5 0 0,-8-2 0 16,8-3 0-16,0 2 0 0,5-4 0 0,-5 3 0 16,7 0 0-16,-8-3 0 0,7 3 0 15,0 1 0-15,-6-2 0 0,0 2 0 16,-1 0 0-16,-6-1 0 0,6 4 0 0,-5-4 0 16,-2 1 0-16,-5 3 0 0,6 0 0 15,-7-3 0-15,1 3 0 0,-7 0 0 0,6-5 0 16,-6 5 0-16,0 0 0 0,0 0 0 15,0-3-239-15,0 3-192 0,-6 0-102 0,6-4-112 16,-7 4-123-16,1-4-123 0,-1 4-99 16,1-3-1-16,-1-1 87 0,1-3 133 0,0 3 170 15,-2-3 196-15</inkml:trace>
  <inkml:trace contextRef="#ctx0" brushRef="#br1" timeOffset="14830.17">24507 6253 420 0,'0'-11'632'0,"-6"4"131"16,6 0 105-16,0-1-30 0,-7 1-109 0,7 3-132 15,0 1-134-15,0 0-112 0,0-2-94 16,-6 5-75-16,6 0-57 0,0 5-29 0,0 1-1 16,6 5 20-16,-6 8 20 0,0 6 27 0,0 1 25 15,0 7 13-15,7 4-6 0,-7 0-8 0,0 2-9 16,0 2-11-16,6-1-17 0,-6-3-45 16,0 0-104-16,0-5 0 0,7-2 0 15,-7-5 0-15,0 1 0 0,6-4 0 0,-6-4 0 16,0-3 0-16,0-5 0 0,6-1 0 0,-6-2 0 15,0-4 0-15,0-3 0 0,0 0 0 16,0 0-166-16,-6-3-285 0,6-1-211 16,-6-4-246-16,-7 4-203 0,0-2-58 0,-6-2 33 15,-1-3 106-15,-6 3 206 0,-1 1 275 16</inkml:trace>
  <inkml:trace contextRef="#ctx0" brushRef="#br1" timeOffset="15377.25">23185 7367 301 0,'0'0'451'0,"0"0"100"0,-6 0 78 16,6 0-5-16,0-4-2 0,-7 4-72 15,7 0-77-15,0 0-81 0,0 4-96 0,0-4-86 16,-7 0-54-16,7 4-31 0,-6 3 0 16,6 3 10-16,-6 2 12 0,-1 2 16 15,7 4 13-15,-7 5 12 0,1 0 2 0,6 2 6 16,0 4 10-16,-6-4 3 0,6 9-6 0,6-6-11 15,-6 6-13-15,6-5-19 0,1-4-23 16,0 4-26-16,-1-6-19 0,0-1-90 0,8 0-2 16,-8-7 0-16,7-1 0 0,0-3 0 15,0 0 0-15,1-8 0 0,5-3 0 0,-6 0 0 16,0-3-90-16,7-4-168 0,-14-4-102 16,7-3-114-16,-7-1-154 0,1-4-166 15,-7 1-182-15,0-3-71 0,-7-6 21 0,1 2 87 16,-7-9 166-16,-1 2 201 0</inkml:trace>
  <inkml:trace contextRef="#ctx0" brushRef="#br1" timeOffset="15549.77">23238 7253 73 0,'0'-6'605'0,"0"1"145"16,-8-2 97-16,8 0 59 0,0 3-111 0,0-3-190 15,0 3-232-15,0 1-144 0,0-1-105 16,8 1-86-16,-2 3-97 0,0 0-137 0,7 0-177 15,1 3-211-15,-2 1-175 0,2-1-74 16,-2 1 7-16,8-1 88 0,-7 1 151 16,7 3 199-16</inkml:trace>
  <inkml:trace contextRef="#ctx0" brushRef="#br1" timeOffset="15784.39">23563 7400 115 0,'0'11'650'0,"0"-4"172"0,0-3 93 16,6-1 69-16,-6 1-100 0,7-4-186 16,6 3-209-16,-7-3-139 0,14 0-69 0,-7-3-50 15,7 3-42-15,-1-4-42 0,0 4-38 16,1-3-31-16,7-1-24 0,-8 0-17 16,7 4-24-16,-6-3-43 0,-1-1-53 0,0 4-69 15,-6-3-92-15,1 3-133 0,-2-4-162 16,-5 4-163-16,-7 0-164 0,0 0-73 0,-7 0 16 15,-5 4 92-15,-8-1 150 0,7 1 184 16</inkml:trace>
  <inkml:trace contextRef="#ctx0" brushRef="#br1" timeOffset="16004.27">23628 7579 85 0,'0'15'611'0,"-7"-4"169"15,7-3 103-15,0-5 87 0,0 5-84 0,0-4-144 16,7-1-194-16,-1-3-134 0,8 4-70 15,5-4-62-15,0 0-53 0,1-4-44 0,7 4-34 16,-2-3-23-16,1 3-27 0,-6-4-20 16,6-1-18-16,0 2-17 0,-7 0-16 0,1 3-13 15,-7-5-5-15,7 2-5 0,-14 3-3 16,8-3-14-16,-8-2-29 0,-6 2-50 0,6 0-65 16,-6-2-85-16,-6 1-112 0,6-2-160 15,-14 2-179-15,8 0-187 0,-7 1-112 16,0-1-7-16,0 0 64 0,0-3 146 0,-6 4 193 15</inkml:trace>
  <inkml:trace contextRef="#ctx0" brushRef="#br1" timeOffset="18861.68">24540 7374 51 0,'6'4'197'0,"-6"-4"-19"0,0 4-53 0,7-4-49 31,-7 3-16-31,6-3-6 0,-6 3 3 0,7 1 32 16,-7-4 29-16,0 5 25 0,6-5 0 15,-6 3 8-15,0-3 15 0,0 0 18 0,7 4 12 16,-7-4 7-16,0 0 14 0,0 0 10 15,0 0 16-15,0 0 18 0,0 0 9 16,0-4-3-16,0 4-16 0,0 0-22 0,0 0-29 16,6 0-33-16,-6 0-30 0,0 0-24 15,0 0-12-15,0 0-9 0,0 0-4 0,0 0-2 16,0 0-2-16,0 0-5 0,0 0-6 16,0 0-11-16,0 0-11 0,0 0-15 15,0 0-10-15,0 0-9 0,0 4-13 0,0-4 0 16,0 0-1-16,0 0-1 0,0 0 2 0,0 0 7 15,0 0 7-15,0 0 3 0,0 0 0 16,0 0 3-16,0 0 1 0,0 0-4 0,0 0 0 16,0 0-4-16,0 0-4 0,0 0 0 15,0 0-5-15,0 0-1 0,6 0 5 0,-6 0 1 16,0 0 3-16,0 0 4 0,0 0 9 16,0 0 4-16,0 0-3 0,0 0 4 15,0 0 2-15,0 0 0 0,0 0-7 0,-6 0 0 16,6 0 0-16,0 0-4 0,0 0-5 15,0 0-4-15,0 0 0 0,0 0-2 16,0 0-1-16,0 0 0 0,0 0 0 0,0 0 0 16,0 0 0-16,0 0 1 0,0 0 0 15,0 0-1-15,0 0 4 0,0 0 5 0,0 0 0 16,0 0 0-16,0 0 0 0,0 0 0 16,0 0-3-16,0 0-4 0,0 0-3 0,0 0-1 15,0 0-3-15,0 0-1 0,0 0 0 16,0 0 0-16,0 0 1 0,0 0-3 15,0 0 2-15,0 0-1 0,0 0 0 0,0 0-1 16,0 0 1-16,0 0-2 0,0 0 2 16,0 0-5-16,0 0-1 0,0 0-1 0,0 0 0 15,0 0-1-15,0 0 1 0,0 0 1 16,0 0 1-16,0 0 0 0,0 0-1 0,0 0 0 16,0 0 1-16,0 0 1 0,6 0-2 15,-6 0 3-15,0 0 1 0,0 0-2 0,0 3 1 16,0-6-4-16,0 3 2 0,0 0-2 15,0 0 0-15,0 0 1 0,0 0-2 0,-6 0 5 16,6 0-2-16,0 0 0 0,0 0-1 16,0 0-2-16,0 0 2 0,0 0-3 15,0 0 2-15,0 0-1 0,0 0-1 0,0 0-1 16,0 0-1-16,0 0 2 0,0 0-1 16,0 0 2-16,0 0 3 0,0 0 0 15,0 3 1-15,0-3-2 0,0 0 0 0,0 0 0 16,0 0-1-16,0 0 0 0,0 0 1 15,0 0-1-15,0 0 2 0,0 0-1 0,0 0 0 16,0 0 0-16,0 0-1 0,0 0 0 16,0 0-2-16,0 0 2 0,0 0-1 15,0 0 2-15,0 0 1 0,0 0-1 0,0 0 1 16,0 0-1-16,0 0 1 0,0 0-1 16,0 0 0-16,0 0 1 0,0 0-1 0,0 0-2 15,0 0 1-15,0 0 0 0,0 0 1 16,0 0-2-16,0 0 2 0,0 0 1 0,0 0-1 15,0 0-1-15,0 0-1 0,0 0 2 16,0 0 0-16,0 0 0 0,0 0-2 16,0 0-1-16,0 0 6 0,0 0-4 0,0 0 2 15,0 0-1-15,0 0 6 0,0 0-3 16,0 0-5-16,0 0 3 0,0 0-2 0,0 0-1 16,0 0-1-16,0 0 1 0,0 0 1 15,0 0-1-15,0 0 1 0,0 0 1 16,0 0 0-16,0 0 2 0,0 0 0 0,0 0-1 15,0 0-1-15,0 0 0 0,0 0-1 0,0 0 1 16,0 0 0-16,0 0-1 0,0 0 2 16,0 0-1-16,0 0 0 0,0 0-3 15,0 0-1-15,0 0 5 0,0 0-1 0,0-3 0 16,0 3 3-16,0 0 0 0,0 0 1 16,0 0-2-16,0 0-1 0,0 0 3 0,0 0 0 15,0 0 0-15,0 0-2 0,0 0 3 16,0 0-3-16,0 0 1 0,0 0-4 15,0 0 2-15,0 0 0 0,0 0 0 0,0 0 1 16,0 0-2-16,0 0 2 0,0 0-2 16,0 0 2-16,0 0-1 0,0 0-1 0,0 0 1 15,0 0 1-15,0-4 2 0,0 4 0 16,0 0-4-16,0 0 0 0,0 0 0 16,0 0 0-16,0 0 0 0,0 0-2 15,0 0 7-15,0 0 0 0,0 0 2 0,0 0 1 16,0 0 2-16,0 0 1 0,0 0 1 15,0 0 3-15,0 0 0 0,0 0 0 16,0 0-2-16,0 0 0 0,0 0-2 0,0 0-3 16,0-3-4-16,0 3-1 0,0 0 0 15,0 0-1-15,0 0-1 0,0 0-2 0,-6 0 3 16,6-5 5-16,0 5-1 0,0 0-3 16,0 0-1-16,0 0 0 0,0-4-1 0,0 4-6 0,0 0 2 15,0 0-2-15,-7 0 3 0,7 0 2 16,0-3-1-16,0 3 0 0,0 0-1 0,0 0 3 15,0 0-3-15,0 0 2 0,0 0-2 16,0 0 2-16,0 0 0 0,0 0 0 0,0 0-2 16,0 0-1-16,0 0 3 0,0 0 0 15,0 0-1-15,0 0 0 0,0 0 2 16,0 0-2-16,0 0 1 0,0 0-1 0,0 0-2 16,0 0 3-16,0 0 1 0,0 0 0 15,0 0-1-15,0 0 0 0,0 0 1 0,0 0-2 16,0 0-2-16,0 0 3 0,0 0 0 15,0 0 0-15,0 0 0 0,0 0 1 16,0 0 0-16,0 0-2 0,0 0-2 0,0 0 3 16,0 0 1-16,0 0 2 0,0 0 0 15,0 0-1-15,0 0 3 0,0 0-2 0,0 0-1 16,0 0-1-16,0 0-1 0,0 0 1 16,0 0-2-16,0 0-2 0,0 0-3 0,0 0 2 15,0 0 3-15,0 0-4 0,0 0 0 16,0 0-2-16,0 0-11 0,0 0-18 0,0 0-25 15,0 3-23-15,0-3-30 0,0 0-30 16,0 0-20-16,0 0-22 0,0 0-26 16,0 0-34-16,0 0-46 0,0 0-50 0,0 0-43 15,0 0-36-15,0 0-26 0,0 0-4 16,0 0 26-16,0 0 44 0,7 0 52 0,-7 0 61 16,0 0 64-16,0 0 60 0,0 0 47 15,0 0 37-15,0 0 34 0,6 0 25 16,-6-3 21-16,0 3 20 0,0 0 20 0,0 0 19 15,6 0 14-15,-6 0 3 0,0-3 11 16,0 3 15-16,8 0 12 0,-8 0 10 0,0 0 15 16,0 0 21-16,6 0 24 0,-6 0 28 15,0 0 28-15,6-4 19 0,-6 4-4 16,7-4-22-16,0 1-22 0,-1-5-31 0,0 5-34 16,1-8-21-16,-1 0-6 0,1 0 6 15,0 0-4-15,-1-1 3 0,0-2-2 0,-6-1-5 16,7 1-7-16,-7 0-5 0,0-5-11 15,0 4-15-15,-7-4-9 0,7 2-14 16,-6 1-14-16,0 2-12 0,-8 3-11 0,8 0-11 16,-7 0-13-16,0 7-6 0,0-3-8 15,-1 7 0-15,-5 0-3 0,6 0 2 0,-6 4-3 16,5 3-1-16,-5 1 2 0,6-1-2 16,0 7 1-16,1-3-1 0,4 4 3 0,2 0 2 15,0 0-2-15,6-1 0 0,0 1 1 16,0-1 0-16,6 1 0 0,0 0-6 0,8-1 1 15,-8 1 6-15,14 0 3 0,-7-4 10 16,7 3 8-16,-1-2 17 0,0 2 12 16,0-3 10-16,1-1 13 0,0 6 4 0,-1-6 6 15,1 1 0-15,0 5-5 0,-1-2-4 16,-6-3-8-16,6 4-4 0,-5-1-7 0,-8 1 0 16,7-1 5-16,-6 1-1 0,-7 0 2 15,0-1 9-15,0 0 5 0,0 1 5 0,-13 1-2 16,6-5 5-16,-5 0 3 0,-2-1 1 15,-5 1-3-15,-1 1-1 0,7-5-84 0,-6-4 0 16,-1 1 0-16,1 0 0 0,-1-4 0 16,0-4 0-16,7 0 0 0,-6-2 0 15,6-3 0-15,-1-1 0 0,2-1 0 0,-1-3 0 16,0-1 0-16,6-4 0 0,1 4 0 16,6-3 0-16,0-1 0 0,6 1 0 0,7 0 0 15,0 4 0-15,0-4 0 0,7-1 0 16,-1 5 0-16,1-2 0 0,6 2 0 0,-6 0 0 15,5 2 0-15,-5 1 0 0,6 0 0 16,-6 4 0-16,-1 0 0 0,1 3 0 0,-7-3 0 16,0 3 0-16,0 0 0 0,-7 4 0 15,-6-3 0-15,6 3 0 0,-6-3 0 0,8 3 0 16,-16 0 0-16,2 3-224 0,0 0-323 16,-7-3-237-16,0 4-292 0,0 0-112 15,-7-1 2-15,1-3 72 0,-7 0 145 0,0-3 249 16</inkml:trace>
  <inkml:trace contextRef="#ctx0" brushRef="#br1" timeOffset="25486.8">27438 3989 77 0,'-6'0'379'0,"6"0"82"0,-8-4 64 15,2 1-28-15,6-1 55 0,-6-3-48 16,6 3-45-16,-6 1-36 0,6-4-23 16,-7 3-33-16,7-1-62 0,-7 2-52 0,7 3-36 15,0-3-22-15,0 3-33 0,0-4-33 16,0 4-35-16,0 0-31 0,0 4-25 0,0-1-18 15,0 0 1-15,0 9 12 0,0-1 22 16,0 7 20-16,0 4 23 0,7 1 17 0,-7 2 5 16,0 4 5-16,7-3-13 0,-7 2-11 15,6 3-14-15,-6-2-9 0,0-3-7 0,6-1-13 16,-6-3-7-16,0-1-5 0,6-2-2 16,-6-4-6-16,0 0-7 0,0-4 2 0,8 0 14 15,-8-5 18-15,0-1 27 0,0 2 27 16,0-7 22-16,0 4 10 0,0-8-87 15,-8 4-64-15,8-7 0 0,-6 2 0 0,6-1 0 16,-6-5 0-16,0 3 0 0,6-4 0 16,-7-1 0-16,0 1 0 0,7-3 0 0,-6 5 0 15,-1-5 0-15,7 1 0 0,-6-1 0 16,6 1 0-16,0-1 0 0,0 0 0 0,0-4 0 16,6 5 0-16,1-5 0 0,-1 1 0 15,1 0 0-15,6 0 0 0,-1-1 0 0,2 1 0 16,6 4 0-16,-7-1 0 0,6 0 0 15,0 5 0-15,-5-2 0 0,5 1 0 0,-6 4 0 16,6 0 0-16,-5 0 0 0,5 3 0 16,-5-4 0-16,-2 8 0 0,2 0 0 15,-2 0 0-15,2 0 0 0,-1 8 0 0,-1-1 0 16,-5 0 0-16,6 4 0 0,0 3 0 16,-6 1 0-16,-1 4 0 0,7 3 0 0,-7 0 0 15,-6 0 0-15,7 3 0 0,0 0 0 16,-1-2 0-16,-6 3 0 0,0-4 0 15,6 3 0-15,-6-3 0 0,0-4 0 0,8 0 0 16,-8-3 0-16,0 0 0 0,6-5 0 0,-6 2 0 16,0-4 0-16,0-1 0 0,0 0 0 15,0-7 0-15,0 3 0 0,0-3 0 0,6-3-36 16,-6 3-238-16,-6-7-110 0,6 3-140 16,0-7-170-16,0 4-179 0,6-4-166 0,1 0-31 15,-1 1 41-15,1-6 117 0,6 5 186 16,-7-4 226-16</inkml:trace>
  <inkml:trace contextRef="#ctx0" brushRef="#br1" timeOffset="25736.77">28050 4186 80 0,'0'5'543'16,"0"-1"157"-16,0-1 111 0,0-3 49 0,7 4-54 15,-1-4-154-15,-6 0-162 0,14-4-134 16,-2 4-91-16,2-3-65 0,-2-1-53 15,8-1-37-15,-1 3-33 0,1-6-23 0,-1 5-17 16,1-2-10-16,6 2-11 0,-6 0-18 16,-7 0-28-16,-1-2-43 0,2 2-66 0,-2 3-106 15,-5-5-136-15,0 5-136 0,-7 0-133 16,0 0-141-16,-7 5-51 0,-6-2 42 16,-7 5 104-16,8-5 128 0,-8 5 149 0</inkml:trace>
  <inkml:trace contextRef="#ctx0" brushRef="#br1" timeOffset="25955.51">28089 4330 117 0,'0'11'545'0,"0"-4"165"16,0 1 110-16,0-5 44 0,0 1-39 15,0 0-131-15,7-4-145 0,0 0-126 0,-1 0-76 16,7 0-58-16,0 0-40 0,6-4-38 16,1 4-26-16,-1-4-20 0,1 1-23 15,0-1-25-15,6 0-26 0,-7-3-24 0,-5 2-21 16,4 3-17-16,-4-2-14 0,-1 4-10 15,-7-4-13-15,1 4-26 0,0-3-33 0,-7 3-49 16,0 0-61-16,0-4-64 0,-7 4-73 16,7 0-114-16,-7 0-147 0,1-4-174 15,-7 4-155-15,6-4-48 0,-6 2 24 0,7-6 103 16,0 3 162-16,-2-2 212 0</inkml:trace>
  <inkml:trace contextRef="#ctx0" brushRef="#br1" timeOffset="27394.33">28845 3850 142 0,'0'4'210'0,"0"-4"31"16,-7 3-24-16,7-3-33 0,0 4 18 15,0-4 32-15,-6 0-11 0,6 3-13 0,0-3-4 16,0 0 0-16,-7 0 15 0,7 0 15 16,0 0 28-16,-6 0 35 0,6 0 17 0,0 0 9 15,-6 0-7-15,6-3-16 0,0 3-36 16,-8 0-46-16,8-4-33 0,0 1-30 16,-6 3-23-16,6-4-14 0,0 0-14 0,0 0-5 15,-6 4-8-15,6-3-6 0,0-1-10 16,0 1-7-16,0 3-4 0,0-4-12 0,0 0-2 15,0 1-6-15,0-1 1 0,6 0-6 16,-6 1-4-16,6 0-4 0,-6-6-7 0,8 6-5 16,-2-4-4-16,7 3-8 0,0-3-2 15,-7 3-3-15,7-3-2 0,7 4-2 16,-7-1 0-16,6-1 1 0,-6 2-3 0,7 3-1 16,-7 3 0-16,6-3-2 0,-6 9 0 15,7-2 0-15,-6 0 0 0,-2 4 4 16,1-1 1-16,-6 2-3 0,6 2 4 0,-13 1 1 15,6 0 4-15,-6 2-2 0,-6 3-3 16,-1-2 3-16,-6 1-2 0,0-2-1 16,-7 5-3-16,8-4 0 0,-8 1 0 0,1-2-2 15,-1 3 3-15,0-6 0 0,7-3 3 0,1 1 4 16,-2-2 1-16,8-6 2 0,0 3 4 16,-2-3 8-16,2 0 3 0,6-4 5 0,0-4 8 15,-6 4 5-15,12-4-5 0,-6-3-4 16,6 3-7-16,2-3-7 0,4 4-10 15,2-5-6-15,-2 4 0 0,1 1-3 0,7-1-1 16,0 0 0-16,-1 4 0 0,1 4 0 16,-8-4 3-16,8 7 1 0,0-3 5 0,-1 4 4 15,-5 2 5-15,5 5 8 0,-6-4 3 16,0 3 5-16,0 4 5 0,-6 1 1 0,-7-5 6 16,6 5 4-16,-12-1 9 0,-1 4 5 15,0-3 0-15,-6-1 6 0,-6-4 1 16,6 6 0-16,-7-6 7 0,1-3 15 0,-1 3 19 15,0-6 19-15,1-1 20 0,-1-3-141 16,1-1-9-16,0-3 0 0,-1-3 0 0,1-1 0 16,5 0 0-16,-6-3 0 0,8 3 0 15,-1-3 0-15,0 0 0 0,6-1 0 0,-5 5 0 16,4-5 0-16,8 2 0 0,-6 1 0 16,6-3 0-16,0 5 0 0,6-4-237 15,2-1-313-15,4 5-186 0,1-8-220 0,0 4-163 16,14-1-26-16,-8 1 52 0,0 0 129 15,8-5 201-15,-8 5 264 0</inkml:trace>
  <inkml:trace contextRef="#ctx0" brushRef="#br1" timeOffset="28996.77">29399 3798 56 0,'-8'4'162'0,"8"-4"2"0,0 0 1 15,0 5-20-15,0-5-26 0,0 3 0 0,0-3 36 16,-6 0 13-16,6 0-20 0,0 0-15 15,0 3-12-15,0-3-2 0,0 0-2 16,0 0-1-16,0 4-5 0,0-4-1 0,-6 0 3 16,6 0-3-16,0 4-2 0,0-4 0 15,0 0 4-15,0 0 4 0,0 0 2 0,0 0 11 16,0 0 10-16,0 0 8 0,0 0 3 16,0 0-2-16,0 0-3 0,0 0-7 15,0 0-15-15,0 0-14 0,0 0-19 0,0 0-13 16,0-4-12-16,0 4-15 0,0 0-7 15,0 0-7-15,0 0-4 0,0 0-4 0,0 0-1 16,0 0-1-16,0 0 5 0,0 0 0 16,0 0 4-16,0 0-4 0,0 0-2 0,0 0-1 15,0 0-2-15,0 0-2 0,0 0-2 16,0 4-1-16,0-4 0 0,0 0-1 16,0 0 0-16,0 0 1 0,0-4 4 0,0 4 9 15,0 0 9-15,0 0 9 0,0 0 8 16,0 0 6-16,0 0 5 0,0 0-1 0,0 4-4 15,0-4 1-15,0 0-3 0,0 0-3 16,0 0-1-16,0 0-2 0,0 0-1 0,0 0-1 16,0 0-1-16,-6-4-3 0,6 4 0 15,0 0-3-15,0 0-2 0,0-4-3 0,0 4 1 16,-7 0 3-16,7 0-2 0,0-3 0 16,0 3 4-16,-7 0 1 0,7 0-2 15,0-3-2-15,-6 3-4 0,6 0 0 0,0-5-6 16,0 5-6-16,-7 0-4 0,7 0-5 15,0 0 1-15,0-4-6 0,-6 4-3 0,6 0-2 16,0 0-2-16,0 0-1 0,-7-3-4 16,7 3 0-16,0 0 0 0,0 0-1 0,0 0 2 15,0 0-4-15,-7 0 0 0,7 0 0 16,0 0-1-16,0 0 4 0,0 0-3 0,0 0 5 16,0 0-1-16,0 0 0 0,0 0 1 15,0 0-4-15,0 3 1 0,0-3-5 0,0 0 1 16,0 0 3-16,0 0 0 0,-6 0 0 15,6 0-3-15,0 0 0 0,0 0 1 16,0 0-1-16,0 0-2 0,0 0 2 0,0 0 2 16,0 0 4-16,0 0 2 0,0 0 7 0,0 0 11 31,0 0 10-31,0 0 9 0,0 0 9 16,0 0 7-16,0 0 1 0,0-3-4 0,0 3-5 0,0 0 1 0,0 0-3 0,0 0 0 15,0 0 0-15,0 0 2 0,0 0-2 0,0-4-4 16,0 4-2-16,0-3-4 0,6-1-8 15,-6 4-7-15,7-7-5 0,-7 3-6 32,7 1-5-32,-1-1-4 0,1-3-4 0,-1 2-3 15,8 2 1-15,-8 0 0 0,6-2-1 16,2 2 1-16,-1 0-1 0,7 0 3 0,-2-2-1 16,-4 2-2-16,6 3 0 0,-1 0 0 15,1 0 0-15,-1 3-2 0,-6 2 0 16,0-2 1-16,1 3 0 0,4 5 1 0,-10 1-1 0,4-1 3 15,-5 3-1-15,6 5 5 0,-6-5-2 16,-7 4 4-16,0 4 3 0,0-2 1 16,0 1 8-16,0-3 2 0,-14 4 7 0,8 0 4 15,-7 0-1-15,-1 0-7 0,2 1-24 16,-8-2 0-16,7-3 0 0,-7 4 0 16,2-3 0-16,4-1 0 0,1-4 0 0,-7 2 0 15,8-5 0-15,-2 0 0 0,2 0 0 16,5-4 0-16,0 0 0 0,1-3 0 0,-1 3 0 15,7-4 0-15,-6-3 0 0,6 5 0 16,0-5 0-16,0 4 0 0,0-4 0 16,6 0 0-16,1 0 0 0,6 0 0 0,-6 0 0 15,11-4 0-15,2-1 0 0,0 5 0 0,7-3 0 16,-2-4 0-16,1 3 0 0,6-3 0 16,-5 3 0-16,5-3 0 0,1 2 0 15,-1 3 0-15,-6-6 0 0,7 5 0 0,-7-2 0 16,7 2 0-16,-14 0 0 0,8 3 0 15,-8-3 0-15,-6-2 0 0,0 5 0 0,0 0 0 16,-6-3 0-16,-1 3 0 0,0 0 0 16,-6 0 0-16,7 0 0 0,-7 0 0 0,7 0 0 15,-7 0 0-15,0 0 0 0,0 0 0 0,-7-5 0 16,7 5 0-16,-7 0-255 0,1 0-323 16,0 0-227-16,-8 0-279 0,1-4-101 15,0 4 7-15,0-3 75 0,1 0 157 0,-8 3 246 16</inkml:trace>
  <inkml:trace contextRef="#ctx0" brushRef="#br1" timeOffset="29878.24">28168 5334 81 0,'0'-4'164'0,"6"4"-10"16,-6 0-13-16,6 0-13 0,-6 0-14 0,7-3 7 15,-7 3 48-15,0 0 31 0,0 0-8 16,0-4-14-16,0 4-10 0,0-4 3 16,0 4 9-16,0-3 19 0,0 3 50 0,0-5 56 15,0 5 35-15,0-2 17 0,-7-3 5 16,7 2-10-16,-6-5-57 0,0 5-64 15,-1-1-42-15,0 0-36 0,1-3-29 0,-14 4-27 16,7-2-10-16,1 5-22 0,-2 0-10 16,-6 0-4-16,1 5-2 0,-1-2 0 0,-6 1-4 15,7 3-1-15,-7 0-5 0,0 4-1 0,6 4-1 16,-5 0-4-16,5 4-2 0,0-2 6 16,1 5 2-16,6 0 5 0,-6 4 9 15,11 0 16-15,-4-1 9 0,5 5 14 0,7-4 13 16,0 2 6-16,0 2-3 0,7-4-3 15,-1-1-3-15,8 1-12 0,-8-4-18 16,13 0-13-16,-6-4-9 0,6-3-12 0,1-1-9 16,0-3-8-16,6-3-1 0,0-5-7 0,0 1-5 15,0-4-8-15,-6 0-30 0,6-4-49 16,-1 1-67-16,-5-5-98 0,6-3-152 16,-6 4-196-16,-1-4-202 0,-5-3-176 0,5-1-54 15,-13 0 36-15,8 1 118 0,-2-5 183 16,-4 4 220-16</inkml:trace>
  <inkml:trace contextRef="#ctx0" brushRef="#br1" timeOffset="30081.95">28422 5506 402 0,'6'0'729'0,"-6"0"142"0,0 0 95 16,0-3-27-16,0 3-118 0,6-5-225 15,-6 5-213-15,14-3-133 0,-8-1-94 16,14 1-57-16,-7-1-42 0,6 0-25 0,7-3-14 15,0 3-12-15,-6 1-20 0,6-2-48 16,0-2-76-16,-7 4-120 0,1 0-148 0,-7-2-155 16,0 2-141-16,-6-1-147 0,-1 4-25 15,-6 0 65-15,-6 0 117 0,-1 0 144 0,-13 4 150 16</inkml:trace>
  <inkml:trace contextRef="#ctx0" brushRef="#br1" timeOffset="30285.06">28454 5605 23 0,'-6'15'521'0,"-2"-4"163"16,8-4 106-16,-6 0 87 0,6-4-63 16,0 2-135-16,0-2-141 0,6 1-122 0,2-1-70 15,-2-3-56-15,7 0-41 0,0 0-41 16,6 0-34-16,1-3-31 0,0-1-29 0,-1-4-28 16,7 5-23-16,-6 0-20 0,-1-5-17 15,1 5-10-15,-8-5-20 0,2 5-30 16,-1-1-52-16,-6-3-65 0,-1 7-94 0,-6-4-138 15,7 0-159-15,-7 1-171 0,0-1-177 16,0 0-68-16,-7-2 24 0,7 1 100 0,0 1 153 16,-6 1 188-16</inkml:trace>
  <inkml:trace contextRef="#ctx0" brushRef="#br1" timeOffset="30890.92">29040 5407 19 0,'-6'-4'534'16,"6"1"163"-16,0-5 102 0,0 1 70 15,0 0-86-15,-6-1-106 0,6 1-184 0,-8-3-137 16,8-2-87-16,0 1-52 0,0 4-50 16,8-5-45-16,-8 2-34 0,6 2-25 15,0-3-12-15,7 4-17 0,0-1-11 0,0 1-9 16,1 0-2-1,5 0 6-15,0-1 4 0,1 5 7 0,-1-1 6 16,7 1 5-16,-6-2 1 0,-1 5-6 16,7 0-4-16,-6 5-9 0,-1-2-6 15,1 1-5-15,0 7-1 0,-7 0 6 0,7 4 2 16,-8-1 12-16,2 4 8 0,-8 1 8 16,0-1 3-16,1 4 3 0,-14 0 0 0,1-4-6 15,0 4-4-15,-8 4-5 0,2-4-9 16,-8 0-8-16,0 0-7 0,-5-4-4 0,5 4-2 15,-7 0-3-15,9-3 3 0,-9-1 6 16,7 0 16-16,1-4 22 0,6 1 28 16,0 0 24-16,0-4 22 0,6-3 16 0,-6-1 12 15,13 0 3-15,-6-3 4 0,6-1-90 16,0 1-70-16,6 0 0 0,1-4 0 0,12 0 0 16,-5 0 0-16,12 0 0 0,-1-4 0 15,1 0 0-15,7-3 0 0,-1 0 0 0,1 3 0 16,0-4 0-16,6 1 0 0,-6 0 0 15,-1 0 0-15,1-1 0 0,-1 1 0 0,-6-1 0 16,1 2 0-16,-1 2 0 0,-7-3 0 16,1-1 0-16,-2 5 0 0,-4-1 0 15,-1-3 0-15,-6 7 0 0,6-4 0 0,-7 0 0 16,0 1 0-16,-6-1 0 0,7 4 0 0,-7-4 0 16,7 4 0-16,-7-4 0 0,0 4-50 15,0 0-462-15,-7 0-191 0,0 0-216 0,1 0-200 16,0 0-46-16,-7 0 46 0,-1 4 114 15,2-4 185-15,-2 4 250 0</inkml:trace>
  <inkml:trace contextRef="#ctx0" brushRef="#br1" timeOffset="31695.4">30975 3188 22 0,'0'-4'444'0,"-7"-1"140"0,0-3 121 16,7 6 32-16,-6-2 6 0,-1-4-110 0,7 5-115 15,-6 0-111-15,-1 3-104 0,1 0-72 16,-1 0-59-16,1 0-42 0,0 6-22 0,-2 2-13 16,2 3 2-16,-7 4 3 0,7 3 11 15,-1 4 2-15,1-1-7 0,-1 9-4 0,7-3-6 16,0 2-4-16,0-4-12 0,0 0-9 16,7 1-5-16,-1-4-9 0,1 1-6 0,-1-6-10 15,1-2-6-15,-1 0-6 0,8-1-4 0,-8-7-5 16,7 1-7-16,0-1-3 0,0-3-10 15,0 0-21-15,0-4-43 0,-7-4-60 0,8 0-81 16,-1-3-119-16,-7-5-167 0,7 2-181 16,-6-5-199-16,-1-3-96 0,-6 0 1 0,0-5 73 15,0 3 149-15,-6-3 190 0</inkml:trace>
  <inkml:trace contextRef="#ctx0" brushRef="#br1" timeOffset="31864.68">30968 3070 69 0,'-7'-12'619'0,"7"2"163"0,0-1 97 15,-6 0 69-15,6 0-103 0,-7 3-156 16,7-3-241-16,0 4-147 0,-6 3-88 0,6-4-66 16,0 5-53-16,6 0-38 0,-6-1-39 0,7 0-41 15,-1 4-53-15,8 0-81 0,-2 0-131 16,2 0-178-16,-1 4-195 0,6 0-172 0,-6-1-61 16,1 5 21-16,-2-1 101 0,1 4 162 0,0 0 198 15</inkml:trace>
  <inkml:trace contextRef="#ctx0" brushRef="#br1" timeOffset="32101.39">31235 3301 73 0,'0'11'627'0,"0"-4"176"0,0-3 112 0,0-1 69 16,6 0-93-16,-6-3-169 0,7 0-227 0,0-3-149 15,-1 0-98-15,0-1-60 0,8-3-47 16,5-1-43-16,-6 0-36 0,6 1-26 0,-5 0-14 15,5 0-16-15,1-1-39 0,0 1-56 0,-8-1-95 16,2 5-139-16,-2-1-175 0,1 1-188 16,-6-1-183-16,0 4-77 0,-7 0 23 15,-7 4 102 1,0-1 155-16,1 1 187 0</inkml:trace>
  <inkml:trace contextRef="#ctx0" brushRef="#br1" timeOffset="32304.45">31293 3421 435 0,'-6'15'629'0,"0"-8"125"0,-1 1 88 15,7-5-55-15,0 2-104 0,-7-2-122 0,7 1-128 16,0-4-90-16,7 3-57 0,0-3-47 16,-1 0-39-16,7 0-33 0,0 0-24 0,6-3-28 15,-5-1-25-15,5 1-19 0,1-2-17 16,0 2-16-16,-8-2-15 0,8 2-8 0,-7-1-7 16,0 1-3-16,0 3-4 0,-7-4 0 15,8 1-1-15,-8 3-1 0,-6 0-11 0,6-4-20 16,-6 4-33-16,0 0-48 0,0 0-60 15,0-4-91-15,0 4-121 0,-6 0-147 0,6-2-159 16,0-3-174-16,-6 1-55 0,6 1 31 0,0-5 95 16,0 1 151-16,0 0 183 0</inkml:trace>
  <inkml:trace contextRef="#ctx0" brushRef="#br1" timeOffset="32726.77">32023 2974 386 0,'0'-11'559'0,"0"0"126"0,0 0 93 16,0 1-66-16,0 2-63 0,7 1-110 0,-7-1-106 15,0 1-98-15,0 4-72 0,0-1-58 0,0 0-48 16,0 1-42-16,0 3-35 0,0 0-25 16,0 0-14-16,0 3 8 0,0 5 18 0,0 2 27 15,6 5 32-15,0 3 28 0,-6 4 21 0,7 4 6 16,0 0 7-16,-7 3 3 0,6 0 1 16,0 5 3-16,-6-2 4 0,8 0 0 0,-8 6-10 15,0-5-189-15,6 0 0 0,-6 1 0 0,0-5 0 16,0-1 0-16,0-2 0 0,0 1 0 15,6-7 0-15,-6-5 0 0,0 4 0 0,0-8 0 16,0 0 0-16,7-4 0 0,-7 0 0 0,0-3 0 16,0 3 0-16,0-7 0 0,0 3 0 15,0-3 0-15,0-3-109 0,-7 3-416 0,7-3-218 16,-6-1-260-16,6 0-156 0,-6-3-24 16,-2 3 61-16,-4 1 128 0,-2-1 220 0,2 4 298 15</inkml:trace>
  <inkml:trace contextRef="#ctx0" brushRef="#br1" timeOffset="33304.81">31170 4195 17 0,'-7'0'342'16,"1"0"76"-16,-1-4 60 0,1 4-18 0,-1 0-35 15,1 0-38-15,0 0-31 0,-2 0-14 16,2 0-5-16,6 0-16 0,-6 4-14 0,-1-1-28 15,1 1-44-15,-7 3-38 0,6 0-30 0,-5 0-12 16,4 8-11-16,2 0-13 0,-7-1 0 16,6 8 1-16,1 0 0 0,0 1-1 0,6 2 1 31,0 1 0-31,0-1-7 0,0 1-10 0,6-1-14 0,0 2-10 0,1-6-13 0,0 2-15 31,5-2-15-31,2-2-15 0,-1-1-9 16,0-7-5-16,0 4-7 0,-1-8-5 0,2 0-1 0,-1 1-6 0,0-8-24 0,0 0-46 15,0-4-64-15,6 0-85 0,-12-7-128 0,6 1-157 16,-7-6-166-16,7 2-174 0,-13-8-91 0,7 4 3 16,-14-8 86-16,7 1 138 0,-6-4 177 15</inkml:trace>
  <inkml:trace contextRef="#ctx0" brushRef="#br1" timeOffset="33476.58">31137 4095 399 0,'0'-7'695'15,"-6"0"113"-15,6-1 70 0,-6 1-44 0,6 0-126 16,0 0-230-16,-8 3-188 0,8 0-108 16,0 1-75-16,0 3-59 0,8-3-68 0,-8 3-83 15,6 0-118-15,0 0-147 0,7 0-177 16,0 0-192-16,0 3-76 0,-6 0 6 0,6 5 77 16,0-5 127-16,0 5 173 0</inkml:trace>
  <inkml:trace contextRef="#ctx0" brushRef="#br1" timeOffset="33711.18">31417 4319 153 0,'0'7'673'16,"0"1"147"-16,-6-6 87 0,6 3 59 15,0-1-125-15,0-4-224 0,0 0-229 0,6-4-132 16,0-1-82-16,2 3-57 0,-2-2-40 0,7-3-32 15,0 3-23-15,0-4-5 0,7 1-18 16,-1 4-33-16,1-5-62 0,0 4-106 16,-8 1-151-16,8-1-170 0,-7 4-169 0,-1-4-151 31,-4 4-36-31,-2 0 54 0,-6 0 124 0,-6 0 149 0</inkml:trace>
  <inkml:trace contextRef="#ctx0" brushRef="#br1" timeOffset="33898.37">31450 4432 14 0,'-7'11'434'0,"1"-3"120"0,6 0 109 16,0-6 66-16,-6 3-8 0,6-2-97 31,0 1-88-31,6-4-81 0,-6 4-78 0,6-8-79 0,1 0-61 0,6 1-55 0,0-2-48 0,-7 5-36 16,14 0-28-16,-7-2-23 0,0 2-32 16,6-5-43-16,-5 2-63 0,5-1-126 0,-6-3-170 15,0 3-215-15,7-3-229 0,-8-1-94 16,2 1-12-16,-1 0 88 0,0-1 147 0,-6 1 207 15</inkml:trace>
  <inkml:trace contextRef="#ctx0" brushRef="#br1" timeOffset="34398.26">32017 4232 161 0,'-7'-9'680'16,"7"-1"133"-16,-7-1 74 0,7-5 65 15,-6 3-101-15,0-1-235 0,6-3-193 0,-7 7-101 16,7-5-56-16,0 1-48 0,0 3-40 0,0 0-38 16,7 0-34-16,-1 0-24 0,0 4-18 31,1-1-15-31,6 2-11 0,0-3-13 0,0 6-12 0,6-2-7 0,-5 5-2 0,5 0 2 16,1 0-2-16,6 0-2 0,-7 5 3 0,1-2-1 15,0 6 0-15,6 1 0 0,-7-3 1 16,1 8-3-16,-8-4-1 0,8 3-1 0,-7 5 2 15,0-1-1-15,-6 1 2 0,-1 3 6 0,0 0 4 16,-6 3 6-16,-6-3 1 0,0 3 6 16,-7-3-5-16,-1 4-3 0,-5-5-4 15,6 2-1-15,-7 3-3 0,-5-8 1 0,5 5 14 16,0-6 15-16,7-1 20 0,-6 2 20 0,6-7 25 16,-1-1 21-16,2 1 19 0,5-3 17 15,1-5 14-15,-1 1-15 0,7 0-161 0,0 0 0 16,0-4 0-16,7 0 0 0,6 0 0 15,-1 0 0-15,2-4 0 0,12 0 0 0,-7 0 0 16,14-3 0-16,-7 0 0 0,6 4 0 0,8-5 0 16,-1 1 0-16,0-1 0 0,0 1 0 15,0 0 0-15,-6 0 0 0,-1 2 0 0,-5-2 0 16,-2 3 0-16,-5 1 0 0,-8-1 0 16,-4 0 0-16,-2 4 0 0,-6 0-68 0,-6 0-334 15,-8 0-136-15,1 4-177 0,-13 0-228 0,0 3-156 16,0-3-23-16,-7 4 49 0,1 2 131 15,-7-2 206-15,6 3 272 0</inkml:trace>
  <inkml:trace contextRef="#ctx0" brushRef="#br1" timeOffset="34939.89">31437 5575 211 0,'-6'-7'414'0,"-2"0"90"0,2-1 82 15,0 2-20-15,0-2 21 0,-2 1-48 0,2-1-47 16,0 5-54-16,-1-1-61 0,1 0-81 15,6 1-70-15,-7 3-59 0,0 0-43 0,1 0-24 16,0 0-15-16,0 7-6 0,-2 0 5 0,2 4 11 16,0 4 11-16,-1 3 10 0,7 4 4 15,-6 4-3-15,6 0-7 0,0 3-11 0,0-3-11 16,0 3-13-16,6-3-11 0,1-5-12 0,-1 1-12 16,0 0-8-16,2-3-10 0,4-5-6 15,-6 1-6-15,8-8-4 0,-1 0-3 0,-1 0-9 16,2 1-27-16,-2 0-51 0,2-8-66 15,-1 0-99-15,0-4-142 0,0-3-171 0,0 0-182 16,0-9-171-16,-7 2-50 0,1-4 35 16,-7-8 112-16,0 0 161 0,-7-3 198 0</inkml:trace>
  <inkml:trace contextRef="#ctx0" brushRef="#br1" timeOffset="35066.44">31443 5370 425 0,'0'-3'558'0,"-6"-5"87"0,6 5 59 0,0 0-87 15,-6-2-157-15,6 2-131 0,0 3-118 0,0 0-103 16,6 0-106-16,0 0-110 0,1 3-126 16,-1-3-151-16,8 5-181 0,-2-2-78 0,8 0-4 15,0 1 46-15,-7 0 94 0</inkml:trace>
  <inkml:trace contextRef="#ctx0" brushRef="#br1" timeOffset="35269.58">31795 5561 58 0,'0'11'572'0,"0"-4"166"16,0 0 102-16,-7-3 71 0,7 0-97 0,0 0-149 15,0-1-188-15,7 1-143 0,-7-4-85 16,7 4-60-16,-1-4-47 0,1 0-44 0,5 0-39 16,8 0-25-16,0 0-26 0,-1 0-32 15,1 0-62-15,0 0-101 0,5 0-164 0,-11-4-191 16,5 4-211-16,-6 0-139 0,0 0-29 15,-6 4 51-15,-7-4 141 0,0 0 180 0</inkml:trace>
  <inkml:trace contextRef="#ctx0" brushRef="#br1" timeOffset="35441.43">31834 5755 136 0,'-7'8'591'0,"1"-1"154"15,0 1 105-15,-1-5 35 0,7-3-65 16,-6 3-161-16,6 1-194 0,0-4-141 0,0 0-96 15,6 0-73-15,1 0-56 0,5 0-42 16,2-4-53-16,-2 1-68 0,8 3-108 0,6-3-169 16,-7-2-203-16,8-2-249 0,-7 0-110 0,-1 3-19 15,0-7 60-15,8 3 146 0,-8-6 190 16</inkml:trace>
  <inkml:trace contextRef="#ctx0" brushRef="#br1" timeOffset="36003.73">32323 5432 80 0,'0'-10'609'0,"-7"-1"146"0,7-4 90 0,0 0 63 15,0 1-97-15,0 0-171 0,0 2-211 16,0-2-128-16,7 3-78 0,-1-1-59 0,7 1-51 16,1 0-41-16,-2 4-32 0,8-1-16 15,-1 5-11-15,7-4-4 0,-6 7-3 0,6-4-3 16,7 8-2-16,-7-4-2 0,-1 7-1 0,-5-4-1 15,6 5-1-15,-7 3 2 0,1-4-1 16,-6 9-1-16,-2-6 3 0,-5 5 1 0,-1-1 0 16,1 1 3-16,-7 0-1 0,-7-1 2 15,-6 1 2-15,1 3-3 0,-2-3 1 0,-6-1-1 16,-5 1 1-16,5 4-2 0,-6-9-1 0,7 5 3 16,-7-4-3-16,12 0-4 0,-5-4 8 15,6-2 16-15,0 1 24 0,7-2 22 0,-1-4 21 16,7 0 20-16,-7 0 2 0,7-4-10 15,7 1-20-15,0 0-21 0,-1-5-19 0,7 4-12 16,7 1-10-16,-1-1-3 0,0 0-6 16,8 1-2-16,-7 3-4 0,5 3-3 15,7-3-1-15,-6 4-2 0,-6 3 1 0,7 0 2 0,-9 4 10 16,2 0 13-16,-7 0 13 0,7 4 10 16,-14 4 4-16,8-5 9 0,-14 8 4 0,0-4 3 15,-7 1 3-15,0-1 9 0,-12 0 13 16,6 0 7-16,-14 1 1 0,9-4 4 0,-9-1 6 15,1-3 10-15,0 0 19 0,7-3-61 16,-1-1-77-16,0-3 0 0,1-1 0 0,-1-3 0 16,1 0 0-16,0-3 0 0,5-1 0 15,1 0 0-15,1-3 0 0,5 3 0 0,-6-3 0 16,7 3 0-16,-2-3 0 0,2 3 0 0,6-2 0 16,-6 1 0-16,6 5-288 0,0-3-335 15,-7 3-237-15,7 0-251 0,0 0-81 0,0 3 17 16,0 2 91-16,-6-2 177 0,-1 4 257 15</inkml:trace>
  <inkml:trace contextRef="#ctx0" brushRef="#br1" timeOffset="36570.5">31437 6561 378 0,'0'-7'481'0,"-6"0"82"0,6-1 62 16,0 1-8-16,-8-1-54 0,8 1-70 15,-6 3-43-15,6-3-48 0,0 4-66 0,-6-2-77 16,6 2-65-16,0-1-49 0,0 4-40 16,0 4-18-16,-6 4-5 0,6-1 2 0,-8 7 8 15,8 1 12-15,-6 3 11 0,0 4 7 16,-1 4 1-16,7 0-4 0,0 3-1 0,-6 0-4 16,6 4-6-16,6-3-8 0,-6-1-9 0,0 0-8 15,7 0-11-15,-1-3-11 0,8 0-8 16,-8-4-7-16,6 0-6 0,-4-8-5 0,4 4-8 15,1-6-3-15,1-5-5 0,-2 0-4 16,2-3-6-16,-2-1-16 0,2-3-31 0,-1-3-53 16,-1-5-70-16,-4 1-82 0,4-3-116 15,-6-2-163-15,-6-2-177 0,7-4-157 0,-7-4-114 16,0 0-13-16,-7-3 66 0,1-6 147 0,0 2 194 0</inkml:trace>
  <inkml:trace contextRef="#ctx0" brushRef="#br1" timeOffset="36743.83">31417 6389 135 0,'0'-8'654'0,"-6"1"135"0,0-4 86 0,6 4 59 0,-8-1-109 16,8 1-235-16,0 0-221 0,0 3-129 0,0 1-82 31,0-1-57-31,8 0-52 0,-2 4-50 16,0 0-61-16,8 4-106 0,-2 0-158 0,1-1-203 15,1 5-231-15,-2-2-104 0,8 6-21 0,-7-1 63 16,0 0 137-16,0 3 191 0</inkml:trace>
  <inkml:trace contextRef="#ctx0" brushRef="#br1" timeOffset="36978.28">31620 6678 56 0,'-8'11'532'0,"8"0"162"0,0 0 107 0,0-7 78 15,0 3-76-15,0-3-139 0,8-4-142 16,-2 3-133-16,0-3-87 0,8 0-68 0,-2 0-64 15,8 0-55-15,-1-3-44 0,7-1-27 0,-6 0-19 16,6 1-15-16,0-1-18 0,-6 0-35 16,6-3-52-16,-6 4-96 0,-1-5-118 0,0 4-149 15,-6-3-156-15,1 4-145 0,-8-1-100 16,0 0 14-16,-12 4 76 0,0 0 129 0,-2 4 154 16</inkml:trace>
  <inkml:trace contextRef="#ctx0" brushRef="#br1" timeOffset="37175.4">31632 6854 35 0,'-12'15'431'0,"4"-5"115"16,8-3 111-16,-6 1 65 0,6 0-2 15,0-4-87-15,6-1-87 0,-6-3-77 0,14 4-82 16,-2-4-83-16,2-4-73 0,5 4-55 16,7-3-38-16,0-1-29 0,1-4-26 0,-1 5-22 15,0-4-16-15,6 2-13 0,-13-2-12 0,8 4-11 16,-8-1-14-16,0-2-26 0,-5 6-43 15,-8-5-62-15,7 1-113 0,-6 1-150 0,-7-2-173 16,7-1-163-16,-7-2-128 0,0 5-31 0,0-5 65 16,0 1 123-16,-7 3 167 0</inkml:trace>
  <inkml:trace contextRef="#ctx0" brushRef="#br1" timeOffset="37613.31">32388 6521 102 0,'0'-4'634'0,"0"0"167"0,0 1 96 16,-7-1 58-16,0 1-123 0,7-2-183 15,-6 5-233-15,6 0-148 0,-6 5-82 0,0-2-42 16,-2 4-20-16,2 4-2 0,0 0 2 16,-1 4 6-16,1 3 7 0,-1 0-3 0,0 1-8 15,1 4-21-15,0-3-17 0,-1 7-16 16,-6-5-15-16,7-1-4 0,-1 2 4 0,7-1 6 15,-7 0 3-15,7-4 12 0,-6-4 9 0,6 1 15 16,0 0 12-16,6-3 18 0,-6-2 23 16,7-3 11-16,6-4-151 0,-7 2-15 0,14-3 0 15,-7-2 0-15,7 0 0 0,0 0 0 16,5 0 0-16,1-2 0 0,-6 2 0 0,6-5 0 16,7 2 0-16,-7-1 0 0,0 1 0 0,-1-1 0 15,-5 4 0-15,6-4 0 0,-7 2 0 16,1 2 0-16,0-5 0 0,-7 5 0 0,0-4 0 15,-6 4 0-15,-1-3 0 0,0 3 0 0,-6 0 0 16,6-5 0-16,-12 5-107 0,0 0-284 16,0 0-92-16,-1-3-119 0,-6 3-127 0,0-3-138 15,-7 3-130-15,8-4-17 0,-2 0 54 16,-5 1 131-16,5 0 168 0,2-6 198 0</inkml:trace>
  <inkml:trace contextRef="#ctx0" brushRef="#br1" timeOffset="37972.61">32531 6678 413 0,'0'-11'653'16,"0"4"128"-16,-7 0 89 0,7 2-44 0,0-5-83 16,0 6-143-16,0-2-139 0,0 1-82 15,0 1-56-15,0 1-40 0,-6-2-36 0,6 5-39 16,0-2-36-16,0 2-34 0,0 0-28 0,6 0-22 16,-6 2-12-16,7 3-6 0,-7-2 6 15,7 1 4-15,-1 1 11 0,-6-2 4 0,7 0 4 16,-7 1 6-16,0 0 0 0,6-1-6 15,-6 0-99-15,0-3 0 0,0 5 0 0,0-5 0 16,0 0 0-16,0 0 0 0,0 3 0 0,0-3 0 16,0 0 0-16,0 0 0 0,0 0 0 15,0 0 0-15,0 0 0 0,0 0 0 0,0 0 0 16,0 0 0-16,0 0 0 0,0 0 0 16,0 0 0-16,6 0 0 0,-6 0 0 0,0 0 0 15,0 0 0-15,0 0 0 0,0 0 0 0,0 0 0 16,-6 0 0-16,6 0 0 0,0 0 0 15,0 0 0-15,0 0-96 0,0 0-197 0,-6 0-38 16,6 4-35-16,-7-4-37 0,7 0-55 16,0 4-74-16,-6-4-76 0,6 0-85 0,-7 0-95 15,7-4-58-15,0 4 32 0,-7-4 93 16,7 4 123-16,-6-3 140 0</inkml:trace>
  <inkml:trace contextRef="#ctx0" brushRef="#br1" timeOffset="39054.81">32538 5078 233 0,'0'0'355'0,"0"-5"58"0,0 5-13 0,0-3-30 16,0-1-32-16,0 4-54 0,0-3-46 0,-7-1-42 15,7 4-39-15,0 0-36 0,0-4-34 16,0 4-30-16,0 0-26 0,0 0-14 0,0 0-10 16,0 0-5-16,7 0-2 0,-7 0-2 15,0 0-1-15,0 4-1 0,0-4 0 0,6 0 1 16,-6 0 2-16,0 0-1 0,7 4 0 15,-7-4-1-15,0 3-8 0,0 1-8 0,0-1-8 16,0 2-21-16,0-2-28 0,-7 4-30 0,7 1-19 16,-6-1-16-16,6 0-6 0,-7 0 14 15,7 1 24-15,0-1 30 0,-7-3 30 0,7 3 22 16,0-3 23-16,-6 0 24 0,6-1 33 16,0 2 42-16,0-3 56 0,0 2 66 0,0-4 70 15,0 4 46-15,-6-4 13 0,6 0-10 0,0 4-27 0,0-4-39 0,0 3-53 0,0 5-38 31,0-1-22-31,0 0-3 0,-7 4-6 16,7 3 2-16,-7 1 1 0,1 7 0 0,0 0 0 16,-8 5-4-16,1 2-8 0,1 0-16 0,-2 4-11 15,-6-1-15-15,8 5-11 0,-8 0-9 16,1 4 1-16,-1-4 6 0,1-1 7 0,5-3 8 16,2-4 5-16,-2-4 5 0,8 2 10 0,0-9 13 0,-1 0 15 0,0-7 23 0,7 0 10 15,-6 0-139-15,12-4-41 0,-6-3 0 0,7-1 0 16,6-3 0-16,7-3 0 0,-1 3 0 15,7-4 0-15,6 0 0 0,1 1 0 32,7-1 0-32,-1-3 0 0,-1 3 0 0,1 0 0 0,7 1 0 0,-7 0 0 0,0-2 0 0,1 5 0 15,-1-3 0-15,-7 3 0 0,1 0 0 16,-1 0 0-16,-6 0 0 0,-6 0 0 0,-1 0 0 31,-5 0 0-31,-2 0 0 0,1 3 0 0,-6-3 0 0,0 0 0 0,-7 0 0 0,0 0 0 16,0 0 0-16,-7 0 0 0,0 0-187 0,-6 0-221 31,1 0-77-31,-2-3-100 0,-5-1-104 16,6 1-101-16,-6-5-77 0,-1-3-70 0,0 1 18 0,1-6 98 0,-1-2 144 0,0 0 166 0</inkml:trace>
  <inkml:trace contextRef="#ctx0" brushRef="#br1" timeOffset="39367.23">32701 5521 51 0,'-7'-30'384'0,"-6"0"93"16,6 1 104-16,1 0 114 0,0 0-38 15,-8 3-46-15,8 5-40 0,6-2-37 0,-6 5-56 31,-2 4-88-31,8-1-58 0,-6 4-37 0,6 0-30 0,0 4-36 0,0-1-38 0,0 5-44 16,0 3-42-16,0 0-32 0,0 6-7 0,6 6 13 16,2 6 38-16,4 8 38 0,-6 4 35 31,8 6 22-31,-8 4 3 0,7 7-124 0,-6 1-91 16,6 7 0-16,-7 0 0 0,0 0 0 0,2 4 0 0,-2-4 0 0,-6 3 0 0,6-3 0 15,-6 1 0-15,0-2 0 0,7-2 0 0,-7-5 0 31,0-3 0-31,0-3 0 0,0-4 0 0,0-5 0 0,0-3 0 0,0-7 0 0,0 1 0 16,0-9 0-16,0-3 0 0,0-4 0 0,0 0 0 31,0-2 0-31,0-5 0 0,0 0 0 0,0-9 0 0,0 6 0 0,0-4 0 0,0 0 0 32,0-1-211-32,0 5-379 0,0-2-211 0,0 3-226 0,0-3-127 0,-7 5-6 0,1 5 68 15,0-3 155-15,-8 6 218 0,2 3 280 0</inkml:trace>
  <inkml:trace contextRef="#ctx0" brushRef="#br1" timeOffset="40337.58">32662 6741 133 0,'0'-7'690'0,"6"-5"150"0,-6 1 85 16,6-3 53-16,1-5-102 0,-7 1-208 0,0 0-231 16,6-5-120-16,-6 1-63 0,7 0-37 0,-7-3-41 15,0-1-37-15,0-3-30 0,0 3-17 16,0 1-14-16,0-5-11 0,-7 8-10 16,1-3-13-16,6 6-14 0,-13 1-14 0,-1-1-6 15,2 5-4-15,-8 3-4 0,1 0 0 16,-7 3 0-16,0 2 1 0,-1 2 6 0,1 4 5 15,-6 0 10-15,6 4 7 0,-1-1 8 16,2 5 4-16,5-1 1 0,0 4-2 0,1 0-5 0,-1-1-3 16,14 6-1-16,-7-2 2 0,6 1 5 15,1 3 6-15,6 0 9 0,6 1 10 16,1-1 12-16,6 4 11 0,7-4 13 0,-1 4 11 16,7 0-58-16,7-3-54 0,-1 3 0 15,1-1 0-15,6-2 0 0,-6-2 0 0,6 6 0 16,-7-1 0-16,-5-3 0 0,5 3 0 0,-13-4 0 15,1 3 0-15,0 2 0 0,-8-4 0 0,-5 2 0 16,-7 2 0-16,0-6 0 0,-7 3 0 16,1-3 0-16,-8 1 0 0,-4 1 0 15,-2-4 0-15,-7-1 0 0,1 1 0 0,-6-5 0 16,7-2 0-16,-2-1 0 0,1-3 0 0,0-1 0 16,0-6 0-16,0-1 0 0,7 1 0 0,-1-9 0 15,0 5 0-15,7-7 0 0,1-1 0 16,-2 0 0-16,8-3 0 0,-1-4 0 15,7 0 0-15,0 0 0 0,7-4 0 0,5-2 0 0,2 2 0 16,5-4 0-16,1-3 0 0,6 4 0 16,6 0 0-16,1 0 0 0,-1-1 0 0,1 5 0 15,-1-1 0-15,1 0 0 0,-7 4 0 16,-6 0 0-16,-7 5 0 0,7 0 0 0,-14 0 0 16,0 2 0-16,-6 4 0 0,-6-3 0 0,0 2 0 15,-14 5 0-15,1-4 0 0,-7 8 0 16,-7-5 0-16,1 8 0 0,5 0 0 0,-12 4 0 15,13 0 0-15,-6-1 0 0,6 5 0 16,-7 2 0-16,13-2 0 0,-6 3 0 0,13 0 0 16,-7 0 0-16,8 0 0 0,5 0 0 15,0 0 0-15,7 3 0 0,0 1 0 0,7 0 0 16,0 3 0-16,-1 1 0 0,14 2 0 16,-7-3 0-16,7 5 0 0,5 3 0 0,1-6 0 15,7 7 0-15,-1-1 0 0,1-1 0 0,0 1 0 16,0 0 0-16,-8-1 0 0,1 1 0 0,0-1 0 15,-6 0 0-15,-7-2 0 0,-7-4 0 16,-6 3 0-16,0-5 0 0,-6-2 0 0,-7 4 0 16,-7-9 0-16,-6 2 0 0,0-5 0 15,1 0 0-15,-2-7 0 0,-5 0 0 0,6 0 0 16,-1-7 0-16,8 0 0 0,0 0 0 16,-1-5 0-16,7-2 0 0,-1-1 0 0,2 0 0 15,12-3 0-15,-6-1 0 0,12 1 0 0,0-1 0 16,7-1 0-16,7 1 0 0,0 1 0 15,6-1 0-15,-1 1 0 0,8-1 0 0,6 1 0 16,-6 4 0-16,-1 2 0 0,1-2 0 16,-7 7 0-16,0-4 0 0,-7 6 0 0,1-1 0 15,-7 2-476-15,-7 4-293 0,1 0-282 16,-7 4-155-16,0-1-14 0,-13 0 74 0,0 5 153 16,-7 0 220-16,1-1 307 0</inkml:trace>
  <inkml:trace contextRef="#ctx0" brushRef="#br1" timeOffset="40821.83">31313 8184 427 0,'0'-8'605'0,"0"6"141"16,0-6 93-16,0 0-49 0,0 1-69 0,0 3-110 16,0 0-123-16,0 1-115 0,-6 3-79 15,6 0-49-15,-7 3-25 0,0 5-13 0,1 2 1 16,6 5 13-16,-6 4 16 0,-1 3 7 0,7 4-10 16,-7-5-18-16,7 9-22 0,0-5-123 15,7 1-71-15,-7 3 0 0,0-3 0 0,7 0 0 16,-1-5 0-16,0 1 0 0,8-3 0 15,-8-1 0-15,7-3 0 0,1-4 0 0,-2-4 0 16,1 1 0-16,7-8 0 0,-8 0-349 0,8 0-167 16,0-8-160-16,-7-3-176 0,0 1-201 15,-6-9-54-15,-1 4 38 0,0-6 100 0,-12-5 171 16,0 0 217-16</inkml:trace>
  <inkml:trace contextRef="#ctx0" brushRef="#br1" timeOffset="40978.05">31332 8026 81 0,'-6'-7'622'0,"0"-1"137"16,-1 1 83-16,7 0 56 0,-6-4-93 16,6 4-235-16,0 0-226 0,6 3-133 0,1-4-85 15,5 5-73-15,8-1-89 0,0 0-124 0,5 4-155 16,-5 0-193-16,13 0-214 0,-7 0-98 16,6 0-12-16,-5 4 73 0,-1 0 127 0,6-1 180 15</inkml:trace>
  <inkml:trace contextRef="#ctx0" brushRef="#br1" timeOffset="41149.87">31776 8147 101 0,'-7'14'642'0,"0"-1"157"15,-5-3 94-15,5 1 72 0,0-5-77 0,1-1-185 16,6-1-206-16,-7-1-126 0,7 1-77 0,7 0-61 16,-1-4-62-16,8 0-59 0,5-4-43 15,7 4-29-15,0-4-24 0,0 1-39 0,7-1-62 16,-1-1-85-16,-6-1-140 0,1 2-166 0,-1 1-176 15,0-5-151-15,-7 4-119 0,-6-3-9 16,-6-1 89-16,-1 5 138 0,-12-1 169 16</inkml:trace>
  <inkml:trace contextRef="#ctx0" brushRef="#br1" timeOffset="41337.36">31776 8279 14 0,'-14'18'455'0,"2"-7"116"15,5 0 123-15,0 1 85 0,1-1-35 0,-1-4-114 16,7 0-96-16,0 0-83 0,0 1-97 15,0-1-82-15,13-3-69 0,-6-1-59 0,6 1-46 16,7 0-38-16,-1-4-50 0,7 0-76 16,0 0-145-16,7-4-185 0,-7 0-226 0,6-3-215 15,-5 0-90-15,-1-1-2 0,6-2 101 16,-6-5 162-16,7 1 212 0</inkml:trace>
  <inkml:trace contextRef="#ctx0" brushRef="#br1" timeOffset="41602.9">32297 7982 155 0,'0'-14'677'0,"0"3"155"0,-7-3 101 0,7 2 84 16,-7 1-95-16,7 0-180 0,0 5-203 15,-6-3-120-15,6 6-85 0,0-2-73 0,0 5-66 16,0 0-50-16,0 5-20 0,6 7 0 0,-6-2 14 16,7 8 23-16,-7 4 23 0,7 0 3 15,-1 7-92-15,-6 0-96 0,6 1 0 16,-6 3 0-16,0 0 0 0,0-1 0 0,0 2 0 15,0-1 0-15,0 0 0 0,0 0 0 0,7-3 0 16,-7-5 0-16,0 0 0 0,0-2 0 0,0-9 0 16,0 1 0-16,0-4 0 0,7-4-127 15,-7 0-284-15,6-7-103 0,1-4-121 0,5-6-130 16,-4-1-122-16,4-4-110 0,1-3-5 16,0-4 71-16,0-4 134 0,7-3 174 0,-7-5 183 15</inkml:trace>
  <inkml:trace contextRef="#ctx0" brushRef="#br1" timeOffset="41915.32">32636 7964 202 0,'12'-21'603'16,"2"2"132"-16,-8 1 101 0,0 3 57 0,1 4-119 16,-7 0-174-16,0 3-167 0,6 4-104 0,-6 1-64 15,0 6-35-15,-6 5-22 0,6 3 10 16,0 7 19-16,0 5 10 0,-7 6-8 0,7 0-15 16,0 7-25-16,0 2-28 0,0 1-25 15,0 5-18-15,0 0-14 0,0-3-13 0,7 3-42 16,-7 0-59-16,6-7 0 0,1-1 0 0,6-7 0 15,-1-4 0-15,2-2 0 0,-1-4 0 16,7-9 0-16,-8-2 0 0,8-8 0 16,0-4 0-16,-1 0 0 0,7-6 0 0,-6-6 0 0,-7 2 0 15,7-4 0-15,-8 3 0 0,-6-3 0 16,2-1 0-16,-8 1 0 0,0 4 0 0,-8-2 0 16,2 6 0-16,-6 2 0 0,-8 1 0 15,-7 3 0-15,1-3 0 0,1 7 0 0,-8 4 0 16,0-1-209-16,8 1-416 0,-15 3-248 15,7 1-256-15,1 0-82 0,-1 2 26 0,-5 1 88 16,5 4 188-16,1-4 257 0</inkml:trace>
  <inkml:trace contextRef="#ctx0" brushRef="#br1" timeOffset="42352.75">31593 9474 4 0,'0'-11'514'0,"0"-1"170"0,0 1 116 15,0 0 80-15,0 4-68 0,-6 3-123 0,-1 1-150 16,0 0-124-16,-5 6-75 0,6 0-41 16,-8 5-24-16,1 3-19 0,7 3-16 15,-8 4-14-15,8 5-3 0,0 3-4 0,-1-1-2 0,0 4-3 16,7 5-9-16,0-5-65 0,7 4-140 15,0-4 0-15,-1 0 0 0,0 1 0 16,1-5 0-16,6-3 0 0,0 0 0 0,1-4 0 16,4-4 0-16,2 3 0 0,-7-11 0 15,7 1 0-15,0-7-125 0,5-3-305 0,-5-1-136 16,0-7-155-16,-8-1-169 0,1-2-162 0,1-8-25 16,-8 1 43-16,-6-1 120 0,-6-7 179 15,-1-5 227-15</inkml:trace>
  <inkml:trace contextRef="#ctx0" brushRef="#br1" timeOffset="42493.34">31632 9375 80 0,'-6'-7'599'0,"0"-1"136"16,-2-3 90-16,8 4 72 0,-6-1-86 15,6 0-203-15,0 1-203 0,0 1-123 0,0 1-87 16,6 2-70-16,2-1-59 0,4 4-69 16,8-4-85-16,6 4-148 0,-1 0-187 0,2 0-228 15,5 0-167-15,1 0-61 0,-1 4 18 16,-6-4 110-16,1 0 170 0</inkml:trace>
  <inkml:trace contextRef="#ctx0" brushRef="#br1" timeOffset="42696.38">32030 9476 10 0,'-13'16'603'0,"6"-5"184"16,-6-1 120-16,7 2 76 0,-8-9-61 15,8 5-149-15,6-5-234 0,-6 1-157 0,6 0-103 16,-7-1-66-16,14 1-57 0,-7-4-48 15,12 3-43-15,-5-3-27 0,12 0-18 0,1 5-20 16,6-5-37-16,1-5-58 0,-2 5-90 0,1-3-143 16,7-1-183-16,-7-3-198 0,0 3-196 15,-6-3-67-15,-1 0 23 0,1 0 108 0,-14 2 165 16,0 2 201-16</inkml:trace>
  <inkml:trace contextRef="#ctx0" brushRef="#br1" timeOffset="42852.6">32023 9704 495 0,'-6'8'704'0,"-8"2"123"16,8-2 83-16,6-1-71 0,-6-3-124 0,-1-1-179 15,7-3-189-15,0 5-114 0,7-5-85 0,-1 2-64 16,7-2-71-16,0 0-82 0,6-2-140 16,7 2-175-16,1-8-208 0,-1 4-215 15,0-3-88-15,6-1-5 0,-5-2 95 0,5-2 149 16,1-2 201-16</inkml:trace>
  <inkml:trace contextRef="#ctx0" brushRef="#br1" timeOffset="43403.05">32544 9396 161 0,'-13'-10'614'0,"6"-5"134"0,-5 0 93 16,5 1 46-16,0-2-75 0,1 6-184 0,0-5-180 15,6 4-110-15,0 0-77 0,0 4-68 16,6-4-51-16,7 4-43 0,-6 3-28 15,12-3-20-15,1 7-11 0,0-5-9 0,5 5-7 16,1 0-4-16,0 5-7 0,0-2-7 0,1 1-1 16,-1 3-2-16,-7 1-1 0,1-1-2 15,-8 3 0-15,2 2 7 0,-2 2 5 0,-5 2 7 16,-7-2 6-16,0 4 5 0,-7-3 5 16,-5 7-3-16,-2-3-3 0,-5-2-9 0,-1 5-5 15,-6 1-5-15,0-5-2 0,1 3-1 16,5-2-6-16,-6-4 2 0,6 0 1 0,7-5-1 15,1 1 0-15,-2-4 0 0,8-3 4 0,-1 1 2 16,7-3 5-16,0-2 5 0,0 0 2 16,7-2 9-16,-1 2 7 0,8-5 3 0,-2 1 2 15,8 1-1-15,-1 3-1 0,1-4-5 16,6 4-6-16,-7 0-4 0,7 0-2 0,0 4 3 16,-6-1 6-16,-1-3 8 0,1 4 9 0,0 3 11 15,-1 1 9-15,-6 3 12 0,0 0 20 0,1 4 18 16,-2-4 14-16,-5 3 12 0,-1 1 15 15,-6-1-100-15,0 1-60 0,-6 0 0 0,-1-1 0 16,-5-2 0-16,-8 2 0 0,0-3 0 16,1 4 0-16,-1-4 0 0,-6-4 0 0,6 4 0 15,-5-4 0-15,-1-2 0 0,-1 1 0 0,1-2 0 16,0-4 0-16,7 4 0 0,-7-4 0 16,6 0 0-16,7 0 0 0,0-4 0 0,0 4 0 15,0-4 0-15,6 4 0 0,1-3 0 16,6 0-223-16,0-5-381 0,0 0-205 0,6 1-220 15,8-4-124-15,-2 1 2 0,8-2 68 0,-1-2 157 16,1-2 211-16,0 2 277 0</inkml:trace>
  <inkml:trace contextRef="#ctx0" brushRef="#br1" timeOffset="43902.97">32942 9407 371 0,'0'-7'737'0,"0"-7"130"0,-8 3 91 0,8-4 25 15,0 4-118-15,0-4-229 0,0 5-158 0,0-1-90 16,0-1-61-16,8 1-49 0,-8 0-49 16,6 4-50-16,7-4-38 0,-7 4-29 15,8 3-24-15,-2-3-18 0,2 2-18 0,-2 5-14 16,8 0-12-16,-7 0-9 0,7 5-3 0,-1-2-4 16,1 1 3-16,-7 3 1 0,6 4 1 0,-5-3 2 15,5 3-1-15,-6 3 2 0,0 1 2 0,-1 0 5 16,-4-1 9-16,-2 4 8 0,0 1 10 15,1-1 9-15,-7 0-61 0,-7 4 0 0,1 1 0 16,0-1 0-16,-8-1 0 0,-5 5 0 0,6-4 0 16,-6 0 0-16,-8 3 0 0,8-2 0 0,-1-1 0 15,1-5 0-15,-1 2 0 0,1-1 0 16,5-3 0-16,2 0 0 0,5-4 0 0,-6-3 0 16,13-1 0-16,-6 0 0 0,-1-3 0 15,7-1 0-15,7-3 0 0,-1 4 0 0,7-4 0 16,0-4 0-16,7 4 0 0,-1-3 0 15,7-1 0-15,0 0 0 0,0 1 0 0,7-2 0 16,-7 3 0-16,13-3 0 0,-7 2 0 0,1 3 0 16,-1-4 0-16,1 0 0 0,0 1 0 0,-7-1 0 15,0 0 0-15,-6 4 0 0,-1-3 0 0,-6-1 0 16,0 1 0-16,0 3 0 0,-6-5 0 0,-1 5 0 16,-6-3 0-16,0 3 0 0,0-4 0 15,0 4 0-15,-6-3 0 0,-1 3 0 0,0-4 0 16,-5 4 0-16,-2 0-10 0,1-3-572 0,-6 3-291 15,0-4-279-15,-1 0-93 0,0 1 15 16,1-1 95-16,-7-3 171 0,-1-1 290 0</inkml:trace>
  <inkml:trace contextRef="#ctx0" brushRef="#br1" timeOffset="54027.88">29659 4235 98 0,'-6'0'245'16,"6"-3"54"-16,-7-1 6 0,0-1-64 15,1 5-5-15,-1-3-15 0,1-1 1 0,0 1-21 16,-2 3-3-16,2-4 4 0,0 4 11 16,0 0 18-16,-2-4 21 0,2 4 14 0,0 0 11 15,6 0 0-15,0 0-6 0,-7 0-11 16,7 0-21-16,0-3-16 0,7 3-18 15,-7 0-13-15,0 0-18 0,6 0-30 0,0 0-24 16,8-4-26-16,6 1-17 0,-8 3-19 0,8-4-11 16,5 4 5-16,-5 4 3 0,0-1 10 15,6 1 11-15,0 3 13 0,-6 0 5 16,6 5 1-16,-6 2-4 0,5 1-10 0,-12-1-15 16,6 4-16-16,-5-3-5 0,-8 4-5 15,1-1 1-15,-7 0 4 0,0 1-2 0,-13-1 14 16,-1 3 4-16,-5 2 0 0,0-4-1 15,-14 2-6-15,7 2 3 0,-7-6-12 0,1 2-9 16,6-5-8-16,-7 0-1 0,1-2 2 16,-1-1 7-16,7-3 7 0,0-2 14 15,7-1 15-15,-7-5 10 0,13 2 1 0,-7-2-4 16,6 0-8-16,8 0-34 0,0 0-37 16,0-2 0-16,-1 2 0 0,0-5 0 0,7 2 0 15,0 3-95-15,-6-3-131 0,6-2-137 16,0 5-229-16,0-3-317 0,0 3-205 0,-7 0-64 15,-5 0 26-15,-8-4 98 0,-6 4 212 16,-7-4 325-16</inkml:trace>
  <inkml:trace contextRef="#ctx0" brushRef="#br1" timeOffset="70738.85">32101 4159 110 0,'0'0'191'0,"0"-5"6"0,0 2-99 0,-6-2-45 16,6 1-21-16,0 4-49 0,0 0-53 16,-7 0-56-16,7 0-34 0,-6 4-8 15</inkml:trace>
  <inkml:trace contextRef="#ctx0" brushRef="#br1" timeOffset="71165.42">32512 5506 177 0,'0'0'322'0,"0"-3"18"16,-7 3 10-16,7-5-102 0,0 2-116 15,0 3-74-15,0-4-56 0,0 4-51 16,-7 0-47-16,7 0-46 0,0 0-49 0,0 4-66 16,-6-4-21-16,6 3 12 0,-6 2 25 0</inkml:trace>
  <inkml:trace contextRef="#ctx0" brushRef="#br1" timeOffset="71613.53">32421 7019 15 0,'0'11'440'0,"0"-5"83"0,0 2 48 16,0 1 22-16,0-6-130 0,0 0-160 0,0-3-133 16,0 4-101-16,0-4-77 0,0 0-59 15,0 0-54-15,0 0-54 0,0 0-48 0,0-4-39 16,0 4-22-16,-8 0-29 0,8 0-51 16,0 4-9-16,0-4 20 0,0 0 40 0,-6 0 44 15</inkml:trace>
  <inkml:trace contextRef="#ctx0" brushRef="#br1" timeOffset="72055.48">32512 8671 152 0,'0'-3'281'0,"-7"3"4"0,7 0-51 16,0 0-115-16,-7 0-91 0,1 3-120 15,6-3-108-15,-6 4-42 0,-1-1-5 0,0 5 14 32</inkml:trace>
  <inkml:trace contextRef="#ctx0" brushRef="#br1" timeOffset="80901.75">26227 11412 7 0,'0'0'378'0,"0"-5"75"16,6 2 59-16,-6-4 33 0,0-1 8 15,0 5-59-15,-6-5-44 0,6 1-23 16,0 0-14-16,0 0-34 0,0-1-57 0,0 1-50 16,0-1-28-16,0 5-17 0,0-5-21 15,0 5-28-15,0-1-30 0,0 4-30 0,0 0-34 16,0 0-32-16,0 0-15 0,0 7 6 16,0 4 15-16,6 4 18 0,-6 4 23 0,7 2 25 15,-1 9 17-15,0-2 3 0,2 9 1 16,-8 4-5-16,6 3-2 0,0 4-7 0,0-1-9 15,-6 4-16-15,8 1-15 0,-2-5-15 16,-6 1-18-16,6-4-58 0,1 0 0 16,-7-4 0-16,6-4 0 0,1-2 0 0,0-5 0 15,-7 0 0-15,6-7 0 0,-6-3 0 16,0-5 0-16,0-3 0 0,0 1 0 0,6-9 0 16,-6-3-133-16,0 0-67 0,0-8-72 15,0 1-70-15,0-4-62 0,0 0-80 0,0 1-97 16,6-5-95-16,-6-4-83 0,8 4-81 15,-2-2-37-15,0 2 58 0,1-3 120 16,6-1 138-16,-6 1 145 0</inkml:trace>
  <inkml:trace contextRef="#ctx0" brushRef="#br1" timeOffset="81354.78">26526 11822 199 0,'7'-11'435'0,"-1"3"93"0,-6-2 108 15,7-1-3-15,-7 0-10 0,0-1-64 16,6 1-53-16,-6 0-53 0,0 0-72 0,0 4-75 15,0 0-49-15,-6-1-39 0,6 1-28 16,0 3-30-16,0 4-27 0,0-3-29 0,-7 3-26 16,7 3-22-16,-6 1-13 0,6 3-3 15,-7 8 4-15,1 0 10 0,-1 2 3 16,1 6 3-16,6 3 1 0,0-1 1 0,0 1-2 16,0 4-4-16,6-2 1 0,1-2 1 15,-1 0-3-15,7 0-4 0,0-1-5 0,7-3-6 16,-7-3-5-16,6-1-7 0,0 0-2 15,1-4 5-15,0-2 6 0,-1-5 8 16,1-3 2-16,6-1 6 0,-6-3 6 0,-1-3 6 16,1-5 9-16,-7-2 12 0,6-1 12 15,-6-4 12-15,1-3-12 0,-8-1-98 0,0-7 0 16,-6 1 0-16,0-4 0 0,0-4 0 16,-6 4 0-16,0-5 0 0,-2 5 0 15,-4 3 0-15,-8 1 0 0,1 3 0 0,-1 0 0 16,1 7 0-16,-7 0 0 0,0 8 0 15,0-4 0-15,6 7 0 0,1 4 0 0,-1 0 0 16,0 4 0-16,7 3-295 0,1 4-107 16,-2 0-61-16,14 4-88 0,0 0-110 0,6 0-111 15,2 3-117-15,4 1-63 0,8-5 19 16,-1 4 97-16,1-3 150 0,6-1 175 0</inkml:trace>
  <inkml:trace contextRef="#ctx0" brushRef="#br1" timeOffset="81984.35">27249 11916 497 0,'13'-7'659'15,"-7"-4"116"-15,2-3 86 0,-2-1-59 0,-6 1-122 16,0-4-147-16,0-1-129 0,-6 1-84 16,-2 0-58-16,2-5-46 0,0 9-40 15,-7-5-24-15,-1 5-21 0,-4 3-21 0,4 0-22 16,-12 4-15-16,7-1-12 0,-7 8-12 0,6 0-11 15,-7 3-5-15,1 2-2 0,7 5-4 16,-7 1-7-16,14 0 0 0,-8 8 4 0,6-2-3 16,1 10-1-16,7-5 1 0,6 3 0 15,0 1-4-15,0-1-2 0,6-3-5 0,1 4-1 16,6-4-1-16,6-3-2 0,-5 3 1 0,5-8 0 16,1 1 4-16,6 0-5 0,-6-7-2 15,-1 2 2-15,7-6 1 0,-6-4-2 0,-1 3 8 16,1-6 16-16,0-1 20 0,-8 0 20 15,1-7 18-15,0 3 19 0,0-6 12 16,-7 3 0-16,2-7-6 0,-2 3 1 0,-6-3 2 16,6 0-96-16,-6 2-19 0,0 3 0 15,0-3 0-15,0 5 0 0,0 4 0 0,0 0 0 16,0 0 0-16,-6 7 0 0,6-4 0 16,0 4 0-16,0 4 0 0,0 3 0 0,0 3 0 15,0 5 0-15,0 1 0 0,0 5 0 16,0 1 0-16,0 4 0 0,6 3 0 15,-6 1 0-15,6 3 0 0,1 3 0 0,0 1 0 16,-1-1 0-16,1 1 0 0,6 3 0 0,-6-3 0 16,5 4 0-16,-6-5 0 0,2 1 0 15,-2-5 0-15,0 1 0 0,-6-3 0 16,0-1 0-16,0-3 0 0,0-8 0 0,-6 0 0 16,0-3 0-16,-8-3 0 0,2-2 0 15,-2-6 0-15,1-4 0 0,-7 0 0 0,-6-7 0 16,1 0 0-16,-1-1 0 0,0-3 0 0,-7-4 0 15,1 4 0-15,-1-4 0 0,1 1 0 16,-1-1 0-16,1 1 0 0,-2-6 0 0,9 7 0 16,-1-6 0-16,6 4 0 0,7-2-317 15,0 1-262-15,13-2-190 0,0 0-201 16,13 0-146-16,0-5-17 0,7-2 57 0,-1 3 140 16,7-7 213-16,6-1 250 0</inkml:trace>
  <inkml:trace contextRef="#ctx0" brushRef="#br1" timeOffset="82649.78">27868 11239 27 0,'0'0'363'0,"-6"-3"91"0,6 3 78 16,-8-4-10-16,2 4 44 0,0-4-42 16,-1 4-48-16,1 0-41 0,6-3-34 0,-7 3-34 15,1-4-58-15,-1 4-55 0,7-3-28 16,-6-1-31-16,6 0-29 0,0 0-22 0,-6 1-15 16,6-1-11-16,0-3-26 0,6-1-11 15,-6 5-8-15,6-5-10 0,1 1-16 16,-1-4-18-16,1 3-7 0,6 1-8 0,-1-1-6 15,2 5-2-15,6-4-5 0,-1 3 3 0,-6 1-1 16,6 3-1-16,1 0-2 0,-7 0-2 16,0 7 3-16,0-3-3 0,-7 2-1 0,8 6-1 15,-8-1 1-15,-6 0 2 0,0 4-1 16,-6-4 2-16,0 3 4 0,-2 1 0 16,-4 0 3-16,-2-1-1 0,1 1 1 0,1-4-1 15,-8 3-3-15,7 1 0 0,0-4-3 16,0-4 0-16,7 4 1 0,-8-6 3 0,8 2 3 15,0-4 13-15,6-3 11 0,0 4 5 16,0-4 3-16,6-4 1 0,0 4-3 0,1-3-12 16,6 3-9-16,6-4-7 0,-5 4-3 15,5 0-1-15,0 0 3 0,1 0 3 0,-7 4 1 16,7-1 4-16,-1 5 1 0,1-1 3 16,-8 0 6-16,2 4 3 0,-1 0 11 0,0 3 10 15,-7 1 15-15,1 0 12 0,-7 4 10 16,0-5 6-16,0 5 6 0,-7-5 5 15,1 4-3-15,-7-3-4 0,0 0-4 0,-7-1-6 16,1 1-4-16,-1-4-60 16,0-4-23-16,-6 4 0 0,7-6 0 15,-7-2 0-15,6 0 0 0,1-3 0 0,-7-3 0 16,6 0 0-16,1-2 0 0,6-3 0 16,-6 5 0-16,5-4 0 0,1-4 0 0,6 3 0 15,1 1 0-15,0 0-36 0,6 0-342 16,0-1-105-16,6 1-147 0,0-4-159 15,14 0-163-15,-6 0-103 0,11 1 2 0,-5-2 79 16,6 1 158-16,0-3 199 0,0-1 221 16</inkml:trace>
  <inkml:trace contextRef="#ctx0" brushRef="#br1" timeOffset="83151.36">28252 11247 444 0,'0'-8'622'0,"0"5"128"15,0-5 96-15,0 1-63 0,0-4-86 16,-7 4-128-16,7-4-132 0,0 3-103 16,0-3-79-16,7 4-63 0,-7-1-47 0,7-3-38 15,-1 4-25-15,1-1-22 0,5 2-15 16,-4 2-13-16,4-3-10 0,8 3-8 0,-1 0-5 16,1 4-2-16,0-4-3 0,-1 4 0 15,1 4-3-15,-2-4 0 0,2 8 0 0,0-5 0 16,-1 5 1-16,-5-2 1 0,-2 6 5 15,2 2 7-15,-8-3 10 0,1 4 10 16,-1 4 12-16,-6-4 11 0,-6 3 11 0,-1-1 4 16,1 2 1-16,-8-1-4 0,-5 1-6 15,6-2-6-15,-6 3-5 0,-1-6 4 0,6 4 8 16,-4-3 8-16,4-1 8 0,1-2 12 16,1-5 10-16,4 0 9 0,2 1 16 0,0-5 22 15,6 0 9-15,-6 1-107 0,12-4-52 16,-6 5 0-16,6-10 0 0,8 5 0 15,-2 0 0-15,8-4 0 0,-1 1 0 0,7 0 0 16,1-1 0-16,-1 0 0 0,0 1 0 0,0 3 0 16,-1-4 0-16,2 0 0 0,-1 4 0 15,6-3 0-15,-5 3 0 0,-8-4 0 16,7 4 0-16,-6-3 0 0,-8 3 0 0,2 0 0 16,-2-5 0-16,-4 5 0 0,-2-3 0 15,0 3 0-15,-6 0 0 0,-6 0 0 16,0 0-14-16,-2 0-440 0,-4 0-197 0,5 3-228 15,-12 2-228-15,6-2-69 0,-7 4 30 16,7 1 94-16,-13 3 190 0,6 4 258 0</inkml:trace>
  <inkml:trace contextRef="#ctx0" brushRef="#br1" timeOffset="83831.2">27972 12280 47 0,'-7'3'358'0,"1"1"107"0,0 0 115 0,-1-4 30 16,0 0 67-16,1 0-12 0,0 0-56 0,-1-4-51 16,0 0-66-16,1-3-86 0,-1 3-61 15,1-3-46-15,0 4-31 0,6-5-24 16,-7 1-21-16,7 3-25 0,0-3-27 0,0-1-25 16,7 1-23-16,-1 0-21 0,0 0-20 15,1-1-16-15,6 5-12 0,0-4-7 0,0 2-6 0,0 2-6 16,6-1-5-16,-5 4 1 0,6-4-1 15,-8 8 1-15,8-4 2 0,-7 4 4 0,7 4 3 16,-8-1 0-16,2 4-32 0,-2-2-8 16,-5 3 0-16,-1 3 0 0,1 0 0 0,-7 3 0 15,0-3 0-15,-7 3 0 0,1 1 0 16,-7 2 0-16,0-2 0 0,-6 3 0 0,-1-1 0 16,0-2 0-16,1 3 0 0,-1-4 0 15,0 1 0-15,1-1 0 0,6-3 0 0,0-1 0 16,0-3 0-16,6-4 0 0,-6 4 0 15,7-7 0-15,6-1 0 0,-6 2 0 0,6-5 0 16,6 3 0-16,-6-6 0 0,13 3 0 16,0 0 0-16,0-5 0 0,7 5 0 15,-1-3 0-15,1 3 0 0,6-4 0 0,0 1 0 16,-1-1 0-16,2 0 0 0,-1 1 0 16,6-1 0-16,-6 0 0 0,1 1 0 0,5-1 0 15,-6 1 0-15,1-2 0 0,-2 2 0 16,-5 0 0-16,0-1 0 0,-8 4 0 0,2-4 0 15,-8 4 0-15,0-3 0 0,1 3 0 16,-1 0 0-16,-6-4 0 0,7 4 0 0,-7 0 0 16,0-4 0-16,-7 4 0 0,1 0-221 15,-1-3-587-15,7-1-345 0,-12-1-137 0,4 3-7 16,2-3 83-16,-6 2 175 0,-2-4 286 16,1 3 353-16</inkml:trace>
  <inkml:trace contextRef="#ctx0" brushRef="#br1" timeOffset="86404.74">27008 13144 324 0,'6'-4'462'0,"1"-3"85"16,0 0 82-16,-1 0-27 0,1-4-39 15,-7 0-53-15,6-3-47 0,0 2-38 0,2 1-55 16,-8 0-50-16,6 1-39 0,-6 1-26 16,6-2-19-16,-6 8-25 0,0-4-28 0,6 3-39 15,-6 1-39-15,0 3-28 0,0 3-8 16,0 4 1-16,8 4 20 0,-8 5 27 15,0 1 32-15,0 10 27 0,-8 1 15 0,8 8 6 16,-6 1-5-16,6 4-13 0,0-1-125 16,-6 0-54-16,6 5 0 0,0-9 0 0,0 5 0 15,0-9 0-15,0 5 0 0,0-8 0 16,6 0 0-16,-6-3 0 0,0 0 0 0,6-8 0 16,-6-3 0-16,0-1 0 0,8-2 0 15,-8-5 0-15,0-4-60 0,0 1-293 0,0 0-75 16,-8-4-101-16,8 0-138 0,-6-4-145 15,0 0-144-15,0 1-57 0,-8-1 20 0,8-3 96 16,-7-1 165-16,-1 1 201 0</inkml:trace>
  <inkml:trace contextRef="#ctx0" brushRef="#br1" timeOffset="86619.47">26826 13580 453 0,'-7'0'625'15,"1"4"78"-15,-1-4 70 0,7 0-44 16,-6 0-123-16,6 3-138 0,0 5-102 0,6-5-47 15,1 5-34-15,-1 2-40 0,7 2-36 16,1-1-33-16,-2-1-27 0,8 6-22 16,-1-6-28-16,1 5-26 0,0 0-24 0,-8-4-19 31,8 3-11-31,-1-3-18 0,-5-4-37 16,5 4-55-16,-6-4-84 0,0-2-120 0,1-2-161 0,-2-3-179 15,2-3-164-15,5-2-97 0,-6-2 3 16,0-4 79-16,0 2 137 0,0-11 174 15</inkml:trace>
  <inkml:trace contextRef="#ctx0" brushRef="#br1" timeOffset="86853.81">27282 13584 11 0,'0'-7'485'0,"0"-1"152"15,0 8 122-15,0-4 97 0,-6 4-55 16,-2 0-125-16,2 4-115 0,0 4-104 16,-1 2-77-16,1 1-46 0,-8 5-33 0,8 2-27 15,0-1-24-15,-8 6-25 0,8-1-27 16,0 3-29-16,-8-3-24 0,8 1-19 0,-1-2-16 15,1-3-16-15,6 1-13 0,-6-4-15 16,-1-5-15-16,7 1-13 0,-7-3-12 0,7-1-17 16,0-3-38-16,0-4-63 0,0 0-90 15,-6-4-115-15,6 0-169 0,6-3-233 0,-6 0-250 16,0-4-148-16,7 4-25 0,-7-4 56 16,0 0 136-16,0 7 224 0,0-4 274 0</inkml:trace>
  <inkml:trace contextRef="#ctx0" brushRef="#br1" timeOffset="87385.49">26956 15057 379 0,'0'-11'512'0,"-7"-1"112"0,1 1 117 0,0 4-23 16,-1-4-102-16,0 3-71 0,1 2-66 16,0 2-91-16,6 0-104 0,-7 4-67 0,7 0-41 15,-7 8-21-15,7 3 0 0,-6 7 21 16,6 3 27-16,0 6 20 0,0 6 6 0,0 3-3 15,0 4-11-15,0 5-18 0,0-2-19 16,0 1-24-16,0 5-21 0,0-6-22 16,6 4-15-16,-6-2-35 0,0-5-61 0,0 0 0 15,0-3 0-15,7-4 0 0,-7 0 0 16,7-7 0-16,-7-5 0 0,0-3 0 16,0-3-121-16,6-5-135 0,-6-2-122 0,0-3-154 15,6-5-176-15,1-8-171 0,0 0-163 16,-1-6-28-16,7-1 56 0,0-3 125 0,6-5 189 15,1-2 213-15</inkml:trace>
  <inkml:trace contextRef="#ctx0" brushRef="#br1" timeOffset="87744.78">27243 15346 118 0,'-7'-8'533'0,"7"2"141"0,-13-2 101 0,7 0 42 15,0 1-58-15,-8 4-156 0,8 3-144 16,-8 0-119-16,1 0-85 0,7 3-58 0,-7 4-46 15,6 4-25-15,-5 0-16 0,5 5-9 16,0 2-2-16,7 0-10 0,0 4-5 0,0 3-11 16,0 0-4-16,7 2-5 0,0-1-3 15,5-1-3-15,-5-3-1 0,6 0 1 16,0-4 3-16,7 1 4 0,-8-4 4 0,8-4 10 16,-7-4 7-16,7-5 5 0,0 3-3 0,-2-10-3 15,2-1-2-15,7-5-5 0,-9-4-4 16,-4 1 1-16,5-5 7 0,-5-3 8 15,-8 1-2-15,6-5-6 0,-12 0-15 0,0-4-13 16,-6 5-20-16,0 0-19 0,-7-1-8 16,0 4-9-16,-6 3-2 0,-1 5-2 0,0 3-2 15,-6 3-4-15,1 1-26 0,5 7-39 16,-7 0-57-16,9 3-72 0,4 6-78 16,-6-3-89-16,14 5-107 0,-7 0-131 0,13 1-129 15,0 2-114-15,6-3-93 0,7 1 1 16,1-2 82-16,-2 1 148 0,8-3 172 0</inkml:trace>
  <inkml:trace contextRef="#ctx0" brushRef="#br1" timeOffset="88307.37">27692 15386 217 0,'26'-11'534'0,"-13"-3"153"0,0-4 118 16,0-1 2-16,-7 1-37 0,1-1-118 15,0 1-119-15,-7 0-114 0,-7 3-91 0,0 1-66 16,1 3-56-16,-7-1-46 0,-7 4-37 15,1 5-34-15,0 3-26 0,-1 3-19 0,-7 5-13 16,9 4-10-16,-2-1-6 0,1 7-4 16,-1 0-2-16,0 8-4 0,7-4-1 0,7 7-3 15,-1-3-6-15,7 3 4 0,0-3 1 16,0-1 0-16,7 0 0 0,-1-2 0 16,7-1 4-16,0-7-3 0,0-1 0 0,7-2-6 15,-1-6-3-15,-5-2-6 0,4-4-4 16,2-4 1-16,0-6-2 0,-1-1 6 15,-5-4 4-15,-2 1 8 0,2-5 2 0,-1-4 2 16,-7 5 4-16,0-3 3 0,-6-1 11 0,0 3 14 16,0 1 11-16,0 4 6 0,0-2 1 15,0 10-3-15,-6-2-8 0,6 5-16 16,-6-2-11-16,-1 10-8 0,7-2-3 0,-6 8 0 16,6 3 1-16,-7 1 3 0,7 7 4 15,0 4 4-15,0-1 3 0,0 9 2 16,7 3 14-16,-7-2 20 0,6 9 14 0,1-2 0 15,-1 2 9-15,0-1 6 0,1-3-9 16,0 1-18-16,-1-1-13 0,-6 0 2 0,6-7-4 16,-6 0-1-16,0-3 6 0,0-1 8 15,0-7 14-15,0 0 13 0,-6-4 12 0,0-3-94 16,-1-4 0-16,0-3 0 0,-5-2 0 0,-1-6 0 16,-1 0 0-16,2 0 0 0,-8-3 0 15,1-5 0-15,-7 5 0 0,0-8 0 0,-1 0 0 16,1-1 0-16,0 2 0 0,0-2 0 0,0-2 0 15,0-4 0-15,6 3 0 0,0-4-461 16,8-2-198-16,-1-2-217 0,6 3-226 16,7-11-64-16,14 2 31 0,-8-4 91 0,14-4 178 15,6 0 248-15</inkml:trace>
  <inkml:trace contextRef="#ctx0" brushRef="#br1" timeOffset="88822.85">28030 14994 67 0,'0'-11'544'15,"0"0"147"-15,0 0 105 0,0-3 83 0,0 3-91 16,0-4-143-16,0 4-163 0,0 0-126 16,0 0-88-16,7 4-78 0,0-1-55 0,-1 1-42 15,1 0-28-15,5 0-16 0,2 2-13 16,-1 2-3-16,6 3-7 0,1 0-4 0,6 0-3 15,-7 3-4-15,8 2-2 0,-1 2 0 16,0 4 0-16,-1 0 7 0,-5-1 8 0,0 6 14 16,-7 1 17-16,0 2 18 0,-6 3 18 15,-7 0 10-15,-7 0 0 0,0 3-7 16,-6 1-7-16,-7 0-17 0,2 0-5 0,-2-1-9 16,-7 4-8-16,1-4-4 0,7-2-3 15,-7 3-5-15,6-4-8 0,1-4-1 0,-1 0 6 16,8-7 15-16,-2 1 24 0,8-1 29 15,0-5 26-15,-2-1 19 0,2-2 5 16,12-3-79-16,-6 0-76 0,8 0 0 0,4-3 0 16,2-2 0-16,5 2 0 0,1-5 0 15,6 5 0-15,-1 0 0 0,1-2 0 16,7 1 0-16,-7 1 0 0,6 3 0 0,-5-3 0 16,-1-1 0-16,0 4 0 0,0-4 0 15,-7 4 0-15,-5 0 0 0,-2-3 0 0,2 3 0 16,-1 0 0-16,-7-4 0 0,0 4 0 15,-6 0 0-15,7-4 0 0,-7 1 0 0,-7-1-113 16,7-3-382-16,-6-1-195 0,0-3-232 16,-1 0-193-16,1-3-47 0,-1-4 43 0,0-2 104 15,1-1 196-15,0-1 267 0</inkml:trace>
  <inkml:trace contextRef="#ctx0" brushRef="#br1" timeOffset="89277.55">28428 14602 5 0,'0'-15'542'0,"0"5"157"0,0-5 110 15,0 4 75-15,0 3-64 0,0 1-190 0,0 4-198 16,6-1-150-16,-6 4-88 0,0 0-55 16,0 4-33-16,6 3-13 0,-6 0-4 0,8 4-2 15,-2 0-14-15,-6 0-17 0,0 0-16 16,0 0-12-16,6 3-7 0,-6-1-7 15,0-7-2-15,0 5-3 0,0-7 11 0,0 4 25 16,0-5 26-16,0 1 23 0,0-4 20 16,7 0 16-16,-7-4 2 0,7 1-15 0,-1-1-23 15,1 0-14-15,5-3-11 0,-5-1-9 16,6 5-2-16,7-5-5 0,-7 5-2 0,7-4-8 16,-2 7-9-16,-4-5-7 0,5 5-12 15,1 0-6-15,0 5-2 0,-1-3-2 16,-6 6-3-16,6 0-2 0,1-1 0 0,-7 0 0 15,0 8-2-15,0-4 2 0,-7 4 2 0,1 0 3 16,-7-1 2-16,0 0 8 0,0 5 10 16,-7-4 9-16,-5 3 11 0,-1-3 9 15,-1 3 4-15,2-4 5 0,-2 1-1 0,-5-4-3 16,6 0-3-16,0 0-3 0,-1-4-5 16,8-3-7-16,-6 4-6 0,5-8-5 0,-6 3-9 15,6-3-5-15,1 0-8 0,0-3-27 16,-2-2-48-16,8 2-76 0,-6-4-99 15,6-1-118-15,0 1-181 0,0-4-220 0,0-4-244 16,0 4-94-16,6-7 9 0,-6 4 73 16,8-4 159-16,-8-1 229 0</inkml:trace>
  <inkml:trace contextRef="#ctx0" brushRef="#br1" timeOffset="89543.04">28460 14514 6 0,'-6'-3'507'0,"6"0"147"15,0-2 102-15,6 1 78 0,1 1-61 0,6-4-147 16,0 3-152-16,0 1-119 0,13-2-78 16,0 5-54-16,0-3-39 0,7 0-31 15,-1 3-22-15,-6-5-14 0,13 3-13 0,-13 2-12 16,7-5-14-16,-1 2-10 0,1-1-10 16,-7 0-9-16,0 1-9 0,0-1-13 15,-6 0-12-15,-7 1-8 0,0-1-22 0,-6 4-41 16,-7 0-63-16,0 0-104 0,-7 0-169 15,0 7-237-15,1-3-237 0,-14 0-99 0,7 3-12 16,-13 5 68-16,6-2 150 0,-5 1 227 16</inkml:trace>
  <inkml:trace contextRef="#ctx0" brushRef="#br1" timeOffset="90466.96">28128 15929 182 0,'-6'2'244'0,"-1"3"26"0,1-1-34 15,0-1-24-15,-1 1 48 0,0-4-3 16,1 4-2-16,0-1-1 0,6-3 13 0,-8 4 33 15,8-4 43-15,-6 0 28 0,6 0 13 16,0 0-4-16,-6-4-17 0,6 1-43 16,-7-1-58-16,7 0-45 0,0 1-33 0,0-1-25 15,0-3-17-15,0-1-19 0,0 5-16 16,7-5-10-16,-1 2-14 0,-6-2-12 0,6-1-9 16,8 6-5-16,-1-4-6 0,0 3-8 15,0 1-6-15,0 0-6 0,6 3-5 16,1-5-5-16,-1 5-3 0,1 5-1 0,0-5 3 15,-1 6 3-15,-6-2 4 0,6 3 1 16,-5 5 2-16,-2-2 0 0,-5 2-4 16,0 1-1-16,-7 3-2 0,0-2 2 0,0 5-2 15,-7-5 1-15,-6 4 1 0,7 1-1 0,-8-4 1 16,2 3-1-16,-1-1 1 0,-7 0 0 16,8 0 0-16,-2-2 18 0,-6 3-4 0,14-7 2 15,-7 4 5-15,0-4 13 0,6-4 12 16,-5 0-2-16,5 0 24 0,0-2 22 0,7-2 20 15,-6 1 16-15,6-4-5 0,0 4-146 16,0-4 0-16,0 0 0 0,6-4 0 0,1 4 0 16,0-4 0-16,5 1 0 0,8-2 0 0,-1 3 0 15,1 2 0-15,6-8 0 0,0 4 0 0,7 0 0 16,-7 1 0-16,7-1 0 0,-1 0 0 16,1 1 0-16,-1 0 0 0,1-1 0 15,-7 4 0-15,0-5 0 0,0 2 0 0,-7 3 0 16,-5-4 0-16,5 4 0 0,-13 0 0 0,8-3 0 15,-8 3 0-15,0 0 0 0,0-4 0 16,2 4 0-16,-8 0 0 0,6-3 0 0,-6 3 0 16,0-4 0-16,-6 4 0 0,6-4 0 15,-8 4 0-15,-4-3-417 0,-1-1-443 0,0 1-303 16,0-1-112-16,-1-1 5 0,2 2 92 0,-8 0 189 16,1-1 297-16</inkml:trace>
  <inkml:trace contextRef="#ctx0" brushRef="#br1" timeOffset="94720.34">29503 15471 96 0,'-7'11'522'16,"1"-8"143"-16,6 5 84 0,-7-8 4 0,7 0-73 15,7 0-162-15,-1-4-165 0,1 0-130 16,5 1-74-16,8 0-46 0,-7-5-29 16,7 3-25-16,6-2-21 0,-6 4-30 0,-1-1-55 15,1 0-91-15,-2 1-108 0,2 3-131 16,-6-4-127-16,-8 8-95 0,1-4-84 0,-1 3 17 16,-12 5 71-16,-1-2 108 0,-6 3 119 15</inkml:trace>
  <inkml:trace contextRef="#ctx0" brushRef="#br1" timeOffset="94892.73">29496 15624 209 0,'-13'15'441'16,"0"-4"94"-16,7 0 101 0,-2-4 13 16,2 1-49-16,6-5-62 0,0 1-61 15,6 0-62-15,-6-4-75 0,14 0-84 0,-1-4-64 16,-6 4-42-16,12-4-36 0,-5 1-27 16,4-5-22-16,2 5-17 0,-1-6-20 0,1 3-27 15,-6-1-35-15,5 0-58 0,-6 0-103 16,0-6-144-16,-7 7-165 0,0-5-155 0,2-1-146 15,-8 5-36-15,-8-7 50 0,8 3 117 16,-6-1 155-16</inkml:trace>
  <inkml:trace contextRef="#ctx0" brushRef="#br1" timeOffset="95127.08">29665 15398 1 0,'6'-8'501'0,"8"1"147"0,-8 3 106 15,1-3 81-15,0 3-44 0,-1 0-145 16,7 4-136-16,0 0-109 0,-6 4-67 0,12 0-46 15,-6 3-33-15,0 4-22 0,0 0-17 16,-6 4-14-16,5-1-26 0,-4 8-26 16,4-3-36-16,-12 3-32 0,0 0-26 0,0 3-21 15,-6 1-13-15,0-1-21 0,-2 0-41 16,-4 2-63-16,5-5-87 0,-6 0-119 16,7-4-161-16,-1-3-196 0,1-5-218 0,-1-3-106 15,7-7-3-15,0-3 70 0,7-4 137 16,-1-8 193-16</inkml:trace>
  <inkml:trace contextRef="#ctx0" brushRef="#br1" timeOffset="95595.72">30115 15321 189 0,'6'-15'677'0,"1"0"129"0,-7 4 89 16,0-4 74-16,0 4-104 0,0 5-254 0,0 1-194 15,0-2-119-15,0 7-78 0,0 0-52 16,0 4-37-16,6 4-18 0,-6 6-4 0,0-3 1 15,7 7-3-15,-7 0-15 0,6 5-20 16,1-1-20-16,-7-1-19 0,6-3-9 16,-6 5-9-16,7-5-4 0,0 0-2 0,-7-4 5 15,6-1 16-15,-6-3 32 0,0-3 42 16,0 1 30-16,0-4 26 0,6-4 15 0,-6 0 0 16,0-4-21-16,7-4-34 0,0 5-50 15,-1-5-70-15,0 2 0 0,7-2 0 16,1-4 0-16,-2 9 0 0,2-5 0 0,5 1 0 15,1 3 0-15,-8 1 0 0,8 3 0 16,0 0 0-16,-1 3 0 0,1 1 0 0,-8 3 0 16,8 1 0-16,-7-2 0 0,7 6 0 15,-8 3 0-15,-4 0 0 0,4-1 0 0,-5 1 0 16,0 4 0-16,-1-5 0 0,1 4 0 0,-7 0 0 16,-7 1 0-16,1-1 0 0,-1-3 0 15,-6 4 0-15,7-2 0 0,-14-2 0 16,7 0 0-16,0-5 0 0,-6 6 0 0,5-10 0 15,2 5 0-15,-8-3 0 0,7-5 0 16,-1 2 0-16,2-3 0 0,-2-2 0 0,2 0 0 16,-1 0 0-16,6-2 0 0,-6-3-20 15,7 2-342-15,0-5-118 0,-2 1-145 16,8 0-164-16,-6-5-169 0,6 2-96 0,0-1-7 16,0-7 76-16,0-1 152 0,0 1 205 15,6-4 238-15</inkml:trace>
  <inkml:trace contextRef="#ctx0" brushRef="#br1" timeOffset="95861.27">30239 15346 313 0,'-7'-11'670'0,"0"0"132"0,1-1 96 0,6 2 31 15,0-1-129-15,0 4-189 0,0-4-172 16,6 3-106-16,1 1-79 0,6 0-57 0,7 4-37 16,-1-5-30-16,1 4-20 0,6 1-18 15,0-1-14-15,0 0-19 0,7 1-17 0,-8 3-11 16,7-4-11-16,-5 0-4 0,-1 4-5 15,0 0-2-15,-6-3-5 0,-1 3-2 0,-5 0-3 16,-2 0-10-16,2 0-24 0,-8 0-35 16,0 0-52-16,-6 0-75 0,0 0-106 0,0 0-144 15,0 3-148-15,0-3-159 0,0 0-144 0,-6 0-27 16,6 0 51-16,0 0 124 0,0-3 156 16,6-1 186-16</inkml:trace>
  <inkml:trace contextRef="#ctx0" brushRef="#br1" timeOffset="96159.84">30922 14997 99 0,'0'-6'636'0,"0"-5"147"0,0 3 108 0,0 1 87 16,-6-4-68-16,6 4-202 0,0 3-197 16,0 0-131-16,0 1-98 0,0 3-78 0,0 0-58 15,0 3-39-15,0 5-13 0,0 6 4 16,6 5 15-16,1-2 17 0,-7 9 4 0,6 0 0 15,1 4-7-15,-7 3-3 0,6 3-5 16,1 1-6-16,-1 3-6 0,-6-3-6 0,7 3-6 16,-7-4-28-16,0 5-67 0,7-8 0 15,-7 0 0-15,0 1 0 0,6-9 0 0,-6 0 0 16,0-2 0-16,0-9 0 0,6 0 0 0,-6-7 0 16,0-3-71-16,0-4-230 0,7 0-106 15,-7-7-129-15,7 0-150 0,-1-8-152 0,7-4-163 16,-7-2-40-16,1-5 38 0,6 1 102 15,-7-5 172-15,14 5 206 0</inkml:trace>
  <inkml:trace contextRef="#ctx0" brushRef="#br1" timeOffset="96503.59">31144 15248 301 0,'0'-8'555'0,"0"1"128"0,-7 3 96 16,7 0-19-16,-6 1-95 0,0 3-119 16,-2 0-107-16,8 0-92 0,-6 3-65 0,6 5-39 15,-6 2-23-15,6 1-14 0,-7 4-12 0,7 3-9 16,0 4-8-16,0 4-9 0,0 0-7 15,0 3-5-15,0 0-10 0,7 0-6 0,-1 2-5 16,0-2-10-16,2 0-14 0,4-4-11 16,-5-3-8-16,6-4-3 0,0 1-1 0,7-4 4 15,-8-4-86-15,2-4-6 0,5-5 0 16,1-2 0-16,-1-2 0 0,0-5 0 0,1-4 0 16,-1-4 0-16,1 0 0 0,-7-4 0 0,0 1 0 15,6-3 0-15,-11-1 0 0,-2-5 0 16,0 2 0-16,0-4 0 0,-6 3 0 0,0 0 0 15,-6 1 0-15,-6 3 0 0,-2 3 0 16,-5 1 0-16,-1 7 0 0,0 0 0 0,1 4 0 0,-7 4 0 16,6-1 0-16,1 4 0 0,-7 4 0 15,6-1-46-15,1 4-350 0,6 1-84 0,0-1-110 16,0 0-116-16,6 5-141 0,-5-6-147 16,12 5-26-16,0-3 44 0,0 0 123 0,6-8 162 15,7 4 209-15</inkml:trace>
  <inkml:trace contextRef="#ctx0" brushRef="#br1" timeOffset="96992.28">31555 15280 175 0,'12'-11'596'0,"-6"-4"154"0,1 4 110 16,0-3 16-16,-7-1-31 0,0 0-140 0,-7 4-175 16,0 0-113-1,-5 4-76-15,-2-1-55 0,2 5-50 0,-1 3-42 0,-7 3-37 0,0 1-32 0,8 4-30 16,-2 3-27-16,1 0-21 0,1 7-14 15,4 1-9-15,2 2-7 0,0 2-7 0,6-2 1 16,0 2-3-16,6-1-2 0,0-4-3 0,2 0 0 16,-2 1-1-16,0-9-2 0,7 1 0 15,1-3 0-15,-2-5-3 0,2-3 2 0,-2 0 1 16,8-3 1-16,-7-5 2 0,1 1 8 0,-2-4 19 16,-6 3 25-16,8-2 31 0,-8 2 33 15,1-3 31-15,-1 5 24 0,0-6-28 0,-6 4-146 16,8 5 0-16,-8-5 0 0,6 5 0 15,-6 3 0-15,0 0 0 0,6 3 0 0,0 5 0 16,2 3 0-16,-2 4 0 0,0-1 0 16,1 9 0-16,-1-2 0 0,-6 5 0 0,7 0 0 15,0 2 0-15,-7 6 0 0,0-5 0 0,0 4 0 16,0 1 0-16,0-7 0 0,-7 7 0 16,7-8 0-16,-7 4 0 0,1-5 0 0,-1-3 0 31,1 0 0-31,-8-4 0 0,8-3 0 0,0-1 0 0,0-3 0 0,-2 0 0 0,2-8 0 31,0 6 0-31,-1-9 0 0,1 0 0 0,-8-4 0 16,8-1 0-16,-6 2 0 0,-2 0 0 0,1-1 0 0,-7-3 0 0,8 4 0 0,-8-5 0 15,0 4 0-15,1-3 0 0,-7 3 0 0,6-3 0 32,7 3 0-32,-7-3 0 0,8-1-17 0,-2 1-509 0,14-4-204 0,-6-3-239 0,6-6-184 15,6 0-29-15,2-6 53 0,4-7 131 16,8-4 197-16,-1-3 275 0</inkml:trace>
  <inkml:trace contextRef="#ctx0" brushRef="#br1" timeOffset="97495.92">31893 14866 170 0,'6'-14'688'0,"-6"-1"143"0,0 0 100 15,7 1 88-15,-7-1-83 0,6 4-241 0,-6-5-188 0,6 6-109 16,2-5-75-16,-2 4-66 0,7 0-54 16,0 0-49-16,-6 5-35 0,12-3-28 0,-6 6-22 15,7-4-19-15,-1 7-13 0,-6-4-16 16,6 4-8-16,1 0-4 0,0 4 2 0,-7 0 7 16,7 2 8-16,-8 3 17 0,1 1 13 0,0 1 13 15,-6 5 16-15,5-3 11 0,-4 6 11 16,-8-1 6-16,0 1-67 0,0-1-46 0,-8 3 0 15,2 2 0-15,-7-5 0 0,-6 4 0 16,6 1 0-16,-7-2 0 0,1 5 0 0,6-4 0 16,-6-4 0-16,-1 0 0 0,6 1 0 15,2-5 0-15,5 1 0 0,-6-4 0 0,6 0 0 16,7-4 0-16,-6 0 0 0,6 1 0 0,0-5 0 16,0-3 0-16,6 0 0 0,1 0 0 15,13 0 0-15,-8-3 0 0,8 0 0 0,6-2 0 16,-6-2 0-16,5 4 0 0,2-5 0 0,-1 1 0 15,0 0 0-15,0 0 0 0,0-1 0 16,0 1 0-16,-7-1 0 0,8 5 0 16,-15 0 0-16,2-2 0 0,-8 2 0 0,0 3 0 15,1 0 0-15,-7 0 0 0,-7 3-36 0,1 2-462 16,0-2-216-16,0 4-290 0,-8-3-167 16,1 3-27-16,0 1 53 0,0-1 124 0,0 4 213 15,0 0 324-15</inkml:trace>
  <inkml:trace contextRef="#ctx0" brushRef="#br1" timeOffset="98073.82">32095 15616 146 0,'-13'0'437'0,"7"0"120"16,-8 0 116-16,8 0-3 0,-8 0 4 16,8-3-77-16,0 3-72 0,-1 0-72 0,1-3-67 15,-1 3-48-15,0-4-23 0,7 4-12 16,-6-4-16-16,6 1-21 0,0 3-27 0,0-8-35 16,6 4-41-16,1 1-44 0,0-1-30 0,-1 1-24 15,7-5-14-15,0 5-8 0,0-1-6 16,1 0-3-16,5 4-3 0,-6 0-4 0,6 0-4 15,-5 0-7-15,5 0-2 0,-6 8-1 16,6-5 2-16,-5 8 4 0,-8 0 6 0,7 4 9 16,-6 0 9-16,-1 3 8 0,0-1 8 15,-6 3 8-15,0 2 4 0,-6-4-59 0,0 3-12 16,-1 2 0-16,-6-4 0 0,-1 2 0 0,2 2 0 16,-1-5 0-16,-7 0 0 0,0 0 0 15,8 1 0-15,-8-1 0 0,1-3 0 0,5-4 0 16,2 0 0-16,-2-4 0 0,8 0 0 15,0 1 0-15,-1-8 0 0,1 4 0 0,6-4 0 16,6 0 0-16,-6-4 0 0,13-1 0 16,-7 2 0-16,14-1 0 0,-6 1 0 0,11-1 0 15,-5-3 0-15,12 3 0 0,-6 1 0 0,1-1 0 16,5-1 0-16,1 3 0 0,-7-3 0 16,6 2 0-16,-5 3 0 0,-2-3 0 0,1-1 0 15,0 4 0-15,-6-4 0 0,-1 0 0 16,1 4 0-16,-7-2 0 0,0 2 0 0,-7-5 0 15,1 5 0-15,0 0 0 0,-7-3 0 0,0 3 0 16,0 0 0-16,-7-4 0 0,7-1-45 16,-7 5-530-16,1-3-254 0,0 0-273 0,-1-1-119 15,7-3 8-15,0-4 91 0,7 0 165 16,-7-4 249-16,12 0 307 0</inkml:trace>
  <inkml:trace contextRef="#ctx0" brushRef="#br1" timeOffset="99042.35">32824 15031 81 0,'-6'-29'508'0,"-1"-1"123"16,-6 1 97-16,0-1 56 0,-6 1-66 0,5 0-161 16,-5 0-125-16,-1 0-98 0,8 3-79 0,-8-4-59 15,1 5-40-15,-1-4-25 0,0 0-18 16,1 3-8-16,-1-4-6 0,8 5-7 0,-8-1-7 15,0 4-13-15,1 1-3 0,-1-2-9 16,-6 4-5-16,0 1-7 0,-7 4-2 0,0-1-5 16,1 0 1-16,-7 1 1 0,0 2 4 15,0 2 5-15,-7-1 5 0,0 3 7 0,1 0 4 16,-1 2 2-16,7 2 2 0,-6 4 1 0,-1-4-1 16,7 4-7-16,0 4-4 0,-7-4-3 15,8 4-5-15,5 2-6 0,-6-1-3 0,-1 2-5 16,2 1-4-16,-7-1-4 0,5 3-6 0,-5 2-7 15,-2-1-4-15,2 0-3 0,-1 4-2 16,1-5-3-16,-1 5-3 0,1-1 0 16,-1 2 0-16,7-2 0 0,0 4-1 0,7-3 2 15,6-1 3-15,-7 5 8 0,7-1 6 0,0 0 10 16,-1 0 7-16,8 5 9 0,-7-1 14 16,6 0 9-16,1 3 8 0,0 1 1 0,6 0 3 15,-7 7-10-15,7-4-72 0,0 4 0 16,-6 0 0-16,12 3 0 0,-6-2 0 0,7 2 0 15,-2 1 0-15,2 3 0 0,6 1 0 0,0-1 0 16,0-1 0-16,6 6 0 0,-6-1 0 16,8 0 0-16,-2 4 0 0,0-4 0 0,1 2 0 15,0 0 0-15,-1 1 0 0,7-3 0 16,0 0 0-16,0 0 0 0,0-4 0 0,0-1 0 16,6 3 0-16,7-2 0 0,-6-4 0 0,6 1 0 15,1-4 0-15,5 0 0 0,-6-3 0 0,7-1 0 16,-8-3 0-16,9 0 0 0,-2-6 0 15,7 3 0-15,-7-5 0 0,7 0 0 0,-6-3 0 16,6-3 0-16,0-2 0 0,0-2 0 0,0-1 0 16,-7-3 0-16,8 3 0 0,-7-7 0 0,6 0 0 15,-7 3 0-15,1-6 0 0,5 3 0 0,-5 0 0 16,-1-4 0-16,1 1 0 0,0-5 0 0,0 5 0 16,-1-5 0-16,1 0 0 0,-1 1 0 15,7 0 0-15,-12 0 0 0,11-1 0 0,-5-2 0 16,-1-2 0-16,-5 2 0 0,5-1 0 0,1-5 0 15,-7 6 0-15,6-5 0 0,-6-3 0 0,1 4 0 16,-1-5 0-16,0-3 0 0,-1 4 0 16,8-4 0-16,-7 0 0 0,0 0 0 0,0-4 0 15,1 3 0-15,-1-2 0 0,-7 0 0 0,7-1 0 16,-6 1 0-16,-1-5 0 0,1 1 0 16,0 0 0-16,-8-4 0 0,2-1 0 15,-8-2 0-15,0-1 0 0,1 1 0 0,-7-7 0 16,0 1 0-16,-7-2 0 0,1 0 0 0,0 1 0 15,-2-1 0-15,-4 0 0 0,-2 3 0 16,2 1 0-16,-8 4 0 0,7-1 0 0,-7 0 0 16,8 7 0-16,-1 1 0 0,-7 4 0 0,7 0 0 15,0 3 0-15,0 3 0 0,0 4 0 16,0 0 0-16,0 5 0 0,0-1 0 0,7 3 0 16,-8 1 0-16,1 0 0 0,0 7 0 15,0 0 0-15,1 0 0 0,-8 4-474 0,7 3-278 16,-7 0-271-16,0 0-162 0,1 1-23 0,-7-1 70 15,6-4 127-15,-12 5 224 0,6-8 294 16</inkml:trace>
  <inkml:trace contextRef="#ctx0" brushRef="#br1" timeOffset="99871.7">31157 13815 391 0,'6'-7'582'0,"-6"-1"127"16,7 1 100-16,-1-1-49 0,-6-3-94 0,0 3-110 15,7 1-114-15,-7 0-95 0,0 3-81 16,0 1-61-16,0-1-51 0,0 2-46 0,7 2-37 15,-7 0-25-15,0 2-1 0,6 5 8 0,-6 1 14 16,6 7 13-16,-6 3 17 0,7 1 10 16,-7 2-2-16,7 5-9 0,-7 3-12 15,6-3-10-15,-6 3-9 0,6 1-8 0,-6-5-9 16,7 4-3-16,-7-3 1 0,0-4 0 16,6 0 7-16,-6-4 5 0,0-3 2 0,0 0 0 15,0-4 7-15,0-4 13 0,0 0 22 0,0-3 29 16,7-1 21-16,-7 1 12 0,0-8-127 15,0 1-37-15,-7-1 0 0,7-7 0 0,0 0 0 16,0-3 0-16,0-5 0 0,0-3 0 0,-6-3 0 16,6 0 0-16,0-5 0 0,0-3 0 15,0 0 0-15,0 4 0 0,0-1 0 0,0 1 0 16,0 3 0-16,0 5 0 0,0 2 0 16,6 1 0-16,-6 3 0 0,0 4 0 15,0 0 0-15,0 4 0 0,0-1 0 0,0 5 0 16,0 3 0-16,0 3 0 0,7 5 0 0,-7-1 0 15,7 7 0-15,-1 4 0 0,0 5 0 0,-6 3 0 16,14 3 0-16,-8 0 0 0,-6 0 0 16,6 5 0-16,1-1 0 0,0-5 0 15,-1 2 0-15,-6 0 0 0,7-4 0 0,-1-5 0 16,-6-3 0-16,6 1 0 0,-6-8 0 0,0 1 0 16,0-6 0-16,8 1 0 0,-8-3 0 0,0-4 0 15,0-4 0-15,-8 0 0 0,8-3 0 16,0-7 0-16,0-1 0 0,-6-7 0 0,6 0 0 0,-6-7 0 15,-1-4 0-15,7-1 0 0,0-2 0 16,-6 3 0-16,6 1 0 0,-7 2 0 16,7 1 0-16,0 7 0 0,0 0 0 0,0 7 0 15,0 1 0-15,-7 2 0 0,7 5 0 0,0 1 0 16,0 1 0-16,-6 5-24 0,6 5-416 0,0 1-160 16,-6 1-220-16,6 7-248 0,-7-2-88 15,7 3 10-15,-7 3 77 0,1 0 158 16,-7 5 257-16</inkml:trace>
  <inkml:trace contextRef="#ctx0" brushRef="#br1" timeOffset="100402.96">29932 17368 53 0,'-13'8'394'0,"0"-1"100"0,1 0 97 0,-2 1 28 16,8-1 32-16,-1-4-64 0,-6 1-54 0,13 0-48 15,-6-1-53-15,-1-3-70 0,7 4-57 16,0-4-43-16,0 0-31 0,0 0-27 0,7 0-20 16,-1 0-21-16,1-4-24 0,6 4-28 15,7-3-30-15,-1-1-22 0,7-3-20 0,0 3-18 16,0-4-25-16,0 2-40 0,1-2-49 16,-2 1-70-16,-5 0-80 0,0-2-123 0,-1 7-138 15,-6-2-145-15,-7 0-125 0,-6 0-107 16,-6 8-15-16,-1-4 74 0,-12 4 129 0,-1 2 163 15</inkml:trace>
  <inkml:trace contextRef="#ctx0" brushRef="#br1" timeOffset="100562.31">29861 17514 103 0,'-13'15'486'0,"6"0"106"16,-5-4 85-16,12 0 38 0,-8-4-20 0,2 4-124 16,6-8-95-16,0 5-59 0,0-4-47 0,6-1-48 15,2 1-46-15,-2 0-40 0,7-4-28 0,0 0-31 16,0 0-26-16,7-4-35 0,-8 0-28 0,8 1-25 15,-1-1-24-15,1 1-21 0,-7-5-37 0,7 5-56 16,-1-5-75-16,-6 1-117 0,1-4-140 0,5 4-182 16,-6-4-182-16,-7 0-141 0,1-4-29 0,-1 1 58 15,0-4 113-15,-6 2 172 0,0-2 199 16</inkml:trace>
  <inkml:trace contextRef="#ctx0" brushRef="#br1" timeOffset="100819.83">30154 17162 168 0,'6'-10'674'0,"1"-1"138"0,0 0 86 16,-1 0 65-16,0 4-105 0,1 3-226 0,0 0-188 16,-1 4-96-16,7 0-48 0,0 8-29 0,0-1-27 15,1 4-29-15,-2 0-24 0,1 7-24 16,7-3-19-16,-8 7-21 0,2 0-17 0,-2 0-9 16,2 4-11-16,-8-5-12 0,1 5-15 15,-1 3-13-15,-6-3-14 0,0-1-12 0,0-2-9 16,-6 3-5-16,-1-1-11 0,-6-3-31 0,0-3-50 15,1-1-70-15,-2 0-88 0,1-7-101 0,0 0-136 16,0-4-176-16,7-3-218 0,-8-4-146 16,14-4-26-16,-6 1 38 0,6-8 112 0,6-4 185 15,2 0 258-15</inkml:trace>
  <inkml:trace contextRef="#ctx0" brushRef="#br1" timeOffset="101447.76">30883 17101 46 0,'-6'-11'637'15,"6"4"177"-15,-7-4 97 0,7 0 59 16,-6-1-78-16,-1 5-143 0,1 0-242 0,6-1-142 16,0 5-79-16,-6-1-51 0,6 1-58 0,0-2-58 15,0 5-51-15,0 0-36 0,0 5-15 0,6 2-8 16,-6 0-1-16,6 4 3 0,-6 3 4 15,7 2 12-15,-1 2 10 0,1 0 12 0,-7 0 11 16,6 4 9-16,-6-3 11 0,7-1 11 0,-7 1 10 16,6-5 10-16,-6 4 9 0,0-6 7 0,0 2 4 15,0-7 7-15,0 4 7 0,0-4-108 16,0-2-37-16,0-2 0 0,0 0 0 0,0 1 0 16,0-4 0-16,0 4 0 0,0-8 0 0,0 4 0 15,0-4 0-15,6 1 0 0,-6 0 0 0,8-5 0 16,-2 4 0-16,0-3 0 0,1 0 0 15,6-1 0-15,-7 1 0 0,7-1 0 0,1 1 0 16,-2 0 0-16,8 0 0 0,-1-4 0 0,1 4 0 16,0-1 0-16,6 4 0 0,-7-3 0 0,7 3 0 15,0 2 0-15,1 2 0 0,-8 0 0 16,7 0 0-16,-6 2 0 0,-1 2 0 0,0 3 0 16,1-3 0-16,-7 6 0 0,7-1 0 0,-8 1 0 15,2 5 0-15,-8 0 0 0,7-1 0 0,-7 1 0 16,2-1 0-16,-2 5 0 0,-6-1 0 0,0 1 0 15,0-1 0-15,0 0 0 0,-6 4 0 16,-2-4 0-16,2 1 0 0,-7-5 0 0,7 4 0 0,-8-2 0 16,2-2 0-16,-2 1 0 0,-5-4 0 15,6-4 0-15,0 0 0 0,0 1 0 0,-6-5 0 16,5 1 0-16,1-4 0 0,1 0 0 0,-2-4 0 16,-5 4 0-16,6-3 0 0,0-1 0 0,-7 0 0 15,8 1 0-15,-2-1 0 0,1 0 0 0,0 1 0 16,0-1 0-16,7 4 0 0,-8-4 0 0,8 4 0 15,0-3 0-15,6 3 0 0,-7-3 0 16,7 3 0-16,-7-5 0 0,7 1 0 0,0 4 0 16,7-3 0-16,-7 0-124 0,7-1-453 0,-1-3-210 15,0 2-211-15,8-1-150 0,-8-1-14 16,7-1 65-16,-6 0 139 0,6 1 213 0,-7-4 261 16</inkml:trace>
  <inkml:trace contextRef="#ctx0" brushRef="#br1" timeOffset="101842.13">31001 16976 7 0,'-14'-8'457'15,"8"-2"147"-15,0 3 124 0,-1-1 95 0,0 1-68 16,1-4-85-16,6 4-106 0,-7 3-106 0,7-4-91 15,0 6-65-15,0-3-49 0,0 1-41 16,7 1-25-16,-1-1-11 0,8 0-6 0,-2 4-2 0,2-3-2 16,5 3 1-16,7-4-2 0,-6 4-5 0,6 0-6 15,7 0-3-15,-1 0-7 0,1 0 0 16,-1 0-105-16,1-3-39 0,5 3 0 0,-5 0 0 16,-1 0 0-16,1-4 0 0,-1 4 0 0,-5 0 0 15,5-3 0-15,-6 3 0 0,-6-5 0 0,-1 2 0 16,7-1 0-16,-6 4 0 0,-7-3 0 0,7-1 0 15,-8 0 0-15,-4 4 0 0,4-3 0 16,-5 3 0-16,-1 0 0 0,1-4 0 0,0 4 0 16,-7 0 0-16,6 0 0 0,-6 0 0 0,0 0 0 15,0 4 0-15,0-4 0 0,-6 3 0 0,6 1-315 16,-7 3-231-16,0-3-189 0,1 4-238 16,-1-1-148-16,1 0-20 0,-8 0 52 0,8-3 128 15,0-1 207-15,0 1 289 0</inkml:trace>
  <inkml:trace contextRef="#ctx0" brushRef="#br1" timeOffset="105621.89">16203 9510 73 0,'0'0'322'0,"0"-4"71"0,0 1 49 15,0-4-51-15,0-1 64 0,-6 1-2 16,6-5-4-16,0 6-6 0,0-6-7 15,0 1-17-15,0 0-39 0,0 0-54 0,-6 5-53 16,6-2-35-16,0-3-27 0,0 7-24 16,-8 1-23-16,8-1-31 0,0 0-29 0,0 4-32 15,0 0-18-15,0 4-2 0,0 3 9 16,8 8 20-16,-8 3 27 0,0 4 30 16,6 8 18-16,-6-1 9 0,0 7 6 0,6 1 1 15,-6 4 1-15,7-1 0 0,-7 3 2 0,0 1-27 16,0 0-148-16,0-3 0 0,0 4 0 15,0-6 0-15,0-2 0 0,7 0 0 16,-7-5 0-16,0 0 0 0,0-1 0 0,0-9 0 16,0-1 0-16,0-2 0 0,0-5 0 15,6 2 0-15,-6-9 0 0,0-4 0 0,0 1 0 16,0-4 0-16,0-4-331 0,0 1-175 16,0-4-135-16,6-5-142 0,1-3-141 0,-1 0-110 15,1 1-3-15,6-4 64 0,0-4 141 0,0 3 187 16,0-3 213-16</inkml:trace>
  <inkml:trace contextRef="#ctx0" brushRef="#br1" timeOffset="106014.18">16522 9785 210 0,'0'-7'468'16,"0"-1"109"-16,0 1 114 0,-6 0-6 16,-1 0-16-16,7 2-98 0,-12 2-81 0,5-1-84 15,0 0-94-15,-5 1-79 0,5 6-60 16,0-3-37-16,-6 8-23 0,7 0-6 0,-8-1-5 15,8 4-5-15,-6 3-4 0,4 5-3 16,2-1-5-16,6 1-7 0,0 1-2 16,0 7 1-16,0-5 5 0,6 3 3 0,2-3 1 15,4 0 2-15,2-3-7 0,-2-1-7 16,1 1-7-16,7-9-4 0,0 5 3 0,-1-8 3 16,1 1 6-16,6-5 5 0,-7-3 2 15,1-3 0-15,0 0-1 0,-2-6 10 0,2-1 11 16,-7-2 25-16,1-1 27 0,-2-3-137 15,-6-2-17-15,2 0 0 0,-8-4 0 0,0-4 0 16,0 1 0-16,-8 0 0 0,-4-2 0 16,-1 1 0-16,0 5 0 0,0 2 0 0,-7 1 0 15,0 4 0-15,1 2 0 0,-7 1 0 16,0 7 0-16,0 1 0 0,7 3 0 0,-1 3 0 16,0 1-193-16,1 3-229 0,5 1-76 15,8 2-98-15,0 6-114 0,6-5-122 0,0 4-137 16,6-1-21-16,8 0 49 0,-2 2 120 15,8-6 162-15,6 5 192 0</inkml:trace>
  <inkml:trace contextRef="#ctx0" brushRef="#br1" timeOffset="106563.83">16933 9887 142 0,'19'-11'496'0,"-5"-3"158"0,-2 3 132 0,2-3 28 15,-8-5-10-15,-6 1-111 0,6-4-98 16,-12 3-112-16,6 1-88 0,-6-1-66 15,-2 1-55-15,-4 4-45 0,-8 3-45 0,7 0-41 16,-7 3-42-16,1 5-33 0,0 3-25 16,0 3-22-16,-1 5-12 0,0-1-6 0,1 4-3 15,5 3-3-15,2 5-1 0,5-1 3 16,0 4 0-16,1 0 0 0,6 0-1 16,6 0 2-16,1-4 3 0,0 4-3 0,5-3-2 15,2-4-3-15,-1-1-3 0,6-3-7 16,0-4-5-16,1 0 0 0,0-2 0 0,-1-5 4 15,-5 0 4-15,5-8 5 0,1 4 7 16,-8-3-1-16,2-4 4 0,-8-1 8 0,7 2 13 16,-6-5 14-16,-1 4 14 0,-6-3 19 15,7 3 14-15,-7-4 10 0,0 8 1 0,6-4-5 16,-6 4-12-16,0 3-19 0,0 1-18 16,0 3-16-16,0 3-15 0,0 1-9 0,6 7-2 15,-6-1 3-15,7 9 3 0,-7 3 5 16,7 7 2-16,-1 1 10 0,0 2 19 0,1 9 7 15,0-1 4-15,-1 4-1 0,-6 0-30 16,7 3-22-16,-7-3 0 0,6 5 0 16,-6-10 0-16,-6 2 0 0,-1-5 0 0,1-2 0 15,-1-2 0-15,-6-6 0 0,0-3 0 16,0-6 0-16,0-2 0 0,0-4 0 0,-6-8 0 16,-1 1 0-16,7-8 0 0,-13-3 0 0,6 0 0 15,-6-5 0-15,7-2 0 0,-7-1 0 16,0 1 0-16,-1-5 0 0,1 1 0 15,0-3 0-15,1 2 0 0,5-3 0 0,0 0-146 16,7-1-366-16,7-2-178 0,6 3-201 0,6-3-198 16,1-1-50-16,6 1 36 0,6-4 97 0,7-1 183 15,1 1 247-15</inkml:trace>
  <inkml:trace contextRef="#ctx0" brushRef="#br1" timeOffset="106898.28">17375 9353 75 0,'0'-15'599'0,"7"1"149"0,-7-2 110 16,0 2 81-16,0 2-73 0,0 2-185 16,0 3-192-16,0-1-130 0,0 5-101 0,-7-1-80 15,7 4-54-15,0 4-35 0,0 3-15 16,-6 4 0-16,6 4 14 0,-6-1 22 15,6 9 19-15,-6 2 4 0,6 1 4 0,0 3 2 16,0-4-5-16,0 5-14 0,-8-1-17 16,8-4-12-16,8-2-18 0,-8-2-15 0,0 2-14 15,0-9-12-15,0 1-8 0,0 0-5 0,6-8-6 0,-6 0-2 16,0-2-15-16,0-2-41 0,6 0-61 16,-6-6-88-16,6 0-105 0,-6-2-143 15,7-2-177-15,0-4-179 0,-1 0-182 0,1-4-56 16,5 1 32-16,-4-4 102 0,4-1 169 15,2 1 205-15</inkml:trace>
  <inkml:trace contextRef="#ctx0" brushRef="#br1" timeOffset="107243.01">17604 9342 24 0,'6'-4'445'16,"-6"0"150"-16,0 1 121 0,7 3 38 15,-7-5-39-15,0 5-114 0,-7 0-112 0,7 5-113 16,0-2-86-16,-6 5-47 0,6-1-22 15,0 4-17-15,-7 4-18 0,7-1-17 0,7 4-12 16,-7 4-16-16,6 0-14 0,1 1-15 16,-1 2-13-16,0-3-10 0,8-4-11 0,-2 5-7 15,2-9-7-15,-1 4-2 0,0-6 0 32,0-1-1-32,7-4 0 0,-8-5 0 0,1-2 8 15,7 0 7-15,-7-2 14 0,-6-10 14 16,5 6 25-16,-5-10 21 0,0 2 12 15,-1-5-24-15,-6 1-138 0,0-3 0 0,-6-5 0 16,-1 0 0-16,0-3 0 0,-5 4 0 16,-2 2 0-16,-5 2 0 0,6-2 0 0,-14 4 0 15,9 6 0-15,-2 1 0 0,-7 5 0 16,9 3 0-16,-2 1 0 0,0 6-1 0,7 1-383 16,1 3-86-16,-2 5-110 0,8 1-132 15,-1 6-138-15,7-1-146 0,0 5-31 0,0-2 40 16,7 9 116-16,-1-4 174 0,-6 7 204 15</inkml:trace>
  <inkml:trace contextRef="#ctx0" brushRef="#br1" timeOffset="107805.38">17382 10342 357 0,'-13'7'604'0,"1"-3"136"0,-2-4 105 0,1 0-39 16,7-4-50-16,-8-3-122 0,8-1-134 15,0 0-95-15,-1-2-68 0,7-1-56 0,0 0-45 16,0-1-35-16,7 2-31 0,-1 0-32 16,0-2-28-16,8 5-23 0,-1-1-22 0,7 1-16 15,-8 4-7-15,8-1-3 0,-1 4-1 16,7 0-2-16,-12 4-3 0,5 3-3 15,1 0-3-15,-8 4-5 0,2 4-3 0,-2 2 1 16,-5 0 5-16,-1 3 4 0,-6-1 5 16,0 3 8-16,-6 0 13 0,-1 0 8 0,1 0 5 15,-7 1 9-15,-6-2 7 0,-1-3 3 16,1 4-87-16,-7-4 0 0,6 1 0 16,0-1 0-16,1-3 0 0,-1-4 0 0,7-1 0 15,0-2 0-15,0 0 0 0,7-5 0 16,-1 1 0-16,7-4 0 0,0 0 0 15,7-4 0-15,5 1 0 0,2-2 0 0,11-1 0 16,-5 1 0-16,13-2 0 0,-1 4 0 0,-6-5 0 16,13 5 0-16,-6-5 0 0,-1 5 0 15,1-4 0-15,-1 2 0 0,-6-2 0 16,1 4 0-16,-1-1 0 0,0-3 0 0,-7 3 0 16,-5 0 0-16,5 1 0 0,-12 3 0 15,5-4 0-15,-5 1 0 0,-7 3 0 0,0-5 0 16,0 2 0-16,0 3 0 0,-13-3 0 0,7-1-207 15,-8 4-513-15,8-4-337 0,-7 1-173 16,0 0-42-16,0-2 62 0,-1 1 136 16,2-4 246-16,-1 2 345 0</inkml:trace>
  <inkml:trace contextRef="#ctx0" brushRef="#br1" timeOffset="113255.4">16158 11876 222 0,'0'0'453'0,"6"-4"107"0,1-2 136 16,-7-2-2-16,6-3 0 0,-6 4-74 16,0-4-56-16,6 4-56 0,-6-1-88 0,0 2-79 15,0 1-65-15,0 2-53 0,0-1-47 16,-6 4-29-16,6 4-19 0,0 4-4 16,0 2 10-16,0 9 22 0,0 2 17 0,-6 5 7 15,6 4-4-15,0 2-8 0,0 5-10 16,-7-1-15-16,7 5-86 0,-6 2-57 0,6 1 0 15,-7-2 0-15,7 2 0 0,0-5 0 16,-6-2 0-16,6 0 0 0,0-5 0 0,0-2 0 16,6-1 0-16,-6-7 0 0,0-3 0 15,0-6 0-15,0 3 0 0,0-5-80 0,0-7-264 16,7-1-92-16,-7-10-124 0,6 0-135 16,1-4-137-16,-1-8-130 0,8 2-50 0,-8-3 35 15,7-2 116-15,6-3 157 0,-6 3 190 16</inkml:trace>
  <inkml:trace contextRef="#ctx0" brushRef="#br1" timeOffset="113630.74">16424 12122 47 0,'0'-7'454'0,"0"4"131"16,0-6 121-16,-6 3 51 0,6 2 3 0,-6 0-118 16,0 1-106-16,-2-1-95 0,2 4-91 15,-7 0-79-15,7 4-57 0,-1-1-39 0,-6 5-25 16,7 3-15-16,0-1-10 0,-2 5-5 15,2 4-1-15,6 2-5 0,0-3-7 16,0 5-12-16,0 2-12 0,6-2-16 0,2-2-15 16,-2 2-13-16,6-6-9 0,2 1-7 15,-1 1-5-15,-1-8-2 0,2 1 4 0,-2-2 4 16,8-2 8-16,-7-5 7 0,7-3 9 16,-7 0 9-16,6-3 10 0,-6-5 17 15,1 1 18-15,-2-1 19 0,2-6 14 0,-8-1 11 16,0-3-61-16,1-4-85 0,-7 0 0 15,0 0 0-15,-7-4 0 0,-5 3 0 0,-2-2 0 16,2 4 0-16,-2 3 0 0,1-1 0 16,-6 4 0-16,6 0 0 0,-7 9 0 0,1-2 0 15,5 1 0-15,2 3 0 0,-2 4 0 0,2 0 0 16,5 4-29-16,-6 0-347 0,13-1-74 16,-7 5-75-16,14 3-102 0,0-4-104 15,-1 4-102-15,7 0-110 0,1-4-11 0,4 4 59 16,2 0 131-16,0-4 162 0,6 4 181 15</inkml:trace>
  <inkml:trace contextRef="#ctx0" brushRef="#br1" timeOffset="114177.06">16862 12228 329 0,'12'-3'516'0,"1"-8"137"0,0 4 115 16,-6-4-44-16,-1-1-41 0,0-2-84 0,-6 3-69 15,0-4-96-15,-6 0-77 0,0 4-52 16,-1 1-41-16,-6 2-39 0,0-3-32 0,-7 8-25 15,1-1-30-15,0 4-26 0,6 4-26 16,-7-1-24-16,0 8-21 0,1 1-15 0,6 2-8 16,6 4-4-16,1 4-6 0,0-4 0 15,-2 5-1-15,16-2 0 0,-8 1-2 16,12-3-3-16,-5-1-5 0,6 1-12 0,6-5-13 16,-5-3-12-16,5-3-11 0,-6-1-7 15,6-4 6-15,1-3 7 0,-6 0 15 16,-2-3 11-16,1-4 10 0,0 2 12 0,-6-1 10 0,-1-2 17 15,0-3 13-15,-6 4 18 0,8-1 18 16,-8-3 19-16,-8 4 10 0,8 3 4 16,0-3-5-16,-6 4-9 0,6-1-13 0,0 4-18 15,-6 4-15-15,6-1-13 0,0 4-7 16,0 4-2-16,0 8 0 0,6-1 0 0,-6 1-2 16,6 2-1-16,2 5 0 0,-8 3-3 15,6 0-3-15,0 1-6 0,-6 3-15 0,7 0 0 16,-1 4 0-16,-6-5 0 0,7-2 0 15,-7 3 0-15,0-4 0 0,0-3 0 0,-7-1 0 16,7-3 0-16,-6 0 0 0,-1-7 0 16,1 0 0-16,0-1 0 0,-2-7 0 0,2 1 0 15,0-5 0-15,-1 1 0 0,-6-4 0 16,0-4 0-16,1 1 0 0,-2 0 0 0,-6-2 0 16,-5-2 0-16,5 0 0 0,-6 0 0 15,0-4 0-15,-1 4 0 0,9-1 0 16,-9 1 0-16,7-1 0 0,8-3 0 0,-2 1-229 15,2 2-337-15,12-7-198 0,0 1-207 16,6-1-154-16,8-7-18 0,-2 0 58 0,14 0 130 16,-6-3 210-16,13-1 255 0</inkml:trace>
  <inkml:trace contextRef="#ctx0" brushRef="#br1" timeOffset="114723.8">17395 11987 57 0,'0'-22'535'0,"7"-4"155"0,-1 1 113 16,-6-2 92-16,0 2-80 0,0 0-114 0,-6-1-150 15,-1 4-118-15,1 4-81 0,-8-2-67 16,2 3-60-16,-2 2-48 0,2 4-40 0,-8 0-36 16,7 7-27-16,-7 1-25 0,1 0-18 15,-1 6-19-15,8 0-6 0,-2 1-2 0,2 3-2 16,-2 4-1-16,8 0 0 0,-1 0 6 15,7 0-3-15,0 5-1 0,0-2 0 16,7 1 1-16,-1 0-1 0,8-1 0 0,5 1-1 16,-6-1 0-16,13 4 4 0,-7-3-1 15,1-1 1-15,6 4 1 0,1-2 2 0,-2 2 4 16,1 0-4-16,-6-3 3 0,0-1-3 16,-1 1-1-16,1-1 2 0,-14 1 5 15,0-3 14-15,1 1 17 0,-7-1 20 0,-7-1 23 16,-5 0 17-16,-2-3 13 0,1-1 6 15,-6-4 3-15,0 1-2 0,-8 0-3 0,7-4-1 16,2 0-87-16,-2-4-35 0,0 0 0 16,1 1 0-16,5-4 0 0,2-1 0 0,-2-3 0 15,8 4 0-15,-1-9 0 0,1 6 0 16,6-5 0-16,0 0 0 0,6 1 0 16,1-4 0-16,6 3 0 0,0 1 0 0,0-1 0 15,6-3 0-15,1 2 0 0,-1 3 0 16,7 1 0-16,-6-3 0 0,7 5 0 0,-8-1 0 15,0 3 0-15,1 1 0 0,-1 4 0 16,-5-1 0-16,-2 0 0 0,1 4 0 0,-6 0 0 16,0 4 0-16,-1 0 0 0,-6 3 0 15,0 0-103-15,-6 0-435 0,6 4-216 16,-7 1-285-16,0-2-138 0,1 2-13 0,-1 1 65 16,-5-1 132-16,-2-1 223 0,8 3 330 15</inkml:trace>
  <inkml:trace contextRef="#ctx0" brushRef="#br1" timeOffset="115679.25">17375 12836 40 0,'-6'0'375'0,"6"0"106"0,-6 0 98 0,0 0 39 16,-2-3 47-16,8 3-28 0,-6-4-61 15,6-3-46-15,-6 3-51 0,6-3-78 0,-7 4-56 16,7-5-40-16,0 1-26 0,0-1-22 16,0 1-21-16,7 0-25 0,-7 0-33 0,6 2-29 15,0-2-29-15,2 0-30 0,4-1-23 16,-6 5-13-16,14-4-8 0,-7 2-5 0,7-2-2 15,-7 7-3-15,6-3-2 0,1 3-4 16,-1 0-6-16,-5 3-6 0,5 1-6 16,1 4-3-16,-8-1 1 0,2 4-1 0,-2 0 5 15,2 4 2-15,-8-1 7 0,1 1 8 32,-7 3 5-32,0 0 13 0,0 1-7 0,-7-2-42 0,1 6 0 0,-8-4 0 0,2 3 0 15,-8 0 0-15,7-1 0 0,-13-3 0 16,6 4 0-16,-6-2 0 0,1-3 0 0,5-2 0 15,-6 0 0-15,6-1 0 0,7-3 0 16,1-3 0-16,-2 3 0 0,1-8 0 0,7 1 0 16,-1-1 0-16,7 1 0 0,0-4 0 15,0 0 0-15,7 0 0 0,6-4 0 16,-1 4 0-16,8-3 0 0,0-4 0 0,5 3 0 16,2 0 0-16,5-3 0 0,1 3 0 0,-7 1 0 15,6-2 0-15,-6 2 0 0,1 0 0 16,-1-1 0-16,0 4 0 0,0-4 0 0,-7 4 0 15,1 0 0-15,-1 0 0 0,-5 0 0 16,-2 0 0-16,-5 0 0 0,6 0 0 16,-7 0 0-16,1 0 0 0,-7 0 0 0,0 4 0 15,7-4 0-15,-7 0 0 0,0 0 0 16,0 0 0-16,6 0 0 0,-6 0 0 0,0 0 0 16,0 0 0-16,0 0 0 0,0 0 0 15,0 0 0-15,0 0 0 0,-6 0 0 16,6 0 0-16,0 0 0 0,0 0 0 0,0 0 0 15,0 0 0-15,-7 0 0 0,7 4 0 16,0-4 0-16,0 0 0 0,0 0 0 0,0 3 0 16,0-3 0-16,-7 0 0 0,7 0 0 15,0 0 0-15,0 0 0 0,0 3 0 0,0-3 0 16,0 0 0-16,0 0 0 0,0 0 0 16,0 0 0-16,0 0 0 0,0 0 0 0,0 0 0 15,-6 0 0-15,6 0 0 0,0 0 0 16,0 0 0-16,0-3 0 0,-6 3 0 15,-1 0 0-15,0-3 0 0,1 3-450 0,0-4-279 16,-8 4-257-16,8-4-182 0,-7 4-36 16,-7 0 56-16,1-3 125 0,-1 3 213 0,-6 0 290 15</inkml:trace>
  <inkml:trace contextRef="#ctx0" brushRef="#br1" timeOffset="116306.73">16588 14621 218 0,'-7'-7'402'16,"0"-1"67"-16,1 0 62 0,6-3-40 0,-6 4 30 15,6-1-32-15,0-2-22 0,-6 3-12 16,6-1-11-16,0-3-39 0,0 4-60 15,0 0-32-15,0 3-25 0,0 0-31 0,0 1-31 16,-8 3-18-16,8 0-14 0,-6 7-16 16,0 8-9-16,-1 3 6 0,0 8 14 0,7 3-1 15,-6 4-5-15,-1 7 0 0,7 4-8 16,0 4-147-16,0-1-28 0,-6-3 0 16,6 4 0-16,6-4 0 0,-6-1 0 0,0-2 0 15,0 0 0-15,7-8 0 0,-7-1 0 16,0-2 0-16,6-5 0 0,-6-2 0 15,0-9 0-15,0-2 0 0,7-2 0 0,-7-6-211 16,7-4-267-16,-1 0-107 0,0-11-130 0,8 3-133 16,5-6-142-16,-6-4-34 0,6-5 43 15,1-6 92-15,0 3 159 0,6-6 196 0</inkml:trace>
  <inkml:trace contextRef="#ctx0" brushRef="#br1" timeOffset="116666.13">16862 14844 173 0,'6'-11'471'0,"-6"-4"124"0,0 5 128 15,0-1 14-15,0 0-6 0,-6 4-92 0,-2-1-83 16,8 1-83-16,-6 7-89 0,-7 0-64 16,6 2-45-16,1 6-26 0,-7 4-17 0,7 6-14 15,-8 0-13-15,8 4-14 0,0 0-18 16,-1 3-21-16,0 5-17 0,1-1-15 16,6 1-15-16,0-1-13 0,0 0-12 0,6 1-6 15,8-1-8-15,-2-8-44 0,2 5-22 16,5-8 0-16,1 1 0 0,0-9 0 0,-1 3 0 15,0-6 0-15,0-4 0 0,1-3 0 16,7-3 0-16,-9-4 0 0,-4-6 0 0,6-1 0 16,-7-1 0-16,-1-3 0 0,-5 1 0 15,0-9 0-15,-1 4 0 0,-12-8 0 0,-1 1 0 16,0-4 0-16,-12 0 0 0,-1 3 0 0,0 2 0 16,2 5 0-16,-9 2 0 0,1 6 0 15,0 0 0-15,1 8 0 0,5 3 0 16,0 1 0-16,1 6-56 0,5 1-384 0,2 3-92 15,5 4-109-15,7 0-110 0,0 0-115 16,13 4-119-16,0-1-10 0,7-2 58 0,-1 2 129 16,8 0 162-16,-2-2 191 0</inkml:trace>
  <inkml:trace contextRef="#ctx0" brushRef="#br1" timeOffset="117155.65">17245 14976 367 0,'13'-8'611'0,"-6"1"141"0,6-4 109 16,-7 0-35-16,-6-4-59 0,0 4-121 15,0-3-128-15,-6 3-101 0,0-4-72 0,-1 8-56 16,-6-4-44-16,0 8-43 0,-7-2-42 16,0 5-33-16,1 5-33 0,6 2-28 0,-6 4-26 15,-1 3-16-15,7 4-8 0,7 1-5 16,-7 3-4-16,13 0-4 0,-7 4-1 16,14-5-2-16,-7 5-4 0,13-7-13 0,0 3-16 15,-1-4-19-15,8-3-21 0,-7-5-14 16,7-2-7-16,0-1 6 0,-1-3 11 0,0-4 17 15,1-4 19-15,-7-3 24 0,0-1 26 16,0 1 29-16,-7-7 29 0,1 3 29 16,0-4 32-16,-1 4 26 0,-6-4 14 0,0 4 11 15,0 0 2-15,0 0-9 0,0 4-24 16,0 0-50-16,-6 7-98 0,6 0 0 0,0 3 0 16,0 4 0-16,6 4 0 0,-6 4 0 15,7 1 0-15,-1 5 0 0,0 1 0 0,2 3 0 16,-2 5 0-16,-6-1 0 0,6 4 0 15,0-4 0-15,-6 5 0 0,0-2 0 0,0-3 0 16,-6 5 0-16,0-8 0 0,0-1 0 16,-2 0 0-16,-4-7 0 0,5 1 0 0,1-8 0 15,-8 1 0-15,8-5 0 0,-7-7 0 16,0 0 0-16,0-4 0 0,0-3 0 0,-6-1 0 16,5 1 0-16,-6-3 0 0,-5-3 0 15,5 3 0-15,-6-1 0 0,7-4 0 16,-7 4 0-16,6 0 0 0,7 4-254 0,0-4-325 15,7 4-191-15,6-4-199 0,6 3-151 0,7 2-22 16,0-3 54-16,0 3 141 0,7-2 213 16,6 8 253-16</inkml:trace>
  <inkml:trace contextRef="#ctx0" brushRef="#br1" timeOffset="117946.15">17793 15445 160 0,'-7'0'391'0,"0"0"88"16,1 0 77-16,0 0-21 0,6 0 62 0,-7-4-26 16,0 0-38-16,1 1-29 0,6-1-31 15,-7 1-46-15,7-1-63 0,0 0-35 0,-6-3-20 16,6 3-14-16,-6-3-14 0,6-1-20 15,0 5-19-15,0-4-18 0,0 3-26 0,0-3-26 16,0-1-25-16,6 5-21 0,-6-4-109 0,6-1-17 16,1 0 0-16,-1 5 0 0,1-5 0 15,6 5 0-15,0-5 0 0,6 4 0 0,-5 4 0 16,5-3 0-16,-6 3 0 0,6 3 0 16,1 1 0-16,-7 4 0 0,7 0 0 15,-8 3 0-15,2 0 0 0,-1 3 0 0,0 1 0 16,-6 3 0-16,-1 0 0 0,0 0 0 15,-6 1 0-15,-6 4 0 0,6-6 0 0,-6 5 0 16,-8 0 0-16,1 0 0 0,1-4 0 16,-8 4 0-16,0-3 0 0,1-1 0 0,-1-1 0 15,-6 0 0-15,7-3 0 0,-1 1 0 16,0-5 0-16,1 1 0 0,-1-4 0 0,8 0 0 16,-2 2 0-16,2-6 0 0,-2 4 0 15,8-3 0-15,-1-1 0 0,1-3 0 0,6 3 0 16,-6-3 0-16,6 5 0 0,6-5 0 15,0 0 0-15,1 0 0 0,13 0 0 16,-2 0 0-16,2-5 0 0,7 5 0 0,-1-3 0 16,6 3 0-16,-6-3 0 0,7-1 0 15,-7 4 0-15,-1-4 0 0,2 1 0 0,-1 3 0 16,-6-3 0-16,-1-2 0 0,1 1 0 0,-1 1 0 16,0-1 0-16,-5 4 0 0,-1-3 0 15,-7-1 0-15,1 4 0 0,-1-3 0 0,-6-1 0 16,0 0 0-16,0 4 0 0,0-3 0 15,-6-4 0-15,-1 3 0 0,-6-1 0 0,0-1 0 32,6-2-406-32,-5 5-351 0,-2-5-264 0,8-4-169 15,0 3-24-15,-1 1 65 0,1-2 134 16,6-3 220-16,-7-1 288 0</inkml:trace>
  <inkml:trace contextRef="#ctx0" brushRef="#br1" timeOffset="118749.27">17805 14511 252 0,'-12'3'358'0,"5"-3"70"16,-6 0-10-16,7 4-19 0,-1-4 55 16,0 0 17-16,1 0 0 0,-1 0-11 0,1 0-11 15,0 0-24-15,6-4-46 0,0 4-70 16,-8-3-52-16,8-5-32 0,8 4-24 0,-8 1-24 15,6-4-19-15,0 0-14 0,1 2-12 16,6-1-14-16,0-1-11 0,0 2-15 16,0 2-15-16,0-5-16 0,7 8-17 0,-1-3-13 15,-6 3-10-15,7 3-6 0,-7 1-8 16,0 0-5-16,0 4 2 0,-1 2-2 0,2 1-1 16,-8 3 1-16,-6 1 1 0,7 0 4 15,-14 3 0-15,7 1 0 0,-12-5 5 16,4 4-3-16,-4 0 1 0,-8 1-2 0,7-4 0 15,-7 3 2-15,8-3 2 0,-8-1 8 16,1-3 15-16,5 0 17 0,2-3 21 0,-2-1 20 16,2-2 21-16,5 1 20 0,-6-6 18 15,6 4 11-15,7-1-52 0,-6-3-111 16,0 0 0-16,6 0 0 0,0 0 0 0,0 0 0 16,6 0 0-16,0 0 0 0,1-3 0 0,6 3 0 15,0 0 0-15,7-4 0 0,-1 4 0 16,1 0 0-16,6 0 0 0,-7-4 0 0,7 4 0 15,0 0 0-15,-6-2 0 0,6 2 0 16,-1 0 0-16,-5-5 0 0,0 5 0 16,-1-4 0-16,-5 4 0 0,5-3 0 0,-12 3 0 15,6-4 0-15,-7 0 0 0,-6 4 0 16,7-3 0-16,-7-5 0 0,-7 5 0 0,1-5 0 16,-1 4-448-16,1-2-217 0,-8-2-204 15,8-3-232-15,0 1-66 0,-1-2 34 16,0 1 93-16,7 0 175 0,-6-4 237 0</inkml:trace>
  <inkml:trace contextRef="#ctx0" brushRef="#br1" timeOffset="119445.18">17890 13997 269 0,'-6'-3'459'0,"6"-1"92"0,0 1 102 16,-7-5-33-16,7 5-22 0,0-1-79 16,0-3-66-16,0 0-66 0,0 2-77 0,0-1-75 15,0-2-56-15,7 2-36 0,-1-3-22 16,1 1-9-16,-1 2-4 0,1-2-1 0,6 5 2 15,-1-5 2-15,2 1-1 0,-1 3-6 16,0 1-9-16,0 3-10 0,-1-4-12 0,8 4-11 16,-13 0-15-16,13 0-10 0,-14 4-9 15,7-1-7-15,-6 1-7 0,5 1 0 16,-5 2-1-16,-7-1-1 0,7 2 5 0,-7-2 9 16,0 2 3-16,-7 4 2 0,0-1 2 15,-5 0-1-15,-2 0-5 0,8 3-8 16,-13-3-6-16,5 0-4 0,2 0-2 0,4 0-1 15,-4-4-3-15,6 0 1 0,-1 1 5 16,7-5 7-16,-7 2 6 0,7-5 6 0,0 3 8 16,7-3 2-16,0 0 1 0,5 0-2 15,2 0-2-15,5 0-3 0,-6 0-6 16,6 0 0-16,7 4-4 0,-6 0 3 0,-7-1 2 16,7 4 6-16,0 1 6 0,-8-1 2 15,-5 0 5-15,-1 1 0 0,1 3 1 0,-7-4 3 16,0 4 8-16,-7-4 13 0,-6 4 10 0,1-2 8 15,-2-3 9-15,1 1-39 0,-6-3-59 16,-1 4 0-16,7-6 0 0,-7 3 0 0,8-5 0 16,-8 3 0-16,1-3 0 0,5 0 0 15,2 0 0-15,-2-3 0 0,1 3 0 16,1 0 0-16,4-5 0 0,2 5 0 0,0 0 0 16,0 0 0-16,6-2 0 0,-7 2 0 15,7 0 0-15,0 0 0 0,0 0 0 0,7 0 0 31,-7 2 0-31,6-2 0 0,-6 0 0 0,6 0 0 0,0 5 0 0,-6-5 0 0,0 0-65 16,8 3-375-16,-8 1-111 0,0 0-151 16,6-1-191-16,-6 5-163 0,0-5-33 0,-6 1 41 15,6-1 107-15,-8 5 184 0,2-1 248 16</inkml:trace>
  <inkml:trace contextRef="#ctx0" brushRef="#br1" timeOffset="120483.65">17063 17054 217 0,'-6'-5'410'16,"-1"-2"71"-16,0 3 66 0,1-3-49 0,0 0 10 15,6 0-46-15,-7-5-30 0,7 5-30 16,0-4-33-16,0 0-53 0,0 3-69 16,7-2-52-16,5 0-34 0,-5-2-25 0,6 1-16 15,7 4-12-15,-7-5-5 0,6 5-11 0,8 0-14 16,-8 3-9-16,7 0-9 0,0 4-6 0,0 0-4 16,-7 4-5-16,7 0-3 0,-6 8-4 15,0-5-1-15,-7 7 0 0,-1 1-4 0,2-1 2 16,-14 5 1-16,0 2-1 0,0-3 1 15,-14 8-4-15,2-3-5 0,-8-1-7 0,1 3-4 16,-1-3-4-16,-6 0-5 0,0 0-3 0,-1-4-3 16,8 1 1-16,-7-1 0 0,0-4-2 15,7 1-1-15,-1-4 1 0,7-3 3 0,0 2 2 16,0-5 1-16,6-2 1 0,1 0 1 16,6-3 2-16,0-3-1 0,6 3 3 0,1-3 0 15,6-2 4-15,0-2 5 0,0 4 5 0,7-1 4 16,-1 0 0-16,1 1 6 0,-1 3 4 15,1 0 1-15,0 3 3 0,6 1 0 16,-7 0 10-16,1 3 12 0,-1 1 6 0,0 2 5 16,-5-3 0-16,5 8 2 0,-13-4-3 0,8 0-4 15,-14 4-1-15,0 0 5 0,0-4 5 16,-6 3 4-16,-8-3 5 0,1 4 1 0,-7-5-6 16,1 2-57-16,0-1-28 0,-8-4 0 0,1 0 0 15,0 0 0-15,0 1 0 0,1-8 0 16,-2 3 0-16,-5-3 0 0,6-3 0 0,0 3 0 15,-1-8 0-15,1 1 0 0,0 0 0 16,7 0 0-16,-1-4 0 0,1 4 0 0,6-5 0 16,0 1 0-16,-1 4 0 0,8-4 0 0,6 3-249 15,0-2-155-15,6-1-88 0,8 4-109 16,-1-4-104-16,6-1-119 0,8-1-131 0,-2 1-27 16,7-3 48-16,2 5 122 0,5-5 150 0,0 0 189 15</inkml:trace>
  <inkml:trace contextRef="#ctx0" brushRef="#br1" timeOffset="120765.84">17767 16888 77 0,'6'-14'601'16,"-6"2"146"-16,6-2 104 0,-6 3 74 16,0-3-76-16,-6 2-184 0,6 5-171 0,-6-4-101 15,6 4-70-15,-7 0-50 0,7 2-49 0,-7 2-49 16,7 3-35-16,0 0-31 0,0 3-20 15,-6 9-10-15,6-1 6 0,0 7 8 0,0 0-3 16,0 8-6-16,0 3-6 0,0 1-6 16,0 3-14-16,0 7-14 0,-7-4-9 0,7 5-8 15,0-1-7-15,0-3-6 0,-6-1-4 0,6 1-6 16,-6-4-1-16,-2 0-4 0,8-4-17 16,-6-3-39-16,0-4-53 0,0-4-66 15,6-4-78-15,-7-2-114 0,7-5-150 0,0-3-165 0,7-8-152 16,-1-3-129-16,6 0-27 0,2-8 62 15,5 0 137-15,1-7 187 0,0 5 198 0</inkml:trace>
  <inkml:trace contextRef="#ctx0" brushRef="#br1" timeOffset="121115.24">17988 17046 442 0,'-6'0'600'0,"-1"0"125"0,-6-4 90 0,6 8-58 15,-5-4-100-15,-2 3-112 0,2 4-105 16,-2-2-88-16,8 6-57 0,-7 3-40 0,6 1-26 15,0 3-14-15,1 0-18 0,0 4-20 16,6 0-18-16,-7 1-16 0,7-2-20 0,7 2-22 16,-7-2-15-16,6 2-3 0,7-6-1 15,-6-2-4-15,6 3-1 0,0-6 1 0,0-1 9 16,7-4 4-16,-1 0 5 0,1-3 7 0,-2-4 0 16,2-4-103-16,-6 1 0 0,5-5 0 15,1-4 0-15,-1 2 0 0,-6-1 0 0,0-4 0 16,-6-3 0-16,-1 0 0 0,-6 0 0 0,0-5 0 15,-6-2 0-15,-1-1 0 0,-12 1 0 16,-1-1 0-16,0 4 0 0,1 1 0 0,-7 6 0 16,0 0 0-16,0 8 0 0,7 0 0 0,-7 2 0 15,12 5-227-15,-5 0-261 0,12 5-117 0,0 2-130 16,1 0-148-16,6 0-142 0,6 4-22 0,1-4 47 16,6 4 124-16,0-3 173 0,7-1 216 15</inkml:trace>
  <inkml:trace contextRef="#ctx0" brushRef="#br1" timeOffset="121552.66">18215 17098 17 0,'14'-12'499'0,"-1"1"170"16,0-3 126-16,-7-1 75 0,1 0-32 15,-1 1-113-15,-6-1-131 0,0 4-126 0,-6 0-84 16,-1 4-65-16,1-1-62 0,-7 5-50 16,0 3-50-16,-7 3-40 0,7 5-39 15,-6-1-23-15,0 4-18 0,5 3-12 0,1 1-10 0,7 3-5 16,-1 0 1-16,1 1-6 0,6-1-2 15,6 4-4-15,1-3-12 0,-1-1-16 16,13-3-21-16,-5-1-21 0,5-3-16 0,-6 1-8 16,6-5 2-16,1-3 13 0,-6-1 21 15,-2-3 20-15,1-3 18 0,1-1 19 0,-2-1 24 16,-5 3 26-16,0-6 25 0,-1 4 26 0,0-3 25 16,-6 3 14-16,7 2-3 0,-7-3-16 15,0 1-21-15,0 4-14 0,6 4-9 16,-6 1-9-16,7 4 1 0,-7 2 4 0,7 5 8 15,-1 2 2-15,0 4-3 0,2 0-4 0,-2 7-1 16,-6 0-4-16,6 1-66 0,-6 3-3 0,0 3 0 16,0-3 0-16,0 0 0 0,-6 4 0 15,6-4 0-15,-6-4 0 0,-8 1 0 0,8-1 0 16,-8-7 0-16,8 0 0 0,-7-4 0 0,0-4 0 16,0-3 0-16,-7 0 0 0,7-7 0 0,1-4 0 15,-8 0 0-15,6-4 0 0,-5-3 0 16,6 0 0-16,-6-4 0 0,5-3 0 0,8-1 0 15,-7 0 0-15,7-4-355 0,6 1-264 0,6-8-177 16,1 1-184-16,5-1-128 0,8-7-9 0,0 4 64 16,5-8 143-16,9 0 204 0,-2 1 245 15</inkml:trace>
  <inkml:trace contextRef="#ctx0" brushRef="#br1" timeOffset="121977.23">18718 16844 125 0,'-7'-18'610'0,"0"3"138"16,1 1 101-16,-7-2 65 0,6 3-75 16,0-1-175-16,-5 2-170 0,6 1-98 0,-2 0-58 15,2 0-38-15,0 3-32 0,-1 1-32 0,7-4-31 16,0 4-26-16,0-1-35 0,7 1-33 16,-1 0-31-16,0 0-18 0,8 3-13 0,-2 0-9 15,2-4-6-15,5 8-3 0,1 0-5 0,0 0-8 16,5 0-8-16,-5 8-3 0,6-4-4 15,-6 7-5-15,-1 0 1 0,-6 4 0 0,0-1 3 16,-7 4 4-16,-6 1 6 0,0-1 3 16,-6 4 5-16,0 0 3 0,-8 0 3 0,2-4 0 15,-8 4-3-15,1 0-1 0,-7 0-2 16,6-3-2-16,1-1 4 0,-1 0 10 0,0-4 10 16,7 2 11-16,0-9 0 0,0 4-53 0,7-4 0 31,0-4 0-31,-2 5 0 0,8-4 0 0,0-4 0 15,0 0 0-15,8 0 0 0,4 0 0 16,-6-4 0-16,8 1 0 0,5-2 0 0,-5 2 0 16,4-1 0-16,2-3 0 0,0 3 0 15,-1-3 0-15,7 4 0 0,-6-1 0 0,6 0 0 16,-7 1 0-16,1-2 0 0,-7 5 0 0,7 0-436 16,-8 0-209-16,2 0-199 0,-8 5-210 15,7-5-89-15,-6 3 14 0,0 1 85 0,5 0 163 16,-6-1 232-16</inkml:trace>
  <inkml:trace contextRef="#ctx0" brushRef="#br1" timeOffset="122528.49">18919 17372 88 0,'-19'7'604'15,"5"-7"164"-15,-5 4 105 0,6-4 78 0,0-4-93 16,0 1-149-16,0-1-185 0,7 0-121 15,-2-3-70-15,8 2-49 0,0-1-41 0,0-2-33 16,0 1-31-16,14 1-28 0,-8-3-20 16,8 2-16-16,-1 0-16 0,6 3-19 0,0 0-13 15,1 1-14-15,0 3-8 0,5 0-9 0,-5 3-7 16,0 5-6-16,-1-5-4 0,-5 8-2 16,-2-2-4-16,2 1 0 0,-8 5 0 15,1-1 1-15,-1 5 1 0,-12-1 3 0,-1 0 6 16,1 4 10-16,-8 4 10 0,-6-5 13 0,8 1-3 15,-8 4-54-15,-5-4 0 0,5 0 0 0,-6 0 0 16,-1 1 0-16,8-2 0 0,-7 2 0 0,0-2 0 16,6-3 0-16,1-3 0 0,-1 0 0 15,8-1 0-15,-8-3 0 0,14-3 0 0,-1-4 0 16,0 3 0-16,7-7 0 0,0 3 0 0,0-3 0 16,7-3 0-16,0 3 0 0,5-5 0 0,2 3 0 15,5-2 0-15,7 4 0 0,-6-4 0 16,6 4 0-16,-1-4 0 0,1 4 0 0,1-3 0 15,5 3 0-15,-6-4 0 0,1 4 0 0,-1 0 0 16,6 0 0-16,-6 0 0 0,0 0 0 0,0 0 0 16,-6-4 0-16,0 4 0 0,-1 0 0 15,0 0 0-15,-6 0 0 0,1 0 0 0,-2 0 0 16,-5 0 0-16,0 0 0 0,-1 0 0 0,0 0 0 16,-6 0 0-16,7 0 0 0,-7-2 0 15,-7 2 0-15,7-5 0 0,-6 1 0 0,6 1 0 16,-6-5 0-16,-1 5 0 0,0-5 0 0,1 5-241 15,-8-5-471-15,8 5-275 0,-7-4-200 0,0-1-47 16,0 1 55-16,-7 0 112 0,8 3 224 16,-1-4 291-16</inkml:trace>
  <inkml:trace contextRef="#ctx0" brushRef="#br1" timeOffset="125346.35">18203 16533 191 0,'6'10'218'15,"0"2"-16"-15,2-1-82 0,-2 0-34 16,0-4-8-16,1 5 4 0,0-2 12 0,5-3 41 16,-5-3 45-16,-1 3 16 0,1-2 21 0,0-5 29 15,-1 2 42-15,0-2 58 0,8 0 41 16,-8 0 15-16,0-2-2 0,1-3-16 0,-7 2-36 15,6-1-65-15,1-3-59 0,-7-1-40 16,0 2-29-16,0-3-25 0,-7-1-15 0,7-1-13 16,-13 0-10-16,7-4-8 0,-7 4-9 15,-6-3-4-15,5 3-9 0,-5 0-2 0,-1-1-4 16,-6 2-5-16,0 2-4 0,7 1-5 0,-7 3-1 16,0 1-3-16,-1 3-3 0,8 0 0 15,-7 0-2-15,0 3 2 0,6 4-2 0,-6 1-3 16,7-1-2-16,-7 5 1 0,6-2 2 15,1 5 0-15,-7 3 0 0,6-4 1 0,1 9 3 16,-1-2-1-16,0 2 2 0,1 3 4 0,6 3 5 16,-6 0 6-16,5 4 3 0,2 0 7 15,5 4 5-15,-6-1 7 0,6 1 3 0,1 4 1 16,0 2 2-16,6 1 5 0,0 0-1 16,0 0 4-16,0 4 4 0,6-8 1 0,0 4 1 15,1 0-54-15,6-4-39 0,-6 0 0 16,11 1 0-16,-4-1 0 0,-1-3 0 0,7 0 0 15,-1-1 0-15,0-3 0 0,1 3 0 0,6-2 0 16,0-2 0-16,-6 2 0 0,12-2 0 0,-6-2 0 16,7 3 0-16,-1-4 0 0,7-3 0 15,-6 3 0-15,6-4 0 0,0-2 0 0,0-1 0 0,1-4 0 16,-1-3 0-16,-7-1 0 0,7 0 0 16,0-6 0-16,7-1 0 0,-7 1 0 0,0-5 0 0,-7-3 0 15,8 0 0-15,-8 0 0 0,1-3 0 16,-1-1 0-16,1 0 0 0,-7-3 0 0,7-1 0 15,-7-2 0-15,6-1 0 0,-6-4 0 0,7 1 0 16,-7 0 0-16,-1-9 0 0,8 4 0 16,-1-2 0-16,-5-5 0 0,-1 0 0 0,6 1 0 15,-5-4 0-15,-1-1 0 0,0 1 0 0,0-4 0 16,-7 0 0-16,1 3 0 0,6-7 0 0,-7 5 0 16,-5 0 0-16,-2-5 0 0,2 0 0 15,-8-4 0-15,0 1 0 0,-6-4 0 0,0 0 0 16,-6-3 0-16,0-1 0 0,-8-3 0 0,2 3 0 15,-2 0 0-15,-5-3 0 0,-1 4 0 16,-6 2 0-16,7 2 0 0,-7 2 0 0,0 4 0 16,0 0 0-16,-7 5 0 0,1 0 0 0,-1 2 0 15,-6 0 0-15,-1 4 0 0,2 1 0 16,-1 3 0-16,-7 5 0 0,7-2 0 0,-6 4 0 16,-1 5 0-16,1-2 0 0,5 4 0 15,-5 1 0-15,-1 4 0 0,7 3 0 0,0 0 0 16,6 3 0-16,1 1 0 0,6-1 0 15,-1 5 0-15,8 4 0 0,0-5 0 0,-1 3 0 16,7 0 0-16,0 7 0 0,0-7 0 0,7 5 0 16,-8-1 0-16,8 1 0 0,6 0 0 15,-7-5 0-15,1 5-405 0,6-1-139 0,0-2-165 16,0-1-194-16,6-4-166 0,1 5-34 16,-1-9 41-16,0 4 105 0,2-3 190 0,-2-4 247 15</inkml:trace>
  <inkml:trace contextRef="#ctx0" brushRef="#br1" timeOffset="127420.14">19460 9620 42 0,'6'-3'348'0,"-6"-2"83"0,0 2 68 15,0 0-26-15,0-2 31 0,0 3-11 16,0 2-45-16,7-5-32 0,-7 1-32 16,0 4-40-16,0 0-61 0,0-3-75 0,0 3-59 15,0 3-47-15,0-3-21 0,0 4-2 16,0 3 11-16,0 4 22 0,0 3 27 0,0 6 25 15,-7 2 16-15,7 0 6 0,0 7-2 16,0 1-11-16,0-1-10 0,0 4-13 0,0-1-13 16,7-1-18-16,-7 1-12 0,0-7-15 15,0 5-11-15,7-4-12 0,-7-1-16 0,6-6-16 16,-6 1-12-16,0-3-11 0,6-3-7 16,-6 0-2-16,0-6 1 0,0-1-2 15,7-3-16-15,-7-1-29 0,0-3-38 0,0-3-49 16,0 3-66-16,-7-4-70 0,7-3-75 15,-6 3-102-15,0-3-118 0,-1-1-124 0,-6 1-119 16,7-3-89-16,-8 1 4 0,1-1 87 16,0 2 130-16,0-2 159 0</inkml:trace>
  <inkml:trace contextRef="#ctx0" brushRef="#br1" timeOffset="127723.59">19212 9894 442 0,'-6'0'567'0,"-1"-3"119"0,7-1 100 16,-6 1-45-16,6-1-124 0,-7 0-98 16,7 2-89-16,0-3-99 0,7 1-78 15,-1 1-60-15,1 3-35 0,6-5-22 0,7 5-16 16,6-3-8-16,-1 3-8 0,1 0-14 16,7 0-18-16,7 0-15 0,-8 0-12 15,7 0-10-15,-7 0-10 0,7-3 2 0,-6 3 5 16,7-4 4-16,-8 0 3 0,-7 1 1 15,1 0 6-15,-6 3-7 0,0-5-4 0,-7 2-8 16,-7-1-7-16,8 4-20 0,-14-4-42 16,0 4-56-16,0-3-76 0,-8-1-108 0,8 4-149 0,-6-3-173 15,-6-1-178-15,5 0-130 0,0 1-23 0,1-1 54 16,6 1 121-16,-7-2 173 0</inkml:trace>
  <inkml:trace contextRef="#ctx0" brushRef="#br1" timeOffset="128129.85">20378 9536 140 0,'0'-11'577'0,"0"-1"131"0,0 2 103 15,0-1 82-15,0 4-115 0,0-2-167 16,-7 2-147-16,7 1-113 0,0 2-95 0,0 4-78 16,0 0-61-16,0 0-37 0,-6 7-15 15,6 1 8-15,6 6 16 0,-6 8 29 16,0 0 27-16,7 8 18 0,-7-2 3 0,7 6 2 16,-7 2-1-16,6 4 3 0,-6 1 7 15,6 3 2-15,-6 0 1 0,8-4-7 0,-8 0-6 16,0 1-140-16,0-1-27 0,6-6 0 15,-6-2 0-15,0-3 0 0,6-3 0 0,-6-8 0 16,0 0 0-16,0-3 0 0,0-3 0 16,0-2 0-16,0-6 0 0,0 0 0 0,0-1 0 15,0-3 0-15,0-3 0 0,-6 3-380 16,6-4-290-16,-6 0-287 0,6 1-203 0,-8-4-55 16,2-1 40-16,0-3 109 0,-1 3 213 15,0-2 313-15</inkml:trace>
  <inkml:trace contextRef="#ctx0" brushRef="#br1" timeOffset="128899.26">29346 11601 69 0,'7'-7'352'0,"6"4"89"0,0-8 83 16,-7 3 15-16,8 1 41 0,-8-4-11 0,0 4-24 15,1-4-26-15,-1 3-30 0,1 5-62 16,0-1-85-16,-7-3-61 0,0 7-64 0,6-4-57 16,-6 4-37-16,0 4-20 0,0 3-6 15,0 8 16-15,6 0 21 0,-6 3 18 0,0 7 9 16,0 1 0-16,6 7-10 0,-6 1-20 15,0-2-20-15,0 0-12 0,8 6-15 16,-8-5-7-16,6-4-4 0,-6 1-2 0,6-2-9 16,-6-2-10-16,7-3-8 0,-7-2-12 15,7-6-14-15,-7-1-12 0,0 1-6 0,0-7-17 16,6 0-36-16,-6-6-50 0,0-2-63 16,-6 0-78-16,6-2-78 0,-7-3-92 15,7 2-119-15,-7-5-128 0,1-3-136 0,-8 4-141 16,8-4-32-16,-6 0 47 0,5 0 121 0,-6-3 161 0,6 2 190 15</inkml:trace>
  <inkml:trace contextRef="#ctx0" brushRef="#br1" timeOffset="129161.5">29320 11789 129 0,'-6'-4'608'0,"0"1"134"16,-2-1 96-16,8-3 79 0,-6 3-98 15,0 1-169-15,6-2-171 0,-7 5-107 16,7-3-79-16,7 3-64 0,-7 0-57 0,12 0-43 15,2 0-22-15,5 0-16 0,1 0-6 16,12 3-8-16,1-3-8 0,-1 0-8 0,8 0-12 16,-1-3-6-16,0 3-1 0,-1-5 3 0,2 5 1 15,-7-3 2-15,6 0-1 0,-7-1-5 0,1 0-5 16,-7 1-8-16,-6-1-9 0,-8 4-6 16,1-4-10-16,0 0-22 0,-6 4-52 0,-7-3-79 15,0 3-111-15,0-4-166 0,-7 4-198 16,1-3-221-16,-1 3-152 0,-6-4-28 15,7 0 52-15,0 1 135 0,-2-1 186 0,8 0 233 0</inkml:trace>
  <inkml:trace contextRef="#ctx0" brushRef="#br1" timeOffset="129505.06">30472 11470 186 0,'8'-8'705'0,"-2"-3"142"0,0 1 83 0,-6-1 68 16,0 0-81-16,0 4-257 0,0-1-187 16,0 1-113-16,0 3-70 0,0 0-62 0,0 4-59 15,0 0-44-15,0 4-21 0,0 7 1 0,7 0 20 16,-7 7 31-16,7 0 19 0,-7 12 10 16,6-1-3-16,1 1-7 0,-7 6-79 0,6 2-96 15,-6-2 0-15,6 4 0 0,-6-4 0 16,8 2 0-16,-8-2 0 0,6-7 0 0,0 4 0 15,-6-8 0-15,6-3 0 0,1 1 0 16,-7-5 0-16,7-7 0 0,-1 0 0 0,-6 0 0 16,7-7 0-16,-1-1 0 0,-6 1 0 0,0-4 0 15,6 0 0-15,-6-4 0 0,0 1 0 16,0-1 0-16,0-3-37 0,-6 3-568 0,0-3-292 16,-1-5-262-16,-6 5-91 0,-6-4 23 15,5 0 90-15,-11-4 198 0,5 1 293 0</inkml:trace>
  <inkml:trace contextRef="#ctx0" brushRef="#br1" timeOffset="131914.28">17115 17683 50 0,'0'-3'387'0,"0"-4"42"0,0-1 5 16,0 1-26-16,0 3-158 0,-6 0-157 0,-1 1-119 15,7 3-92-15,-6-4-86 0,6 4-102 16,-7 0-44-16,7 0-11 0,7 0 18 0,-1 0 42 31</inkml:trace>
  <inkml:trace contextRef="#ctx0" brushRef="#br1" timeOffset="132481.85">20124 16859 131 0,'-7'-7'450'0,"1"-1"75"16,0 1 75-16,-1 0 87 0,-6 0-84 16,7-1-84-16,-1-3-37 0,1 4-26 0,-1 0-30 15,0-2-70-15,1 7-61 0,6-3-53 16,0 2-50-16,-6 3-43 0,6 0-32 0,0 3-23 16,-8 2-5-16,8 6 8 0,0 3 14 0,0 5 22 15,8 2 15-15,-8 5 8 0,0 8-6 16,6-2-14-16,0 5-16 0,1-1-20 0,0 4-20 15,-1 1-24-15,1-5-15 0,-1 5-12 0,7-4-9 16,-6-5-7-16,-1-2-6 0,0-1-4 16,1-4-17-16,0-3-34 0,-1-3-46 0,-6-4-53 15,7-4-66-15,-7-5-91 0,0-1-108 16,0-5-140-16,-7-5-151 0,1-1-191 0,-1-5-90 16,-6-9 8-16,0-1 79 0,6-1 148 15,-5-7 186-15</inkml:trace>
  <inkml:trace contextRef="#ctx0" brushRef="#br1" timeOffset="132733.78">19902 17049 36 0,'-12'0'585'16,"-8"-3"164"-16,7 3 104 0,0-4 77 15,6 0-72-15,-5 4-139 0,4-3-211 0,2 3-138 0,6 0-80 16,0 0-52-16,0 0-32 0,6 0-22 16,8 3-4-16,6 1 1 0,-1 0-1 15,7-1-6-15,7-3-22 0,-1 5-27 0,7-5-28 16,1 2-26-16,-1-2-20 0,6 0-17 0,-6-2-10 15,7 2-7-15,-8-5-6 0,2-2-5 16,-1 3-15-16,-6-3-25 0,-7 0-29 0,0 3-36 16,-7-4-38-16,-6 5-52 0,-6-4-45 15,5 3-48-15,-12-3-67 0,8 3-109 0,-8 1-128 16,0-5-157-16,0 5-151 0,0-5-40 0,0 5 34 16,0-5 113-16,0 2 151 0,0-6 199 15</inkml:trace>
  <inkml:trace contextRef="#ctx0" brushRef="#br1" timeOffset="132984.63">20626 16756 329 0,'0'-2'748'0,"6"-3"138"0,-6 2 89 15,0-1 60-15,0 4-183 0,0 0-245 16,0 0-154-16,0 4-78 0,0-1-29 0,-6 11-9 16,6 2 2-16,0 5-2 0,0 5-28 0,0 3-46 15,6 8-263-15,-6 2 0 0,6 3 0 16,-6 5 0-16,7-3 0 0,0 4 0 15,-1-4 0-15,1-4 0 0,-1 0 0 0,0-3 0 0,2-4 0 16,-2 0 0-16,0-7 0 0,0-4 0 16,1-4 0-16,0-4 0 0,-7-3 0 0,6-4 0 15,-6-2 0-15,0-2 0 0,0-3 0 16,-6-3-328-16,-1-2-200 0,0-5-142 0,-5-1-170 16,-2 0-204-16,2-7-52 0,-1-1 29 15,-1-3 94-15,2-7 156 0,-2-4 224 0</inkml:trace>
  <inkml:trace contextRef="#ctx0" brushRef="#br1" timeOffset="134331.82">24840 3223 294 0,'-20'-7'367'0,"0"4"40"16,1-5 37-16,-1 1-122 0,0 3-51 0,8 1-34 16,-1-4-8-16,6 2-14 0,1 5-19 15,-1-3-28-15,1 3-17 0,6 0 13 16,6 0 19-16,1 0 8 0,6 3 16 0,6-3 8 15,14 0-11-15,-1 0-42 0,8 0-45 16,5 0-31-16,1 0-30 0,5-3-14 0,-4 3-12 16,4-5-9-16,-5 3-8 0,-1-5 0 15,1 2-2-15,-7-1 7 0,0 1 0 16,1 3 5-16,-15-7 7 0,1 6 8 0,-6 3 7 16,0-4 2-16,-7 1 11 0,-7 3 11 15,0-4 5-15,1 4-5 0,-7 0-6 0,0 0-9 16,0 0-15-16,0 4-11 0,-7-1-4 15,1 4 0-15,6 2 3 0,-6 1 6 16,-1 7 7-16,1 3 10 0,-1 5 8 0,0 4 16 16,7 8 11-16,-6 7 13 0,6 3 7 15,0 5-4-15,6 7-5 0,-6-1-5 0,7 13-1 16,-7 1 4-16,7 6 11 0,-1 9 9 16,7 5 6-16,-7 7 2 0,8 2 8 0,-2 6-2 15,2 3-3-15,5 8 1 0,1-2 4 16,6 5 1-16,0 4 4 0,-1 0-89 0,2-1-46 15,-1 5 0-15,0-1 0 0,0 0 0 16,-6-3 0-16,5-1 0 0,-5-4 0 0,0 2 0 16,-7-8 0-16,7-1 0 0,-1-3 0 15,-6-8 0-15,0-7 0 0,0 1 0 16,-6-12 0-16,5-3 0 0,-5-4 0 0,0-7 0 16,-7-4 0-16,6-8 0 0,-6-3 0 15,0-8 0-15,6-2 0 0,-6-12 0 0,0-5 0 16,0-5 0-16,0-5 0 0,0-4 0 15,0-3 0-15,0-4 0 0,-6 1 0 16,6-3 0-16,-6-5 0 0,6 3 0 0,-14-3 0 16,2 0 0-16,-2 0 0 0,-5 0 0 0,-13 3 0 15,-1 1 0-15,1 3 0 0,-14-3 0 16,0 7 0-16,0-4 0 0,-12 4 0 16,6 0 0-16,-14 1 0 0,8-2 0 0,0 1 0 15,-7 0 0-15,6 1 0 0,0-6 0 16,7 2 0-16,-1-5 0 0,15 0 0 0,-1-3 0 15,6 5 0-15,7-10 0 0,6 2 0 16,1 0 0-16,6-5 0 0,6-3 0 0,1-3-116 16,0-4-368-16,12-4-156 0,-6-7-179 15,6-5-210-15,1-6-89 0,-1-4 8 16,8-3 80-16,-8-9 165 0,0-6 225 0</inkml:trace>
  <inkml:trace contextRef="#ctx0" brushRef="#br1" timeOffset="134914.26">25282 2029 85 0,'0'-3'415'0,"0"-4"94"0,0 2 81 16,7 2 27-16,-7-1-42 0,0 4-85 15,0-4-68 1,0 1-61-16,0 3-56 0,0 0-67 16,0 0-63-16,0 0-52 0,0 0-35 0,0 3-15 15,0 1-1-15,6 0 12 0,-6 4 18 0,7 2 20 16,0-2 15-16,-1 3 6 0,0 4-6 16,0-5-5-16,2 1-8 0,-2 0-6 0,0 1-10 15,1-2-5-15,-1-3-7 0,-6 1 1 16,7-1 8-16,0-2 14 0,-1-3 23 0,0 2 15 15,8-4 17-15,-2-4 6 0,2-3-5 16,5-4-14-16,7-4-17 0,0-3-20 0,13-4-55 16,0-3-69-16,7-9 0 0,-1-3 0 0,14-2 0 15,-7-1 0-15,13-1 0 0,0-3 0 16,-6 4 0-16,6 0 0 0,-6 3 0 0,-1 4 0 16,-11 3 0-16,-2 5 0 0,-7 3 0 0,-11 3 0 15,-1 9 0-15,-6-5 0 0,-8 8 0 16,-5-1 0-16,6 5 0 0,-13 3 0 0,0 0-329 15,-7 3-202-15,-6 5-183 0,1 3-249 16,-8 0-154-16,7-1-20 0,-13 9 52 16,6-1 120-16,-12 4 194 0,-1 4 295 0</inkml:trace>
  <inkml:trace contextRef="#ctx0" brushRef="#br1" timeOffset="137642.73">31092 17452 298 0,'0'0'547'0,"0"4"143"16,-7-4 97-16,7 0-64 0,-6 0-54 0,6 0-132 15,0 0-131-15,0 0-114 0,0 0-70 16,-7 0-41-16,7 0-21 0,0 0-12 0,0 0-14 16,0 0-13-16,0 0-9 0,0 0-11 0,0 0-6 15,0 0-9-15,0 0-10 0,0 0-9 0,0 0-8 16,0 0-5-16,0 0-8 0,0 0-3 16,0 0 0-16,0-4-4 0,0 4-2 0,0 0-3 15,0 0-4-15,0 0 0 0,0 0 1 0,0 0 2 16,0 0 3-16,0 0 3 0,0 0 0 15,0 0 0-15,0 0-4 0,0 0-5 0,0 0-5 16,0 0-7-16,0 0-5 0,0 0-5 0,0 0-1 16,0 0-2-16,0 0 1 0,0 0-4 15,0 0 0-15,0 0-1 0,0 0-2 0,0 0-1 16,0 0-1-16,0 0 1 0,0 0 0 0,0 0 0 16,0 0 0-16,0 0 1 0,0 0-2 0,0 0 2 15,0 0 0-15,0 0 2 0,0 0-1 0,0 0 0 16,0 0 1-16,0 0 1 0,0 0-1 15,0 0-1-15,0 0 0 0,0 0 1 0,0 0 1 16,0 0-2-16,0 0 0 0,0 0 1 0,0 0-1 16,0 0 2-16,0 0-2 0,0 0 0 15,0 0-1-15,7 0 0 0,-7 0 0 0,0 0 1 16,0 0 0-16,0 0 0 0,0 0 1 0,0 0 0 16,0 0-1-16,0 0 2 0,0 0-2 15,0 0-1-15,0 0 1 0,0 0-1 0,0 0 1 16,0 0 0-16,0 0-1 0,0 0 1 0,0 0-1 15,0 0 8-15,0 0-4 0,0 0-5 0,0 0 1 16,0 0-3-16,0 0 2 0,0 0-8 16,0 0 3-16,0 4 2 0,0-4 4 0,0 0 1 0,0 0-1 15,0 4 1-15,0-4 0 0,0 0 0 16,0 0 0-16,0 0 0 0,0 3-4 0,0-3 3 16,0 0 1-16,0 0 2 0,0 0-1 0,0 0-1 15,0 0 4-15,0 0 0 0,0 0-1 16,0 0-2-16,0 0 1 0,0 0 2 0,0 0-1 15,0 0 0-15,0 0 0 0,0 0 2 0,0 0 6 16,0-3 6-16,0 3 6 0,0 0 9 16,0 0 5-1,0 0 6-15,0 0 1 0,0-4-3 0,0 4-3 16,0 0-5-16,0 0-6 0,0 0-4 0,0 0-8 16,0 0-5-16,0 0-3 0,0 0-3 0,0 0-3 15,0 0-1-15,0 0 0 0,6 0-1 16,-6 0 1-16,0 0-2 0,0 0 0 0,0 0 0 15,0 0 0-15,0 0-2 0,0 0 0 0,0 0 4 16,0 4-1-16,0-4 0 0,0 0 0 0,0 0 1 16,0 0 1-16,0 0-3 0,0 0 0 0,0 0 0 15,0 0 1-15,0 0 1 0,0 0 0 16,0 0 2-16,0 0 0 0,0 0-1 0,0 0 1 16,0 0-2-16,0 0 1 0,0 0-1 0,0 0-1 15,0 0-1-15,0 0 2 0,0 0-1 0,0 0-1 16,0 0 0-16,0 0 1 0,0 0 1 15,0 0-1-15,0 0 6 0,0 0-3 0,0 0-2 16,0 0 0-16,0 0 0 0,0 0 0 0,0 0-6 16,0 3 3-16,0-3 1 0,-6 0 1 15,6 0 0-15,0 0 0 0,0 4 1 0,0-4 0 16,0 0 0-16,0 4 0 0,0-4 0 0,0 3 0 16,0-3-1-16,0 5 1 0,0-3 1 0,0-2-1 15,0 5-1-15,0-2 2 0,0-3-1 0,0 0 0 16,0 3 0-16,0-3 0 0,0 0 1 15,0 0-1-15,0 5 2 0,0-5 2 0,0 0-4 16,0 0 2-16,0 0-2 0,0 0 0 0,0 0 0 16,0-5 0-16,0 5 0 0,0 0 0 0,0 0 0 15,0 0 0-15,6 0-4 0,-6 0-5 16,0 0-8-16,0-3-14 0,0 3-21 0,0 0-33 16,0 0-42-16,0 0-56 0,0 0-59 0,0 0-73 0,0-3-91 15,7-2-113-15,-7 3-118 0,0-6-128 16,0 4-113-16,6-3-9 0,1-1 62 0,-1-2 119 15,14-2 150-15</inkml:trace>
  <inkml:trace contextRef="#ctx0" brushRef="#br1" timeOffset="138033.25">32505 16914 364 0,'-7'0'721'0,"7"-8"130"0,-6 6 85 16,0-7 8-16,6 6-154 0,-7-1-242 0,7 0-181 15,0 1-104-15,0 3-67 0,-7 0-37 16,14-4-15-16,-7 8-6 0,0-1 1 0,7 1 6 15,-7 7 10-15,6 1 3 0,0 2 0 0,1 9-6 16,0 2-14-16,-1 0-19 0,0 4-17 16,-6 5-12-16,7-5-13 0,-7 4-6 0,0-4-5 15,0 0-7-15,0 1-6 0,7-5-8 0,-7 1-11 16,0-4-25-16,0 0-9 0,0 1 0 0,0-10 0 16,0 6 0-16,-7-4-17 0,7-4-83 0,0 0-66 15,0-4-74-15,-7 0-77 0,7 0-77 0,-6-7-99 16,6 0-109-16,-6 0-101 0,-1-7-102 15,0 0-110-15,-5-5-5 0,5 2 76 0,0-5 131 16,1 1 152-16,-7 2 168 0</inkml:trace>
  <inkml:trace contextRef="#ctx0" brushRef="#br1" timeOffset="138239.01">32336 17240 190 0,'-13'-7'637'0,"-1"3"148"0,2 0 89 16,5-3 26-16,0 4-79 0,1-6-142 15,0 2-179-15,6 4-97 0,0-5-50 0,0 5-40 16,6-3-42-16,0 1-47 0,1 1-44 0,6 1-37 15,0-2-30-15,7 5-19 0,0-3-18 0,5 6-16 16,-5-3-17-16,6 0-11 0,0 5-9 0,0-5-7 16,0 0-7-16,0 3-3 0,0-3-4 0,-6 0-20 15,-1-3-36-15,1 3-55 0,0-5-65 16,-2 2-76-16,-4 0-88 0,5-1-116 0,1-3-132 16,-8-1-145-16,2 1-165 0,5 0-63 0,-5-4 18 15,-2 3 93-15,8-3 148 0,-7 1 188 0</inkml:trace>
  <inkml:trace contextRef="#ctx0" brushRef="#br1" timeOffset="138567.12">33033 16859 133 0,'6'-7'685'0,"-6"-4"157"16,0 0 98-16,0-1 68 0,0 2-95 0,0 2-191 16,0-2-207-16,0 1-104 0,0 7-60 0,0-6-49 15,0 5-51-15,0 3-58 0,0 0-49 0,0 0-32 16,0 6-4-16,0 1 18 0,0 9 21 0,7 2 24 15,-7 4-54-15,0 3-117 0,6 1 0 0,-6 4 0 16,0 3 0-16,0-4 0 0,0 3 0 16,0 2 0-16,-6-1 0 0,6-4 0 0,-7 0 0 0,7 1 0 15,-6-5 0-15,6 1 0 0,-7-1 0 16,0-6 0-16,7-1 0 0,-6 0 0 0,6-3 0 16,0-4 0-16,0 0 0 0,-6-4 0 0,6-3 0 15,0 4 0-15,0-6 0 0,0-2 0 0,0 5 0 16,0-5 0-16,0-5 0 0,0 5 0 0,0-2-55 15,-7-6-400-15,7 1-137 0,-7-1-170 16,1-3-203-16,0-3-127 0,-1 0-8 0,0-9 64 16,1 5 128-16,-1-8 200 0,1 0 260 0</inkml:trace>
  <inkml:trace contextRef="#ctx0" brushRef="#br1" timeOffset="140409.37">32512 2417 262 0,'-20'-3'340'0,"7"-1"50"15,0 4-6-15,0-3-76 0,0-2-4 0,6 5-39 16,1-3-32-16,0 3-24 0,6 0-23 0,-8 0-25 16,8 0-22-16,0 0-3 0,0 0 3 15,8 0 4-15,4 3 3 0,-5-3 0 0,12 5-6 16,1-5-20-16,6 0-20 0,0 0-21 0,0 3-19 16,6-3-4-16,1-3-7 0,7 3 2 15,-8 0-12-15,1-5-2 0,-1 2 7 0,-6 3 4 16,0-3 4-16,0-1-9 0,-6 4 10 0,-8-4 0 15,2 4-5-15,-1 0-10 0,-7 0-6 0,1 0-4 16,0 0-10-16,-7 0-6 0,0 0-7 16,0 4-4-16,0-4-2 0,0 7-6 0,-7-4 3 15,0 2-1-15,7 2 2 0,-6 4 8 0,-1-4 9 16,1 5 21-16,6 2 14 0,-6 4 8 0,-2 1 8 16,8-1 3-16,-6 4-1 0,6 3-9 15,0 1-9-15,0 0-7 0,0 3-6 0,0 0-5 16,0 1-7-16,6-1-6 0,-6 0-1 0,8 4 16 15,-8-3 12-15,0 6 12 0,6-3 11 16,0 8 9-16,-6-1 6 0,7 0-9 0,-1 4-6 16,1-1-6-16,6 5-6 0,-7 4-5 15,0-1-9-15,8 1-5 16,-1 3-11-16,-7-1-7 0,8 2-6 16,-8-2-5-16,7 5 1 0,0 0-2 0,-7-1 5 15,8 0-1-15,-8 5 2 0,1-1 0 16,5 1-4-16,-5 2 0 0,0 1-2 0,5 0 6 15,-5 0 4-15,0 0 10 0,6-1 10 0,0 2 7 16,0 3 2-16,-7-1 0 0,8 0-7 0,-2 2-7 16,1 2-11-16,-6-4-7 0,6 5-3 0,-7-5-2 0,8 0 1 0,-8 5 3 15,0 0 0-15,1-1 1 0,0 4-1 16,-7-4 0-16,6 8-1 0,0-8-1 0,1 4-3 16,-1 0 0-16,1 0 2 0,6-1-1 0,-7 5-1 15,1-4 2-15,6 4-2 0,-7-2-3 16,1 2-1-16,6 0 0 0,-6 0 0 0,-1-4 3 15,0 3 2-15,8 1 4 0,-8 0 4 0,1-1 0 16,-1 1-2-16,1 3-2 0,-7-3 0 0,6 4-3 16,1-6 0-16,-7 7 1 0,6-6 2 0,-6 4 4 15,6-4 2-15,-6 5 0 0,0-2-1 16,0 3-2-16,0-2 0 0,0 0-3 0,0 0 3 16,8 0 3-16,-8 1 4 0,0-4 4 0,0 2 4 15,6 2 6-15,-6-1 2 0,0-3 5 16,6 3 1-16,-6-7 3 0,7 4 0 0,0-5-4 15,-7-2-5-15,6 2-5 0,0 0-3 0,1-1-3 16,-1-2-3-16,1 0-3 0,-7-3 1 0,7 0-2 16,-1-6 2-16,0 0-3 0,-6-3 5 0,7 2-1 15,0-8-3-15,-7 0-7 0,0-4-14 0,0 0 0 16,6-6 0-16,-6-1 0 0,0-4 0 16,0 0 0-16,0-7 0 0,0-4 0 0,0-4 0 15,0-2 0-15,0-4 0 0,0-1 0 0,0-7 0 16,0-1 0-16,0-2 0 0,0-1 0 0,0-3 0 15,-6 0 0-15,6-1 0 0,0-3 0 0,0 4 0 16,0-4 0-16,0-4 0 0,6 4 0 16,-6-3 0-16,0 3 0 0,6-4 0 0,-6 0 0 15,0 1 0-15,0-1 0 0,7 1 0 0,-7-2 0 16,-7 2 0-16,7-1 0 0,-6 4 0 16,-7-3 0-16,-6-1 0 0,-8 1 0 0,-5 3 0 15,-7-4-149-15,-7 4-391 0,-6 0-208 0,-6 4-230 16,-8-4-161-16,1 0-29 0,0 0 58 15,-6-4 132-15,6 0 213 0,-8-3 272 0</inkml:trace>
  <inkml:trace contextRef="#ctx0" brushRef="#br1" timeOffset="141930.68">2019 10854 222 0,'0'-7'478'0,"0"0"89"0,0-5 82 15,-7 6-17-15,7-5-13 0,0 3-97 16,-7-2-72-16,7 2-47 0,0 1-44 0,-6-1-76 16,6 5-74-16,0-1-58 0,0 4-51 0,0 0-32 15,0 7-23-15,6 1 3 0,-6 7 12 16,7 3 17-16,0 3 25 0,-1 9 23 0,7 7 8 16,-7-1 5-16,1 1 1 0,0 3-12 15,5 1-15-15,-12 2-15 0,7-7-17 0,0 5-12 16,-1 0-12-16,-6-5-7 0,0 1-8 0,7-4-10 15,-7-4-5-15,-7-3 2 0,7-4 10 16,0-4 25-16,0 0 39 0,0-7 43 0,0-4 33 16,0 1 22-16,0-5-29 0,0-3-171 15,0 0 0-15,0 0 0 0,7-3 0 0,-1-5 0 16,0 4 0-16,1 1 0 0,6-4 0 0,1 3 0 16,-2 1 0-16,8-1 0 0,-7 0 0 15,7 1 0-15,-1-1 0 0,0 4 0 0,1-3 0 16,-1 3 0-16,-5 0 0 0,5 0 0 15,-6 0 0-15,6 0-64 0,-5 0-257 0,-8 0-58 16,7 0-79-16,-6 3-110 0,-1-3-126 0,1 0-144 16,-1-3-133-16,-6 3-26 0,6-5 59 15,-6 2 127-15,8-1 167 0,4 1 201 0</inkml:trace>
  <inkml:trace contextRef="#ctx0" brushRef="#br1" timeOffset="142339.76">2559 11140 451 0,'-6'-8'626'0,"-8"2"93"0,8-2 75 16,-7 1-31-16,7-1-154 0,-8 1-142 0,8 4-109 15,0 3-75-15,-1-4-62 0,0 4-60 16,1 0-49-16,-1 0-38 0,7 4-20 0,-6 3-7 16,0 0-1-16,6 8 9 0,0 0 18 0,0 3 17 15,0 0 9-15,0 4 4 0,6 1 2 16,0 2 1-16,7-3-3 0,-6 0 0 0,6 0-1 15,0-5 1-15,0 3 4 0,0-6 2 16,7 1 2-16,-8-4-1 0,2-4 1 0,5-3 2 16,-6 3-2-16,6-7-5 0,-5-4-9 0,5 1-9 15,-6-1-5-15,7-3-1 0,-7-4 9 16,-1 0-46-16,2-4-45 0,-8 5 0 0,1-9 0 16,-1 4 0-16,-6-3 0 0,-6-4 0 0,-1 0 0 15,1 0 0-15,-8 0 0 0,-4-4 0 0,-2 4 0 16,0 3 0-16,1 2 0 0,-7 2 0 15,6 4 0-15,-5 4 0 0,5-1 0 0,0 5 0 16,1 3 0-16,-1 3 0 0,7 1-329 0,0 3-80 16,0 1-50-16,7 2-60 0,-1 2-82 15,7-1-83-15,7 0-89 0,-7 3-118 16,12-3-18-16,1 0 61 0,1 0 118 0,-2-3 148 16,8 3 163-16</inkml:trace>
  <inkml:trace contextRef="#ctx0" brushRef="#br1" timeOffset="142753.4">2833 11214 142 0,'12'-4'538'0,"-5"-3"124"0,6-1 99 16,-7 2 79-16,1-7-132 0,-7 6-140 0,7-4-109 15,-7 0-83-15,0 4-68 0,0-4-68 16,0 4-25-16,0 0-26 0,-7-1-30 0,7 4-31 16,-7 1-28-16,1-1-8 0,0 4-34 0,-1 4-26 15,-6-1-17-15,7 1-6 0,-7 4-4 16,6 3-1-16,-6 3-3 0,7 1 2 0,-2 3 4 15,2 4 1-15,0 1 2 0,6 2 2 0,0-3 3 16,0 3 2-16,0-3 3 0,6 0 5 16,0 1 6-16,8-2 9 0,-1-2 15 15,0-4 14-15,0-1 10 0,7-3 7 0,6-4 3 16,-7 0-2-16,7-7-9 0,0 0-9 0,-6 0-6 16,5-7 3-16,2 0 6 0,-7-4 12 15,-1 0 17-15,0 0 19 0,-5-4 20 0,-1 1-4 16,-1-4-136-16,-5 3 0 0,-7-7 0 0,0 3 0 15,0-3 0-15,-7-4 0 0,-5 5 0 16,5-1 0-16,-6 4 0 0,-6-5 0 0,5 9 0 16,-5-1 0-16,-1 4 0 0,0 0 0 15,2 4 0-15,-2 3 0 0,1 0 0 0,5 4-137 16,2 4-249-16,-2-4-64 0,1 4-74 16,7 3-100-16,-1 1-105 0,7-2-112 0,0 2-98 0,7-1-9 15,-7 1 71-15,13-1 129 0,-7 0 166 0,8-3 187 16</inkml:trace>
  <inkml:trace contextRef="#ctx0" brushRef="#br1" timeOffset="143057.35">3224 11173 490 0,'6'-7'652'16,"0"-4"118"-16,1 3 94 0,0-2-41 16,-1-1-128-16,0 0-121 0,-6-1-101 0,7 2-61 15,-7 2-48-15,6-3-44 0,-6 8-40 0,0-4-48 16,0 2-52-16,0 2-54 0,0 3-47 0,0 0-37 15,7 3-25-15,-7 9-10 0,0-1-6 16,7 3 4-16,-7 8 17 0,6 0 22 0,0 7 20 16,-6 1 22-16,7 3 23 0,-7 0 17 15,7 3-2-15,-1 2-3 0,-6 1-32 0,6-2-89 16,-6-5 0-16,7 2 0 0,-7-1 0 0,0-4 0 16,6 0 0-16,-6-7 0 0,7 1 0 15,-7-5 0 1,7-3 0-16,-7-4 0 0,0 0 0 0,0-5 0 15,0-1 0-15,0-1 0 0,0-8-52 0,0 4-338 16,0-8-119-16,-7-3-158 0,0 0-177 16,1-3-199-16,-1-8-52 0,1-1 34 0,0 1 96 15,-1-7 174-15,7 0 223 0</inkml:trace>
  <inkml:trace contextRef="#ctx0" brushRef="#br1" timeOffset="143339.26">3243 11151 331 0,'0'-11'562'0,"0"-3"107"16,0 3 87-16,0-4-56 0,0 4-63 0,13 0-140 16,-7 1-112-16,7-2-79 0,1 1-67 0,5 0-43 15,0 3-30-15,1 6-25 0,7-3-16 16,-2 5-9-16,1 5-3 0,7 2-4 0,-7 4-5 16,6 3-5-16,-6 1-4 0,-6 3-9 15,-1 0-7-15,1 4 1 0,-14-4 8 16,1 1 15-16,-7 4 14 0,0-6 11 15,-13 2 7-15,1-1-3 0,-2 1-11 0,-12-2-20 16,7-2-23-16,-7 0-21 0,-7-4-16 16,7 0-11-16,0 0-17 0,0-4-34 0,-1 1-56 15,8-1-81-15,-1-3-101 0,1-1-157 0,6 1-213 16,7-4-264-16,-8 0-157 0,8-4-31 16,6-3 42-16,0 0 123 0,0-1 203 0,6-2 281 15</inkml:trace>
  <inkml:trace contextRef="#ctx0" brushRef="#br1" timeOffset="144242.01">3810 11218 83 0,'0'-8'529'15,"0"4"156"-15,-8 1 106 0,8-5 45 16,0 2-36-16,0-2-138 0,0 0-148 15,0 1-118-15,0-1-75 0,8 1-65 0,-8 0-56 16,6 0-44-16,7-1-35 0,0 1-38 16,0 3-29-16,0 1-19 0,6-1-12 0,1 4-7 15,-1 0-7-15,7 4 4 0,-6 3 4 16,7 0 3-16,-9 8 1 0,9-4-1 16,-7 3-2-16,-1 6-2 0,0-6-2 0,1 4-1 15,-7 0 3-15,-7 0 6 0,8 1 2 16,-14-1 8-16,6 0 3 0,-12 1 10 0,6-4 9 15,-14-1 8-15,8 1 16 0,0-4 14 0,-1-4 16 16,-6 0 11-16,6-3 7 0,1-1-2 16,-7-6-12-16,6 3-17 0,1-7-23 15,-7-1-23-15,7-3-20 0,6-3-13 0,-7-1-9 16,7-3-6-16,0-1-8 0,7-3-8 16,-1 0-9-16,1-3-7 0,5 3-9 0,2 0-6 15,-2 4 1-15,8-5 3 0,-7 9 5 16,7-1 7-16,-8 4 7 0,8 0 3 15,-7 7 7-15,0 1 5 0,6-1 1 0,-5 8 2 16,-1 3 2-16,0 1 0 0,-7 3-1 16,7 0 2-16,1 3 1 0,-8 4 0 0,7 2 0 15,-6-3 1-15,-1 2 0 0,7-1-2 16,-7 1 2-16,-6-2 0 0,7 1 0 16,0-3 0-16,-1-1 2 0,8 2 3 0,-8-5-2 15,0 0 0-15,1-4 2 0,-1-3 1 16,7-1 1-16,0-3-1 0,-7-3 1 0,8-1 1 15,-1-3 3-15,0 0 10 0,0-4 7 32,-7-1 6-32,8 1 6 0,-8-7 4 0,-6 3 1 0,6-7-3 0,-6 4-3 0,0-4-2 15,0 4 4-15,0-3 7 0,-6 1 5 0,6 6-27 16,0-1-26-16,0 4 0 0,0 4 0 16,0-4 0-16,0 7 0 0,0 0 0 0,0 1 0 15,0 3 0-15,0 3 0 0,0 1 0 16,6 7 0-16,-6 0 0 0,7 4 0 0,0-1 0 15,-7 4 0-15,6 1 0 0,0 4 0 32,1-5 0-32,-1-1 0 0,1 6 0 0,0-5 0 0,5 0 0 0,-4 1 0 0,4-1 0 15,-6-3-85-15,1-1-200 0,0-3-114 32,6 0-153-32,-7-4-168 0,8-2-161 0,-2-2-152 0,-6-6-25 0,8-2 49 0,-8 2 124 31,7-8 189-31,-6 0 215 0</inkml:trace>
  <inkml:trace contextRef="#ctx0" brushRef="#br1" timeOffset="145148.04">4715 11203 433 0,'-7'-14'621'0,"1"-2"103"16,6 5 80-16,0 0-31 0,-7 0-148 15,7 3-144-15,0 2-118 0,0 2-92 16,0 0-77-16,0 1-64 0,0 3-51 0,7 3-39 16,-1 1-18-16,1 3-3 0,6 4 2 15,0 0 8-15,-7 7 14 0,14-3 18 0,-14 7 12 16,7-3 16-16,1 3 15 0,-8-1 12 15,0 1 6-15,0-3 8 0,2 3 13 0,-2-4 11 16,0 1 6-16,-6-1 2 0,7-4 3 16,-7-2 2-16,0-2-5 0,0-2 7 0,7-1 18 31,-7-3 20-31,0-1-59 0,0 0-148 0,-7-3 0 0,7-3 0 0,0 0 0 0,-7-5 0 16,1 1 0-16,6-4 0 0,-6 0 0 15,-2-4 0-15,2 1 0 0,6-4 0 16,-6-5 0-16,6 5 0 0,-6-4 0 0,6-4 0 15,0 5 0-15,6-5 0 0,-6 4 0 32,6 4 0-32,0-5 0 0,2 9 0 0,4-4 0 0,-5 7 0 0,6-1 0 0,0 2 0 0,7 6 0 15,-8 0 0-15,8 1 0 0,-7 6 0 16,7-3 0-16,-8 8 0 0,2 2-14 0,5 2-4 16,-5 2 5-16,-2 1 4 0,2-1 2 15,-2 4 6-15,2 1 0 0,-8 0 2 16,7 3 1-16,-7-5 4 0,1 2 7 0,-7-1 6 15,7 1 3-15,-1-2-22 0,-6-1 0 16,6-1 0-16,-6-1 0 0,0-3 0 0,0 0 0 16,0-4 0-16,0 0 0 0,0-2 0 15,0-2 0-15,0-3 0 0,0 4 0 0,0-8 0 16,-6 4 0-16,6-8 0 0,-6 5 0 16,6-8 0-16,-7 0 0 0,0 0 0 15,7-3 0-15,0-1 0 0,0-4 0 0,0-3 0 16,0 4 0-16,7-3 0 0,-7-2 0 0,13 5 0 15,-7 0 0-15,8-1 0 0,-1 1 0 16,-1 3 0-16,2 4 0 0,-2 0 0 0,8 4 0 16,-7 3 0-16,7 4 0 0,-8 4 0 15,8 3 0-15,-7 1 0 0,0 6 0 16,0 1 0-16,1 0 0 0,-8 3 0 0,7-3 0 16,0 3 0-16,-6 0 0 0,5 0 0 15,-5-3 0-15,6 3 0 0,1-3 0 0,-8-5 0 16,7 3 0-16,0-6 0 0,0 0 0 15,-1-3 0-15,2-4 0 0,-8 0 0 16,7-4 0-16,0-3 0 0,-6 0 0 0,6-6 0 16,-6 3 0-16,-7-1 0 0,6-4 0 0,-12 1 0 15,6-5 0-15,-7 1 0 0,7 0 0 16,-7 3 0-16,7-2 0 0,-6 1 0 16,6 5 0-16,-7 4 0 0,7-1 0 0,0 5 0 15,7-1 0-15,-1 1 0 0,1 6 0 16,6 1 0-16,0-1 0 0,6 8 0 0,1-3 0 15,-7 7 0-15,7-4 0 0,-8 3 0 16,8 1 0-16,-7 3 0 0,7-4 0 16,-8 1 0-16,-5 0 0 0,6-4 0 0,-13 0 0 15,0 0 0-15,0-1 0 0,0-2 0 16,-13 0 0-16,0-1 0 0,1 1 0 0,-8-1 0 16,-7-3 0-16,1 3 0 0,-6-4 0 0,6 1 0 15,-7 0 0-15,1-1-443 0,5 1-332 16,2-4-290-16,-7 0-150 0,12 0-15 0,0-4 71 15,7 1 155-15,7-5 236 0,-1 1 313 16</inkml:trace>
  <inkml:trace contextRef="#ctx0" brushRef="#br1" timeOffset="146189.23">5008 11239 14 0,'0'0'284'16,"-7"0"85"-16,7 0 52 0,0-3-5 16,-6-1-2-16,-1 0 76 0,7-3-6 0,-6 4-17 15,0-5-8-15,-2 1-16 0,2-1-25 16,6 2-62-16,-6 1-60 0,0 2-46 16,6-2-48-16,-8 2-44 0,8-1-41 0,0 4-38 15,0 4-20-15,0 4 0 0,0 0 14 16,8 6 27-16,-8 4 31 0,6 4 29 15,0 0 16-15,0 3 6 0,2 1-5 0,-2 0-8 16,-6 3-4-16,6-7-6 0,1 4-7 16,-7-4-5-16,0-1-3 0,6-2-143 0,-6-4-1 15,0-1 0-15,0-3 0 0,0-4 0 0,0 1 0 16,0-4 0-16,0-4 0 0,0 0 0 16,0-4 0-16,-6-4 0 0,6 1 0 0,-7-4 0 15,7-3 0-15,0-4 0 0,0-4 0 16,0-1 0-16,0-3 0 0,7 1 0 15,-1 0 0-15,1-1 0 0,6 0 0 0,-1 0 0 16,2 0 0-16,-1 9 0 0,7-1 0 16,-1-1 0-16,-6 9 0 0,7 2 0 0,-7 0 0 15,-1 8 0-15,8 8 0 0,-6 0 0 0,-2 2 0 16,1 5 0-16,0-1 0 0,0 5 0 16,1 2 0-16,-2 1 0 0,-5 0 0 0,6 0 0 15,0-3 0-15,-7 3 0 0,1-4 0 16,0 1 0-16,5-5 0 0,-12 4 0 0,7-3 0 15,0-4 0-15,-1-3 0 0,-6-2 0 16,7 3-99-16,-1-3-447 0,0-6-217 16,8 4-214-16,-2-8-167 0,15 1-28 0,5 0 64 15,1-6 135-15,13 3 210 0,-8-5 256 0</inkml:trace>
  <inkml:trace contextRef="#ctx0" brushRef="#br1" timeOffset="146555.1">6532 11243 144 0,'0'-7'644'0,"6"3"131"16,-6-3 84-16,0 0 68 0,0-5-95 0,0 5-216 16,0-3-183-16,-6-3-98 0,6 6-48 15,0-4-42-15,0 4-28 0,-7 0-22 16,7-5-19-16,0 6-15 0,-6 2-14 0,6-3-14 15,0 3-10-15,-7 0-9 0,7 0-5 16,0 1 0-16,0-1 0 0,0 1-4 16,-6-1-7-16,6 4-8 0,0-4-10 0,-7 4-15 15,1-3-14-15,0-1-39 0,-2 0-12 16,2 1 0-16,0 0 0 0,-7-1 0 0,6-1 0 16,-6 2 0-16,7 3 0 0,0-3 0 15,-2 3 0-15,8-5 0 0,-6 5 0 0,0 0 0 16,6 0 0-16,-7 0 0 0,0 0-148 0,1 5-121 15,6-2-97-15,-6 0-109 0,-1 2-133 16,7-1-147 0,0-1-144-16,0 0-98 0,7 1-1 15,-1-4 75-15,0 0 145 0,8 0 186 0</inkml:trace>
  <inkml:trace contextRef="#ctx0" brushRef="#br1" timeOffset="146883.04">6603 10957 227 0,'7'-14'620'15,"0"-5"126"-15,-7 1 101 0,0-4 89 16,0 0-154-16,0 0-138 0,-7 0-127 0,7 0-74 16,-7 0-55-16,1-1-53 0,-1 5-37 15,-5 0-40-15,5 4-41 0,-6 0-36 0,0 2-34 16,0 5-31-16,6-1-32 0,-6 8-21 16,-6 0-13-16,5 4-7 0,2 7 2 15,-1 4 10-15,6 2 16 0,1 9 7 0,-7 4-78 16,13 3 0-16,-6 8 0 0,6-2 0 15,0 6 0-15,0-2 0 0,6 5 0 0,-6-4 0 16,6 0 0-16,1 0 0 0,-1-4 0 16,-6 1 0-16,7-4 0 0,-1-5 0 15,1 0 0-15,-7-1 0 0,6-6 0 0,-6-3 0 16,6-7 0-16,-6-1 0 0,0-3 0 16,8-4 0-16,-8 1-151 0,-8-5-334 0,8-6-160 15,0 0-172-15,-6-6-161 0,0-5-115 16,-1 0 10-16,1-5 79 0,-1 1 163 0,1-4 204 15,-7 1 218-15</inkml:trace>
  <inkml:trace contextRef="#ctx0" brushRef="#br1" timeOffset="147492.29">6317 11232 290 0,'-6'-7'586'0,"-1"3"123"0,0 1 86 0,7-5-18 16,-6 4-90-16,6-3-154 0,6 0-151 16,1-1-114-16,6 0-79 0,0 1-63 15,6 0-52-15,1-4-32 0,6 4-19 0,7 0-9 16,-1-1-5-16,-5-3-3 0,11 4 0 15,-11-1-3-15,5 1 1 0,-6 0 0 16,0 0 6-16,-7-1 12 0,1 5 19 0,-7 0 18 16,-7 3 15-16,2-4 13 0,-2 4 15 15,-6 4 8-15,0-4 5 0,-6 6 7 0,-2 2 5 16,-4-1 4-16,5 7-1 0,-6-2-11 16,6 2-18-16,1 4-18 0,0-3-14 15,-1 4-10-15,7 3-14 0,7-4-5 0,-7 0-2 0,6 0 2 0,0 1-4 0,8-5-7 16,-1 5-4-16,-1-5-3 0,2-3-6 0,-2-3-3 15,2 3 0-15,-1-7 1 0,-1-1 6 0,-4-3 5 16,4 0 15-16,2-3 14 0,-8-1 7 16,0 0 7-16,-6-3 3 0,7-4-3 0,-7 0-14 15,0 0-13-15,-7-8-8 0,7 5-11 16,-6-9-7-16,0 6-3 0,6-5 4 16,0 0 7-16,-7 3 3 0,7 1 5 0,0 3-1 15,7 1 0-15,-7 3-6 0,6-1-16 31,0 5-8-31,7 0 0 0,1 3 0 0,-2 4 0 0,2 0 0 0,5 4 0 0,1 3 0 32,0 0 0-32,-8 5 0 0,8 2 0 0,-1 1-1 0,-5-1-1 0,4 1 2 0,-4 1 2 31,-8 1-1-31,1-2-1 0,-1 0 0 16,-6-4 0-16,0 4 0 0,0-5 0 0,-6-3 0 0,6 4 0 0,-7-4 0 0,1-3 0 15,0 0 0-15,-2-4 0 0,2 0 0 0,0-4 0 16,6 0 0-16,-6-3 0 0,6 0 0 15,-8-4 0-15,8 1 0 0,0-9 0 16,0 1 0-16,8-1 0 0,-2-6 0 0,0-1 0 16,0-3 0-16,2 3 0 0,4 0 0 15,1 5 0-15,-6 2-169 0,6 1-300 0,-7 3-144 16,8 8-173-16,-8-5-212 0,0 9-104 16,1-1 5-16,-1 1 71 0,1 3 152 0,0-4 210 15,5 4 275-15</inkml:trace>
  <inkml:trace contextRef="#ctx0" brushRef="#br1" timeOffset="147994.99">8140 10690 43 0,'-6'-12'519'15,"6"2"137"-15,0-1 106 0,0-3 91 16,-6 2-53-16,6 1-150 0,-7 0-118 0,7 3-86 16,0 1-65-16,0 0-66 0,0 3-63 15,-7 1-56-15,7 3-50 0,0 0-39 16,0 0-17-16,7 7 2 0,-7 5 13 0,0 1 20 16,0 6 26-16,7 3 14 0,-7 3 9 15,6 4-2-15,-6 1 6 0,6 7 1 0,-6-4-77 16,0 7-102-16,7 0 0 0,-7-3 0 31,0 3 0-31,7-3 0 0,-7-1 0 0,0-2 0 0,0-2 0 0,0-6 0 0,0 0 0 16,0-5 0-16,0-2 0 0,0 0 0 15,0-8 0-15,0 0 0 0,0 0 0 0,0-8 0 16,0 0-188-16,0 1-297 0,6-4-160 16,-6-4-158-16,6-2-165 0,1-5-116 0,0 0 6 31,-1-4 83-31,7 0 158 0,-7 1 193 0,8-1 222 15</inkml:trace>
  <inkml:trace contextRef="#ctx0" brushRef="#br1" timeOffset="148401.67">8395 10957 82 0,'6'-7'505'0,"1"-4"155"0,-7 4 119 16,0-1 68-16,0 2-44 0,6-3-129 15,-6 1-124-15,-6 6-123 0,6-2-99 0,0 0-89 16,0 4-72-16,0 0-56 0,0 0-37 15,-7 4-20-15,7 2-8 0,0 2 2 0,-6 7 7 16,6 0 10-16,-7-1 6 0,7 8 5 16,0 0-3-16,-7 0-7 0,14 1-3 0,-7 3-2 15,0-5 0-15,7 1 0 0,-1-1 9 16,1-2 15-16,5-1 11 0,2 2 17 0,-2-6 10 16,2-3-1-16,5 0-9 0,1-4-8 15,0-3-11-15,-1-1-19 0,0-3-18 16,0-3-7-16,1-1-8 0,0-3-42 0,-1 0 0 15,-5-1 0-15,-2-3 0 0,2-4 0 16,-8 0 0-16,0 1 0 0,1-9 0 0,-7 6 0 16,0-5 0-16,-7-3 0 0,1-1 0 15,-7 0 0-15,6 0 0 0,-5 4 0 0,-2 0 0 16,1 4 0-16,1 4 0 0,-2-1 0 16,-6 3 0-16,8 5 0 0,-1 1 0 0,0 1 0 15,-6 5 0-15,11 0 0 0,-11 5-16 16,13 1-336-16,-7 1-65 0,6 1-86 15,7 3-117-15,0 1-126 0,7 2-156 0,-1-3-89 16,1 3-2-16,6-3 76 0,-1 3 144 16,8-2 176-16</inkml:trace>
  <inkml:trace contextRef="#ctx0" brushRef="#br1" timeOffset="149005.46">8987 11016 79 0,'13'-11'578'0,"-7"0"144"0,8-1 94 15,-8-2 79-15,0-4-85 0,2 3-153 16,-8-2-164-16,0-2-103 0,0 4-55 16,-8-4-47-16,2 5-44 0,0 3-32 0,0-1-31 15,-8 2-28-15,-5 6-22 0,5-3-25 16,-4 7-20-16,-2 0-21 0,-7 0-15 16,8 7-14-16,6 1-12 0,-7 2-5 0,7 5-3 15,1 0-1-15,-2 3 1 0,8 3 1 16,0 2 1-16,6-1-1 0,0 0-1 0,6 4 2 15,0-8-2-15,1 4-1 0,6-3-1 16,6-1-2-16,1-4-2 0,0 1-3 0,-1-4-1 16,1-4-2-16,0 1-2 0,-2-5 1 15,9-3-1-15,-15 0 2 0,8 0 0 0,-6-3 10 16,-2-1 14-16,1-3 14 0,1-1 19 16,-8-3 15-16,0 0 17 0,0 0 9 15,-6-4 4-15,0 4-39 0,0 0-67 0,8 0 0 16,-8 1 0-16,0 2 0 0,-8 1 0 15,8 0 0-15,0 3 0 0,0 4 0 0,8-3 0 16,-8 6 0-16,0 1 0 0,0 7 0 16,0 0 0-16,0 7 0 0,6 1 0 0,-6 2 0 15,6 1 0-15,1 8 0 0,-7-1 0 16,6 0 0-16,-6 1 0 0,0 3 0 16,7-4 0-16,-14 4 0 0,7-3 0 0,0-1 0 15,-6-4 0-15,-1 4 0 0,1-4 0 0,-8-2 0 16,8-4 0-16,-6-1 0 0,-2 0 0 0,-5-7 0 15,5-4 0-15,-4 1 0 0,4-5 0 16,-5-3 0-16,-1-3 0 0,0-1 0 16,-6-3 0-16,7 0 0 0,-7-5 0 0,6 5 0 15,-5-4 0-15,-1 1 0 0,6-2 0 16,0-2 0-16,1 3 0 0,-1-1 0 16,1 1 0-16,5 0-1 0,2 1-592 0,5-2-258 15,7-2-294-15,0 3-96 0,7-4 17 16,-1 1 92-16,7-6 180 0,0 6 254 0</inkml:trace>
  <inkml:trace contextRef="#ctx0" brushRef="#br1" timeOffset="149928.79">9339 10594 94 0,'0'0'440'0,"0"0"142"0,0-3 125 0,6 3 15 16,-6 0 0-16,0-4-99 0,0 4-106 16,0 0-122-16,0 0-115 0,0 0-91 0,0 0-58 15,0 4-31-15,0-1-19 0,0 4-2 16,0 1 6-16,0 3 15 0,7 0 9 15,-7 4 4-15,0-1 8 0,7 4 6 0,-7-3 4 16,6 4 5-16,-6-1 3 0,0 3 0 0,6-2-3 16,-6-4-1-16,0 3-2 0,6-3-1 15,-6-1-3-15,0 1-2 0,0-4 2 16,0 0-5-16,0-4-2 0,0 1 0 0,0-1-82 16,0-3-40-16,0 0 0 0,0-2 0 15,0-2 0-15,0 0 0 0,0 0 0 0,0 0 0 16,0-2 0-16,0-2 0 0,0-4 0 15,0 5 0-15,0-7 0 0,0 1 0 16,-6-2 0-16,6 0 0 0,0 0 0 0,0-3 0 16,6 3 0-16,-6-3 0 0,0-1 0 15,0 0 0-15,8-4 0 0,-8 5 0 0,6-1 0 16,0 1 0-16,1 0 0 0,0-2 0 16,6 5 0-16,-7-3 0 0,7 2 0 0,0 2 0 15,0-2 0-15,0 6 0 0,0-6 0 16,0 5 0-16,0 3 0 0,1-3 0 0,-2 3 0 15,1 1 0-15,0-1 0 0,0 1 0 16,1 3 0-16,-8-5 0 0,7 5 0 0,-6 0 0 16,-1 5 0-16,0-5 0 0,7 3 0 15,-6 4 0-15,0 1 0 0,-1-1 0 0,0 0 0 16,1 5 0-16,0-1 0 0,-7 0 0 16,6 4 0-16,1-1 0 0,-1 4 0 15,-6-3 0-15,6-1 0 0,-6 6 0 0,7-3 0 16,-7 1 0-16,0 1 0 0,0-1 0 15,0 0 0-15,0 5 0 0,7-6 0 16,-7 3 0-16,0-3 0 0,0 1 0 0,0-3 0 16,6 4 0-16,-6-9 0 0,0 5 0 0,0-4 0 15,0-3 0-15,6-1 0 0,-6-4 0 16,0 1 0-16,0 0 0 0,0-1 0 0,0 1 0 16,0-4 0-16,0 0 0 0,0 0 0 15,0-4 0-15,0 1 0 0,-6-1 0 16,6 0 0-16,0 1 0 0,0-1 0 0,-6 1-478 15,-1-5-366-15,0 4-307 0,-5 1-109 16,-1-5 15-16,6 5 94 0,-12 3 179 0,5 0 256 16</inkml:trace>
  <inkml:trace contextRef="#ctx0" brushRef="#br1" timeOffset="151053.24">9332 11437 140 0,'0'4'243'0,"0"-1"55"0,0 4-13 16,0-2-49-16,0-2-22 0,0 0 55 16,0-3-11-16,7 5-9 0,-7-5 12 0,0 3 29 15,0-3 36-15,0 0 17 0,6 0 3 16,-6 0-11-16,0 0-22 0,7-3-36 0,0 3-46 16,-7 0-33-16,6-5-24 0,-6 5-12 15,0-3-7-15,6 3-7 0,-6-3 2 16,0-2 1-16,6 5-3 0,-6-4-4 0,0 1-6 15,0 0-5-15,0-5-16 0,8 5-16 16,-8-1-14-16,0 0-14 0,0 4-15 0,-8-3-11 16,8-1-11-16,0 4-9 0,0-3-6 15,0 3-3-15,0-5-3 0,0 5-1 0,0 0 0 16,0-3-1-16,0 3-3 0,-6 0-3 16,6-4-1-16,0 4-4 0,0 0-2 0,-6 0 0 15,6-3 1-15,-6 3 0 0,6 0-1 16,-7 0 1-16,0 3-1 0,1-3 0 15,-1 0 2-15,1 4 3 0,0-4 2 0,-8 0-4 16,8 3 6-16,0-3 4 0,-8 5 0 16,8-2 1-16,-1-3 1 0,-6 4 6 0,6-1-4 15,1 1-3-15,0 0-4 0,0-1-2 16,-8 5-2-16,8-5-2 0,-1 4-1 0,1-2 0 16,-1 1 1-16,0-1 0 0,1 1 0 15,0 2 4-15,-1 0 4 0,7-1 2 16,-7 0 2-16,1 4 6 0,0-4 7 0,6 5 3 15,-7-5 9-15,7 4 8 0,0 0 11 16,-7 3 10-16,7-3 5 0,0 0 5 0,0 5-1 16,7-2-2-16,-7-3-13 0,0 0-64 15,7 3 0-15,-1-3 0 0,0 1 0 0,1-2 0 16,0 1 0-16,-1 3 0 0,0-2 0 16,8-1 0-16,-1-5 0 0,-7 7 0 15,8-6 0-15,-2 4 0 0,1-4 0 0,0 0 0 16,-6 0 0-16,6-2 0 0,0 1 0 15,-1-2 0-15,2 0 0 0,-8-1 0 0,7 1 0 16,-6 0 0-16,6 0 0 0,-7-4 0 16,8 0 0-16,-8 0 0 0,7 0 0 0,-6 3 0 15,6-3 0-15,-7 0 0 0,7 0 0 16,-6 0 0-16,5 0 0 0,2-3 0 0,-1 3 0 16,-7-4 0-16,7 4 0 0,0-4 0 15,1 4 0-15,-8-4 0 0,7 1 0 16,0 3 0-16,0-4 0 0,-1 0 0 0,2 1 0 15,-8 0 0-15,8-2 0 0,-2 2 0 16,-5-1 0-16,6 4 0 0,-6-3 0 16,-1-1 0-16,0 0 0 0,1 4 0 0,0-3 0 15,-7 3 0-15,6-4 0 0,-6 4 0 0,0-4 0 16,7 4 0-16,-7-3 0 0,0 3 0 16,0-4 0-16,0 4 0 0,-7-3 0 0,7-2 0 15,0 2 0-15,-6-2 0 0,6 2 0 16,-7 0 0-16,0-1 0 0,1 4 0 15,0-4-338-15,-1 1-285 0,-6-1-162 0,6 0-173 16,1 0-143-16,0 1-6 0,-8-1 65 16,8 1 133-16,0-1 188 0,-2 0 232 0</inkml:trace>
  <inkml:trace contextRef="#ctx0" brushRef="#br1" timeOffset="151698.82">10413 10979 168 0,'-6'-4'318'0,"6"4"64"16,0 0-5-16,0-3-64 0,-6-1 48 0,6 0 5 16,0 1 5-16,0-1 21 0,0-3 22 15,0 0 13-15,0-1-3 0,0 5-19 16,0-5-41-16,6 5-35 0,-6-4-14 0,0 2-15 16,0 2-16-16,0-2-25 0,0 5-34 15,0-2-45-15,-6 2-44 0,6 2-42 0,0 3-25 16,0 3-5-16,6-1 8 0,-6 7 23 15,0 4 24-15,6 1 28 0,-6 6 14 0,7 2 4 16,0-3-70-16,-1 2-95 0,1 3 0 16,-1 0 0-16,0-3 0 0,8 5 0 0,-8-6 0 31,0 0 0-31,1-2 0 0,6-2 0 0,-6 1 0 16,-1-4 0-16,1-2 0 0,-7-2 0 15,6-3 0-15,-6 0 0 0,7-4 0 0,-7 0 0 16,0-3 0-16,0 0 0 0,0-4 0 15,0 0 0-15,0 0 0 0,-7-4 0 0,1 0 0 16,-1 1-104-16,1-1-342 0,-1-3-128 0,1 0-150 16,-8-4-171-16,2 3-156 0,5-7-30 15,-6 4 46-15,7-3 121 0,-7 2 183 16,6-2 228-16</inkml:trace>
  <inkml:trace contextRef="#ctx0" brushRef="#br1" timeOffset="151997.22">10283 11122 50 0,'-6'0'581'0,"-1"4"187"15,0-4 122-15,1 3 88 0,0-3-87 0,0 0-127 0,6 3-203 16,-8-3-151-16,8 0-89 0,8 5-51 16,-2-5-31-16,6 3-19 0,2 1-22 15,5-1-14-15,7-3-19 0,0 4-25 0,13-4-23 16,-6 0-30-16,6 0-12 0,7 0-11 15,-8 0-5-15,8 0-5 0,-7-4 1 0,-6 1-5 16,6-1-50-16,-13 4 0 0,0-8 0 16,-6 8 0-16,-1-3 0 0,-6 0 0 0,0-1 0 15,-7 4 0-15,2-4 0 0,-2 1 0 16,-6 3 0-16,0-4 0 0,0 4 0 0,0-4-365 16,-6 4-157-16,6 0-168 0,-8-4-181 15,8 4-194-15,0 0-42 0,0-3 40 16,0-1 109-16,8 4 174 0,-2 0 222 0</inkml:trace>
  <inkml:trace contextRef="#ctx0" brushRef="#br1" timeOffset="152472.32">11592 10887 7 0,'0'-7'445'15,"-6"3"153"-15,6-3 138 0,0 3 105 0,0-3-73 16,-7 3-58-16,7-3-94 0,0 3-94 16,-6 1-81-16,6-5-51 0,0 4-36 15,-6 1-27-15,6 0-26 0,0 3-30 0,0-4-34 16,0 4-34-16,-8 0-40 0,8-4-40 15,0 4-35-15,0 4-38 0,0-4-50 0,8 4 0 16,-8 2 0-16,0 6 0 0,0 2 0 16,6 6 0-16,-6 1 0 0,6 5 0 15,1 3 0-15,-7 3 0 0,0 2 0 0,6-2 0 16,-6 5 0-16,0 0 0 0,7-4 0 16,-7-4 0-16,0 5 0 0,6-9 0 0,-6 4 0 15,7-7 0-15,-7-4 0 0,0 1 0 16,6-4 0-16,-6-1 0 0,0-3 0 0,0-4 0 15,0-3 0-15,0 3 0 0,0-7 0 16,0 4 0-16,0-4 0 0,0-4 0 0,0 4 0 16,0-3 0-16,0-1 0 0,0 0 0 15,-6-3 0-15,6 0-413 0,-7 0-407 0,1-4-321 0,-1-1-119 16,1 1 7-16,-1-3 86 0,-5-1 168 16,4 0 260-16,2 1 347 0</inkml:trace>
  <inkml:trace contextRef="#ctx0" brushRef="#br1" timeOffset="152991.45">12387 10653 222 0,'0'-7'532'0,"0"4"155"0,0-2 112 15,0-2-12-15,0 4 1 0,0-5-109 16,-7 5-113-16,7-2-110 0,0 2-82 0,0 3-71 16,-6 0-68-16,6-3-59 0,0 6-39 15,0 0-16-15,6 5 1 0,-6 3 9 16,7 4 20-16,-1 7 27 0,1 0 16 0,0 3 7 16,-1 9 0-16,6-5-50 0,-4 7-151 15,4 1 0-15,-5-1 0 0,0 1 0 16,6 0 0-16,-7-1 0 0,0-2 0 0,1-6 0 15,0 6 0-15,-1-9 0 0,0-3 0 16,-6 0 0-16,7-3 0 0,-7-8 0 0,0 3 0 16,0-6 0-16,0-1 0 0,0-3 0 15,0-4-280-15,0 0-181 0,-7-4-124 0,1-3-144 0,0-4-147 0,-1 0-146 16,0-8-24-16,1 1 46 0,-7-8 124 0,0 0 175 16,6 1 208-16</inkml:trace>
  <inkml:trace contextRef="#ctx0" brushRef="#br1" timeOffset="153384.29">12283 10921 152 0,'-6'0'459'0,"-2"0"85"32,2 0 67-32,6-3 30 0,6 3-59 0,2 0-106 15,4 3-91-15,8-3-67 0,-1 0-58 16,7 0-76-16,7 0-70 0,-1 0-42 0,8 0-27 16,-1 3-16-16,0-3-8 15,-1 0-11-15,2 0 8 0,-1 0-9 0,0 0 2 16,-7 0 11-16,-5 0 22 0,-8-3 40 15,0 3 22-15,-5 0 38 0,-8-3 28 0,1-1 19 16,-1-1 13-16,-6 2-1 0,0-2 6 16,0 3 6-16,-6-2 5 0,6 0-5 0,0 0-19 15,-7 4-26-15,7 0-30 0,0 0-37 16,0 0-31-16,0 0-23 0,0 4-1 0,0 0 13 16,7 2 22-16,-7 11 27 0,6-3 29 15,1 4-89-15,-1 4-50 0,1 0 0 16,-1 3 0-16,-6 4 0 0,6-3 0 0,2 3 0 15,-2 0 0-15,-6-3 0 0,6 0 0 16,-6-4 0-16,7 0 0 0,-7-3 0 0,0-4 0 16,0-1 0-16,6-3 0 0,-6-4 0 15,0 0 0-15,0-3 0 0,0-4 0 0,-6-4 0 16,6 0-151-16,-7-3-432 0,1-7-217 16,0 0-224-16,-2-9-136 0,2 2-4 15,0-8 65-15,-7-9 153 0,6 2 219 0,-6-5 270 16</inkml:trace>
  <inkml:trace contextRef="#ctx0" brushRef="#br1" timeOffset="153493.6">12771 10789 197 0,'-7'-4'491'0,"1"-3"67"0,6-1 39 15,-6 1-24-15,6 3-150 0,0 1-177 16,0-2-160-16,6 5-161 0,-6 0-175 0,6 0-188 16,8 5-97-16,-2-5-35 0,2 3 23 15,-1 1 78-15</inkml:trace>
  <inkml:trace contextRef="#ctx0" brushRef="#br1" timeOffset="154790.06">13078 10843 131 0,'0'4'611'0,"0"0"144"16,0-4 96-16,0 3 67 0,-8-3-129 0,8 4-175 16,0-4-180-16,0 4-103 0,8 3-55 15,-8 0-26-15,6 4-5 0,0 1-12 16,1 3-15-16,-1 3-21 0,7 3-21 0,-6-2-24 15,-1 6-24-15,8 2-9 0,-8-3-1 0,0-1 5 16,1 2 9-16,0-3 0 0,-1 0-1 16,-6 0-8-16,6-3-119 0,-6-5-4 15,0 1 0-15,7-4 0 0,-7 0 0 0,0-4 0 16,0-3 0-16,0 0 0 0,0-1 0 16,0-3 0-16,0-3 0 0,0-1 0 0,0-3 0 15,0-4 0-15,-7-4 0 0,7-3 0 0,0-1 0 16,0-3 0-16,-6-3 0 0,6-5 0 15,0 2 0-15,0-6 0 0,6 5 0 0,-6 3 0 16,7 0 0-16,-1 5 0 0,1-2 0 16,6 5 0-16,-7 3 0 0,8 1 0 15,-2 3 0-15,2 0 0 0,-1 3 0 0,7 1 0 16,-8 4-29-16,8-1-34 0,-7 4 13 16,-1 0 11-16,2 7 13 0,-2-4 6 0,2 9 7 15,5-1 4-15,-5 3 5 0,-8 5 2 16,6-2-1-16,2 3 5 0,-8 2 3 0,8-1 10 15,-8 5 15-15,1-4 15 0,-1 0 17 16,0 3 14-16,1-6-53 0,-7 3-23 16,7 0 0-16,-7-4 0 0,6-3 0 0,-6-1 0 15,0 1 0-15,0 0 0 0,0-4 0 16,0-3 0-16,0-1 0 0,0-4 0 0,0 5 0 16,0-8 0-16,0 3 0 0,0-3 0 15,0-3 0-15,-6-1 0 0,6 0 0 0,-7-6 0 16,7 2 0-16,-7-7 0 0,1 1 0 15,0-5 0-15,6 1 0 0,-7-4 0 0,7-4 0 16,0 1 0-16,0-4 0 0,0-1 0 16,7 5 0-16,-1-1 0 0,7 4 0 15,-6 1 0-15,5-2 0 0,2 4 0 0,-1 5 0 16,7-1 0-16,-8 0 0 0,8 5 0 0,-1 2 0 16,-5 1 0-16,4 0 0 0,2 7-22 15,-6 0-11-15,-1 0 11 0,-1 7 7 0,-5 0 7 16,6 4 1-16,-7 4 4 0,1 3 3 15,-7 0 8-15,7 5 12 0,-7 2 8 0,0-3 11 16,6 4-24-16,-6-1-15 0,0-3 0 16,0 1 0-16,0-1 0 0,7-1 0 0,-7-3 0 15,6 1 0-15,-6-4 0 0,6-5 0 16,1 1 0-16,6 0 0 0,-7-4 0 0,8-2 0 0,-1-2 0 16,0-3 0-16,0-3 0 0,7-2 0 15,-1 2 0-15,0-4 0 0,1-4 0 0,-7 0 0 16,7-4 0-16,-8 1 0 0,8-5 0 15,-7-3 0-15,1 1 0 0,-2-6 0 16,-5 2 0-16,6-1 0 0,-13 1 0 0,6-1 0 16,-6 1 0-16,-6 2 0 0,6 5 0 15,-7 0 0-15,1 3 0 0,-1 4 0 16,-5 0 0-16,-2 4 0 0,1 0 0 0,0 3 0 16,0 0 0-16,0 8 0 0,0 0 0 15,0 3 0-15,0 0 0 0,0 8 0 0,6 4 0 16,-6 2 0-16,7 1 0 0,0 4 0 0,-2 0 0 15,8 3 0-15,0 0 0 0,0 0 0 16,0-3 0-16,8 0 0 0,-2-1 0 0,0 1 0 16,7-8 0-16,-6 0 0 0,12-3 0 15,-5 1 0-15,5-6 0 0,0-3 0 16,1-3 0-16,-1 0 0 0,8-4 0 0,5 0 0 16,-6-8 0-16,0 5 0 0,1-5 0 15,-8-3 0-15,0-4 0 0,1-3 0 16,-1-1 0-16,-5-6 0 0,-8 0 0 0,7-9 0 15,-6 5 0-15,-7 0 0 0,0-4 0 16,0 8 0-16,0-1 0 0,0 4 0 0,0 0 0 16,0 7 0-16,0 0 0 0,0 1 0 0,0 7 0 15,6-4 0 1,1 4 0-16,-1 3 0 0,0 0 0 16,8 4 0-16,5 4 0 0,1 0 0 0,0 6 0 15,6 1 0-15,-1 3 0 0,1 9 0 0,0 0 0 16,1-2 0-16,-7 8 0 0,-2-3 0 15,-4 3 0-15,-1-3 0 0,-13 3 0 16,0-4 0-16,-7-2 0 0,-6-2 0 0,0 2 0 16,-13-5 0-16,7-4 0 0,-7 1 0 15,-7-4 0-15,7 0 0 0,-6-3 0 0,5-5 0 16,-5 1 0-16,6-4 0 0,6 4 0 0,-6-4 0 16,7-4 0-16,-1 4 0 0,7 0 0 15,0-4 0-15,0 4 0 0,7-3 0 16,-8-1 0-16,8 4 0 0,-1-4 0 0,7 1-130 15,-6 0-705-15,-1-5-342 0,7 0-143 16,0 1-9-16,-6-8 98 0,6 1 194 0,-7-1 302 16,7-7 344-16</inkml:trace>
  <inkml:trace contextRef="#ctx0" brushRef="#br1" timeOffset="167175.1">19596 963 341 0,'-6'-4'412'0,"6"1"57"0,0-4 14 0,-6 0-18 16,6-2-46-16,-7 3-33 0,7-5-15 15,-7 0-6-15,7 2-16 0,0 3-33 0,-6-1-39 16,6 0-39-16,0 2-34 0,-7 3-42 0,7 2-34 15,0-5-40-15,0 10-24 0,0-5-8 16,0 7 3-16,0 3 8 0,0 5 11 0,0 0 10 16,0 7 7-16,7-1-3 0,-7 2-8 15,6 2-4-15,-6 1-2 0,7 4 0 0,0-5-5 16,-1 0-1-16,0 1 1 0,-6-4-4 0,8-3-3 16,-2-1-1-16,0-3 0 0,0-1-3 15,1-3 0-15,-7-4 11 0,0 0 17 0,7 1 20 16,-7-5 11-16,0 1 4 0,-7-4-1 15,7-4-19-15,-7 1-25 0,7 0-31 0,-6-9-21 16,0 1-15-16,0-3-9 0,-2-1-1 16,-4-3-3-16,5-5-2 0,0 3 4 0,7-7-2 15,-6 5-1-15,6 0-5 0,0 0 0 0,0 0-2 16,6 0-3-16,1 4-2 0,0-1-2 16,5 5-2-16,2-4-3 0,-2 3 0 0,2 5-5 15,5-2 1-15,-5 1 2 0,4 0 2 16,2 3 2-16,0 6 0 0,-1-3 5 0,1 10 4 15,-1-5 2-15,-5 7 4 0,4 0 0 0,2 4 3 16,-6 3-1-16,-1 1 1 0,-1 4 0 16,2-2 1-16,-8 1 2 0,0 5 0 0,1-2 2 15,-7 2 2-15,7 2 1 0,-1-3 0 16,-6 0-1-16,0 1 1 0,0-1 2 0,0-4-4 16,0-4-2-16,7 4 2 0,-7-6-3 15,0 2-7-15,0-6-30 0,0 2-45 0,0-2-58 16,0-5-85-16,0 1-102 0,0-4-155 0,0 0-174 15,0 0-194-15,0-4-145 0,0 1-26 16,0-5 47-16,0-2 131 0,6 2 184 16,-6-3 232-16</inkml:trace>
  <inkml:trace contextRef="#ctx0" brushRef="#br1" timeOffset="167378.04">20190 1051 173 0,'6'4'579'0,"0"-8"137"0,-6 4 91 15,7 0 61-15,-1-3-161 0,1-1-156 0,-1 0-146 16,7 1-115-16,-7-1-73 0,14 0-47 0,-6 1-30 16,5-4-39-16,-6 2-23 0,6-2-18 15,1 3-24-15,6-3-13 0,-7 3-10 16,1 1-9-16,0-4-27 0,-1 2-50 0,1 2-71 16,-1-1-114-16,-6 4-141 0,0-3-158 0,-6 3-156 15,0 0-106-15,-7 0-6 0,0 0 70 16,-14 3 114-16,8 1 153 0</inkml:trace>
  <inkml:trace contextRef="#ctx0" brushRef="#br1" timeOffset="167600.04">20287 1171 60 0,'-6'12'448'0,"6"-1"95"0,-7 0 96 0,7-3 99 16,0-5-94-16,0 4-92 0,7-7-74 15,-1 4-51-15,7 0-65 0,0-4-76 0,0-4-58 16,7 4-54-16,-1-4-30 0,1 1-30 0,6-4-22 15,0-1-20-15,-1 4-14 0,2-3-8 0,-1 0-21 16,-6 0-14-16,-1 3-28 0,0-1-34 16,-6 3-53-16,-6-3-81 0,0 5-111 0,-1 0-143 15,-6-3-158-15,0 3-189 0,0-3-78 0,-6-2 13 16,-1 2 79-16,0 3 127 0,1-6 166 16</inkml:trace>
  <inkml:trace contextRef="#ctx0" brushRef="#br1" timeOffset="167928.09">20892 820 165 0,'0'-11'535'0,"0"-3"117"0,0-1 96 16,0 4 78-16,0-3-145 0,0 3-131 0,0 0-103 15,-6 3-85-15,6 2-72 0,0 1-67 16,0 2-66-16,0-1-35 0,-6 4-43 0,6 0-36 15,0 4-20-15,6-1-3 0,-6 8 9 0,6 3 5 16,-6 5 13-16,8-1 20 0,-8 4 16 16,6 4 6-16,-6-1-2 0,6 5 1 15,-6-4-2-15,6 2-6 0,-6 2-3 0,7-1-1 0,-7 0 3 16,7-2-2-16,-7-2-3 0,6-3-10 16,-6-4-11-16,7 1-12 0,-7-1-14 0,0-7-10 15,0-1-9-15,6 2-12 0,-6-5-26 16,0-3-39-16,0 3-61 0,0-7-79 0,0 0-119 15,0 0-139-15,0-3-168 0,0-5-161 16,0-2-131-16,0-1-25 0,6 0 65 0,-6-8 121 16,8 4 175-16,-2 1 191 0</inkml:trace>
  <inkml:trace contextRef="#ctx0" brushRef="#br1" timeOffset="169570.65">20886 788 106 0,'0'0'349'0,"0"0"79"0,-6-5 71 0,6 2-35 16,-7 3 25-16,1-4-21 0,-1 1-30 0,0-1-35 15,1 0-33-15,0 1-51 0,0-1-67 0,6 4-55 16,-8 0-47-16,8 4-17 0,0-1-8 15,-6 1 1-15,6 7 11 0,0 1 16 0,6 2 24 16,-6 4 11-16,8 4 8 0,-8 3 5 16,6 9 0-16,0-1-16 0,7-1-14 0,-6 5-23 15,-1 4-24-15,1-5-25 0,-1 1-20 0,0 0-11 16,2-5-19-16,-2 1-15 0,0-4-8 16,0 1-8-16,1-4-8 0,0-4-3 0,-7-4-1 15,6 0 1-15,1-3-5 0,-7-4-18 16,0-4-31-16,6 1-58 0,-6-4-80 0,0-1-110 15,6-6-144-15,-6-1-178 0,8-1-187 16,-8-5-174-16,6-1-40 0,0-7 43 0,0 3 112 16,8-3 179-1,-8-4 209-15</inkml:trace>
  <inkml:trace contextRef="#ctx0" brushRef="#br1" timeOffset="170800.91">21987 913 38 0,'6'-19'521'0,"0"4"148"15,-6 0 98-15,0-3 80 0,0 4-73 0,-6-1-162 16,6 0-141-16,-6 5-113 0,0 1-75 0,-2-1-70 15,2 2-53-15,0 1-35 0,-1 7-37 0,1-3-31 16,6 3-23-16,-7 3-5 0,0 1-2 16,1 7-1-16,6 4 7 0,-6-1 5 0,6 8-1 15,0 0 3-15,0 3 2 0,0 5 1 16,6-1 1-16,0 0 1 0,8-2 7 0,-1 1 1 16,-1-2 3-16,2 0 2 0,6-4-1 15,-1-3-2-15,7-2-1 0,-6-5-3 0,6-2-1 16,-1-3 1-16,1-2-2 0,7-10 5 0,-7 2 8 15,0-1 11-15,7-6 5 0,-7-2 12 16,-7-2 22-16,7-5 8 0,-6 1 12 0,-7 0 13 16,0-4 5-16,-6-4-4 0,-1 1-124 15,-6-1-22-15,-6-3 0 0,-1 3 0 0,-6-4 0 16,0 5 0-16,-7-1 0 0,-6 4 0 0,1 4 0 16,-1 0 0-16,-7 2 0 0,0 3 0 0,1 1 0 0,-8 2 0 0,8 6 0 15,-1-4 0-15,1 8 0 0,-1 0 0 0,7 0 0 16,0 3 0-16,-7 2 0 0,14 2-144 15,-7 0-342-15,13 8-178 0,0-5-193 0,0 6-216 16,6-2-61-16,1 2 32 0,6 1 81 0,0 1 176 16,0 1 234-16</inkml:trace>
  <inkml:trace contextRef="#ctx0" brushRef="#br1" timeOffset="174743.25">21401 813 286 0,'0'0'378'16,"0"-4"56"-16,0-3-6 0,0 0-14 0,0 4-32 15,0-9-42-15,0 5-17 0,-7-1-11 16,7 1-18-16,-7 0-25 0,7 2-31 0,-6-2-19 16,0 4-40-16,-1 0-34 0,1-2-28 0,-1 5-26 15,0 0-20-15,-5 0-22 0,5 5-8 0,-6 1-10 16,7 6-4-16,-7-1-6 0,-1 3-2 16,8 5-4-16,-8-1 0 0,8 4-1 0,0 0-3 15,6 4 6-15,0-1 5 0,0 5 1 0,0-1 2 16,6 0 3-16,0 1 0 0,2-5-7 15,-2 1 0-15,7-1 7 0,0-3 2 16,0-2 8-16,7-6 9 0,-8-1 14 0,8-1 11 16,-7-5 6-16,7-3 4 0,0 0 6 0,-1-4-2 15,0-4 4-15,0-3-4 0,1-4 0 16,6-1-11-16,-13-2-1 0,7 0-1 0,0-5-6 16,-8 1 0-16,1-4 0 0,1 0 2 15,-8 0-10-15,0-4-9 0,-6 5-3 0,0-6-15 16,-6 1-13-16,0 6-4 0,-1-3-4 0,-6 2 0 15,6 1-5-15,-5 3 1 0,-8 2 0 16,7 0-4-16,-7 5 2 0,7-2-5 0,-6 5-2 16,5-1 0-16,-5 1-4 0,6 7 2 15,-6-3-1-15,5 6 1 0,-5-3 1 0,6 7 1 16,0 1 3-16,0 2 0 0,0 2 0 0,0 2 0 16,6 1 1-16,1 3 1 0,-7 4-2 15,13-3 0-15,-6 3 0 0,6 3 0 0,0 1 0 16,0 0-1-16,0-1 0 0,6 1 3 15,-6-1 2-15,13 1 1 0,-7-3-6 0,1-3 2 16,6-1-1-16,0-1-2 0,0-2 1 0,0-2 1 16,7-7 6-16,-8 0 1 0,8-2 1 15,0-2 1-15,-1-3 5 0,1-3 3 0,-1-5 10 16,1-3 10-16,6 0 11 0,-6-3 15 16,-1-5 11-16,-6 1 14 0,6-4 4 0,-5 0 5 15,-8 0-2-15,0-4-6 0,1 0-9 0,-7-2-11 16,0-2-12-16,-13 1-17 0,7 3-8 15,-8-4-7-15,-5 8-5 0,-1 0-3 0,1 4-2 16,0 4 1-16,-1 7-3 0,-6-1-3 16,-1 1-3-16,2 7-5 0,5 3-3 0,-6 1 0 15,0 4 0-15,7-1 0 0,-1 7-9 0,0-3-37 16,8 4-55-16,-1-1-66 0,-1 1-86 0,2 4-95 16,4-6-118-16,8 4-172 0,-6 0-196 15,6-2-169-15,6-1-40 0,-6 1 27 16,0-3 99-16,8-2 183 0,-8 1 240 0</inkml:trace>
  <inkml:trace contextRef="#ctx0" brushRef="#br1" timeOffset="176399.09">20111 2329 357 0,'6'0'449'16,"1"0"75"-16,-7-3 19 0,0 3 9 0,0-3-54 16,0-5-73-16,0 5-50 0,0-5-46 0,0 0-49 15,0 1-59-15,0 0-31 0,-7-4-25 16,7 4-15-16,-6-5-12 0,0 5-14 0,-1 0-5 15,0 0-15-15,1-1-10 0,0 1-12 16,-7 4-14-16,-1-2-14 0,2 5-12 0,-8 0-9 16,0 0-8-16,1 5-6 0,-7 2 1 15,0 0 2-15,-1 4 6 0,1 0 2 0,7 4 3 16,-7-1 0-16,0 4-3 0,6 1-7 0,1 4-2 16,5-2 2-16,2 5 2 0,-1-1 5 15,6 4 9-15,7-3 21 0,-6 7 14 0,12-4 11 16,-6 1 10-16,14 3 8 0,-8-4-4 15,14-3-8-15,-8-1-14 0,15-3-8 0,-9 0-12 16,16-4-10-16,-9-2-9 0,8-1-6 16,0-5-2-16,0-3-3 0,-1 1-6 0,1-5 0 15,-7-3 6-15,-1 0-2 0,1 0 0 0,1-7-1 16,-8 3-6-16,0-3-3 0,1 3-3 16,-7-2-5-16,0-3 0 0,0 3-7 15,-7 2-19-15,2-3-40 0,-8-1-62 0,0 5-83 16,0-4-112-16,0-2-158 0,0 2-181 0,0-4-196 15,0 1-133-15,0-2-20 0,0 1 56 16,0-3 133-16,6 2 185 0,0-2 227 0</inkml:trace>
  <inkml:trace contextRef="#ctx0" brushRef="#br1" timeOffset="176638.11">20535 2410 23 0,'0'4'514'15,"0"-4"157"-15,0 0 91 0,0 0 51 16,0 0-104-16,0 0-170 0,6-4-175 0,0 1-150 16,1-2-84-16,6 2-46 0,6-4-32 0,-5 0-15 15,6-1-14-15,5 1-7 0,-5 0-8 16,6-1-4-16,0 1-3 0,0 0-18 0,-7-1-35 16,-5 1-60-16,5 0-78 0,-6 3-90 15,-6 1-106-15,-1-2-113 0,0 5-111 0,-12 0-53 0,6 0 20 16,-13 5 59-16,0-2 92 0,-6 1 118 15</inkml:trace>
  <inkml:trace contextRef="#ctx0" brushRef="#br1" timeOffset="176825.51">20593 2549 209 0,'0'15'454'0,"0"-4"84"0,0 0 86 16,0-3-8-16,7-1-39 0,-7-4-79 15,12-3-74-15,-4 0-54 0,10-3-64 0,-4-2-68 16,5-1-67-16,1-2-33 0,6 1-27 0,0 1-29 15,-7-6-17-15,7 1-19 0,-6 3-6 16,-1 2-26-16,1-2-18 0,-7 1-26 0,-6 3-53 16,6 0-89-16,-13 1-137 0,6-5-164 0,-6 8-207 15,0-7-117-15,0 4-27 0,0-5 47 16,-6 4 113-16,6-3 158 0</inkml:trace>
  <inkml:trace contextRef="#ctx0" brushRef="#br1" timeOffset="177451">21186 2161 54 0,'0'-4'499'0,"-7"-3"117"0,0 3 84 15,1-3 68-15,0 0-108 0,-7-4-151 16,6 0-133-16,7 3-86 0,-7-2-59 0,1-1-53 15,6 0-35-15,0-1-26 0,6 2-22 0,-6-5-30 16,7 3-25-16,0 2-13 0,6-1-10 0,-7 0-4 16,7-1-6-16,0 6 0 0,7-2 4 15,-1 5 5-15,-6-1 4 0,6 0 5 16,1 4 5-16,0 4 4 0,6 0 4 0,-7 3 0 16,1 0-2-16,-1 4-6 0,1 0-8 0,0 0-9 15,-7 3-5-15,0 2-3 0,0-2-7 16,-7 5 3-16,-6-5 0 0,0 4 3 0,-6 1 1 15,-1 4-2-15,1-6 4 0,-7 2-1 0,0 3 0 16,-7-4-1-16,7-4-4 0,0 4 0 16,0-6 0-16,7-1 5 0,-8 0 15 0,8-8 20 15,0 4 26-15,-1-2 21 0,7-5 11 16,-7 0 3-16,7-5-6 0,7 5-18 0,-7-7-27 16,7 4-18-16,5-5-13 0,2 5-13 0,5-5-4 15,1 5-2-15,0-1 1 0,5 1-4 16,-5 3 1-16,6 0 6 0,6 3-2 15,-5 4 7-15,-8 1 8 0,0 3 9 0,1-1 8 16,-1 6 4-16,-11-2 13 0,4 4 6 0,-12-3 2 16,-6 3 6-16,0 4 7 0,-8-4 13 15,-6 1 1-15,1 3 1 0,-7-4 5 0,0 1-1 16,0-5 6-16,-1 1 4 0,2-4 15 0,-1 0 23 16,0-4 20-16,0-3 20 0,-1-1-167 15,8 1-13-15,0-4 0 0,6 0 0 0,-7 0 0 16,6-4 0-16,8 4 0 0,-7-3 0 15,7-1 0-15,-1 0 0 0,7 4 0 0,-6-3 0 16,6-1 0-16,0 4 0 0,0-4-307 16,6 4-369-16,-6-3-275 0,7 3-205 0,-7-3-60 15,0 3 35-15,0-8 103 0,0 4 214 0,-7 1 302 16</inkml:trace>
  <inkml:trace contextRef="#ctx0" brushRef="#br1" timeOffset="185217.51">22429 9451 6 0,'8'-7'354'0,"-2"0"86"15,0-1 76-15,1 5 36 0,-7-5 10 0,6 2-34 16,-6-2-37-16,0 4-31 0,0-3-36 16,0 3-70-16,0 4-75 0,-6 0-51 0,6 4-41 15,-7-1-24-15,7 8-13 0,-6 8 4 16,0 4 7-16,-2 2-3 0,2 4-4 0,0 7-10 16,6 1-8-16,-7 7-11 0,7-1-16 15,-7 6-14-15,7-2-15 0,0-3-19 16,0 4-16-16,0-5-15 0,0 1-8 0,0-3-11 15,0-5-7-15,0 0-1 0,0-5-3 16,0-2-3-16,0-8-24 0,0 2-40 0,7-9-60 16,-7-2-91-16,0-5-130 0,7-3-167 15,-1-12-163-15,0 0-144 0,8-6-118 16,-1-4-6-16,0-1 82 0,6-6 142 0,1-1 170 16</inkml:trace>
  <inkml:trace contextRef="#ctx0" brushRef="#br1" timeOffset="185587.12">22723 9781 83 0,'0'-11'493'0,"6"0"118"16,-12 1 94-16,6 2 76 0,-6 0-110 16,6 1-139-16,-8 3-103 0,2 1-92 0,0 3-69 15,-1 0-53-15,-6 3-36 0,6 5-28 16,-5 3-19-16,6-1-9 0,-2 6-16 16,-4 2-16-16,5 0-16 0,7 8-14 0,0-1-14 15,0 1-9-15,0 3-6 0,7-3 0 16,5 0-5-16,-4 0-1 0,4-5 2 0,1 2 1 15,7-9 6-15,-8 0 7 0,8 1 11 16,0-7 5-16,-1-5 8 0,-5 0 4 0,5-6 0 16,0 0 2-16,1-5 6 0,-7-7 12 15,0 1 7-15,0-5 4 0,0 1 4 0,-6-3-5 16,-1-5-15-16,-6-4-18 0,-6 0-19 16,-1 3-14-16,0 0-15 0,-5-2-9 0,-2 7-5 15,-5 4-9-15,-1-1 0 0,1 9-7 16,0 2-16-16,-1 0-31 0,0 8-48 15,1 4-53-15,-1 0-65 0,7-1-68 0,0 9-74 16,0-5-74-16,7 4-80 0,6 0-72 16,0 0-64-16,6 0-48 0,0 3-47 0,8-3 14 15,-1 0 77-15,7 0 105 0,-2-3 114 16</inkml:trace>
  <inkml:trace contextRef="#ctx0" brushRef="#br1" timeOffset="186086.85">23146 9814 127 0,'33'-14'438'0,"-14"-5"98"0,1 1 120 16,-8-1 65-16,-4 1-72 0,-2-1-77 0,0 2-58 16,-12-2-61-16,0 1-90 0,-2 3-81 15,-4 1-64-15,-8 2-48 0,7 6-41 16,-13 1-35-16,6 5-29 0,1 5-22 0,-1 1-14 16,-6 8-18-16,14 3-4 0,-8 0-1 0,13 5 1 15,-5 0-3-15,4 4-2 0,8 0 3 16,0-1 0-16,0 1 0 0,8-1-2 15,4-3 0-15,1 0-2 0,7-4 2 0,0-3-1 16,6 0-2-16,-7-4-3 0,7-8 2 16,7 2 2-16,-7-5-1 0,0-5 0 0,0 2 1 15,-7-4 1-15,7-4 0 0,-13 3 9 16,7-2 20-16,-7-2 26 0,-6 5 26 16,5-4 28-16,-5 4 19 0,-7 2 2 0,7 2-15 15,-7 0-25-15,0 3-24 0,0 0-28 16,0 0-22-16,0 6-12 0,0 6-3 15,0 3-1-15,0 7-2 0,6 0 2 0,-6 3 2 16,7 4 6-16,-7 4 4 0,6 1 7 16,0 5 1-16,1-2 5 0,-7 4 1 0,7-1 3 15,-7 0 1-15,0-4-1 0,0-2 12 16,-7-1 9-16,7-7 5 0,-13-1 9 16,7-3 11-16,-7-4 15 0,-1-7 1 0,-5 0 4 15,0-3-1-15,-1-4-7 0,-7-4-14 0,2 0-15 16,-1-4-17-16,0-4-40 0,-7 2-3 15,7-1 0-15,-6-2 0 0,5-2 0 0,1 1-23 16,0-2-100-16,7-2-81 0,5-1-98 16,2 0-125-16,6-2-160 0,6-3-182 15,0-1-187-15,12-5-93 0,2-3 5 0,5 0 80 16,7-4 155-16,6-4 208 0</inkml:trace>
  <inkml:trace contextRef="#ctx0" brushRef="#br1" timeOffset="186337">23686 9429 523 0,'7'-25'683'0,"0"-1"98"15,-1 4 84-15,-6-3-18 0,7 7-173 0,-7-1-159 16,0 4-113-16,-7 4-79 0,7 4-77 16,0 0-67-16,0 3-64 0,0 4-38 0,-6 4-22 15,6 3-7-15,0 4 3 0,0 7 7 16,0 5 4-16,0-2 1 0,0 8-8 15,0 4-8-15,0 0-11 0,0 1-14 16,0-1-5-16,0-1-8 0,0 2-6 0,6-6-7 16,-6 2-25-16,0-7-41 0,7-3-59 0,-7-1-75 15,6-8-118-15,8 0-138 0,-8-8-136 16,7-3-125-16,0-3-126 0,0-4-27 16,7-4 61-16,-8-4 113 0,2-7 144 0,-2-1 159 15</inkml:trace>
  <inkml:trace contextRef="#ctx0" brushRef="#br1" timeOffset="186696.04">23954 9378 319 0,'0'-22'519'0,"6"8"121"0,-6-2 102 0,0 3-19 16,0-3-120-16,0 9-94 0,-6-4-97 15,6 8-107-15,-6-1-88 0,-2 0-60 0,2 8-38 16,0 0-29-16,-7 2-5 0,6 6 6 0,0 2 3 16,1 4 3-16,0 1-4 0,-1 7-7 15,7 3-9-15,0 0-15 0,0 1-15 16,0 3-9-16,0-4-7 0,7 0-8 0,5-3-6 15,-5-1-4-15,6-2 0 0,0-4-3 16,7-2 9-16,-8-6 7 0,8-3 7 0,-1-1 8 16,1-7 6-16,6-4 12 0,-6 1 1 15,-1-8 7-15,1 0 19 0,-1-3 17 0,-5-5 14 16,-2-4 4-16,2 2 2 0,-14-5-11 16,0-7-22-16,0 4-25 0,-7 0-22 15,-6-5-17-15,7 9-12 0,-14-1-7 0,1 4-4 16,-1 4-5-16,0 6 0 0,-5 2-2 15,-1 2-10-15,6 5-23 0,-7 3-40 0,9 3-57 16,-2 2-70-16,0 1-87 0,7 6-116 16,0-1-142-16,6 0-151 0,1-1-150 0,6-2-87 15,6 3 4-15,1-4 82 0,6 0 141 16,7-3 181-16</inkml:trace>
  <inkml:trace contextRef="#ctx0" brushRef="#br1" timeOffset="187055.79">24338 9265 10 0,'6'-8'522'0,"-6"1"132"0,7 0 84 0,-7-1 54 16,0 5-78-16,-7-1-181 0,1 0-168 15,-1 8-114-15,1 0-65 0,0-1-35 16,-2 8-18-16,2 0-9 0,0 8-5 0,6-1-7 16,0 7-8-16,0 1-16 0,0 0-16 15,6 7-22-15,8-5-18 0,-8 3-10 0,7-6-7 16,7 0-4-16,-8-2 0 0,8-5 1 15,0 0 10-15,-1-7 11 0,1-4 15 0,0 2 19 16,-1-9 25-16,0-5 27 0,0-2 26 16,1-4 24-16,0-3 17 0,-7-1 15 0,-1-7 3 15,-4 0-3-15,-2-5-14 0,0 0-24 16,-12-4-28-16,6-1-31 0,-14-5-25 0,2 4-28 16,-1 4-19-16,0-1-15 0,-6 8-9 15,-1 5-8-15,0 0-18 0,-5 8-34 16,5 5-61-16,-6 0-84 0,6 8-107 0,-6 3-155 15,7 4-202-15,-8 4-208 0,7 2-175 16,-5 2-40-16,5 6 42 0,0 6 127 0,2 1 194 16,-2 1 233-16</inkml:trace>
  <inkml:trace contextRef="#ctx0" brushRef="#br1" timeOffset="187655.09">23908 10254 243 0,'-19'0'541'0,"-1"-4"103"0,7 0 88 0,0-3 48 16,-6 0-138-16,5 0-125 0,2-5-87 15,4 2-68-15,-4-1-59 0,5 0-54 16,7 4-43-16,-6-5-30 0,6 1-25 0,6 0-25 15,-6 0-21-15,13 0-19 0,-7 4-20 16,8-4-20-16,6 4-10 0,-1 2-9 0,-6 2-4 16,6 0-5-16,1 3-1 0,0 3 2 15,-7 0-2-15,7 5 1 0,-8 3-4 0,-6 4 1 16,1 0-3-16,0 3-5 0,-7 3 1 16,0 2-4-16,-7 3 0 0,0-5 1 15,-5 5-4-15,-8 1 34 0,7-7-16 16,-7 7-8-16,1-10-3 0,6 6-1 0,0-9 1 15,0 1-33-15,6-4 18 0,1-4 19 16,0 0 14-16,-1 2 10 0,7-7 8 0,0-2 6 16,7 0-3-16,-1 0-6 0,7 0-3 15,0 0-5-15,6 0-3 0,1 0-3 0,0 5 5 16,5-2-5-16,-5 0-6 0,0 5-1 16,-1-2-3-16,-5 2-1 0,-2 4-3 15,2-1 0-15,-14 0 9 0,0-1 8 0,-8 5 18 16,2-1 16-16,-6 1 16 0,-8 0 21 15,0-1 13-15,-5 2 15 0,5-5 13 0,-7-5 13 16,1 3-98-16,0-6-57 0,7 1 0 0,-7-1 0 16,6-3 0-16,1 0 0 0,-1-3 0 15,8-1 0-15,-8 1 0 0,7-2 0 16,6 1 0-16,0 1 0 0,1 0 0 0,0-5 0 16,-1 5 0-16,7-2 0 0,0 2 0 15,0 0 0-15,0-2 0 0,0 5 0 0,0-2 0 16,0 2-148-16,7-5-542 0,-7 5-301 15,0 0-212-15,0-3-52 0,0-1 45 0,-7-3 114 16,0-1 235-16,1 1 311 0</inkml:trace>
  <inkml:trace contextRef="#ctx0" brushRef="#br1" timeOffset="192418.6">22847 12474 43 0,'-7'-15'459'16,"0"-3"103"-16,7-1 106 0,-6 1 80 15,-1 0-85-15,7 3-118 0,-6 1-92 0,6 3-81 16,-6 4-92-16,6 2-60 0,0 2-39 16,0 6-22-16,-7 4-1 0,7 5 15 15,0 6 21-15,0 4 16 0,0 7 3 0,0 5-11 16,0 1-28-16,7 7-28 0,-7 2-30 16,0 0-32-16,0-1-31 0,6 1-22 0,-6 0-11 15,0 0-5-15,6-4-7 0,-6 1-22 16,0-4-33-16,7-5-42 0,-7-2-57 15,6-9-69-15,1 1-85 0,0-2-103 0,-1-13-122 16,7 0-137-16,0-7-117 0,0-7-92 16,7-5 1-16,-8-6 76 0,8-4 130 0,-7-4 166 15</inkml:trace>
  <inkml:trace contextRef="#ctx0" brushRef="#br1" timeOffset="192762.18">23100 12694 294 0,'7'-16'469'0,"-7"2"70"0,0 3 55 0,0-1-28 16,0 3-101-16,-7 5-71 0,1 0-47 15,0 8-32-15,-2 0-23 0,2 3-39 0,-6 4-29 16,5 3-29-16,0 5-20 0,1 3-14 16,-1 0-18-16,1 3-25 0,6-3-21 15,0 4-20-15,0 0-15 0,0 0-13 0,6-6-10 16,1 3 15-16,-1-9 9 0,8 5 21 16,-2-8 13-16,2-4 14 0,5 0 20 0,-6-7 6 15,6-3 0-15,1-1-1 0,0-3-3 16,-1-7-7-16,1-2-7 0,-8 2-10 0,2-4-10 15,-1-4-13-15,-7 0-16 0,-6-3-14 16,0-1-12-16,-6 0-14 0,-1 1-11 0,-5-1-9 16,-2 4-8-16,-6 7-12 0,8 0-22 15,-8 8-27-15,1 0-40 0,-7 7-51 16,6 2-63-16,1 7-64 0,5 2-66 0,2 0-83 16,-2 3-101-16,8-3-106 0,-1 4-91 15,7 0-88-15,7-1-36 0,-7 1 45 0,13 0 108 16,0-4 139-16,-1 0 146 0</inkml:trace>
  <inkml:trace contextRef="#ctx0" brushRef="#br1" timeOffset="193254.62">23465 12785 6 0,'20'-11'427'0,"-1"-4"119"16,1 1 127-16,-7-4 76 0,-7-1-8 16,1 1-106-16,-1 3-93 0,-6 1-89 0,-6-1-105 15,-1 4-92-15,1 0-71 0,-7 8-53 16,-1-2-41-16,-5 5-28 0,6 8-22 0,-6 0-12 15,-1 6-10-15,0 1-10 0,8-1-2 16,-8 8-3-16,13-4 3 0,-5 4-3 16,5 0-2-16,7 1 0 0,0-5-2 0,0 4 0 15,13-4 0-15,-7 0-1 0,8-4 0 16,-1 3 0-16,6-11 1 0,-6 2 1 0,7-2-3 16,-7-6 1-16,6-3 1 0,-6 0 1 15,7-5 1-15,-7-3-1 0,0-1 1 0,-7 2 14 0,7-5 17 16,-6 4 24-16,0-3 23 0,-7 3 25 15,6 0 23-15,-6 4 1 0,0-1-13 16,0 5-20-16,0-1-24 0,0 0-25 0,0 4-24 16,0 4-16-16,0 3-4 0,0 1-2 15,0 7 0-15,0-1-1 0,0 4 1 0,6 4 2 16,-6 5 3-16,7 0-1 0,-7 3-2 0,7 3 1 16,-7 0-2-16,6 4 0 0,-6-3 10 15,0 2 20-15,0 0 15 0,0 0 19 0,-6-2 16 16,-1 2 14-16,0-6 5 0,1-1-5 15,0-3-5-15,-8-4-4 0,1 0-6 16,0-8-4-16,-6-3-8 0,5 1-9 0,-5-9-11 16,0 1-13-16,0-4-11 0,-8-4-14 15,1 1-27-15,0-9-40 0,0 5-53 16,0-8-70-16,7 0-87 0,-1-2-107 0,0-3-150 16,14-1-175-16,-7-2-186 0,13-2-127 15,0 0-18-15,6-4 54 0,7 0 142 0,1-1 195 16,12-3 226-16</inkml:trace>
  <inkml:trace contextRef="#ctx0" brushRef="#br1" timeOffset="194008.78">23966 12470 230 0,'14'-29'620'0,"-8"3"112"0,1-3 81 15,-7 0 72-15,0 3-163 0,-7 1-181 0,1-1-139 16,-1 0-87-16,-6 5-68 0,1 2-57 15,-2 1-51-15,-5-1-39 0,5 8-29 0,-5 0-24 16,0 8-14-16,-1-2-12 0,1 5-9 16,-1 5-9-16,0 2-1 0,7 4 0 0,-6 0-1 15,6-1 3-15,-1 6-1 0,2-2 0 16,5 1-3-16,1-1 0 0,6 5-1 0,0-5-1 16,6 0 2-16,1 1 1 0,5 1 4 15,2 2 2-15,5-4-2 0,1 4 1 0,6-3 1 16,-6 0 2-16,5 4 0 0,-5-5 0 15,0 4 0-15,-1-3 2 0,1 2 2 0,-8-1 0 32,2-1 0-32,-8 3 7 0,0-4 12 0,-6 1 11 0,0-4 11 0,-6 0 13 0,0 0 12 15,-8 1 6-15,2-5 4 0,-1 0 1 16,-7-3-1-16,7-4-1 0,-6-4 0 0,5 0 2 16,1 1 2-16,1-9 3 0,-2 5-3 15,2-8-1-15,-2 5-6 0,8-9-13 0,-1 4-13 16,7 0-16-16,0-2-12 0,0-3-11 15,7 3-9-15,5 2-6 0,-4-3-3 16,11 4-4-16,0-5-6 0,1 4-18 0,6 5-25 16,0-5-39-16,-6 0-53 0,12 3-59 15,-6 2-62-15,1 2-60 0,-9-3-64 0,2 8-87 16,7-4-71-16,-15-1-69 0,8 5-57 16,-7-5-26-16,0 5 8 0,-6-1 53 15,5 0 67-15,-5 1 98 0,0-1 113 0,-7 1 139 16,6-1 149-16,-6 0 150 0,6-3 131 15,-6-1 104-15,0 5 86 0,0-8 46 0,0 2 39 16,0 0 21-16,0-2 3 0,-6 4-3 16,6-5-23-16,0 1-32 0,-6 4-64 15,6 0-58-15,0-1-54 0,0 4-53 0,0 1-49 16,0 3-45-16,0 3-38 0,0 1-21 16,0 4 0-16,0 6 20 0,6 4 27 0,-6 1 21 15,6 6 19-15,-6 1 7 0,7 3-6 16,-7 0-14-16,7 0-18 0,-7 5-14 0,6-1-13 15,-6-4-14-15,7 0-11 0,-7-4-10 16,0 2-13-16,6-5-8 0,-6-4-8 0,0 1-9 16,0-9-5-16,0 1 0 0,0-3-7 15,6 0-13-15,-6-6 0 0,-6-2 0 16,6 0-54-16,0 0-92 0,0-2-92 0,0-3-116 16,0 2-167-16,0-1-201 0,-6 0-229 15,6 1-128-15,0 3-13 0,-7-4 60 0,1 8 141 31,-1-1 215-31,-6 1 268 0</inkml:trace>
  <inkml:trace contextRef="#ctx0" brushRef="#br1" timeOffset="194630.71">23986 13071 439 0,'-13'4'558'16,"0"-4"95"-16,7 0 84 0,-8-4-58 0,2-1-98 15,5 3-99-15,1-6-75 0,-8 5-61 16,8-1-53-16,6-4-50 0,-6 6-51 0,6-3-35 16,0-2-32-16,0 3-28 0,6-3-28 15,0 0-23-15,1 0-12 0,6 2-11 16,0-2-3-16,7 4-1 0,-8-1-3 0,8 4 0 15,-7 0-3-15,7 0 0 0,-8 4-3 16,2-1-7-16,-1 4 2 0,-7 1 4 0,8 3-2 16,-8 0 0-16,-6 1-1 0,0 5 6 15,-6-2-4-15,-1 3-2 0,0 1 0 0,-6-1-1 16,1 0 0-16,-8 0-2 0,6 1 3 16,-5-1-3-16,6-3 0 0,-6-1 1 15,5 1 0-15,8-4 19 0,-7-4 24 0,7 1 28 16,-1-5 23-16,7 2 13 0,-7-5 6 0,7 0-11 0,7 0-23 15,-7-5-26-15,7 2-23 0,6-1-13 16,-1 0-6-16,8 1-5 0,-7 3-1 16,7-4 4-16,6 8 1 0,-6-4 8 0,-1 3 2 15,1 5 4-15,-2 0 3 0,-4-2 0 16,-1 5 7-16,0 0 2 0,-6 0 10 0,-1 4 8 16,-12 0 11-16,6 0 13 0,-14-1 15 15,1 4 18-15,1-3 17 0,-8-4 24 0,-6 4-141 16,7-8-15-16,-1 0 0 0,-6 0 0 15,6-3 0-15,-5-4 0 0,5 0 0 0,-7-4 0 16,8 1 0-16,0-1 0 0,5-3 0 16,-5 0 0-16,6 3 0 0,6-4 0 0,-5 1 0 0,4 4 0 15,2-5 0-15,0 5 0 0,6-1 0 16,0-3 0-16,0 3 0 0,0 1 0 0,0-2 0 16,0 2-209-16,6 3-446 0,0-4-246 15,2 1-240-15,-2 3-70 0,0-4 30 0,-6 1 98 16,0 3 187-16,0 0 262 0</inkml:trace>
  <inkml:trace contextRef="#ctx0" brushRef="#br1" timeOffset="195282.92">23204 14764 38 0,'-6'-4'433'0,"6"-7"94"0,-6 3 89 0,-1 1 55 15,7-4-4-15,0 4-102 0,-6-1-66 16,6 2-49-16,-7 1-64 0,7-2-86 0,0 7-68 16,0 0-57-16,-7 3-31 0,7 9-7 15,0 2 11-15,0 8 20 0,0 8 16 0,-6 3 5 16,6 3-11-16,0 5-25 0,0-1-30 16,-6 4-29-16,6-4-27 0,0 4-21 0,-7-3-16 15,7 2-13-15,0-2-8 0,0-4-9 16,0 0-29-16,0-5-47 0,7-6-63 15,-7-5-77-15,6-2-116 0,0-7-162 0,8-6-171 16,5-6-157-16,-6-3-118 0,6-9-18 0,8-2 64 0,-7-5 142 16,-2-2 184-16</inkml:trace>
  <inkml:trace contextRef="#ctx0" brushRef="#br1" timeOffset="195610.85">23498 15005 439 0,'0'-14'573'0,"-7"6"96"0,7-3 85 0,-13 4-42 16,7 3-148-16,-1 1-112 0,-5 3-87 15,-2 0-70-15,1 7-58 0,6-4-43 0,-5 9-24 16,5-1-18-16,1 7-10 0,-1-4-14 16,7 9-15-16,0-5-10 0,0 4-17 15,0 0-12-15,7 0-8 0,-1-4-2 0,1 0 2 16,5 1-1-16,-5-5 8 0,12 1 13 0,-5-4 18 16,-1-3 19-16,0-5 16 0,6-3 14 15,-5-3 5-15,5-5 1 0,-6-3-5 16,0-4-10-16,0 1-10 0,-6-1-13 0,-1-3-14 15,-6-4-54-15,0 0-53 0,0 0 0 16,-6 0 0-16,-8 4 0 0,1-1 0 0,-6 1 0 16,0 6-13-16,5 2-150 0,-5 3-64 15,-1 3-64-15,0 4-70 0,8 4-91 16,-2-1-123-16,8 1-140 0,0 3-138 0,6 1-109 16,0-1-6-16,0 4 71 0,6-4 141 15,7 0 178-15</inkml:trace>
  <inkml:trace contextRef="#ctx0" brushRef="#br1" timeOffset="196095.13">23798 14968 217 0,'19'-14'652'15,"-12"3"117"-15,-1-8 81 0,-6 5 71 0,0 0-144 16,-6-1-221-16,-1 4-168 0,-6 3-102 16,-1 1-75-16,2 7-66 0,-8 0-51 0,1 4-35 15,5 7-27-15,-5 0-14 0,-1-1-8 16,8 9-7-16,-2 0-2 0,8-1-2 0,0 3 2 15,-1-2-8-15,7-1 3 0,0 4 4 16,7-3-1-16,-1-1-3 0,7-3-3 0,0-4 6 16,0 0-3-16,0-4-5 0,0-3 0 15,1-1 6-15,-2-3 1 0,1-3 3 16,0-5 3-16,0 1 9 0,-7 0 16 0,2-4 20 16,-2 3 30-16,-6 1 31 0,6 0 24 15,-6-1 5-15,7 5-9 0,-7-2-23 0,0 2-31 16,0 3-31-16,0 0-25 0,7 3-14 15,-7 5-6-15,6 0-1 0,-6 6 2 16,6 1-1-16,1 7 1 0,-1 0 1 0,1 0 3 16,0 7 2-16,5 1 0 0,-5-1 9 15,-7 4 8-15,7-4 15 0,-7 4 14 16,6 0 14-16,-12 0 11 0,6-4 5 0,-7-3 6 16,0 0 0-16,1 0 2 0,-7-8 4 15,0-4 9-15,0 1 6 0,0-8-7 0,-6 0-11 16,-1-3-16-16,0 0-19 0,-5-8-34 0,-2 4-23 15,1-4 0-15,0-3 0 0,-7 3-60 16,14-2-58-16,-7-6-69 0,6 1-82 0,1 0-106 16,6-3-136-16,7-1-164 0,6-3-175 15,6-5-155-15,0 2-34 0,1-1 47 16,12-4 125-16,1 1 183 0,-1-5 217 0</inkml:trace>
  <inkml:trace contextRef="#ctx0" brushRef="#br1" timeOffset="196769.89">24162 14723 49 0,'0'4'356'0,"0"-4"71"0,-7-4 57 16,1 4-3-16,6-4-33 0,-6 1-33 0,-1-1-14 16,7 0-13-16,-7-2-8 0,1-3-15 15,6 3-25-15,-7-2-44 0,1 1-44 16,6-4-30-16,-6 4-22 0,6-1-24 0,0-3-25 15,0 5-32-15,6-7-21 0,-6 6-25 16,6 0-26-16,1 0-15 0,6 3-13 0,-6-3-7 16,5 3-4-16,2 1-3 0,-2 3-5 15,-5 0-2-15,13 3-2 0,-14 4 1 16,8 1 2-16,-8 3 1 0,6-1 3 0,-4 6-2 16,-8-2 3-16,0 5 0 0,-8-1-2 15,2 4 0-15,0-4-2 0,-8 4 0 0,2-3 0 16,-1-1 0-16,-7 0 0 0,7 0 1 15,0-3 1-15,7-4 2 0,-8 0 0 16,8-4 2-16,-1 1 11 0,7-5 7 0,-6-3 4 16,6 4 4-16,6-8 0 0,-6 1-2 15,7-1-11-15,6-3-8 0,0 0-5 0,0-1-3 16,0 1-3-16,7-1 0 0,-1 5 1 16,1-5 0-16,0 8 1 0,-1-3 1 0,1 3 3 15,-8 3 1-15,2 1-2 0,-2 3 0 16,1 1 2-16,-6 2 2 0,0 2 11 0,-1 2 15 15,-6-3 24-15,-6 4 20 0,6-1 18 16,-14 2 14-16,8-2-5 0,-7 1-6 0,-1-5-18 16,-4 5-20-16,-2-4-15 0,1 0-17 15,-1-4-6-15,0 1-9 0,-6-1-4 16,7 0-4-16,-1-3-1 0,0-4-4 0,1 0-27 16,-1 0-49-16,1-4-70 0,-1 1-85 15,8-5-126-15,-2 1-171 0,8-4-167 0,6-3-161 16,-6-1-110-16,12-3-8 0,-6-4 75 15,6-4 147-15,8 0 177 0</inkml:trace>
  <inkml:trace contextRef="#ctx0" brushRef="#br1" timeOffset="197205.76">24246 14243 52 0,'8'-15'550'0,"-8"-3"136"15,0 4 90-15,0-1 72 0,0 0-69 0,0 4-175 16,0 0-161-16,0 4-120 0,0 0-80 16,0 3-70-16,0 4-61 0,0 0-48 0,-8 7-30 15,8 1-8-15,0 3 0 0,0 3 0 16,0 4 5-16,0 1 4 0,0-1 2 16,8 1-4-16,-8-1-5 0,6 1 7 0,0-5-7 15,7 0-6-15,-6 1-2 0,6-4-4 16,-1-3 1-16,2-1-6 0,-1-4 3 15,0 1 6-15,0-4 7 0,0-4 10 0,0 1 16 16,0-4 18-16,0-1 19 0,-6 1 17 16,5-3 16-16,-5-6 8 0,0 5 5 0,-1 1-2 15,-6-2 0-15,6 1-7 0,-6 4-17 16,8 0-22-16,-8 3-21 0,0 1-22 0,0 3-23 16,0 3-14-16,0 4-7 0,0 4-1 15,0 4 0-15,0-1 0 0,6 5 0 0,-6-1 0 16,0 1 0-16,6 3 0 0,-6 0 1 15,0-4 3-15,7 3-2 0,-7-2 1 16,6 4-2-16,-6-5-27 0,0-1-53 0,0 2-76 16,7-4-96-16,-7 3-146 0,0-3-193 15,0-1-197-15,0 1-197 0,0-1-57 16,0 6 27-16,0-3 107 0,-7 5 174 0,1 0 214 16</inkml:trace>
  <inkml:trace contextRef="#ctx0" brushRef="#br1" timeOffset="197799.34">24201 15515 479 0,'-13'7'646'0,"6"-7"106"0,1 0 82 16,0-4-66-16,-8 1-110 0,8-4-136 0,0-5-125 15,-1 5-77-15,7-3-53 0,-7-3-44 16,7 3-34-16,0-1-27 0,7-4-21 0,0 4-17 16,-1 0-20-16,0 1-17 0,8 2-16 15,-8-3-18-15,7 4-13 0,0 3-14 16,0 0-7-16,1 1-6 0,-2 3-6 0,2 3-4 16,-8 5-1-16,7-1 0 0,-7 0 1 15,1 5 1-15,0-2-4 0,-1 5 1 0,-6 3 1 16,-6-3 0-16,-1 3 0 0,0 4-2 15,-6 0 1-15,1-3-1 0,-8 2 0 0,6 1 0 16,2-3-1-16,-8-2 2 0,7 3 0 16,7-6 1-16,-8-3 1 0,8-4-1 15,0 1 3-15,6-5-3 0,0 1 1 0,6-4 1 16,0 0 1-16,1 0 0 0,6-4 2 16,0 4 2-16,0 0 4 0,0 0-1 15,1 4-1-15,4 0-1 0,-10-1-1 0,4 0 2 16,-5 6 7-16,-1 1 15 0,1 1 15 15,-14 3 16-15,7 1 17 0,-6-1 12 0,-7 1 7 16,-1 1 0-16,-4-2 5 0,-2-2 9 16,0-2 16-16,-6 1 21 0,7-3-35 0,-8-5-116 15,7-3 0-15,2 0 0 0,-2-3 0 16,1-1 0-16,-1-3 0 0,0-1 0 0,7 1 0 16,0-1 0-16,0-2 0 0,7 2 0 15,0-3 0-15,-2 1 0 0,2 2 0 0,0 0 0 16,6 1 0-16,0 0 0 0,0-1 0 15,0 4 0-15,0-3 0 0,0 4-379 16,0-1-360-16,6 1-265 0,0-1-177 0,2 0-29 16,-2 1 52-16,0-1 123 0,0 1 221 15,1-1 295-15</inkml:trace>
  <inkml:trace contextRef="#ctx0" brushRef="#br1" timeOffset="199930.15">24220 14646 77 0,'8'0'168'0,"-8"4"-17"16,0-4-4-16,0 0-22 0,0 0-26 0,0-4 13 16,0 4-4-16,0 0 2 0,0-3-31 15,0 3-22-15,0-4-9 0,0 4-9 0,0-4-8 16,0 1-10-16,6 3-4 0,-6-3 2 15,0-2 4-15,6 5 8 0,0-8 12 16,-6 6 11-16,8-3 12 0,-8 5 17 0,6-3 15 16,-6-1 16-16,0 0 6 0,0 4 10 15,0-3-3-15,6 3-6 0,-6-4-12 0,-6 4-11 16,6-4-7-16,0 1 0 0,0-1 21 16,0 4 33-16,-6-3 26 0,6-2 15 15,0 2 5-15,-8-4-9 0,8 0-19 0,-6-1-32 16,6 1-26-16,-6-4-20 0,0 0-9 15,6 1 0-15,-14-2-1 0,8 1-11 16,-1-3-4-16,-6-1-3 0,0 0-8 0,0-4-10 16,0 5-10-16,-7-4-5 0,1 3-2 15,-1-3-2-15,-6 2 1 0,7-1-1 0,-7 2-3 16,0 0 3-16,6 1-4 0,-13-1-2 16,8 4-7-16,-1 0-1 0,-7 1-1 15,1-2-1-15,-2 5-1 0,2 3 0 0,-1-3 3 16,-6 3-2-16,1 1-2 0,5 3-4 0,-13 0-1 15,7 0 1-15,-6 3-2 0,5 5 5 16,-5-5 0-16,-1 8-1 0,7 1-8 0,-6-2 1 16,5 5 3-16,8 4 6 0,-7 2 19 15,7 1 15-15,-1 7 20 0,1 0 10 16,5 1 7-16,-5 7-5 0,-1 0-4 0,1-1 2 16,6 4 2-16,-7 4-5 0,7 0-5 15,-7 7-2-15,7-3-8 0,6 4-10 0,-5-5-9 16,5 5-3-16,8-1 0 0,4 4 1 15,2-3 7-15,0 2 1 0,12 0 2 16,0 2 4-16,8-1 1 0,-2 4 0 16,8-1 2-16,-1-3 9 0,1 4 3 0,6-8 0 15,1 0 0-15,-1-1 0 0,6-1-2 0,1-5-2 16,6 0 2-16,-1-4 4 0,2 0 2 16,5-3-1-16,1-4-1 0,0-3-8 0,6-5-8 15,-1 1-7-15,-4-4-6 0,5-4-4 16,7-3-7-16,-8-4-2 0,1-3-3 0,1-5-4 15,-2-3 0-15,2-3-1 0,-1-5 2 16,0-3-4-16,-6 0-3 0,-1-8 2 0,1 1 5 16,-7-1 15-16,-1-6 15 0,-5-1 15 15,-1 1 18-15,1-5 17 0,-7-3 10 0,0-3 2 16,-6-1-2-16,-1-7-1 0,1 0-2 16,0-3-3-16,-7-5 0 0,0 5-2 0,0-4-77 15,-7-2-15-15,0 3 0 0,2 2 0 16,-8 5 0-16,6-5 0 0,-6 4 0 15,-6 3 0-15,6 1 0 0,-8-4 0 0,2 4 0 16,-6 3 0-16,-2-3 0 0,1 0 0 0,-7 0 0 16,2 3 0-16,-9 4 0 0,1 0 0 15,6 0 0-15,-6 7 0 0,1 4 0 16,-1 1 0-16,-1 2 0 0,1 4 0 0,0 1 0 16,7 6 0-16,-7-3 0 0,0 8 0 15,6 3 0-15,-6 0 0 0,7 3 0 0,-1 5 0 16,1 3-23-16,5 0-366 0,-6 7-103 15,8 1-130-15,5 2-174 0,1 1-222 0,-1 7-68 16,1 1 16-16,-1-1 83 0,1 4 149 16,-8 0 226-16</inkml:trace>
  <inkml:trace contextRef="#ctx0" brushRef="#br1" timeOffset="201063.33">23686 16749 47 0,'0'5'303'0,"7"-5"67"0,-7 0 17 16,7-5 11-16,-7 5-1 0,0-3-28 16,0-1-9-16,0-1-2 0,6 5-5 15,-6-3-12-15,0 0-24 0,0-1-28 0,0 0-46 16,0 1-41-16,0 3-29 0,7-3-19 0,-7 3-14 15,0-5-10-15,0 5-6 0,0-3-4 16,0 3-1-16,0 0 1 0,0-4 6 0,0 4 5 16,0 0 5-16,0 0 0 0,0 0-4 15,0-4-6-15,0 4-7 0,0-3-14 0,0-1-7 16,0 4-7-16,0-4-3 0,0 1-8 0,0-1-2 16,0 4 1-16,0-3-6 0,0-1-8 15,0 4-4-15,0-3-5 0,0-2-6 0,0 5-6 16,0-3-1-16,0 3-2 0,0-4 1 0,0 1 5 15,0 3 0-15,0 0-1 0,0-4 1 0,0 4 1 16,0-4-2-16,0 4-3 0,0-3-1 0,0 3-31 16,0-4-11-16,0 4 0 0,0 0 0 0,0 0 0 15,0-4 0-15,0 4 0 0,0 0 0 16,0 0 0-16,0 0 0 0,0 4 0 0,0 0 0 16,-7-1 0-16,7 5 0 0,-6 2 0 0,-1 2 0 15,0 6 0-15,-5 1 0 0,-2-2 0 0,8 9 0 16,-7 0 0-16,-7-1 0 0,8 5 0 15,-2-1 0-15,-5 5 0 0,6-7 0 0,-7 7 0 16,7-1 0-16,1-4 0 0,-2 0 0 0,-5 1 0 16,6-1 0-16,0-7 0 0,7 3 0 15,-8-6 0-15,8-1 0 0,-8-2 0 0,8-2 0 16,0-7 0-16,6 5 0 0,-7-5 0 16,7-4 0-16,-6 1 0 0,6 0 0 0,0-1 0 15,0-3 0-15,0 0 0 0,0 0 0 16,0 0 0-16,0 0 0 0,0-3 0 0,6-1 0 0,1 0 0 15,-7 1 0-15,12-1 0 0,-5 4 0 16,6-3 0-16,7-2 0 0,-7 2 0 16,6 3 0-16,8-4 0 0,-8 1 0 0,7 3 0 15,6-4 0-15,-6 0 0 0,7 4 0 0,-7-3 0 16,7-1 0-16,-1 1 0 0,1-1 0 16,-7-1 0-16,0 5 0 0,0-2 0 0,-13-3 0 15,7 2 0-15,-8 3 0 0,-5 0 0 0,6-4 0 16,-13 4 0-16,7 0 0 0,-7-4 0 15,0 4-68-15,-7 0-299 0,-6-3-91 0,6-1-116 16,1 2-137-16,-7-3-139 0,0-2-149 16,7-1-32-16,-8 1 54 0,1 0 120 0,7-1 170 15,0-3 195-15</inkml:trace>
  <inkml:trace contextRef="#ctx0" brushRef="#br1" timeOffset="201531.97">23733 16921 203 0,'-8'-15'434'0,"2"4"80"16,0-3 81-16,6 3 5 0,-7 0-48 0,1 0-62 16,-1 0-35-16,7 4-34 0,-7-5-43 0,7 5-54 15,0 0-51-15,-6 3-37 0,6-3-32 16,0 4-25-16,0-1-29 0,-6 4-26 0,6-5-34 16,0 5-31-16,0 0-24 0,0 0-16 15,0 5-1-15,0-1 6 0,0 6 23 0,0-2 25 16,0 7 28-16,6 3 27 0,-6 0 24 0,0 4 17 15,0 8 1-15,0-1-2 0,0-1-6 16,6 9-13-16,-6 0-15 0,0 4-13 0,0-5-1 16,0 4 5-16,0 0-116 0,0-3-8 15,-6 4 0-15,6-5 0 0,0-3 0 0,0 4 0 16,6-4 0-16,-6-4 0 0,0 0 0 0,0-3 0 16,7 0 0-16,-7-4 0 0,0-4 0 0,7 0 0 15,-7-3 0-15,0-4 0 0,0 0 0 16,0-3 0-16,0-1 0 0,0-4 0 0,0 1 0 15,0 0 0-15,0-1 0 0,0-3 0 0,0 4 0 16,0-4 0-16,0 0 0 0,0 4 0 0,0-4 0 16,0 0 0-16,0-4 0 0,0 4 0 15,6-4 0-15,-6 4 0 0,0 0 0 0,0-3 0 16,0 3 0-16,0-4 0 0,0 0 0 0,0 4 0 16,0-3 0-16,0-2 0 0,0 3 0 0,0-3 0 15,0-2 0-15,0 3 0 0,0-3 0 16,0 0 0-16,0 0-30 0,0-1-416 0,0-3-94 15,7 4-109-15,-1-4-140 0,0 0-164 0,8-4-79 16,-1 0 10-16,6 1 77 0,-6 0 134 16,13-1 198-16</inkml:trace>
  <inkml:trace contextRef="#ctx0" brushRef="#br1" timeOffset="201977.22">24494 16841 331 0,'-6'-4'543'0,"-1"-3"107"16,1 0 99-16,6-1-3 0,-6-3-113 15,-2 7-97-15,2-3-83 0,0 0-68 0,6 2-70 16,0 3-59-16,-7-3-56 0,7 2-44 0,0 0-43 16,0 3-38-16,0 0-29 0,0 6-22 15,0-1-4-15,0 6 7 0,7 3 14 0,-1 0 20 16,0 9 19-16,2-2 21 0,-2 5 15 16,-6 4 3-16,6 3-2 0,1 0-8 0,-1 0-6 15,-6 4-11-15,7-5-10 0,-1 1-11 16,-6 0-8-16,7-4-4 0,-7-4-6 0,6 2-7 15,-6-5-8-15,0-4-6 0,6 1-6 16,-6-5-5-16,0-3-6 0,0-4 0 0,0 0-4 16,0-3 1-16,0 0-4 0,0-4-22 0,0 0-44 15,0 0-66-15,-6-8-83 0,6 6-94 16,-6-7-129-16,-1-2-141 0,1 4-153 0,-1-8-149 16,-6 5-88-16,7-5-3 0,0 1 84 15,-8-1 134-15,8 4 182 0</inkml:trace>
  <inkml:trace contextRef="#ctx0" brushRef="#br1" timeOffset="202273.02">24254 17141 104 0,'-14'0'529'0,"8"4"142"15,-8-4 106-15,8 0 86 0,0 0-108 0,-1 0-132 0,1 0-122 0,6 0-109 0,6 0-75 16,1-4-53-16,-1 4-36 0,14 0-26 0,-8 0-14 16,15-4-8-16,-1 4-11 0,6-3-15 15,1 3-18-15,-1-4-22 0,7-3-16 0,-5 3-16 16,4-3-6-16,-5-1-2 0,6 2 3 15,-7-2 0-15,1-3 3 0,-7 4 8 0,0-4 3 16,0 4 7-16,1-1 6 0,-8-3-25 16,-6 3-79-16,0 1 0 0,-1-1 0 0,-4 5 0 15,-2-1 0-15,0 1 0 0,1-1 0 0,-7 4 0 16,0-4 0-16,0 4 0 0,0 0 0 16,-7 0-269-16,7 4-118 0,-6-4-88 0,0 4-113 15,-2-1-137-15,2 1-140 0,0-1-120 16,-7 2-18-16,6-2 58 0,-6 1 126 0,7-1 179 15,0 1 206-15</inkml:trace>
  <inkml:trace contextRef="#ctx0" brushRef="#br1" timeOffset="203700.12">25270 16650 168 0,'0'0'182'0,"0"0"-13"0,0 0-7 15,0 0-2-15,6 0 2 0,-6 0-19 0,0 0-29 16,0 0-26-16,0 0-19 0,0 0-12 0,0 0-9 15,0 0-3-15,0-3 4 0,0 3 8 16,0 0 10-16,0 0 6 0,0 0 7 0,0 0 4 16,0 0 3-16,0 0 2 0,0 0 2 15,0 0 3-15,0 0 13 0,0 0 6 0,0 0 7 16,0 0 6-16,0 0 7 0,0 0 4 0,-6 0-1 16,6 0 5-16,0 0 6 0,0 0 4 15,0 0 5-15,0 0 4 0,0 0 1 0,0 0 2 16,0 0-2-16,0 0-4 0,0 0-6 15,0 0-6-15,0 0-5 0,0 0-10 0,0-4-6 16,0 4-9-16,0 0-4 0,0 0-5 16,0 0-8-16,0 0-5 0,0 0-3 0,0 0-4 15,0 0-6-15,0-4-9 0,0 4-5 0,0 0-9 16,0 0-10-16,0 0-8 0,0-3-5 16,0 3-1-16,0-5 5 0,0 5 6 0,0 0 9 15,0-2 11-15,0-3 6 0,0 2 2 16,0 3 2-16,0-4-3 0,-8 0 1 0,8 1-8 15,0 3-4-15,0-4-4 0,0 0-6 16,0 4-1-16,0-3-4 16,0 0-2-16,0 3-1 0,0-4-3 0,0 4-2 15,0-5-4-15,0 2-3 0,0-1-4 0,0 1 0 16,0-1 3-16,0 4 5 0,0-4 5 16,8 1 6-16,-8-1 8 0,0 1 11 15,0 3 8-15,0-4 7 0,0 0 3 0,0 4 3 16,0-3-57-16,0-2-28 0,0 5 0 0,0-3 0 15,0 3 0-15,6-3 0 0,-6 3 0 0,0 0 0 16,0 0 0-16,0 0 0 0,0 0 0 16,0 0 0-16,0 3 0 0,6 5 0 0,-6-1 0 15,7 4 0-15,-1 3 0 0,1 5 0 16,0 3 0-16,-1 0 0 0,0 3 0 0,0 5 0 16,2-1 0-16,-2 0 0 0,0 5 0 15,1-6 0-15,-1 6 0 0,-6-2 0 0,7 2 0 16,-7-1 0-16,7-4 0 0,-7 3 0 0,0-2 0 15,0 0 0-15,6-4 0 0,-6-1 0 16,0-3 0-16,0 0 0 0,0-4 0 0,0 1 0 16,0-8 0-16,0 3 0 0,0-7 0 15,0 0 0-15,0 1 0 0,0-4 0 0,0-1 0 16,0 1 0-16,0 0 0 0,0-1 0 0,0-3 0 16,0 4 0-16,0-4 0 0,0 0 0 15,0 0 0-15,0-4 0 0,0 4 0 0,6 0 0 16,-6-3 0-16,0-1 0 0,7 0 0 0,-7 1 0 15,7-1 0-15,-7-4 0 0,0 5 0 0,6-4 0 16,-6-1 0-16,0 5 0 0,0-4 0 0,0-2-180 16,0 2-325-16,0 0-181 0,-6 0-191 0,6 3-207 15,-7-3-57-15,-6 3 32 0,7 1 104 16,-8 3 193-16,1 0 236 0</inkml:trace>
  <inkml:trace contextRef="#ctx0" brushRef="#br1" timeOffset="204542.14">25654 17899 383 0,'0'-11'590'0,"-7"0"89"0,7-4 62 0,-6 5-33 15,6-5-146-15,-7 4-119 0,7 0-95 0,0 4-55 16,-7 0-36-16,7 3-41 0,0 0-47 0,0 0-46 16,0 1-41-16,0 3-32 0,0 3-20 0,0-3-9 15,7 8 3-15,-7-1 10 0,0 4 10 0,7 0 16 16,-7 4 12-16,6-1 10 0,-6 5 4 0,0-5 3 15,7 4-3-15,-7-2-3 0,0-2-5 16,0-2-1-16,0 2 0 0,0-3 2 0,6-4 10 16,-6 0 16-1,0 1 23-15,0-5 26 0,0 1 30 0,0-4 26 16,0 4 13-16,0-4-6 0,0-4-20 16,6 4-179-16,-6-7-18 0,7 3 0 0,0-3 0 15,-1-1 0-15,7-3 0 0,0 4 0 0,-6-3 0 16,6 1 0-16,0-1 0 0,7 3 0 15,-8 2 0-15,8-1 0 0,-7 1 0 0,-1 3 0 16,8-3 0-16,0 5 0 0,-7 0 0 0,7 0 0 16,-8 5 0-16,8-3 0 0,-7 3 0 0,0-2 0 15,0 5 0-15,1-5 0 0,-2 5 0 16,1 2 0-16,-6-2 0 0,-1-1 0 0,1 4 0 16,-1-4 0-16,0 4 0 0,-6 0 0 0,0 3 0 15,0-2 0-15,0-1 0 0,0 3 0 0,0-2 0 16,-6-1 0-16,0 3 0 0,-7-2 0 15,6-2 0-15,0 1 0 0,-5 0 0 0,-2-4 0 16,2 4 0-16,5-3 0 0,-6-1 0 0,0-3 0 16,7 3 0-16,-8-2 0 0,8-3 0 0,0 2 0 15,-8-4 0-15,8 4 0 0,-1-4 0 0,-5 0 0 16,5 0 0-16,0 0 0 0,1 0 0 16,0 0 0-16,-2 0 0 0,2 0 0 0,0 0 0 15,-1-4 0-15,1 4-78 0,-1-4-265 0,7 2-67 16,-6-7-76-16,6 6-116 0,0-5-121 0,0 1-134 15,6-3-115-15,-6-2-7 0,7 1 65 16,-7 0 137-16,6-4 168 0,-6 5 197 0</inkml:trace>
  <inkml:trace contextRef="#ctx0" brushRef="#br1" timeOffset="204798.97">25641 17906 34 0,'-7'-2'503'16,"7"-6"142"-16,-7 0 91 0,7 5 62 0,0-5-87 15,7 1-153-15,0-4-128 0,-1 4-102 0,7-1-66 16,7-3-31-16,-8 4-24 0,15-1-23 16,-1 2-14-16,0-2-17 0,0 1-7 0,7-1-18 15,-1 0-13-15,1 2-16 0,-1-2-16 0,-6 1-16 16,7 1-6-16,-1-3-4 0,-5 2 6 16,-1 0 6-16,-1-1 4 0,-5 2 2 0,-7-2-2 15,6 1-7-15,-6 3-13 0,-6 0-13 0,6-3-13 16,-7 3-14-16,-6 1-22 0,8-1-44 0,-8 4-60 15,0-3-84-15,0 3-109 0,-8-5-151 0,2 5-169 16,0 0-174-16,-1 0-141 0,0 0-26 0,1 0 51 16,-1 0 125-16,7 0 167 0,-6 0 204 15</inkml:trace>
  <inkml:trace contextRef="#ctx0" brushRef="#br1" timeOffset="205599.18">26252 17500 421 0,'-6'-11'584'0,"6"-4"102"16,0-3 72-16,-6-1-64 0,-1 1-128 0,1 0-100 15,-1-4-88-15,-6-1-63 0,1 6-39 16,-8-5-27-16,0 0-31 0,1 4-29 0,-7-1-29 16,6 1-27-16,-13 3-22 0,7 1-16 0,-7 2-17 15,1 1-13-15,-7 4-11 0,7 0-5 16,-7 3 0-16,5 4 5 0,2-3 6 0,-1 3 8 15,1 3 5-15,-1-3 7 0,1 4 5 16,-1 1 0-16,7 1-1 0,-6 1-2 0,5 0-4 16,-5 5-2-16,6 2-7 0,0-3-4 0,0 4-3 15,0 3-5-15,6 0-1 0,-6 4-1 16,7 0 2-16,-1 3 3 0,1 2 6 0,-1 2 10 16,8 1 7-16,-2-1-17 0,2 4-66 15,4 0 0-15,2 0 0 0,0-1 0 0,-1 2 0 16,7 3 0-16,0-1 0 0,0 4 0 0,7-3 0 15,-1 3 0-15,0 1 0 0,8-4 0 0,-2 2 0 16,2-2 0-16,-1 3 0 0,7-4 0 0,-2 1 0 16,2 0 0-16,0 0 0 0,6 0 0 15,0-4 0-15,0 3 0 0,6 1 0 16,-5-5 0-16,5 2 0 0,-6-2 0 0,7-3 0 16,-1 1 0-16,1-3 0 0,-1-2 0 15,1 0 0-15,-7-7 0 0,0 1 0 0,7-1 0 16,-7-7 0-16,0-4 0 0,0-3 0 15,0-4 0-15,0 0 0 0,0-7 0 16,0-3 0-16,0-2 0 0,1-3 0 16,5 0 0-16,-6-3 0 0,0 0 0 0,0 0 0 15,0-1 0-15,0-3 0 0,0 4 0 16,1-4 0-16,-9 0 0 0,2-4 0 0,0 5 0 16,-1-6 0-16,1 2 0 0,-7-1 0 0,0 1 0 15,0-4 0-15,-7-1 0 0,0 1 0 16,2-5 0-16,-8-1 0 0,0-2 0 0,0-4 0 15,0 5 0-15,-8-5 0 0,2 4 0 0,0 1 0 16,-7 3 0-16,0 0 0 0,6 0 0 0,-5 0 0 16,-2 7 0-16,2-3 0 0,-8 4 0 0,7-2 0 15,-7 6 0-15,0-2 0 0,1 2 0 16,-1-1 0-16,2 4 0 0,-9 3 0 0,7-4 0 16,1 6 0-16,-7 1 0 0,6 1 0 15,8 4 0-15,-8 0 0 0,6-1 0 0,-5 4 0 16,6 1 0-16,6-1 0 0,-5 0 0 15,6 1 0-15,-2 3 0 0,8 0 0 0,-6 0 0 16,6 0 0-16,-6 3 0 0,-1 1 0 0,7 0 0 16,0-1 0-16,-7 4 0 0,7-2-94 0,0 2-363 15,0 0-147-15,0 4-170 0,0 1-203 16,7-5-119-16,-7 4-9 0,7-4 60 0,-7 3 150 16,6-1 209-16,0-3 266 0</inkml:trace>
  <inkml:trace contextRef="#ctx0" brushRef="#br1" timeOffset="210286.92">25542 517 178 0,'0'0'210'15,"0"-4"-10"-15,8 4 11 0,-8-5 12 0,0 2-11 16,0 0-12-16,0-1-1 0,0 0 3 0,0 1 14 16,0 0 10-16,0-2 12 0,0 2 18 15,0 3 16-15,0-4 5 0,0 4-6 0,0-5-12 16,0 5-19-16,0 0-24 0,-8-2-28 0,8 2-25 16,0 0-25-16,0 0-32 0,0 0-33 15,0 2-13-15,0 3-10 0,0-1 5 0,0 7 11 16,0 0 20-16,-6 0 20 0,6 3 11 0,0 4 13 15,0 1-1-15,0 3 0 0,0 0-4 0,0 0-4 16,0 0-15-16,0 0-16 0,6 0-10 16,-6 1-15-16,8-3-10 0,-2-1-12 0,0-4-4 15,1 4-9-15,-1-9-2 0,1 5-4 16,6-8-4-16,-7 1-2 0,0-1-5 0,2-4-3 16,4 1-8-16,-5-4-18 0,6-4-27 0,-6 1-34 15,5-4-51-15,-5 2-67 0,0-5-94 16,-1 2-109-16,0-3-103 0,1-4-114 0,-7 5-97 15,0-5-102-15,7 1 6 0,-14-2 77 0,7 2 103 16,0-1 133-16</inkml:trace>
  <inkml:trace contextRef="#ctx0" brushRef="#br1" timeOffset="210471.75">25615 363 112 0,'-14'-5'493'16,"8"2"90"-16,-1-4 73 0,-6 3 76 15,7 1-125-15,-1-1-149 0,1 0-116 16,0 1-83-16,6-1-69 16,-8 4-72-16,8-4-57 0,0 4-45 0,8 0-42 0,-2 0-86 0,0 0-103 15,1 4-141-15,6 0-146 16,-7-1-152-16,7 1-56 0,1 0 32 0,-2 3 74 0,2 0 125 0</inkml:trace>
  <inkml:trace contextRef="#ctx0" brushRef="#br1" timeOffset="210743.29">25940 608 26 0,'0'7'461'0,"0"-3"115"15,6 0 85-15,-6-1 78 0,0 1-83 0,0-4-123 16,7 0-104-16,-7 0-78 0,7 0-67 0,-1-4-61 15,8 4-52-15,-8-3-44 0,6-1-28 16,2 0-29-16,-8 1-25 0,13-5-16 0,-5 5-7 16,-2-4-8-16,2 2-7 0,-1 2-2 0,-7 3-15 15,8-5-37-15,-8 2-53 0,0 0-75 16,1 3-86-16,0 0-91 0,-7 0-80 0,0 0-72 16,0 3-49-16,-7 0-33 0,7 2-26 0,-13-2 30 15,7 4 69-15,-1 1 91 0,-6 0 93 0</inkml:trace>
  <inkml:trace contextRef="#ctx0" brushRef="#br1" timeOffset="210946.39">26005 736 289 0,'0'8'428'0,"0"-1"67"0,0-3 69 15,0-1-23-15,0 1-36 0,7-4-42 16,-7 0-33-16,6 0-35 0,7 0-45 0,-7 0-67 16,8-4-55-16,-2 4-29 0,2-3-27 15,-1-1-14-15,0-1-23 0,0 3-17 0,-7-3-22 16,8 2-26-16,-2 0-18 0,-5-2-15 0,-1 2-7 15,8 3-13-15,-14-4-9 0,6 2-6 0,-6 2-5 16,6 0-11-16,-6-5-12 0,0 5-32 16,0 0-40-16,0 0-72 0,0 0-92 0,0 0-124 15,0-3-141-15,-6-1-145 0,6-1-125 0,-6 2-15 16,6 0 48-16,0-1 105 0,-7-3 144 0</inkml:trace>
  <inkml:trace contextRef="#ctx0" brushRef="#br1" timeOffset="211774.3">26663 444 116 0,'0'-5'317'0,"0"5"51"0,0-3 35 16,0-2-23-16,0 2-40 0,0-4-25 0,0 3 3 15,0 1 15-15,0-1-14 0,0 0-3 0,0 0-6 16,0 1-18-16,0-1-34 0,0 1-37 0,-6 3-15 16,6 0-34-16,0-4-31 0,0 4-26 0,0 0-34 15,0 0-29-15,0 4-25 0,0-1-9 16,0 4 2-16,0 5 9 0,0 2 20 0,0 2 21 16,6 1 17-16,-6 2 12 0,7 3 4 0,-1 3 6 15,-6-3-4-15,6 4-9 0,8-5-8 16,-14 2-6-16,12-1-10 0,-5 0-14 0,0 0-5 15,-1-5-1-15,1 2 0 0,-1-4-6 0,1 0-5 16,-1-4-1-16,-6 0-4 0,7-4-3 16,-7 1 2-16,6-4 6 0,-6-1 13 0,0 0 6 15,0 1 2-15,0-4-3 0,0 0-10 16,0 0-9-16,0 0-20 0,0 0-29 0,-6-4-38 16,6 4-53-16,-7-3-57 0,7 3-84 15,-6-3-104-15,-1-1-146 0,1-1-165 0,-1 5-194 16,1-3-101-16,-1-1-1 0,-6 1 64 0,7 3 140 15,-8-4 187-15</inkml:trace>
  <inkml:trace contextRef="#ctx0" brushRef="#br1" timeOffset="212355.01">25797 1370 135 0,'0'-7'361'16,"0"2"58"-16,-7 5 51 0,7-3-43 0,0 0-54 15,0-1-54-15,0 4-43 0,0-4-32 16,0 4-13-16,0 4-7 0,0-4 3 16,0 7 1-16,0-4 10 0,7 9 12 0,-7-1-5 15,0 0-15-15,6 4-14 0,-6 3-11 0,7 3-15 16,-7 2-9-16,6 2 0 0,0 1-7 16,2 0-8-16,-2-1-11 0,0 0-11 0,1 2-18 15,0-5-20-15,-1 0-15 0,0-4-13 16,1 0-11-16,-1 0-14 0,8-6-8 0,-8 1-9 15,0-4-7-15,1-2-9 0,0-3-9 0,-1-1 0 16,7-3-5-16,-7 0-25 0,8-3-38 16,-8-5-44-16,0 1-58 0,8-4-71 0,-8-4-83 15,0 0-102-15,1 1-110 0,-7-5-113 0,0-2-106 16,0-2-105-16,-7-2-5 0,1 3 75 16,-6-3 119-16,4-1 145 0</inkml:trace>
  <inkml:trace contextRef="#ctx0" brushRef="#br1" timeOffset="212479.96">25816 1377 10 0,'-13'-7'383'16,"7"3"71"-16,-7-4 60 0,6 5 57 0,1-4-78 16,0 3-91-16,-2 1-81 0,8-1-53 15,-6 4-49-15,6-4-57 0,0 4-56 0,6-3-52 16,-6 3-52-16,8-4-90 0,4 4-118 16,1-5-146-16,0 5-153 0,0 0-111 0,1-2-22 15,-2 2 42-15,2 0 87 0,-2 0 129 16</inkml:trace>
  <inkml:trace contextRef="#ctx0" brushRef="#br1" timeOffset="212714.38">26077 1417 255 0,'0'8'511'16,"0"-1"93"-16,0-3 102 0,0-1 33 0,6 2-110 15,-6-5-97-15,7 0-80 0,-1 0-68 16,1 0-82-16,6-5-74 0,-7 2-63 0,8-1-44 15,-2 0-36-15,1 1-25 0,1-5-19 0,6 2-17 16,-8 2-11-16,8-4-20 0,-7 1-33 16,-1 3-47-16,2 0-86 0,-2-3-109 15,-4 4-126-15,-2 3-130 0,0-4-124 0,-6 4-115 16,0 0-2-16,-6 4 63 0,0-1 104 0,-2 1 126 16</inkml:trace>
  <inkml:trace contextRef="#ctx0" brushRef="#br1" timeOffset="212917.53">26168 1552 350 0,'-7'9'485'0,"7"-3"86"0,0 2 107 0,0 0-20 16,0-5-68-16,0 0-60 0,0-3-48 15,0 5-51-15,7-5-75 0,0 0-73 0,-1-5-56 16,0 2-42-16,8 0-28 0,-2-2-22 16,2-2-28-16,-1 3-22 0,-1-2-25 0,8-3-24 15,-6 3-16-15,-2 2-18 0,1-3-32 0,1-1-46 16,-8 5-74-16,6-5-107 0,-4 5-153 15,4-5-174-15,-5 5-173 0,-1-1-128 16,1-3-14-16,0-1 66 0,-1 1 128 0,0-4 164 16</inkml:trace>
  <inkml:trace contextRef="#ctx0" brushRef="#br1" timeOffset="213511.05">26572 1278 20 0,'-6'-4'524'15,"6"1"136"-15,-8-5 96 0,2 5 77 16,6-8-58-16,-6 4-164 0,6-1-148 0,0 1-114 16,0 0-79-16,0 0-61 0,6-1-49 0,0-3-45 15,2 4-34-15,4 0-17 0,1-2-8 16,0 2-15-16,6 1-8 0,1-2-12 0,0 4-5 16,-1-3-3-16,1 4-9 0,0 3-4 15,-1 0-1-15,1 0-3 0,0 3 2 0,-1 2-1 16,-6 1 2-16,0 2 1 0,-7 3-1 15,0 0 3-15,2-1 1 0,-8 5-1 0,0 3-1 16,0-3 2-16,-14 4 2 0,8-2 0 16,-7-2 0-16,0 4 1 0,0-1-1 0,-7 0 0 15,7-4-5-15,-6-2 0 0,6 2 3 0,-1-3-2 16,8-4 2-16,-7 2 1 0,6-6 3 16,1 0 1-16,0 1-2 0,6-4 3 0,-7 0-1 15,7-4 6-15,0 4 2 0,7-3 8 0,-1-4 7 16,0 2 10-16,1-2 10 0,6 4 2 15,0-5 2-15,0 5-1 0,0-1-4 16,7 1-7-16,-8-1-6 0,8 0-7 0,0 4-6 16,-7 0 0-16,7 0 3 0,-1 4 3 0,-6 0 8 15,0 3 6-15,0 0 9 0,0 0 13 16,0 5 9-16,-6-2 2 0,-1 5-2 0,-6-1-1 16,0 5-4-16,0-4-15 0,-6 3-7 15,-1 0-7-15,-6 1-4 0,0-2-2 0,0-2-2 16,-6 4 4-16,-1-4 4 0,0-1 15 15,1-3 19-15,-1 1 27 0,0-5 31 0,1-4 21 16,0 1-139-16,6-4-15 0,-7 0 0 0,7 0 0 16,-6 0 0-16,12-4 0 0,-6 1 0 15,0-1 0-15,-1 1 0 0,8-5 0 0,-7 4 0 16,7-3 0-16,-1 3 0 0,1 1 0 16,6-1-281-16,-7 0-166 0,7 1-119 0,0-2-154 15,0 3-176-15,0 2-143 0,0 0-31 16,-6 2 52-16,6 3 125 0,0-2 194 0,-6 1 231 15</inkml:trace>
  <inkml:trace contextRef="#ctx0" brushRef="#br1" timeOffset="214042.17">26090 2304 147 0,'6'-3'423'0,"-6"-2"89"0,0 3 75 0,7 2-16 16,-7-5-4-16,0 5-70 0,0-3-63 15,-7 3-51-15,7-4-45 0,0 4-64 0,0-4-64 16,0 8-57-16,0-4-31 0,0 4-14 0,-6 4-7 15,6-1 5-15,0 4 10 0,0 3 15 16,0 1 4-16,0 7-2 0,0-4 0 0,0 3 0 16,6 5 3-16,-6-3-6 0,7 2-8 15,-7 1-1-15,7-4-3 0,-1 3-7 0,0-3-10 16,1-3-9-16,6-1-8 0,-7-3-17 0,1 0-20 16,-1-5-13-16,8-2-10 0,-8-1-7 15,0-3-8-15,2-1-3 0,4-3-19 16,-6 0-30-16,1-3-39 0,6-5-54 0,-6 5-69 15,-7-8-80-15,6-1-100 0,0 2-125 0,-6-5-135 16,0 1-131-16,0-5-125 0,0-3-25 16,-6 1 62-16,0-2 123 0,-7-3 157 0,6-3 175 15</inkml:trace>
  <inkml:trace contextRef="#ctx0" brushRef="#br1" timeOffset="214214.1">26122 2205 301 0,'-6'-7'624'16,"6"0"95"-16,-6-1 74 0,-1 5 23 0,0-8-140 15,7 7-181-15,-6-4-152 0,6 5-87 16,0-5-70-16,0 6-67 0,0-3-55 0,6 1-45 16,-6 4-48-16,7-3-75 0,0 3-121 0,-1 0-142 15,7 0-168-15,-6 0-198 0,5 0-79 16,1 3 9-16,1-3 82 0,-8 4 127 0,8 1 161 16</inkml:trace>
  <inkml:trace contextRef="#ctx0" brushRef="#br1" timeOffset="214432.92">26442 2260 36 0,'0'7'561'0,"0"1"156"0,0-5 94 16,-7 5 71-16,7-5-70 0,0-3-152 0,7 5-179 16,-7-5-121-16,6 0-72 0,1 0-51 15,-1-5-54-15,7 2-45 0,0-1-35 0,0-3-30 16,0 3-24-16,7-3-17 0,-1 0-9 0,1-1-7 15,-1 1-9-15,1 3-21 0,-8-3-34 16,8 3-55-16,-13 0-88 0,6 1-125 16,-6-1-148-16,-1 4-157 0,-6-3-153 0,0 3-98 15,-6 0 3-15,-1 0 80 0,-6 3 128 0,0 1 159 16</inkml:trace>
  <inkml:trace contextRef="#ctx0" brushRef="#br1" timeOffset="214682.8">26487 2407 229 0,'0'10'515'0,"-6"1"115"0,6-3 110 16,0 0 44-16,0-6-79 0,6 3-97 16,0-2-82-16,1-3-74 0,6 0-74 0,0-3-75 15,0-2-56-15,6-2-43 0,8 0-23 16,-8 0-30-16,0-1-23 0,8 1-23 0,-7-1-21 16,-1 2-26-16,0-2-20 0,-5 5-14 15,-1-1-11-15,0 0-13 0,-7 1-26 0,1-1-37 16,-7 0-55-16,0 4-77 0,6-3-103 0,-6 3-141 15,0 0-150-15,-6-4-162 0,6 0-155 16,0 1-33-16,0 3 46 0,0-4 116 0,0 0 155 16,6 1 189-16</inkml:trace>
  <inkml:trace contextRef="#ctx0" brushRef="#br1" timeOffset="-214191.38">27211 2110 142 0,'6'-8'531'0,"-6"-2"116"0,0-1 77 0,0 0 33 15,0-4-101-15,0-3-146 0,0 2-126 0,-6-2-97 16,6 0-66-16,-8 0-40 0,2-4-46 16,6 4-33-16,-13-1-24 0,6 5-8 0,-6-1-10 15,7 5-10-15,-7 2-11 0,0 4-10 0,-7 0-8 16,1 4-10-16,5 4-2 0,-4 3-4 15,-2 5 1-15,0-1-1 0,1 3 11 16,5 1 6-16,-5 3 6 0,6 0 7 0,6 1 3 16,-5-1 6-16,5 0-2 0,0 4 2 0,7-3 3 15,0-1 3-15,7-3-1 0,0 3-4 16,-1-7-3-16,7 3-5 0,0-6-8 0,0 4-6 16,1-10-5-16,4 6-3 0,2-8-3 15,-1 0-1-15,-5-4-3 0,6 0 1 0,-1 2 0 16,1-7 7-16,-8-2 13 0,8 4 19 0,-7-3 16 15,0 2 15-15,-6-3 13 0,-1-4 8 0,8 5-6 16,-14-2-6-16,6-2-1 0,-6 3 3 16,6 4 7-16,-6-5 2 0,0 5-2 0,0-1-3 15,0 1-9-15,0 4-13 0,0-2-19 0,0 2-16 16,6 0-11-16,-6 3-9 0,0 0-9 16,0 0-3-16,0 3-5 0,0 0-4 0,0 5 6 15,0-1 10-15,7 8 15 0,-7-3 26 16,0 6 31-16,7 3 25 0,-7 2-11 0,6-2-98 15,1 5 0-15,-7 0 0 0,6 0 0 16,-6 2 0-16,0 2 0 0,6-1 0 0,2 0 0 16,-8-2 0-16,6-2 0 0,-6-3 0 0,6 0 0 15,0 0 0-15,-6-4 0 0,7-4 0 16,-7 2 0-16,7-5 0 0,-7-1 0 16,0-2 0-16,6-4 0 0,-6-1 0 0,0 1 0 0,0 0 0 15,0-4 0-15,0 0 0 0,0-4 0 16,0 0 0-16,0 1 0 0,0-1 0 15,-6-4 0-15,-1 1-125 0,7 0-378 0,-7 0-149 16,1-4-169-16,0-1-185 0,6 1-95 16,-6 0 11-16,-2-4 84 0,8 1 155 15,-6 0 214-15,6-5 245 0</inkml:trace>
  <inkml:trace contextRef="#ctx0" brushRef="#br1" timeOffset="-213641.98">27809 1033 37 0,'0'-7'437'0,"7"2"112"16,-7 3 97-16,0-3 50 0,-7 5-49 15,7-3-119-15,-6 3-95 0,6 3-80 0,-6-3-65 16,-2 7-49-16,8 5-34 0,-6 3-11 0,0 0-3 16,-1 6 0-16,7 2 2 0,-7 2 10 15,7 1 3-15,0 3-2 0,0-3-13 0,0 3-20 16,7-4-18-16,0-3-33 0,-1 0-21 0,0 0-27 15,2-3-18-15,-2-5-10 0,7-3-12 16,-7 0-3-16,1 0-10 0,6-8-7 0,-7 2-5 16,8-5-23-16,-8 0-38 0,0-5-62 0,8-2-61 15,-8 0-77-15,-6-4-111 0,6-3-137 16,-6-1-144-16,0 0-135 0,-6-7-135 16,6 0-27-16,-13-4 58 0,6-3 128 0,-5 0 162 15,-2-5 186-15</inkml:trace>
  <inkml:trace contextRef="#ctx0" brushRef="#br1" timeOffset="-213517.02">27731 927 105 0,'-7'-4'495'0,"1"0"88"0,6 1 58 0,-6 0 32 15,6-2-150-15,0 5-161 0,0-3-125 0,0 3-91 16,0-4-89-16,0 4-88 0,6 0-102 16,0 0-114-16,8 0-135 0,-8 0-155 0,7 0-58 15,7 0 4-15,-8 4 48 0,2-4 87 16</inkml:trace>
  <inkml:trace contextRef="#ctx0" brushRef="#br1" timeOffset="-213282.64">28089 1051 102 0,'-6'7'591'16,"6"1"151"-16,0-5 101 0,0-3 70 0,0 4-107 15,0-4-181-15,0-4-175 0,6 1-121 16,-6 0-83-16,7-2-49 0,6 2-39 0,-7-4-28 15,7 3-33-15,1-3-26 0,-2-1-19 16,8 0-21-16,-7 1-12 0,7 0-16 0,-8 3-23 16,2 1-37-16,-2-1-48 0,2 0-71 15,-8 1-96-15,1 3-134 0,-1 0-122 0,0 0-127 16,-12 3-131-16,6 1-45 0,-13 3 33 0,7 1 102 16,-8 2 125-16,2 2 151 0</inkml:trace>
  <inkml:trace contextRef="#ctx0" brushRef="#br1" timeOffset="-213088.74">28128 1198 228 0,'0'10'531'0,"0"-2"124"0,0-1 108 16,0 1 49-16,0-1-100 0,7-7-106 0,0 4-85 0,-1-4-79 0,0 0-70 15,8-4-61-15,-2 0-37 0,8 1-41 16,-7-5-29-16,7 1-31 0,6-1-31 16,-7 1-32-16,1-4-32 0,-1 4-29 0,1 0-30 15,-7-5-38-15,6 6-49 0,-5-2-64 0,-8 2-87 16,7-2-127-16,-7-1-160 0,1 3-190 15,-7-5-208-15,7 3-81 0,-7 1 5 0,0-4 87 16,6 4 149-16,-6-4 203 0</inkml:trace>
  <inkml:trace contextRef="#ctx0" brushRef="#br1" timeOffset="-212540.59">28702 869 136 0,'-13'0'585'16,"-1"-5"106"-16,2-2 63 0,-2 3 58 0,8-3-120 15,-7 0-176-15,13 0-151 0,-7-1-82 16,1 1-48-16,6-1-51 0,0 1-40 0,6 0-37 16,1 0-32-16,0-1-15 0,-1 1-4 15,6-4 0-15,2 4-4 0,-1-2-3 0,7 7 3 16,-1-6-5-16,-6 5-1 0,7-2 1 0,-7 5-1 15,6 0-4-15,-6 0 1 0,1 5 6 16,5-2-2-16,-6 5-1 0,6-1-1 0,-5 4 1 0,-8 0 2 16,7-1-5-16,-6 5-3 0,5 0-2 15,-12-1 1-15,0 5 2 0,0-1-2 16,0 1-1-16,-6-1-2 0,0 4 3 0,-8 0-7 16,8 0-7-16,-8 0-3 0,2 0-1 0,-1 0 7 15,0 0 5-15,0-4 14 0,-1-3 16 0,8 4 16 16,-7-9 14-16,13 0 14 0,-7 2 17 15,1-5 16-15,0-3 21 0,6 4 18 16,-7-8 13-16,7 3-156 0,0 0-36 0,7-3 0 16,-7 0 0-16,6-3 0 0,7 3 0 0,-6-3 0 15,5-2 0-15,2 2 0 0,5-1 0 0,-6-3 0 16,6 0 0-16,8-1 0 0,-8 1 0 16,1 0 0-16,6-1 0 0,-7 1 0 0,1 3 0 15,-1-3 0-15,-5 0 0 0,5 3 0 0,-6-3 0 16,0 4 0-16,-7-2 0 0,2 2 0 15,-2-1 0-15,0 1 0 0,1-1 0 0,-7 0 0 16,0 1-21-16,-7-1-411 0,7 0-134 16,-6-4-172-16,0 1-193 0,-2 0-152 0,2 0-21 15,0-4 52-15,6-1 122 0,-7 2 199 16,7-5 244-16</inkml:trace>
  <inkml:trace contextRef="#ctx0" brushRef="#br1" timeOffset="-212077.85">29131 626 136 0,'0'-3'676'0,"-6"3"143"0,6-8 76 0,0 5 50 15,0-1-91-15,0-3-265 0,0 0-215 0,6-1-123 16,1 3-66-16,6-1-41 0,-6-2-41 0,12 5-36 16,-6-5-18-16,13 1-20 0,-7 0-9 0,1 3-5 15,6-3-5-15,1 3-4 0,-9-3-6 16,2 4 0-16,0-1-1 0,-1-1-8 0,-5 2 3 15,-8 3-7-15,7-3 2 0,-13 3 3 0,6-4 0 16,1 4 3 0,-7-4-2-16,0 4 12 0,-7-3 1 0,7 3 2 15,-6-3 4-15,6 3 9 0,-7-5 10 16,7 5 12-16,-6-3 8 0,6 3 3 0,-6 0 3 16,6 0-4-16,-8 0-5 0,8 0-11 0,0 0-8 15,0 0-6-15,0 0-8 0,-6 0-6 0,6 3-2 16,0-3 3-16,0 8 15 0,0-5 16 0,0 5 23 15,0 3 23-15,0-4 22 0,0 4 12 16,0 3 7-16,0 2 1 0,0 1-1 0,0 1-11 16,0 1-9-16,6 4-6 0,-6 2-4 0,0-3-1 15,8 0-2-15,-8 4 10 0,6-1-86 16,-6-3-19-16,6 4 0 0,1-5 0 0,-7-2 0 16,0-1 0-16,6-3 0 0,1 0 0 15,-7-1 0-15,0-3 0 0,7-3 0 0,-7-2 0 0,0-1 0 16,0-1 0-16,6-4-171 0,-6 0-184 15,-6 0-83-15,6-9-118 0,0 3-136 0,-7-2-136 16,7-3-136-16,-7-1-42 0,1 2 37 0,-1-5 121 16,1 5 161-16,-8-2 192 0</inkml:trace>
  <inkml:trace contextRef="#ctx0" brushRef="#br1" timeOffset="-211851.7">29255 813 160 0,'-12'0'607'0,"-2"4"140"15,8-4 105-15,-1 0 74 0,0 0-113 0,1 0-163 16,6 0-151-16,0 0-97 0,6 0-68 15,1-4-50-15,12 0-31 0,1 1-26 0,0-1-30 0,5-3-23 16,1 0-20-16,7-1-14 0,-7 1-21 0,7-1-20 0,-7-2-22 16,6-1-8-16,-5 0-5 0,5-1-8 15,-6 2 1-15,-7-2-1 0,7 1 10 0,-6 5-7 16,-7-6-9-16,1 5-50 0,-2-1 0 16,2 1 0-16,-14 4 0 0,6-1 0 0,0 1-31 15,-6 3-113-15,-6-5-78 0,0 10-82 0,-2-5-97 16,-4 3-141-16,-1 1-173 0,0-1-218 0,0 1-104 15,-7-1-8-15,0 1 60 0,1 0 145 16,-1 0 201-16</inkml:trace>
  <inkml:trace contextRef="#ctx0" brushRef="#br1" timeOffset="-211256.24">28265 1941 146 0,'-6'4'351'0,"6"0"79"0,0-4 17 0,-7 0-15 16,7 0 6-16,0 3-37 0,0-3-44 15,0 0-27-15,0 0-8 0,0 4-22 0,0 0-25 16,0 3-17-16,7-3-10 0,-7 7-8 0,6-4-10 16,1 4-5-16,-7 3 1 0,6 1-3 15,0 0-8-15,8-1-17 0,-8 1-17 0,0 0-21 16,8-1-22-16,-1 1-27 0,0 0-25 15,0-3-20-15,-1-2-14 0,8 1-12 0,-7 0-12 16,1-4-7-16,-2 1-6 0,8-5-2 0,-14 1-9 16,8 0-9-16,-1-4-23 0,-7 0-36 15,0-4-59-15,1 0-67 0,0-3-84 16,-7 0-114-16,0-2-135 0,-7-5-140 0,7 3-146 16,-7-7-94-16,-5 3 0 0,-1-6 74 0,-1-1 136 15,2 0 161-15</inkml:trace>
  <inkml:trace contextRef="#ctx0" brushRef="#br1" timeOffset="-211084.4">28292 1820 430 0,'0'-3'591'0,"-8"-5"88"0,8 1 55 0,0 0-60 16,0 3-191-16,8-4-162 0,-8 5-121 0,0 0-86 16,6-1-81-16,0 0-105 0,0 1-112 0,1 3-133 15,0 0-173-15,-1-4-143 0,7 4-48 16,1 0 26-16,-2 0 78 0,-6 0 120 15</inkml:trace>
  <inkml:trace contextRef="#ctx0" brushRef="#br1" timeOffset="-210881.32">28643 1824 406 0,'0'8'663'0,"0"-5"108"0,0-3 69 16,0 0-21-16,6 0-141 0,0-3-187 15,2-2-144-15,4-2-97 0,2 0-60 0,-1 0-57 16,-1-1-41-16,8 1-37 0,0-1-22 16,-1-2-5-16,1 3-13 0,0-1-18 0,-1 5-40 15,-6-6-82-15,6 7-126 0,-13-2-163 0,8 4-166 16,-8-4-167-16,-6 4-96 0,7 4 8 16,-14 0 87-16,1-2 135 0,0 3 160 0</inkml:trace>
  <inkml:trace contextRef="#ctx0" brushRef="#br1" timeOffset="-210690.07">28734 1977 389 0,'0'15'583'0,"-6"-7"115"0,6-1 94 0,0-3-29 31,6-1-103-31,-6 2-102 0,6-5-100 0,1 0-80 16,0 0-65-16,6-5-56 0,-1 2-54 0,2-5-46 15,-2 1-37-15,2 3-29 0,5-6-29 16,-6 2-23-16,6 1-15 0,-5 0-27 0,-1-1-46 15,0 1-66-15,0 0-83 0,-7-1-144 16,1 1-173-16,0 3-188 0,-7 1-172 0,6-5-50 16,-6 5 24-16,0-1 112 0,0 1 156 15,0-1 195-15</inkml:trace>
  <inkml:trace contextRef="#ctx0" brushRef="#br1" timeOffset="-210059.39">29353 1733 373 0,'0'-12'538'0,"6"5"81"0,1-8 77 16,0 4-39-16,-7-3-123 0,6-4-113 0,-6 3-88 16,6-3-55-16,-6-1-49 0,0 1-42 15,0-1-24-15,0 4-16 0,-6 1-6 0,0 0-20 16,6 3-25-16,-14 3-22 0,8 5-23 15,-7-5-17-15,-7 8-16 0,0 0-8 0,1 4-6 16,-1 3-4-16,2 1 0 0,-2 3 0 0,-7 0-2 16,8 3 3-16,0 1 2 0,-1-1 3 15,7 2-4-15,0 2 0 0,0-4 1 0,7 1-2 16,6 3 2-16,0-3 0 0,0-1 3 0,12-3 6 16,-5 4 7-16,12-4 7 0,1 0 3 15,-1-1 6-15,7-1 7 0,1 2-3 0,5-4 6 16,-6 0 6-16,1 1 7 0,-2-1 1 0,1 0 7 15,0 0 6-15,0 1-6 0,-6-1-6 16,-1 1-2-16,-5-1-4 0,-2 4-6 0,2 0-3 16,-1-3 3-16,-7 6 9 0,-6-3 6 15,6 0 10-15,-6 0 4 0,-6 3 4 0,0-3-1 16,-1 4-11-16,-6 0-12 0,0-1-11 16,-1-3-9-16,-4 4-10 0,-2-5-7 0,1 2 0 15,-1-5 6-15,0 1 15 0,1-1 20 0,-1-4 23 16,0-3 22-16,1 0 18 0,6-3 6 15,-6-1 5-15,5-3-42 0,2 0-93 0,5-4 0 16,0-1 0-16,1-2 0 0,-1-1 0 0,7-3 0 16,7 0 0-16,-1-4 0 0,1 0 0 15,6 0 0-15,1 0 0 0,-2 0 0 0,1 3 0 16,7-3 0-16,0 4 0 0,-8 0 0 16,8 2 0-16,-7 3 0 0,7-1 0 0,-2 2 0 15,-4 1 0-15,-1 3 0 0,0 2 0 0,0 1 0 16,-7-2 0-16,0 4 0 0,2-1 0 15,-2 0 0-15,0 1 0 0,-6 3-320 0,7 0-75 16,-7-4-88-16,0 4-119 0,0 0-135 16,-7 0-150-16,7 0-112 0,0-4-10 0,-6 4 77 15,6-3 139-15,0 3 182 0,0-4 208 0</inkml:trace>
  <inkml:trace contextRef="#ctx0" brushRef="#br1" timeOffset="-209372.38">29730 1454 16 0,'0'0'252'0,"7"0"52"0,-7 0 5 0,0 0 19 16,0-3 13-16,0-2-30 0,7 5-33 15,-7-2-17-15,0-3-8 0,0 2 5 0,6-1 10 16,-6 0 21-16,6 1 12 0,-6-1 0 0,7-3-7 16,-7 4-12-16,0-1-10 0,7-4-26 15,-7 4-20-15,0 4-16 0,0-3-11 16,0-1-9-16,0 4-11 0,0-4-12 0,0 4-16 16,0 0-15-16,0 0-26 0,0 0-24 0,0 0-29 15,0 4-14-15,0 0 10 0,0-1 16 0,0 9 17 16,0-2 18-16,0 5 18 0,0-1 22 15,0 5 0-15,6 4-7 0,-6-2 0 0,7 8 4 16,-7-3-5-16,6 4-136 0,0-1 0 16,-6 4 0-16,7-4 0 0,0 5 0 0,-7-2 0 15,6-3 0-15,0 4 0 0,2-4 0 16,-2 0 0-16,0-2 0 0,7-2 0 0,-6 1 0 16,-1-4 0-16,7-1 0 0,-7-2 0 15,2-4 0-15,-2 3 0 0,0-7 0 0,1 4 0 16,-1-8 0-16,-6 4 0 0,0-7 0 0,7 3 0 15,-7-4 0-15,0 2 0 0,6-5 0 16,-6 3 0-16,0-3 0 0,0 3 0 0,0-3 0 16,0 0 0-16,0 0 0 0,-6 0 0 15,6 0 0-15,0 0 0 0,0 0 0 0,0 0 0 16,-7-3 0-16,7 0 0 0,-6-2 0 0,-1 2-124 16,1-1-402-16,0-3-161 0,-2 0-173 15,2-4-196-15,0-1-64 0,-1 2 26 0,-6-5 102 16,7 1 166-16,-1-5 218 0</inkml:trace>
  <inkml:trace contextRef="#ctx0" brushRef="#br1" timeOffset="-198491.62">3985 14522 39 0,'0'0'283'0,"0"3"57"0,0-3 16 16,7 0-30-16,-7 4-18 0,0-4-42 15,0 0-29-15,0 0-19 0,0 0-2 0,0 0 14 16,7 0 12-16,-7 0 6 0,0-4-8 16,0 4-12-16,6-3-18 0,-6 3-30 0,0-4-29 15,6 0-17-15,-6 4-2 0,6-3 2 16,-6 0 5-16,0-2 4 0,8 5 5 0,-8-4-3 16,0 1-9-16,0 0-8 0,0-1-6 15,0 0-1-15,0 4 1 0,0-3 4 0,0-2 3 16,0 5-3-16,0-3-4 0,0 3-8 15,0-3-13-15,0 3-14 0,0-5-13 0,0 5-10 16,0-2-7-16,0 2-7 0,0-5 0 16,0 5-1-16,0 0 0 0,0-3 1 0,0 3 1 15,0 0 1-15,0-4-1 0,0 4 4 16,0-4 5-16,0 4 4 0,0-3 2 16,0 3 3-16,0-4 1 0,-8 4-3 0,8 0-5 15,0-4-3-15,0 4-3 0,0-3-4 16,0 3-1-16,-6-4 0 0,6 4-2 0,0 0-13 15,0-3-36-15,0 3 0 0,-6-5 0 16,6 5 0-16,0-3 0 0,0 3 0 16,0-4 0-16,-6 4 0 0,6 0 0 0,0-3 0 15,-7 3 0-15,7-4 0 0,0 4 0 0,0-4 0 16,-7 4 0-16,7 0 0 0,-6-3 0 16,-1 3 0-16,7 0 0 0,-6-4 0 15,0 4 0-15,-2 0 0 0,2-4 0 0,0 4 0 16,0 0 0-16,-2 4 0 0,2-4 0 15,-7 0 0-15,7 4 0 0,-8-4 0 0,2 3 0 16,5-3 0-16,-6 4 0 0,0 0 0 16,0-4 0-16,0 3 0 0,-1 1 0 15,2-1 0-15,6 2 0 0,-8-2 0 0,1 1 0 16,1 3 0-16,4-3 0 0,-4-1 0 16,6 1 0-16,-8 3 0 0,8-2 0 0,-7-3 0 15,6 6 0-15,0-5 0 0,-5 5 0 0,6 0 0 16,-2-2 0-16,-4 3 0 0,5-3 0 15,1 5 0-15,-1 0 0 0,0 0 0 0,1 0 0 16,0 3 0-16,0-2 0 0,-2 2 0 16,2 2 0-16,0-1 0 0,-1-5 0 0,7 5 0 15,-7-1 0-15,7 5 0 0,-6-1 0 16,6 0 0-16,0-2 0 0,0 1 0 16,0 1 0-16,6 1 0 0,-6-1 0 0,0 0 0 15,7 0 0 1,-7 1 0-16,7-4 0 0,-7 3 0 0,6 1 0 15,-6-4 0-15,6 2 0 0,2 1 0 16,-2 1 0-16,0-4 0 0,0-1 0 0,-6 4 0 16,7-3 0-16,0 0 0 0,6 0 0 15,-7-1 0-15,0 1 0 0,8-5 0 0,-8 5 0 16,7 0 0-16,-6-1 0 0,6-2 0 16,0 2 0-16,0 2 0 0,-1-6 0 15,2 5 0-15,5-1 0 0,-5-3 0 0,4 4 0 16,-4-4 0-16,-1 0 0 0,7 0 0 15,-1-1 0-15,-6-1 0 0,7 2 0 0,-1-5 0 16,-5 2 0-16,4-5 0 0,2 6 0 16,0-6 0-16,-1-3 0 0,1 3 0 0,0-3 0 15,-1 0 0-15,1-3 0 0,-1 3 0 16,1-3 0-16,-8 3 0 0,8-9 0 16,0 6 0-16,-1-5 0 0,-6 5 0 0,6-5 0 15,-5 2 0-15,6-6 0 0,-1 5 0 16,1-4 0-16,-8 0 0 0,8 0 0 0,-7 0 0 15,7 1 0-15,-8-5 0 0,8 0 0 16,-7 1 0-16,0-2 0 0,0 2 0 0,1-1 0 16,-2 0 0-16,1 1 0 0,-6-4 0 15,-1 3 0-15,7 1 0 0,-6-5 0 0,0 1 0 16,-1-1 0-16,-6 1 0 0,6 0 0 16,1-1 0-16,-7 1 0 0,7 0 0 15,-7-5 0-15,0 6 0 0,0-6 0 0,0 5 0 16,0-4 0-16,-7 4 0 0,7 0 0 0,-7 0 0 15,7-1 0-15,-6 0 0 0,6 1 0 16,-6 3 0-16,-1 0 0 0,0 1 0 0,1-4 0 16,6 3 0-16,-13 4 0 0,6-3 0 15,1-1 0-15,-1 0 0 0,1 1 0 0,-8-1 0 16,8 0 0-16,0 1 0 0,-7-1 0 16,6 0 0-16,-6 1 0 0,7 2 0 15,-8-1 0-15,8-3 0 0,0 2 0 0,-8-1 0 16,1 0 0-16,7 4 0 0,-7-4 0 0,0 5 0 15,0-1 0-15,6 0 0 0,-6 0 0 16,1 0 0-16,-2 3 0 0,2-3 0 0,-2 4 0 16,1 0 0-16,-6-1 0 0,6 5 0 15,-1 0 0-15,2-2 0 0,-8 2 0 16,7 3 0-16,0 0 0 0,-6 0 0 0,5 0 0 16,-5 0 0-16,-1 3 0 0,0 2 0 15,2-2 0-15,-2 0 0 0,1 1 0 0,-1 0 0 16,-6 3 0-16,6 0 0 0,1-3 0 15,-7 3 0-15,6 1 0 0,1-1 0 0,-1-3 0 16,0 2 0-16,7 2 0 0,-7 0 0 16,8-1 0-16,6-3 0 0,-8 3 0 0,8-4 0 15,-1 5 0-15,1-4 0 0,6-1 0 16,0 1 0-16,6 3-341 0,-6-3-201 16,13 3-109-16,1-3-136 0,4-1-150 0,9 2-97 15,-7-2-2-15,6 1 68 0,0-1 137 16,-1 1 196-16,1 0 229 0</inkml:trace>
  <inkml:trace contextRef="#ctx0" brushRef="#br1" timeOffset="-197661.41">5106 13943 6 0,'0'-4'359'16,"0"-2"54"-16,0-3 55 0,0 1 50 15,0 6-75-15,-7-6-59 0,7 4-16 0,-7-2-3 16,7 1-16-16,-6 3-31 0,6-3-36 16,-6 1-48-16,-1 1-51 0,7 3-36 0,-6 0-23 15,-1 0-12-15,0 0-4 0,1 0 3 16,0 3 4-16,-8-3 8 0,8 9 8 0,0-7 0 15,-8 6-3-15,8-1-3 0,-7 1-3 16,7 2-3-16,-8 2-3 0,2 2-5 0,4-3-6 16,-4 7-6-16,-1 0-2 0,-1 1-8 15,2 4-7-15,-2-2-5 0,2 5 3 0,-1-1 8 16,-7 1 2-16,6 3 5 0,2 1 5 16,-1-1 2-16,0 0 0 0,0 4-3 15,-1 0-2-15,2 0-5 0,6 0-7 0,-8 0-1 16,8 0-69-16,-7 0-15 0,6-4 0 15,0 4 0-15,1 0 0 0,0 1 0 0,6-2 0 16,-6 1 0-16,6 0 0 0,-8 0 0 16,8 1 0-16,0-2 0 0,0 1 0 15,8 0 0-15,-8 0 0 0,0 0 0 0,6-4 0 16,-6 1 0-16,0 2 0 0,6-2 0 16,-6-1 0-16,6 0 0 0,1 4 0 0,-7-3 0 15,7-1 0-15,-1 0 0 0,1 1 0 16,-1-1 0-16,1 1 0 0,6-4 0 0,-7-1 0 15,0 0 0-15,8 1 0 0,-1-1 0 16,0-2 0-16,0-1 0 0,-1 0 0 0,2 0 0 16,6-4 0-16,-7 0 0 0,-1 0 0 15,8-4 0-15,-7-1 0 0,0-3 0 16,6 1 0-16,-5-5 0 0,6-1 0 0,-8-1 0 16,8-4 0-16,-7 0 0 0,7 0 0 15,-8 0 0-15,2-4 0 0,-8 4 0 0,7-5 0 16,-7 3 0-16,1 2 0 0,0-4 0 15,-7 1 0-15,0-1 0 0,6 0 0 0,-6 1 0 16,-6-4 0-16,6-1 0 0,-7 0 0 16,0-3 0-16,1 0-253 0,6 0-568 0,-6 0-333 15,-1-3-123-15,7-1 8 0,-6-3 79 16,6 4 160-16,-7-9 265 0,7 4 358 0</inkml:trace>
  <inkml:trace contextRef="#ctx0" brushRef="#br1" timeOffset="-196987.05">5496 14456 170 0,'0'-8'362'15,"0"1"56"-15,0-4 61 0,0 3-27 0,0-2-20 32,0-1 9-32,0 3 6 0,0-2 0 0,0-1-12 15,-6 3-27-15,6-3-48 0,0 4-56 16,0 0-34-16,-7-1-23 0,7 4-14 15,0-3-12-15,0 3-13 0,-6 2-15 0,6 2-18 16,0-5-21-16,0 5-28 0,-6 0-31 16,6 0-27-16,0 0-22 0,0 5-6 0,-8 1 2 15,8 5 5-15,-6-1 15 0,0 6 13 16,-1 5 13-16,7-2 11 0,-6 6 6 0,6 5 11 16,-7 3 6-16,7 0 6 0,0 4-52 15,0 3-76-15,0 0 0 0,7 1 0 0,-7 2 0 16,6-2 0-16,-6-1 0 0,7-3 0 15,-1-1 0-15,0-2 0 0,2-5 0 0,-2 0 0 16,0-3 0-16,1-5 0 0,-7-2 0 16,6-1 0-16,-6-3 0 0,0-4 0 0,0-3 0 15,0-1 0-15,0 0 0 0,0-3 0 16,0-4 0-16,-6 3 0 0,6-3 0 16,-7-3 0-16,7 3 0 0,0-4 0 0,-6 0 0 15,6 1-163-15,0-1-482 0,6-3-195 16,1-1-197-16,-1 1-120 0,7 0 7 15,7-4 80-15,-7-1 158 0,7 1 213 0,-1 0 251 16</inkml:trace>
  <inkml:trace contextRef="#ctx0" brushRef="#br1" timeOffset="-196330.3">5887 14800 91 0,'0'-7'407'0,"6"-4"67"15,-6 0 63-15,0 0 47 0,0 0-56 0,0 1-62 16,0 1-47-16,0-2-33 0,0 4-31 16,-6 0-59-16,6-1-72 0,0 1-53 0,-6 0-25 15,6 0-20-15,0 3-13 0,-7-3-3 16,7 3-2-16,-6-3 0 0,-1 3-4 16,0 0-1-16,7 1-2 0,-6-1-10 0,0 0-6 15,-1 4-2-15,0 0-3 0,-5 0 1 16,5 0 2-16,-6 0 9 0,6 0 6 0,-5 4 7 15,4 0-1-15,-4-1-9 0,-2 1-8 16,8 0-9-16,-7 3-8 0,0 0-10 0,6 1-10 16,1-1 0-16,-6 3-3 0,4 2-4 15,2-1-4-15,6 3-2 0,-6 1-1 16,-1 0-1-16,7 4 2 0,0-1-1 0,0 3 0 16,0 1-1-16,7 0 1 0,-1 0-1 15,0-4-2-15,2 4-3 0,-2-3-1 16,6-1-1-16,2 1-1 0,-1-2-2 0,-1-2-5 15,2-4 0-15,6 4-1 0,-8-4 0 16,8 0 1-16,-1-3-2 0,1-5 4 0,0 5 2 16,-1-8 3-16,1 4 1 0,-1-4-27 15,1-4-1-15,0 0 0 0,-2-3 0 16,-4 3 0-16,-1-6 0 0,7 2 0 0,-8-4 0 16,-6 1 0-16,8-3 0 0,-8 2 0 0,1-5 0 15,-7-2 0-15,7 1 0 0,-7-4 0 16,-7 0 0-16,7 0 0 0,-7-3 0 15,1 2 0-15,-8-2 0 0,8 3 0 0,-6 4 0 16,-2-1 0-16,-5 1 0 0,5-1 0 16,-4 8 0-16,-2-3 0 0,0 3 0 0,1 4 0 15,-7 0 0-15,6-1 0 0,1 4 0 16,-1 4 0-16,0 0 0 0,7 0 0 0,-7 0 0 16,8 8 0-16,-2-4 0 0,8 3-175 15,0 4-312-15,-1 0-77 0,7-1-98 0,0 5-112 16,13-4-107-16,-7 5-92 0,8-3 0 15,6 1 69-15,-1 2 134 0,1-1 172 0,6-4 191 16</inkml:trace>
  <inkml:trace contextRef="#ctx0" brushRef="#br1" timeOffset="-195572.19">6512 14847 175 0,'13'-10'564'0,"-6"-1"126"0,-7-4 102 0,6 1 74 16,-6-1-152-16,0-1-155 0,0-1-131 0,-6-2-104 16,-1 1-77-16,7-1-54 0,-13 2-36 15,7 2-19-15,-1-3-16 0,-5-1-13 0,-2 4-11 16,1 1-11-16,-6 6-12 0,0 1-8 16,-1-1-1-16,0 5-5 0,-6 0-1 0,7 3-3 15,-7 0-3-15,6 3-3 0,1 5-4 16,-8-1 5-16,8 4 1 0,6 0 5 15,-7 7 1-15,7-3 2 0,6 4 2 0,-5 2-2 16,5 2-4-16,1-2-7 0,6 1-5 16,0 4-6-16,6-4-4 0,1 0-7 0,5-4-7 15,2 1-1-15,6-1-6 0,-1-4-5 16,0 1-3-16,8-4-2 0,-2 0-1 16,8-3-4-16,-7-4 0 0,0-1 1 0,0-3-1 15,0 0-1-15,-6-3 2 0,-1-1 1 16,1-4 4-16,-7 0 9 0,0 2 18 0,0-5 18 15,-7-1 17-15,1-2 16 0,0-1 13 16,-1 0 10-16,-6 1 6 0,0-1-21 16,0 1-91-16,0-1 0 0,0 4 0 0,-6-4 0 15,6 4 0-15,-7 0 0 0,7 4 0 16,-7-1 0-16,1 1 0 0,6 0 0 0,0 4 0 16,-7-2 0-16,7 5 0 0,0 0 0 15,0 0 0-15,0 0 0 0,0 5 0 16,0-2 0-16,0 4 0 0,0 4 0 0,7 0 0 15,-7 4 0-15,6 0 0 0,1 3 0 0,-7 4 0 16,7 0 0-16,-1 4 0 0,0-1 0 16,1 5 0-16,-7-4 0 0,7 2 0 0,-1 2 0 15,-6-1 0-15,6 0 0 0,-6 1 0 16,7-1 0-16,-7 0 0 0,0 0 0 0,6 1 0 16,-6-4 0-16,0 0 0 0,0-1 0 15,-6 0 0-15,6-2 0 0,0-6 0 0,-7 3 0 16,1-6 0-16,-7 0 0 0,6-2 0 15,-5-2 0-15,-2-2 0 0,-5-5 0 16,-1 1 0-16,0-4 0 0,-5 0 0 0,-7-4 0 16,5 1 0-16,-5-1 0 0,-1-3 0 15,-6 0 0-15,12-1 0 0,-5-3 0 0,-1 0 0 16,7 1 0-16,1-2 0 0,-1 4 0 16,6-3 0-16,-6 5 0 0,13-6 0 0,-7 9 0 0,8-5 0 15,5 1 0-15,-6 3 0 0,13-3 0 16,-7 4 0-16,14-5 0 0,-1 1-519 0,1-1-202 15,12 2-161-15,1-6-136 0,13 5-74 0,-7-4 18 16,13 4 84-16,-7-5 156 0,7 4 202 16,7-2 226-16</inkml:trace>
  <inkml:trace contextRef="#ctx0" brushRef="#br1" timeOffset="-194757.92">6917 14734 35 0,'0'-15'419'0,"0"1"79"0,0 2 85 0,0 2 108 16,0-1-68-16,0 4-87 0,0 0-56 16,-8-1-35-16,8 4-45 0,0-3-77 0,0 3-60 15,0 4-39-15,0-3-31 0,0 0-26 16,0 3-26-16,0 0-25 0,-6 0-26 15,6 0-24-15,0 0-9 0,6 3-2 0,-6 0 3 16,0 5 17-16,0 3 18 0,8 0 23 16,-8 3 13-16,6 4 5 0,0 1 5 0,0 6-1 15,-6-2-4-15,7 2-2 0,0 4-5 16,-1-3 5-16,1 0 4 0,-1-5 2 16,-6 1-33-16,6 1-105 0,-6-5 0 0,8 0 0 15,-8 1 0-15,0-8 0 0,6-1 0 0,-6-2 0 16,0-1 0-16,0 0 0 0,0-3 0 15,0-1 0-15,0-3 0 0,0 0 0 0,0 0 0 16,0 0 0-16,0-3 0 0,0-1 0 16,0-3 0-16,-6 3 0 0,6-3 0 15,0 0 0-15,-8 0 0 0,8-4 0 0,-6 0 0 16,6-4 0-16,-6 0 0 0,6-2 0 16,-7-3 0-16,7 3 0 0,0-6 0 0,-6 2 0 15,6 2 0-15,6-3 0 0,-6 0 0 16,0 4 0-16,7-4 0 0,-1 7 0 15,0-3 0-15,8-1 0 0,-8 5 0 0,8-1 0 16,-2 1 0-16,1 3 0 0,-6 0 0 0,6 0 0 16,7-1 0-16,-8 5 0 0,8 0 0 15,-7-1 0-15,7 1 0 0,-1 4 0 16,1-2 0-16,-8 2 0 0,8 0 0 0,0 3 0 16,-7-4 0-16,0 8 0 0,0-4 0 15,-1 3 0-15,2 0 0 0,-8 2 0 0,7-2 0 16,-6 4 0-16,0 1 0 0,5-1 0 15,-5 5 0-15,0-2 0 0,5 1 0 0,-5 4 0 16,0 0 0-16,6-1 0 0,-7 0 0 16,0 5 0-16,1-4 0 0,0 3 0 15,-7 1 0-15,6-1 0 0,0 0 0 0,-6 0 0 16,7 1 0-16,-7-1 0 0,0-3 0 16,0 3 0-16,0-4 0 0,0 2 0 0,0-5 0 15,0 3 0-15,0-7 0 0,0 4 0 16,0-4 0-16,0-3 0 0,0 4 0 0,0-8 0 15,-7 3 0-15,7 1 0 0,0-4 0 16,0 4 0-16,0-4 0 0,0 0 0 16,0 0 0-16,0-4 0 0,0 4 0 0,0-4 0 15,0 1 0-15,0-5 0 0,0 4 0 16,0-3 0-16,0-4-60 0,0 0-755 0,0-4-337 16,7 1-148-16,0-5-6 0,-1 1 87 15,7 0 167-15,0 0 264 0,0-4 349 0</inkml:trace>
  <inkml:trace contextRef="#ctx0" brushRef="#br1" timeOffset="-194008.09">7528 13979 32 0,'-6'-10'423'15,"-1"-1"76"-15,1 3 73 0,0-3 110 16,6 5-43-16,-8-6-81 0,2 5-43 0,6-1-22 16,0 1-30-16,0-1-81 0,0 6-82 15,0-7-60-15,6 6-43 0,8-1-34 0,-1 4-22 16,0 0-7-16,6 0 0 0,1 4 3 15,0 3 1-15,5 5 1 0,-5-2 3 0,6 5-3 16,7 3-2-16,-7 8-5 0,6-1-5 16,1 5-5-16,-1 7-6 0,1-1-8 15,6 4 11-15,-7 0-51 0,1 8-68 0,-1 0 0 16,2-1 0-16,-9 5 0 0,1-1 0 0,0-4 0 16,-6 5 0-16,-7-1 0 0,0 1 0 15,-6-1 0-15,-7-4 0 0,6 0 0 0,-12 2 0 16,-1-5 0-16,0-4 0 0,-5 4 0 15,-2-7 0-15,-5-1 0 0,-1 2 0 0,1-6 0 16,-1-3 0-16,-6 0 0 0,6-3 0 16,1 0 0-16,-7-4 0 0,6 0 0 15,-5-4 0-15,5-3 0 0,0-1 0 0,1 1 0 16,-7-5 0-16,13 2 0 0,-6-4 0 16,5-2 0-16,1-1 0 0,7-2 0 15,-8 0 0-15,8 2 0 0,0-5 0 0,0 4 0 16,6-4 0-16,-8 0 0 0,8 0 0 0,0 0 0 15,0-4 0-15,-6 4 0 0,6 0 0 16,6-5 0-16,-6 2 0 0,0 3 0 16,0-3 0-16,0-2 0 0,8 2 0 0,-2 0 0 15,-6-2 0-15,6-1 0 0,0 1-800 16,-6-2-396-16,7-4-146 0,0 4-3 0,-7 0 90 16,6-4 185-16,-6 3 310 0,0-3 357 15</inkml:trace>
  <inkml:trace contextRef="#ctx0" brushRef="#br1" timeOffset="-137958.98">32746 3439 132 0,'0'-14'324'0,"-7"-1"64"0,7-3 22 16,0 3 12-16,0-3-6 0,0 4 11 0,-6-2 8 15,6 6-3-15,0 0-17 0,-6 2-49 16,6 3-67-16,0 3-85 0,-8-3-63 0,2 5-50 16,6 7-22-16,-12 1-8 0,5 3-7 15,0 3 1-15,-6 5-3 0,1 3-3 0,-2 0-14 16,2 5-11-16,-2-7-9 0,1 7-12 16,0-2-6-16,6-3-4 0,-5 4-2 0,6-5-6 15,-8-2-7-15,8-2-1 0,-1 3-15 0,1-6-40 16,-1-3-64-16,7 0-93 0,-7 0-104 15,1-4-130-15,0-3-118 0,6-4-96 0,-7 0-51 16,0 0 37-16,1-4 78 0,0-3 116 16,-1 0 127-16</inkml:trace>
  <inkml:trace contextRef="#ctx0" brushRef="#br1" timeOffset="-137551.35">32394 3459 82 0,'0'-8'420'0,"0"0"89"0,0 1 78 16,0 0 49-16,0 3-98 0,0 0-106 15,0 4-59-15,7 0-50 0,-1 0-40 16,0 8-44-16,2-5-26 0,4 8-22 0,2 0-25 16,5 4-21-16,1 0-27 0,-8-1-26 0,14 5-21 15,-6-4-12-15,-1 3-19 0,1-1-17 16,0 3-10-16,-1-6-2 0,-5 4-9 0,4-3-3 16,-4 3-6-16,5-3-23 0,-5 0-41 0,-8-5-73 15,6 1-106-15,-4 0-130 0,-2-4-142 16,0-2-123-16,1-2-113 0,-7 2-9 0,6-5 64 15,1-5 112-15,0 2 134 0</inkml:trace>
  <inkml:trace contextRef="#ctx0" brushRef="#br1" timeOffset="-137301.33">32934 3454 20 0,'8'-15'413'0,"-8"5"92"16,6-5 98-16,0 0 76 0,1-2-63 15,-1 1-111-15,1 6-70 0,6-5-66 0,-7 0-79 16,8 4-75-16,-2 0-49 0,2 3-29 0,5-2-37 16,-6 6-21-16,6-3-10 0,1 3-15 0,-7 4-14 15,7 0-11-15,0 4-6 0,-1-1-2 16,0 8-6-16,-6 1 3 0,7-1 2 0,-7 6-4 16,-6-1-3-16,-1 2-6 0,-6 4 5 0,-6-5-5 15,6 10-2-15,-14-5 2 0,2 0 0 16,-2 0-1-16,-5 0-1 0,6 0 2 0,-6-1 3 15,-1-2 1-15,7-5 9 0,-7 2 7 0,7-2 3 16,6-3 8-16,-5 0 12 0,5-4 18 0,7 1 17 16,-7-1 27-16,7-4 28 0,0 1 28 15,7-4 12-15,0 3-2 0,5-3-6 0,2-3-24 16,5 3-30-16,1-4-35 0,6-3-24 0,6 4-17 16,-5-5-15-16,5 4-10 0,7-3-2 15,-7 0-1-15,7 0-2 0,-6 3-4 0,-1-3-3 16,-5 4-2-16,-8-1-5 0,1-1-13 0,-7 2-23 15,0 3-31-15,-6 0-49 0,-7 0-60 0,0 3-69 16,0 2-97-16,-7 2-133 0,-6 0-172 16,0 4-145-16,-7-4-121 0,1 8-25 0,0-1 58 31,-1 1 128-31,-6 7 189 0</inkml:trace>
  <inkml:trace contextRef="#ctx0" brushRef="#br1" timeOffset="-136707.73">32896 4567 70 0,'6'-6'543'16,"-6"-5"110"-16,7 3 90 0,-7-2 72 15,-7-2-78-15,7 5-166 0,0 0-147 0,-6 4-88 16,6-2-76-16,-7 2-55 0,1 3-51 0,0 3-32 16,-8 2-10-16,8 1 1 0,-8 5 2 15,2 4-3-15,-1 0-9 0,-1 2-12 0,2-2-23 16,-2 7-22-16,2-3-13 0,-2 3-12 16,1-4-8-16,7 4-6 0,-8-4-3 0,8-3 0 15,0 1-4-15,0-2 1 0,-1-1 1 16,0-4 0-16,7 2 0 0,-6-4 1 0,6-3 2 15,0-1 0-15,-7 0-2 0,7-3 1 0,0 0-4 16,-6-6 1-16,6 2-3 0,-6-7-5 31,-2 0-3-31,2-4-2 0,6 0 1 0,-6-3-2 0,0-3 0 0,6 2 4 0,-8-2 3 0,2 2 5 16,6 0-3-16,0 1 4 0,-6 3 5 16,6 1 3-16,0-1 2 0,0 4-1 0,0 4 5 15,0 0 7-15,-7-1 6 0,7 4 3 16,0 1 1-16,0-1 1 0,0 4 1 0,7 0 5 15,-7 4 4-15,6 3 14 0,0 4 17 0,2 4 12 16,-2 2 13-16,6 2-3 0,2 4-9 16,-8-2-16-16,7 2-19 0,1-2-13 0,-8-3-16 31,6 4-10-31,-4 0-6 0,4-3-6 0,-5-4-8 0,-1 3-25 0,1-3-38 0,0-5-56 16,-7 1-64-16,6-3-75 0,-6-1-101 0,6-4-129 15,-6 2-134-15,0-10-125 0,-6 2-134 16,6-4-31-16,-6-1 54 0,6-3 120 15,-7 1 157-15,7-5 171 0</inkml:trace>
  <inkml:trace contextRef="#ctx0" brushRef="#br1" timeOffset="-136348.52">32869 4546 233 0,'14'-11'546'0,"-8"4"126"0,1-4 99 0,-1 0-1 15,8 0-74-15,-8 0-122 0,6 0-127 0,2 4-95 16,-1 0-77-16,-7-1-53 0,8 4-40 0,5 0-36 15,-6 4-19-15,0 0-20 0,0 4-12 16,6-4-17-16,-5 7-15 0,-2 0-14 0,2 5-15 16,5 3-6-16,-12 0-6 0,6 2-2 0,-7 2-4 15,0 3 1-15,-6-1 0 0,-6 1-3 0,0 1-3 16,-1 3-2-16,-6-5-1 0,0 2-1 16,0-6 3-16,0 5 3 0,0-3 8 0,0-4 14 15,7-1 20-15,-7 0 27 0,13-2 27 0,-7-5 33 16,0 0 33-16,7-3 23 0,0 0 10 0,7-4-5 15,0 0-20-15,6-4-34 0,-1 0-149 16,8-3 0-16,0 0 0 0,6-5 0 0,7 6 0 16,-1-5 0-16,1 3 0 0,-1 1 0 0,7 0 0 15,0-1 0-15,-7 1 0 0,1 3 0 16,-1 0 0-16,-5 2 0 0,-8 2 0 0,-6-5 0 16,1 5 0-16,-2 0-148 0,-12 5-134 0,0 1-79 15,0 2-97-15,-12 3-141 0,-2 0-158 16,1 3-146-16,-6 0-105 0,-8 1-2 0,8 4 76 15,-7 3 157-15,6-4 196 0</inkml:trace>
  <inkml:trace contextRef="#ctx0" brushRef="#br1" timeOffset="-135848.64">33280 5330 73 0,'0'8'645'0,"-7"-5"166"0,7 1 89 0,-6-1 52 16,6-3-103-16,-7 5-189 0,1 1-244 0,0-2-131 16,-8 7-55-16,8 4-26 0,-8-1-13 15,2 0-13-15,-1 5-13 0,0 4-17 0,0-5-19 16,-1 3-15-16,2 5-18 0,-1-3-22 0,0 2-16 16,0 1-16-16,6-4-16 0,-6 3-7 15,7-3-10-15,-1 0-1 0,0 0-5 0,1-4-1 16,0 0-2-16,-1-2 0 0,1-6-1 0,6 1-2 15,-7-3 0-15,7-1-4 0,-7-3-3 16,7-4-4-16,-6-4-4 0,6-3-8 0,0-1-10 16,-6-3-11-16,6-3-7 0,-7-4-2 15,0-1-3-15,7 4 4 0,-6-3 10 0,6 0 11 16,0 3 11-16,0-3 3 0,0 3 13 0,0 3 3 16,0 2 7-16,0 3 5 0,0-1 1 31,0 6 3-31,0-3-1 0,0 1 1 0,0 4 5 0,6 4 8 0,-6 1 17 0,7 1 14 15,0 5 13-15,-7-1 17 0,6 6 11 0,0 2 5 16,8-3-6-16,-8 7-2 0,1-4-5 0,-1 0-11 16,0 0-14-16,8 1-14 0,-8-1-11 0,0 1-14 15,8-5-9-15,-8 5-7 0,1-5-11 16,-1-3-13-16,7 0-30 0,-6 0-52 0,-1-4-68 16,0 0-87-16,2-2-106 0,-2-2-145 0,0-3-145 15,1 0-133-15,-1-3-113 0,1 3-65 16,6-7 29-16,-7 2 112 0,0-2 150 0,2 3 174 15</inkml:trace>
  <inkml:trace contextRef="#ctx0" brushRef="#br1" timeOffset="-135473.64">33299 5755 403 0,'0'-11'645'0,"0"1"114"16,7-2 89-16,-7-3-27 0,7 0-118 0,-1 5-130 16,0-5-142-16,1 4-77 0,6 0-61 0,-6 0-51 15,5 4-43-15,8 0-38 0,-7-2-32 0,7 7-30 16,-8-2-25-16,8 4-17 0,0 4-17 15,-7-2-14-15,7 7-9 0,-8-2-7 0,8 8 1 16,-7-1 2-16,-7 1-3 0,8-1 2 16,-14 5 3-16,6-1 2 0,-6 1-1 0,-6-1 4 15,-1 1 3-15,-6-2 1 0,0 5 1 0,0-3 3 16,-6-1 4-16,5-4-1 0,-5 4 9 16,-1-2 14-16,8-2 11 0,-2-2 9 0,1-2 13 15,0 1 13-15,7-4 18 0,-1-3 5 0,1 0 15 16,6-1 9-16,-6 2-63 0,12-5-84 0,-6 3 0 15,6-6 0-15,7 3 0 0,0-5 0 16,0 2 0-16,7-1 0 0,0-3 0 0,5 0 0 0,-5 3 0 16,6-3 0-16,7 0 0 0,-7-1 0 15,6 1 0-15,1 3 0 0,-7-3 0 0,0 3 0 16,-1 0 0-16,-11 1 0 0,5-2 0 0,-12 5 0 16,6-2 0-16,-13 2-22 0,6 2-228 0,-12-2-63 15,6 5-71-15,-13 2-96 0,6-3-130 16,-6 7-146-16,-7-4-148 0,2 4-88 0,-9 4 6 15,1-1 84-15,0 1 157 0,0 7 192 0</inkml:trace>
  <inkml:trace contextRef="#ctx0" brushRef="#br1" timeOffset="-134864.49">32896 7224 375 0,'6'-18'556'0,"8"0"102"15,-8-4 84-15,6 3-36 0,-4-3-124 16,4 0-93-16,1 4-81 0,-6 3-63 0,6 1-43 15,-7-1-34-15,1 8-37 0,0-1-31 0,-7 1-21 16,0 7-4-16,0 0-3 0,0 3 1 16,0 9 11-16,-7-2 5 0,0 9 3 0,1 3-15 15,-7 3-21-15,6 1-21 0,-6 4-22 16,1-2-20-16,-2 2-24 0,2-1-18 0,-2 1-16 16,1-2-10-16,1-5-10 0,4 3-5 15,-4-8-5-15,5 1-2 0,0-5-1 0,1-3-4 16,6-1-9-16,0-1-10 0,-6-6-19 0,6 0-41 15,0-3-60-15,0-6-64 0,0-3-70 16,0-1-72-16,0-1-79 0,0-3-66 0,0-1-48 16,-7-4-23-16,7 1 7 0,0 0 44 15,0-1 79-15,0 1 96 0,0 3 106 0,0-3 95 16,0 8 88-16,-6-6 74 0,6 5 80 16,0 4 79-16,0 0 78 0,0 0 62 0,-7 2 45 15,7-1 23-15,0 2-8 0,0 4-27 16,0-4-34-16,7 4-21 0,-7 4-16 0,6 0-21 15,7 7-13-15,-7-4-10 0,8 7-15 0,-2 1-26 16,2 0-35-16,5 2-30 0,-5 2-31 16,4-1-29-16,2 2-26 0,0-3-19 0,-7-2-14 15,7 3-9-15,-8-4-15 0,2 2-18 16,-1-6-49-16,-1 1-67 0,-5-4-83 0,0 2-104 16,-1-6-163-16,0 0-184 0,8-3-165 0,-14-3-145 15,13 0-28-15,-7-6 45 0,1 2 140 0,-1 0 183 16,1-4 204-16</inkml:trace>
  <inkml:trace contextRef="#ctx0" brushRef="#br1" timeOffset="-134504.58">33254 7210 383 0,'0'-16'656'0,"0"2"119"0,0 3 98 16,6-4-8-16,-6 4-141 0,7-3-151 16,-7 2-140-16,6 5-88 0,1-3-80 0,6 2-53 15,-7 4-46-15,8 1-45 0,-2 3-30 0,-5 3-22 16,13 1-12-16,-8 0-7 0,-4 7-10 15,4-1-11-15,-5 5-9 0,-1 0-5 0,1 4-2 16,-7 3-4-16,0 0-2 0,-7-1 2 16,-6 1 2-16,1 0 2 0,-2 4 3 0,-5-3 2 0,-1-2 3 15,0-3 6-15,1 4 9 0,6-7 11 16,-6 3 17-16,5-7 22 0,8 4 27 0,-8-8 28 16,8 0 23-16,6 1 11 0,-6-5 5 0,12 2-5 15,-6-5-71-15,6 0-104 0,8 0 0 0,-8-5 0 16,14 5 0-16,-7-3 0 0,7-2 0 15,-1 2 0-15,7 0 0 0,0-5 0 0,0 5 0 16,0 0 0-16,7-2 0 0,-7 1 0 0,0 1 0 16,0-1 0-16,-7 1 0 0,1-1 0 0,-7 4 0 15,-7-4-121-15,2 4-179 0,-2 0-97 16,-12 4-151-16,-2 0-172 0,2-1-173 0,-14 4-146 16,1 2-22-16,-7 1 47 0,-7 0 136 0,1 10 195 15,-1-2 226-15</inkml:trace>
  <inkml:trace contextRef="#ctx0" brushRef="#br1" timeOffset="-133905.31">33202 8767 361 0,'0'-8'538'16,"0"0"113"-16,0-2 89 0,0 2-48 15,0-3-93-15,6 4-92 0,-6-1-94 0,6 1-91 16,-6 4-74-16,0-1-61 0,0 0-39 0,8 8-22 16,-8 0-5-16,0 6 4 0,-8 2 13 0,8 2 16 15,-6 9 10-15,6-5 0 0,-6 4-3 0,-7 3-7 31,6 1-7-31,-6-4-13 0,7 3-16 0,-8 1-18 16,2-3-16-16,-1-5-18 0,0 3-18 0,0-6-12 16,6 4-10-16,-6-5-15 0,7-3-4 0,-1-3-1 15,0-1-2-15,7 0-1 0,0-7-7 0,-6 0 3 16,6 0-8-16,0-7-10 0,0 0-9 16,0-8-16-16,0 5-25 0,0-10-23 0,0 3-20 15,0-2-13-15,0 1-1 0,0-1 12 0,0 1 27 16,-6-1 26-16,6 5 24 0,-7-4 19 0,7 3 11 15,-6 0 7-15,6 4 2 0,-7-3 6 16,0 3 7-16,7 3 11 0,-6-2 17 0,6 2 21 16,0 1 25-16,0 3 20 0,0 1 13 15,0-2 4-15,0 5-1 0,6 5 1 0,1-2-6 16,0 5-6-16,6 3-2 0,-1-1 1 0,2 9-8 16,5-5-14-16,-6 5-15 0,7-2-21 0,-7 6-55 15,7-4 0-15,-8-1 0 0,1 0 0 16,7 0 0-16,-8 0 0 0,2-7 0 0,-8 4 0 15,8-4 0-15,-8-3 0 0,7 2 0 0,-7-6 0 16,1 0 0-16,0 0-135 0,-1-4-82 0,0-4-80 16,1 0-85-16,0 0-96 0,-1-3-100 15,0-4-93-15,1 4-84 0,-7-4-59 0,7-4-64 16,-7 1 28-16,0 3 98 0,6-4 125 0,-6 0 150 16</inkml:trace>
  <inkml:trace contextRef="#ctx0" brushRef="#br1" timeOffset="-133449.95">33372 8799 301 0,'0'-11'493'15,"0"1"115"-15,6-1 99 0,-6-5-23 0,6 6-67 16,1-1-68-16,-1 0-62 0,1-1-75 0,6 2-64 16,-7-1-52-16,0 3-51 0,8 1-42 15,-1-1-32-15,-6 5-24 0,5 0-24 0,1-1-24 16,1 8-22-16,-2-1-19 0,2 0-18 0,-8 9-8 16,7-5-6-16,-7 8-1 0,1 0 1 15,-7-1 4-15,0 4 8 0,0 1 5 0,-7-1 5 16,1 4 5-16,-7-4 6 0,0 4 0 0,0-3 0 15,0-1 1-15,-7-4 4 0,8 5 5 16,-8-4 8-16,6 0 9 0,2-5 12 0,-1 1 12 16,6 0 5-16,-6-4 8 0,7 1 2 0,6-5-24 15,-6 1-101-15,6 0 0 0,-8-4 0 0,16 0 0 16,-8 0 0-16,6 0 0 0,0-4 0 16,7 4 0-16,0-4 0 0,0 1 0 0,7 0 0 15,-7-2 0-15,6 2 0 0,1 3 0 0,-1-4 0 16,1 0 0-16,6-3 0 0,-7 7 0 0,7-3 0 15,1-5 0-15,-7 5 0 0,6-1 0 0,-7 1 0 16,1-2 0-16,-8 5 0 0,8-3 0 0,-7-1 0 16,-7 4 0-16,8-3 0 0,-8 3 0 15,0-4 0-15,-6 4 0 0,7 0 0 0,-7 0 0 16,0 0 0-16,7-4 0 0,-7 4 0 0,0 0 0 16,0 0 0-16,0 0 0 0,0 0 0 0,0 0 0 15,-7 0 0-15,7-3 0 0,0 3-29 0,-7 0-270 16,1 0-87-16,0 0-111 0,-8-4-145 0,8 4-194 15,-7 0-182-15,-1-4-44 0,2 4 29 16,-8 0 99-16,1-3 166 0,5 3 242 0</inkml:trace>
  <inkml:trace contextRef="#ctx0" brushRef="#br1" timeOffset="-109973.86">27112 1414 245 0,'7'-3'287'0,"-7"-1"32"0,7 4-50 0,-7-5-27 15,0 2-26-15,6-1-29 0,-6 4-27 16,0 0-4-16,0 0 6 0,0 4 7 0,6 4 14 16,-6 2 27-16,0 1 26 0,0 5 6 0,0-2-18 15,-6 4-24-15,6 0-30 0,0 1-39 16,-6-1-37-16,-1 0-27 0,7 0-16 0,-7 1-14 16,1-1-11-16,-1-3-4 0,1-1-4 0,0 1-2 15,-8 0-4-15,8-4-8 0,0 0-3 0,-2-4-2 16,8 0-1-16,-6 1-13 0,0-5-34 15,6-3-55-15,0 0-64 0,0 0-68 16,-7-3-59-16,7-1-46 0,0-3-9 0,0-1 22 16,0-3 38-16,0 4 49 0,-6-4 55 0,6-3 46 15,0 2 42-15,0 2 34 0,-7-1 33 16,7 0 38-16,-7-4 39 0,7 4 35 0,-6 0 35 16,0-1 46-16,0 2 39 0,-2 3 30 15,2-4 28-15,6 3 35 0,-6 5 21 0,6-5 0 16,0 5-24-16,0 3-29 0,0-4-45 15,0 0-52-15,0 4-47 0,6 0-28 0,0 4-3 16,2 0-2-16,4 3-1 0,-6 0-3 16,8 1-6-16,5-1-9 0,-5 4-14 0,-2-4-15 15,8 5-11-15,-7-6-6 0,7 5-6 0,-8-3-6 16,2 2-1-16,5-2-6 0,-6 3-10 16,0-3-30-16,-7-1-53 0,8 1-92 0,-8-5-110 15,0 4-123-15,1-3-113 0,0-4-90 16,-1 4-80-16,-6-4 22 0,7 0 68 0,-1-4 106 15,0 0 112-15</inkml:trace>
  <inkml:trace contextRef="#ctx0" brushRef="#br1" timeOffset="-109536.47">27321 1513 293 0,'0'-11'360'0,"0"3"47"0,0-3 3 15,0 1-60-15,0-1-50 0,0 0-33 0,6-1-13 16,-6 5-13-16,7-4-22 0,-7 4-24 0,7 0-22 15,-1-1-26-15,0 4-34 0,0-3-29 16,2 3-21-16,4 4-14 0,1-3-17 0,1 3-13 16,-8 3-8-16,6-3-5 0,2 8-3 15,-1-5-10-15,-6 4-4 0,-1 2 10 0,1 1-1 16,-7-3 2-16,0 4-4 0,-7 1 3 0,7 2 4 16,-6-3-7-16,-1 1 4 0,0-2-3 15,1 1 2-15,0 0 2 0,-2-4-2 16,2 1-1-16,6-1-3 0,0 0 8 0,0-4 2 15,0 2 5-15,6-1 8 0,-6-1 14 0,8 0 15 16,4 1 3-16,2 0 12 0,-1-1 3 16,-1 2 7-16,2-2-2 0,-2 5-9 0,2-6-3 15,-8 6-5-15,7 0-1 0,-13-5 1 16,0 5 4-16,0 2 12 0,0-2 4 0,-6-1 7 16,-7 1-7-16,-1-1-10 0,2 0-16 15,-8 0-10-15,7 1-12 0,-7-5-18 0,8 5 1 16,-8-5 0-16,0 1-1 0,7 3-8 15,1-3 7-15,-2 1 3 0,2-5-10 0,-2 6-29 16,8-6-56-16,-1 4-87 0,1-4-108 0,-1 4-129 16,7-4-139-16,0 0-159 0,0-4-40 15,7 0 37-15,-1 0 76 0,1 2 112 0</inkml:trace>
  <inkml:trace contextRef="#ctx0" brushRef="#br1" timeOffset="-108942.85">30375 927 140 0,'0'-8'270'0,"0"2"39"0,0-2-25 0,-6-3-21 16,6 3-17-16,-7 1-19 0,7-3-11 15,-6 2-14-15,6 0-15 0,-7 1-8 0,0 3-12 16,7-3-10-16,-6 4-13 0,0-5-8 15,0 4-5-15,6 1-10 0,-8-1-12 0,2 4-17 16,6 0-2-16,-6 0 5 0,-1 4 2 16,1-1 4-16,-1 4 11 0,-6 5 13 0,1-2-7 15,4 5-11-15,-4-3-14 0,-8 6-12 0,7-4-15 16,-7 1-17-16,8 4-10 0,-8-2-7 16,0 1-1-16,7-3-18 0,-7 4-8 0,8-4-2 15,-1-1 2-15,0-3-12 0,6 1-5 16,-5-2 3-16,4-3-28 0,2 1-46 0,6-5-68 15,-6 1-70-15,6-4-105 0,0 0-101 16,0-4-67-16,0-3-34 0,0 0-26 0,6-1-4 16,-6-3 61-16,6 1 82 0,-6-5 82 15</inkml:trace>
  <inkml:trace contextRef="#ctx0" brushRef="#br1" timeOffset="-108692.93">30024 861 8 0,'-7'-4'303'0,"7"-4"51"16,-7 5 65-16,7-4-3 0,0 3-47 0,0 1-48 15,0 3-41-15,0 0-22 0,0 0-15 16,0 0-6-16,7 3 9 0,6 4 1 16,-7 0 0-16,8 1-9 0,5 4-27 0,-6 2-30 15,6-3-42-15,-5 3-24 0,5 1-21 0,1 0-21 16,0-1-15-16,-1 1-23 0,-6 0-13 16,6-1-7-16,-5-3-6 0,6 3-1 0,-8-2-1 15,1-1 2-15,0 0-2 0,0-3-9 16,-7-2-24-16,2 2-54 0,-2-1-80 0,0-3-97 15,0-1-113-15,1-3-118 0,0 0-101 0,-7-3-98 16,6-1 0-16,1 0 55 0,-1-3 92 16,8 0 111-16</inkml:trace>
  <inkml:trace contextRef="#ctx0" brushRef="#br1" timeOffset="-108239.9">30616 809 219 0,'0'-11'385'0,"0"5"54"16,6-6 44-16,-6 1-44 0,8 0-72 0,-8-1-43 16,6 5-28-16,0-4-21 0,1 4-26 0,-1 0-39 15,8 0-46-15,-2-1-45 0,2 5-30 0,-8-1-31 16,14 0-29-16,-7 4-12 0,-1 0 0 0,2 0-9 16,-2 4 0-16,2 3 1 0,-8-4 1 0,7 9 4 15,-7-5-7-15,-6 5 7 0,7-1-10 0,-7 0-5 16,0 3 0-16,-7-3-8 0,1 1 1 15,0 2-5-15,-1-3-2 0,-6 4 5 0,6-5 3 16,-5 1 0-16,5 0 2 0,0 1-2 0,1-5 10 16,0 4-3-16,6-4 2 0,0 0 3 15,6 1 8-15,0-1 10 0,8 0 1 0,-8 1 23 0,7-1 11 16,0 0 0-16,6 0 3 0,-5 1-5 16,-2-5 2-16,-4 4-16 0,4 5-3 0,-5-5 12 15,-1 0 4-15,-6-3 9 0,0 3 14 16,-6 0 12-16,-1 1-1 0,-5 0 2 0,-2-1 1 15,-6 0 3-15,1-3-13 0,-1-1-2 0,1 2 5 16,0-2-6-16,-1-3-8 0,1 3-8 0,5-3-4 16,-5 0-11-16,-1 0-12 0,8 0-6 15,-2 0-9-15,2 0-8 0,4 0-3 0,-4-3-4 16,5 3-2-16,1 0-5 0,-1-3-19 0,0 3-39 16,7 0-70-16,0 0-120 0,-6 0-163 15,6-5-198-15,0 5-202 0,0 0-75 0,-6-3 5 16,6 3 87-16,0 0 145 0,0-4 189 0</inkml:trace>
  <inkml:trace contextRef="#ctx0" brushRef="#br1" timeOffset="-99296.68">18978 648 131 0,'0'-7'233'0,"0"-1"14"0,0 1-60 15,6 4-40-15,-6-1-13 0,0 0-5 0,0 4-3 16,0-3 1-16,0 3 0 0,0 0-14 16,0 0-27-16,-6 0-27 0,6 0-24 0,0 3 2 15,0 1 19-15,-7 3 25 0,7 5 34 0,-6-2 39 16,0 9 39-16,-2 2 34 0,2 5 18 16,0-1 2-16,0 9-13 0,-1-1-17 0,0 3-30 15,1 5-24-15,-1 3-22 0,1 6-10 0,-1-1-15 16,0 5-5-16,1 2-1 0,0-2-11 15,-1 5-14-15,0 0-7 0,7 3-2 0,-6 4-13 16,6 0-7-16,-6-1-7 0,6 9 1 16,0-5 1-16,0 4 9 0,0-3 5 0,0 0 5 15,0 3 7-15,0-3 1 0,0-1-5 16,0 4-12-16,-7 1-8 0,1-1-5 0,-1 0-10 16,7 1-13-16,-13-1-7 0,13-3-6 0,-6-1-1 15,-2-3-2-15,8-4-2 0,-6-3 1 16,6 0 2-16,0-8-1 0,-6-4 2 0,6-3-2 15,6-2 0-15,-6-10 10 0,0-3 2 16,0-3 3-16,0-8 9 0,6-3 8 16,-6-1 4-16,0-6 7 0,0 2-1 0,0-5-2 15,0-2-7-15,8 2-8 0,-2-5-6 16,-6 0-13-16,13 0-2 0,-6 0-5 0,6-5-3 16,-1 5-2-16,2-3 1 0,5-2-2 15,1 3-1-15,6-3 0 0,0 2 0 16,7-5 0-16,-1 5-2 0,1-1 0 0,5 0-1 15,-5 1 0-15,7-1 1 0,-2 4 0 16,1 0-2-16,0 0 3 0,1 0 5 0,-1 0-2 16,0 4-1-16,7-4 0 0,-8 3 1 15,8 1-1-15,-7 0-4 0,6-1 0 0,2 1-1 16,-2 0 0-16,1-1 2 0,5 2-3 16,2-3 2-16,-1 3 1 0,-1-5 1 15,2 3-1-15,6-3 2 0,-1 0 4 16,1 0-1-16,6 0 2 0,0 0-3 0,0 0 1 15,0 0-2-15,7 0-4 0,0 0-1 16,5-3 0-16,-4 3 0 0,-2 0-2 0,0 0 5 16,8-5 1-16,-8 5 0 0,8 0-1 15,-2-2 2-15,8 2 0 0,0-5-3 0,0 5-2 16,-1-3 3-16,1-1 0 0,0 4 3 16,6-4 0-16,0 1-1 0,1-1 0 0,5 0-3 15,1 1 2-15,-1-1-4 0,1 1 1 16,0-2 2-16,-7 5 0 0,7-3 3 0,-1 3-2 15,1 0 1-15,-1 0-1 0,-5 0-1 16,5 0 0-16,2 0 0 0,-9 0 0 0,1 3 3 16,0-3-2-16,-6 0 2 0,6 5-3 15,1-5 0-15,-7 0 0 0,6 0-3 16,0 0 0-16,0 0 1 0,1 0 1 0,-1-5 2 16,-7 2 0-16,7-1 2 0,0 1 1 15,7-1 0-15,0 1-6 0,-7-1 0 0,1 0-3 16,5 0-1-16,-6-3 3 0,-7 4-1 15,7-1 6-15,1 0 1 0,-1-3-1 0,-6 7 2 16,6-4-3-16,-12 1 2 0,5 0-1 16,-6-1 1-16,0 4 2 0,0-5-1 0,0 5-4 15,-6-3-2-15,6 3 0 0,1 0-2 16,-8 0 1-16,7-5 0 0,0 5 3 0,-6 5 0 16,0-5-2-16,-1 0 3 0,1 3 2 15,0 2-2-15,-7-5 2 0,0 4 1 16,6-1 2-16,-5 0-5 0,5 1 1 0,-6 0-1 15,0 3-2-15,0-3 1 0,0 3-2 16,0 0-2-16,-6-3 2 0,6 3 2 0,-6-3 0 16,0 3 1-16,6-4 0 0,-7 5 1 15,7-4-2-15,-6 3-4 0,6-3 3 0,1-1-2 16,-1 1 0-16,0 0 3 0,0-1 0 16,6 2 7-16,-6-3-2 0,0 3-2 15,1-5 3-15,-1 3-1 0,0-3-2 0,7 5-4 16,-7-5 0-16,7 0-1 0,-1 0 0 15,-6 0-2-15,7 0 1 0,-7 0 0 0,1 0 3 16,-1 0 2-16,-6-5-2 0,6 2 5 16,-7 3-1-16,1-5-1 0,6 3-3 0,-6-3 2 15,-2 2 1-15,2-1-4 0,0 0 1 16,-7 1-1-16,-7-5-1 0,8 5-1 0,-14-1-2 16,7-4 1-16,-14 5 0 0,1-1 2 15,-1-3 2-15,-6 4 0 0,1-1 2 0,-9-4 1 16,2 5 8-16,0-1 9 0,-1-3 6 15,-5 3 6-15,-2 1 3 0,8-1 6 0,-7-3 1 32,1 4-3-32,-8-1 0 0,6-4 3 0,2 3 1 15,-8-1 2-15,7 3 0 0,-7-5-4 0,2 5 0 16,4-4 2-16,-6-2-1 0,2 6-6 16,4-4-2-16,-5-4-5 0,-1 4-4 0,8-5-10 15,-8 1-6-15,0 0-2 0,8 1-4 16,-8-5 1-16,7 0-3 0,-6 1 1 0,6-5-4 15,-1 1 1-15,-5-7 1 0,6 2-1 0,0-7 0 16,0 2-1-16,6-2 2 0,-5-6-1 0,6-1-2 16,-1-4-3-16,0 1-1 0,0-4 2 15,1 0 3-15,0 0-3 0,-1-3 3 0,1-1 8 0,0 0-3 16,-1 1 0-16,1 0-2 0,0-1-3 16,-8 0 2-16,8 1-3 0,-7-1-1 0,7 0 0 15,-8 1 2-15,1-1 2 0,0 0-2 0,0 5-1 16,-6-5 0-16,6 4-1 0,-7 0-2 15,8 1 5-15,-8 1-1 0,0-2-1 0,1 5 2 16,-1 2-1-16,1-4 2 0,-7 5-4 0,7 0 2 16,-7 3 0-16,0-1-3 0,6 1 4 15,-6 0 0-15,0 4 2 0,0-1 0 0,0 1-1 16,0 0 0-16,0 4 0 0,0-5 0 0,0 4-3 16,0 4 2-16,0-3-2 0,0 3 3 15,0 4 0-15,0-1 1 0,0 1 1 0,0-1-1 16,0 8-1-16,0-3 0 0,0 2 0 0,0 2 2 15,0 0-1-15,0 2-1 0,0-1 3 0,0 3 1 16,0-1 1-16,0 0-1 0,0 0 3 0,-6 2 1 16,6 2 6-16,0-1 1 0,0 0 2 0,0 0 1 15,0 1 1-15,0-1 0 0,0 1-5 16,0 3 0-16,-7-4-1 0,7 1-2 0,0 3 0 16,0-5 0-16,0 5 3 0,0-3 2 0,0-1-1 15,0 4 1-15,-7-3 5 0,7-1-1 16,0 4-6-16,0-4-1 0,0 4-7 0,0 0-1 15,0 0-9-15,0-3 0 0,0 3-14 0,0 0-29 16,0 0-42-16,0 0-64 0,0 3-70 0,0-3-88 16,0 8-82-16,0-5-125 0,0 9-185 0,-6-2-192 15,-1 1-64-15,-12 5 15 0,0 1 59 16,-14-2 132-16,-13-3 222 0</inkml:trace>
  <inkml:trace contextRef="#ctx0" brushRef="#br1" timeOffset="-96429.78">9163 12001 283 0,'0'0'381'0,"-7"0"59"0,7-4-15 16,-6 1 32-16,6 3 28 0,-6-4-16 16,-1 4-25-16,7-3-25 0,-7-1-22 0,1 4-39 15,6-4-64-15,-7 4-57 0,7 0-41 16,0 0-28-16,-6 0-28 0,6 0-19 15,0 0-24-15,0 0-17 0,0 0-16 0,6 0-5 16,1 4-7-16,-1 0-13 0,8-4-2 16,5 3 0-16,0 1 2 0,1-1-3 0,-1 1-3 15,7-4 1-15,7 4 4 0,-7-4 4 16,7 3-2-16,-1-3 1 0,1 0-2 0,-1 0-5 16,1 0-8-16,0-3-9 0,0 3-4 15,-8-4-4-15,1 0 1 0,-6 1 16 16,0 3 17-16,-14-4 21 0,7 4 13 0,-7-3 6 15,-6 3 0-15,-6-4-15 0,-1 4-18 16,-5 0-19-16,-8 0-16 0,0-4-8 0,-6 4-2 16,1 0-3-16,-2 0 1 0,-5 4 0 15,6-4 3-15,-7 0 1 0,1 0 3 0,-1 0 7 16,1 0 8-16,6 4 8 0,-1-4 6 16,7 0 5-16,2 0 4 0,-2 0 1 0,7 3 1 15,6-3 4-15,0 0 3 0,1 0 1 16,0 0 1-16,6 0-3 0,6 4-4 0,7-4-12 15,0 0-8-15,6 0-5 0,7 3-4 16,1-3-6-16,5 0-7 0,1 0 0 16,-1 0-2-16,8 0-4 0,-8 0-2 15,7 0-1-15,0-3 1 0,0-1-2 0,1 4 1 16,-8-3-1-16,1-1 2 0,-7 0 1 16,-1 1-2-16,-5-1 4 0,0 0-1 0,-7 4 1 15,-7-3 1-15,7-1 1 0,-6 4-3 16,-7-3-6-16,0-2-25 0,0 2-59 0,-7-1-98 15,1 1-130-15,-7-1-197 0,6 0-257 16,-5 1-277-16,-2-5-104 0,1 0 12 16,0 1 82-16,0 1 174 0,-7-6 250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40:41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6597 12639 14 0,'0'0'236'0,"0"0"25"0,0 0 1 15,0 2-44-15,0-2-47 0,0 0-34 0,6 0-24 16,-6 0-6-16,0 5 5 0,0-5 7 15,0 4 15-15,7-4 12 0,-7 3 14 16,0-3 12-16,0 5 19 0,0-5 18 0,7 3 27 16,-7-3 21-16,0 3 16 0,0-3 4 15,0 0-5-15,0 4-6 0,0-4-18 0,0 0-10 16,0 0-8-16,0 0-13 0,0 0-19 16,0-4-20-16,0 4-26 0,-7-3-21 15,7 0-18-15,0-2-12 0,-7 2-9 0,1-6-7 16,6 7-2-16,-7-5-6 0,1 3-9 15,0-3-7-15,6 0-7 0,-7-1-9 0,0 4 0 16,-5-3 0-16,5 3-1 0,0-3-4 16,1 3 2-16,-1 1 0 0,1-2-1 15,-7 2-5-15,6 3-1 0,-5-4 5 0,4 4 1 16,-4 0 2-16,-1 0-2 0,0 0 4 0,0 0 1 16,-1 0 1-16,2 0 4 0,-2 4 3 15,2-1 2-15,-1 2-2 0,6-2-1 0,-6 1-1 16,7-1-4-16,-8 1-5 0,8 0-3 15,-7-1-3-15,6 1-4 0,1 3-3 0,-1-2-3 16,1-3-1-16,0 6 0 0,-2-4 2 16,2 7 0-16,-7-4 2 0,7 5 2 0,-1-2 1 15,1 0-10-15,-7 6-23 0,7-2 0 16,-2 5 0-16,-4-1 0 0,5 1 0 0,0-1 0 16,-5 8 0-16,5-5 0 0,1 5 0 15,-1 0 0-15,0-1 0 0,7 1 0 16,-6 3 0-16,0-3 0 0,6 3 0 0,0 1 0 15,0-1 0-15,0-1 0 0,0 2 0 16,0-1 0-16,6 0 0 0,0 1 0 0,1-1 0 16,0 1 0-16,-1-1 0 0,7 1 0 15,0-5 0-15,0 1 0 0,1-1 0 0,-2-3 0 16,8 5 0-16,-1-6 0 0,7 2 0 16,1-6 0-16,-8 2 0 0,7-5 0 0,0 0 0 15,6 1 0-15,-5-4 0 0,-1-3 0 16,6 0 0-16,-6-1 0 0,7-7 0 15,-1 0 0-15,-5 0 0 0,5-5 0 0,1 3 0 16,-7-6 0-16,6 0 0 0,-5 1 0 0,5-4 0 16,-6 0 0-16,0-4 0 0,0 1 0 15,0-1 0-15,-6 1 0 0,-1-6 0 0,1 3 0 16,0-2 0-16,-8-2 0 0,8-1 0 16,-14 0 0-16,7 0 0 0,1 0 0 15,-8-4 0-15,0 3 0 0,-6-2 0 0,6 3 0 16,-6 0 0-16,0-3 0 0,0 3 0 15,-6-4 0-15,6 4 0 0,-6 0 0 16,-7-3 0-16,6 3 0 0,-6-3 0 0,7 2 0 16,-8-3 0-16,2 1 0 0,-8 3 0 15,7-5 0-15,-7 6 0 0,8-5 0 0,-8 4 0 0,1-3 0 16,5 3 0-16,-5 0 0 0,0 0 0 0,-1 3 0 16,1 1 0-16,-7 0 0 0,6 0 0 15,-7 3 0-15,1 0 0 0,1 1 0 16,-1 3 0-16,0 4 0 0,6-5 0 0,-6 9 0 15,0-1 0-15,0 0 0 0,0 4 0 0,0 4 0 16,0 0 0-16,7 4 0 0,-1-1 0 16,0 4 0-16,7 3 0 0,7 1 0 0,-1-1-525 15,7 5-183-15,13-5-210 0,0 5-201 16,7-1-44-16,0 1 44 0,5-1 107 0,1 0 183 16,7-3 250-16</inkml:trace>
  <inkml:trace contextRef="#ctx0" brushRef="#br0" timeOffset="765.38">7541 12283 196 0,'7'-14'329'0,"-7"3"55"15,6-4 33-15,-6 0-11 0,0 1-16 16,6-1 7-16,-6 0 31 0,0 4 13 0,0-3-14 16,0 2-35-16,-6 2-37 0,6-1-44 15,0 3-54-15,0-2-45 0,-6 2-25 0,-1 1-22 16,7 3-21-16,-6 1-16 0,-1-1-15 15,1 4-11-15,-7 0-6 0,7 4-1 16,-8-1 8-16,-5 5 8 0,6 3 9 0,0 3 3 16,-7 1-5-16,7 3-2 0,-6 4-8 15,6 4-6-15,-1-1-6 0,-5 5 3 16,6-1 1-16,0 4 4 0,0 4 13 0,6 3 6 16,-5 4 1-16,-2-1-4 0,8 1-85 15,0 5-35-15,-1-2 0 0,0 1 0 0,1 2 0 16,-1 2 0-16,1 0 0 0,6-1 0 0,-6 4 0 15,6-4 0-15,0 0 0 0,0 4 0 16,0-4 0-16,6 0 0 0,-6 1 0 16,6-1 0-16,1-4 0 0,-1 2 0 0,8-5 0 15,-2-1 0-15,-6 2 0 0,8-5 0 16,-1 0 0-16,7 1 0 0,-8-5 0 0,8-3 0 16,0 0 0-16,-1 0 0 0,1-3 0 15,6-1 0-15,0-4 0 0,-1-3 0 0,2-4 0 16,-1 1 0-16,6-4 0 0,-6-4 0 15,7-5 0-15,-7 2 0 0,0-4 0 0,1-4 0 16,-9 0 0-16,9-4 0 0,-15 4 0 16,2-8 0-16,-1 5 0 0,-6-4 0 0,-1 0 0 15,-6-1 0-15,0-4 0 0,0 2 0 16,-6 0 0-16,-1-2 0 0,0-3-398 16,1 1-339-16,0-4-216 0,-2-1-201 0,8-3-37 15,0 0 58-15,8-4 121 0,4 0 191 16,-5-2 245-16</inkml:trace>
  <inkml:trace contextRef="#ctx0" brushRef="#br0" timeOffset="1314.47">8089 12782 39 0,'0'-8'284'0,"0"5"46"16,6-4 47-16,-6-1-31 0,0 0-17 16,0-3 13-16,0 5 33 0,0-3 36 0,6-1 22 15,-6-1 7-15,0 4-9 0,0-4-37 16,0 3-53-16,0-3-50 0,0 0-41 0,0 4-32 15,0-4-24-15,-6 4-17 0,6 0-11 16,0-5-6-16,0 9-6 0,0-5-8 0,0 5-12 16,0-1-14-16,-6 0-16 0,6 4-23 15,0-3-21-15,0 3-19 0,0 3-9 16,0 1 2-16,0 7 10 0,0 1 15 0,0 2 18 16,0 8 21-16,-8 0 18 0,8 3 4 15,0 5 5-15,0 7 6 0,8-5 4 0,-8 8-83 16,0-4-52-16,0 6 0 0,6-3 0 15,-6 2 0-15,0-1 0 0,6-3 0 16,-6 3 0-16,7-4 0 0,-7-2 0 0,6-1 0 16,-6-4 0-16,7 0 0 0,-7-7 0 15,7 0 0-15,-7-4 0 0,0-2 0 0,6-5 0 16,-6-4 0-16,0 0 0 0,0-4 0 16,0-3 0-16,0 0 0 0,0-3 0 0,0-1 0 15,6-3 0-15,-6 0 0 0,0 0-166 16,7-4-455-16,0-1-195 0,5 1-198 0,2-3-135 15,-1 3 1-15,-1-3 77 0,8-2 149 16,0 2 206-16,-1 0 245 0</inkml:trace>
  <inkml:trace contextRef="#ctx0" brushRef="#br0" timeOffset="1785.78">8596 13012 395 0,'0'-10'554'16,"0"-2"123"-16,0 1 108 0,0 0-28 0,-6-4-96 15,0 5-99-15,6-1-82 0,-8 0-91 16,2-1-75-16,0 6-66 0,-1-2-49 16,1 2-51-16,-1 1-24 0,1 2-21 0,-7 3-20 15,7 3-11-15,-8 2-6 0,8-3 15 0,-7 10-7 16,0-1-3-16,6 7 1 0,1 0-3 16,-8 0-1-16,14 8-3 0,-6-1-1 0,6 2-1 15,0 2-6-15,6-1-1 0,-6 6-3 16,14-5 0-16,-8 1 0 0,7-1-2 0,0-4-3 15,6 2-5-15,1-7-7 0,0 3-7 16,5-4-7-16,2-1-5 0,-1-7-6 16,0-1-2-16,0-2-2 0,0-8-2 15,7 0-1-15,-14-3-1 0,7-5 1 0,-6 1 3 16,0-8 15-16,-8 1 20 0,8-5 22 16,-13 1 20-16,-1-4 15 0,0-4-31 0,-6 0-68 15,-6-3 0-15,0 0 0 0,-14-1 0 16,7-2 0-16,-7 2 0 0,-6-2 0 0,0 5 0 15,1 2 0-15,-2-1 0 0,1 8 0 16,0 0 0-16,0 7 0 0,7-1 0 0,-7 9 0 16,6 0 0-16,0 3 0 0,1 3 0 15,-1 5 0-15,7 3 0 0,0 0-28 0,0 3-296 16,13 1-112-16,-6 3-134 0,6 1-147 16,6-2-146-16,7 5-154 0,0-3-22 0,6-1 51 15,1-3 116-15,6 0 170 0,7 3 200 16</inkml:trace>
  <inkml:trace contextRef="#ctx0" brushRef="#br0" timeOffset="2368.57">9294 13097 435 0,'6'-14'595'16,"0"-5"118"-16,0 1 97 0,-12-5-31 15,6 2-122-15,-6-2-119 0,0 2-95 0,-8-1-81 16,1 2-70-16,-7 3-57 0,2 2-39 15,-2 0-32-15,0 4-33 0,1 5-19 0,-7-2-15 16,6 8-18-16,-7 0-14 0,9 3-11 16,-9 5 2-16,7 3-7 0,2 4-5 0,4 3 0 15,1 4-1-15,7 0-2 0,-1 7-3 16,7 1-5-16,0-2-8 0,7 2-6 0,6-1-5 16,-1 1-2-16,2-2-5 0,6-2-2 15,5 0-3-15,-5-4-1 0,6-3-2 0,0-5-6 16,0-3 1-16,0 1 1 0,0-9 1 15,0-3 0-15,-6-3 2 0,-7-5 2 16,7-3 2-16,-14 0 5 0,6-8 5 0,-4 1 16 16,-8-1 20-16,0-2 23 0,0-2 25 15,0 2 23-15,-8-2 19 0,2 3 7 16,0 1 2-16,0 4-2 0,-1 5-73 0,7-2-72 16,-7 1 0-16,1 7 0 0,6 4 0 15,0 0 0-15,0 7 0 0,0 4 0 0,0 5 0 16,6 4 0-16,1 7 0 0,0 2 0 15,5 8 0-15,-6 3 0 0,8 8 0 0,-8-1 0 16,7 0 0-16,-6 5 0 0,0-4 0 0,-1 2 0 16,-6 3 0-16,0-6 0 0,0-3 0 15,0 0 0-15,-6-7 0 0,-1-1 0 16,-6-6 0-16,6-4 0 0,-5-5 0 0,-8-3 0 31,7-3 0-31,0-8 0 0,-7 1 0 0,1-8 0 16,-7-4 0-16,-1-3 0 0,-5-1 0 15,6-3 0-15,-7 4 0 0,-6-4 0 0,1 0 0 16,5 1 0-16,-13-2 0 0,7 1 0 16,7 4 0-16,-7-5 0 0,13 2 0 0,-1 2 0 15,14-1-262-15,0-3-490 0,7 1-261 0,12-3-187 16,7-2-46-16,7-2 65 0,12-1 143 16,1 2 228-16,6-6 282 0</inkml:trace>
  <inkml:trace contextRef="#ctx0" brushRef="#br0" timeOffset="3139.63">9925 12858 105 0,'0'-11'531'16,"6"0"146"-16,-6 4 120 0,7-4 81 0,-7 1-65 15,-7 2-126-15,7 1-121 0,0-1-104 16,0 1-92-16,0 3-80 0,-6 1-61 0,6 3-40 15,0 0-28-15,0 3-15 0,0 5-3 16,0 3 7-16,6 4 13 0,-6 6 9 0,0 2 6 16,7 6 5-16,0-1 6 0,-7 9-77 15,6 0-112-15,0-1 0 0,-6 1 0 16,8 0 0-16,-8 0 0 0,6-1 0 0,-6-3 0 16,0-4 0-16,6 1 0 0,-6-5 0 15,0-3 0-15,0-4 0 0,0-2 0 0,0-5 0 16,0 0 0-16,0-8 0 0,-6 1 0 15,6-4 0-15,0-7 0 0,-6-4 0 16,-2 0 0-16,2-8 0 0,0 1 0 0,-1-4 0 16,0 0 0-16,1-8 0 0,-1 5 0 15,1-5 0-15,0 1 0 0,6 0 0 0,0 0 0 16,0-1 0-16,0 1 0 0,6-1 0 16,7 5 0-16,-7-1 0 0,14 1 0 0,-6 3 0 15,4 0 0-15,2 3 0 0,7 1 0 16,-1 4 0-16,-7 3 0 0,7-1 0 0,6 5 0 15,-5 0 0-15,-1 3 0 0,-7 1 0 0,7 3 0 16,0 3 0-16,-6 1 0 0,-1 7 0 0,1-3 0 16,0 6 0-16,-1 0 0 0,-6 5 0 15,6-2 0-15,-5 6 0 0,-2-2 0 0,2 2 0 16,-1 3 0-16,-1-1 0 0,-5 1 0 16,0-1 0-16,-1 5 0 0,0-4 0 0,1-1 0 15,-7 0 0-15,7-2 0 0,-7-2 0 16,0 2 0-16,6-4 0 0,-6-2 0 0,0-2 0 15,0 0 0-15,0-4 0 0,0 0 0 16,0-4 0-16,0-2 0 0,0-3 0 16,0 2 0-16,-6-4 0 0,6-4 0 0,-7 2 0 15,7-7 0-15,-7 1 0 0,1-2 0 16,0-5-380-16,-1 1-497 0,7-4-297 0,-7-4-107 16,14 0 22-16,-7-4 108 0,7 0 190 15,-1-3 251-15,7 0 319 0</inkml:trace>
  <inkml:trace contextRef="#ctx0" brushRef="#br0" timeOffset="3657.13">10511 11979 8 0,'-13'-29'534'0,"0"-5"122"0,0 5 103 0,0 0 89 15,6 0-39-15,7 3-158 0,-6 1-146 0,6 3-77 16,0 3-66-16,6 1-60 0,1 3-47 16,0 4-34-16,5 1-34 0,2-1-25 15,5 3-17-15,7 5-12 0,0 3-9 0,7 3-10 16,-7 5-2-16,13 3 1 0,-7 3-2 16,7 4-2-16,1 4-1 0,-1 8 2 0,0-1 4 15,0 4 3-15,0 7-23 0,0 0-94 16,0 4 0-16,7 11 0 0,-7 1 0 15,0 6 0-15,7 3 0 0,-8 9 0 0,-5 0 0 16,-1 2 0-16,1 5 0 0,-7 0 0 0,-6-5 0 16,-1 5 0-16,-12-4 0 0,0 1 0 15,-7-6 0-15,0 1 0 0,-7 1 0 16,-6-9 0-16,0-5 0 0,-1-2 0 0,-4-8 0 16,-2-5 0-16,0-1 0 0,1-10 0 15,-1-2 0-15,1-6 0 0,5-4 0 16,2-4 0-16,-2-3 0 0,2-8 0 0,5 4 0 15,0-8 0-15,1 1 0 0,-1-4 0 16,1 0 0-16,0-4 0 0,6 1 0 0,-7-1 0 16,7-3 0-16,-7 0 0 0,7-1 0 15,0 4 0-15,-6-3 0 0,0 0 0 0,6 3 0 16,-7 1 0-16,0-1 0 0,-6 4 0 0,0 0-667 16,-6 0-573-16,-1 0-163 0,-6 4-26 15,1-4 101-15,-9 3 240 0,-5-3 397 0</inkml:trace>
  <inkml:trace contextRef="#ctx0" brushRef="#br0" timeOffset="10213.1">17825 3604 190 0,'-6'-3'382'0,"-1"-2"60"16,7-1 58-16,-7 3-64 0,7-2-14 16,-6-1-39-16,6 1-25 0,-6 1-16 0,6 1-34 15,0-1-43-15,-7 4-52 0,7-3-55 0,0 3-38 16,0 3-23-16,0 1 0 0,0 3 10 15,-7 1 8-15,7 6 1 0,0 2 6 16,0 2-3-16,0 3 39 0,-6 1-38 0,6 4-20 16,0 4-8-16,0-2-9 0,0-2-20 15,-6 4-55-15,6-5 22 0,6-3 4 0,-6 0 0 16,0 0-7-16,0-3 3 0,0-5-3 16,6-3 3-16,-6 1 15 0,0-5 19 15,0 0 17-15,0-4 13 0,0-3 9 0,0 4-4 16,0-8-11-16,0 1-14 0,0-1-18 0,0-6-14 15,0 1-9-15,-6-1-7 0,6-5-9 16,0-3-6-16,0 0-2 0,0-5-3 16,-6 1-3-16,6-3-3 0,0 3 3 0,0-3-4 15,6-2-4-15,-6 5-1 0,6 1-1 16,1 3-2-16,0-1-1 0,-1 1-1 0,0 3 2 16,8 4 1-16,-1-4-1 0,-7 4 4 15,7 5-2-15,0-2 3 0,0 0-1 16,7 4 0-16,-7 1 4 0,0 3-3 0,7 0 2 15,-8 3 1-15,8 6 1 0,-7-3-1 16,7 5 0-16,-8 5 1 0,2-2 4 0,-1 4 9 16,-7 4 5-16,0 0 2 0,1 4 11 15,0-3 6-15,-7 2 7 0,0 0 0 0,0-2-1 16,0 2 1-16,0-3-3 0,0 0-7 16,0-4-8-16,0 1-3 0,0-1-8 15,0-4-1-15,0-2-4 0,0-2-3 0,6-3 0 16,-6 1 1-16,0-5-7 0,0 1-18 15,0-4-44-15,6 0-80 0,-6-4-100 0,0 1-151 16,7-5-190-16,0 1-200 0,-1-3-188 16,1-2-47-16,-1 1 33 0,7 0 112 0,0-3 179 15,7 3 206-15</inkml:trace>
  <inkml:trace contextRef="#ctx0" brushRef="#br0" timeOffset="10447.44">18339 3780 10 0,'7'0'419'0,"-7"4"85"0,0-4 75 16,0 4 89-16,7-4-71 0,-1 0-99 0,0 0-83 16,2 0-63-16,4-4-57 0,1 0-77 15,0 1-60-15,0-1-49 0,7 4-37 0,0-7-23 16,-1 4-15-16,-6-1-15 0,6-1-14 16,1 2-8-16,-7 0-11 0,0-2-14 15,0 2-64-15,1 3-101 0,-8-3-108 16,-6 3-106-16,0 0-94 0,0 0-73 0,-6 3-33 15,-2 0 1-15,-4 5 61 0,-2 0 81 0,-5 3 88 16</inkml:trace>
  <inkml:trace contextRef="#ctx0" brushRef="#br0" timeOffset="10650.51">18398 3901 224 0,'-6'12'374'16,"-1"-2"75"-16,1-2 63 0,6-1-14 0,0 0-2 0,0 1-18 15,6-4-21-15,1 3-32 0,-1-7-46 16,1 3-57-16,6-3-68 0,-1 0-45 15,2-3-37-15,6 3-29 0,-1-4-24 0,1-3-19 16,-1 2-11-16,-6 2-13 0,6-4-7 0,1 3-13 16,-6-2-10-16,-2 1-16 0,-6 2-12 15,1-1-11-15,0 4-10 0,-1-3-39 16,-6-1-64-16,-6 0-126 0,6 4-172 0,-7-4-196 16,0 1-218-16,1 3-81 0,0-4-1 15,6 1 95-15,0-1 155 0,0-4 191 0</inkml:trace>
  <inkml:trace contextRef="#ctx0" brushRef="#br0" timeOffset="11355.46">18998 3567 28 0,'-7'-7'220'16,"0"0"32"-16,1 4-10 0,-1-5-31 0,7 1 6 15,-6 4 1-15,0-6-1 0,-2 3 5 16,8 2 61-16,-6-3-24 0,0-1-6 16,6 1 9-16,-6 0 11 0,6-4 1 0,-7 4-55 15,7 0 8-15,0-1-21 0,0 0-39 16,0 1-29-16,7 0-31 0,-1-1-20 0,0 1-17 15,0 0-8-15,8 2-8 0,-1-1-14 16,0 2-7-16,0 4-2 0,7 0-8 16,-8 0-9-16,8 0-2 0,-1 4 0 0,-5-1 0 15,5 5-11-15,-6-1 6 0,0 4 3 16,0 3 4-16,0 1 0 0,-7 0 4 0,2 0 7 16,-2-1 0-16,-6 5-1 0,0-4 0 15,-6 3-5-15,-8-4-4 0,8 4-6 16,-14-4-6-16,1 3-1 0,-1-3-1 0,0 0-3 15,1-3 4-15,-1 4-4 0,8-5 4 16,-2-2-2-16,2-1 0 0,-2 1 3 0,8-5-3 16,-1 1 6-16,1-4 1 0,6 4 0 15,6-4 1-15,-6-4 3 0,7 4-1 16,6-4 3-16,0 1-3 0,-1-1 2 0,2 4-3 16,6-4-1-16,-1 4 7 0,1 0 1 15,-1 0 1-15,1 0 6 0,-1 4 9 0,-6 0 8 16,7-1 4-16,-7 5 5 0,6-2 6 15,-6 6 1-15,-7-1 4 0,8 0 5 16,-8 4 0-16,1-1 2 0,-7 1-1 0,0 3 3 16,-7-3-6-16,1 3-7 0,0-3-6 15,-8 3-6-15,1-3-4 0,-6 4-6 16,0-4-2-16,-1-5-5 0,0 0-3 0,1 2 4 16,-1-5 7-16,-6 0 9 0,7-3 8 0,-1 0 5 15,0-1 2-15,8-3-3 0,-2 0-9 0,-5-3-14 16,5 3-12-16,8-4-9 0,-6 0-4 15,5 1-8-15,0-1-8 0,1 1-30 16,-1-1-54-16,1 1-82 0,6-1-144 16,0-1-185-16,6 2-200 0,1-4-203 0,6 0-72 15,0-1 19-15,-1 1 105 0,8-4 169 16,7 0 198-16</inkml:trace>
  <inkml:trace contextRef="#ctx0" brushRef="#br0" timeOffset="12011.21">19290 3527 42 0,'-6'-10'323'0,"6"-1"58"16,0 3 49-16,0 1-19 0,0-4-49 0,0 4-55 15,0 0-35-15,0 0-27 0,0-1-27 16,0 0-25-16,6 1-20 0,-6 0-27 0,7-1-18 15,0 6-16-15,-1-7-18 0,0 1-11 16,8 5-6-16,-8 0 14 0,7-1-1 0,0-3-1 16,0 7 10-16,7-3 3 0,-7-2-16 15,0 5-14-15,6-4-18 0,-5 4-9 16,-2 4-11-16,8-4-9 0,-7 5-2 0,0-2-6 16,0 4 1-16,0-3-4 0,0 2-1 15,-7 6 2-15,7-5 4 0,-6 4-1 0,-7 0 3 16,7 0 5-16,-7 1 3 0,0 2-3 15,-7-3 0-15,0 4-4 0,-6-4-6 0,1 4-8 16,-2-1-7-16,2 0 1 0,-8-3-2 16,7 0 3-16,-7 0-1 0,8 0 6 0,-2-2-1 15,8-3-2-15,-1 2 4 0,1-5 15 16,-1 1 21-16,7 0 15 0,-6-4 15 16,6 0 7-16,6-4-3 0,-6 4-8 0,13-4-17 15,-6 1-11-15,5-5-12 0,8 5-8 16,0 0-2-16,-7-1-5 0,13 4-2 0,-6 0 4 15,-1 0 4-15,1 0 10 0,0 4 6 16,-2-1 13-16,2 0 12 0,-1 5 4 16,1-1-4-16,-7 4-4 0,0 0 0 0,0 0-7 15,-6 4-7-15,-7-5-5 0,0 5 7 16,-7-1 2-16,1 5-3 0,-7-5-1 0,-7 5-2 16,0-4-2-16,1-1-2 0,-7 1 7 15,6 0 12-15,-6-5 15 0,1-2 20 0,5-1-5 16,-6 0 31-16,7-3 18 0,-1-1 11 15,0-3 4-15,7 0-3 0,0 0 14 16,0-3-28-16,1-1-25 0,4 1-79 0,2-1-31 16,0 1 0-16,-1-1 0 0,0 0 0 0,7 0 0 15,-6 1 0-15,6-1 0 0,0 4-155 16,0-3-175-16,-7 3-190 0,7 0-239 16,-6 3-251-16,6 1-136 0,-13-1-3 0,6 1 71 15,-12 0 161-15,6 0 231 0,-6 3 274 16</inkml:trace>
  <inkml:trace contextRef="#ctx0" brushRef="#br0" timeOffset="12988.88">18229 4773 13 0,'6'4'200'0,"-6"-4"42"0,7 0 3 16,-7 4-35-16,7-8-7 0,-7 4 15 15,6-4 5-15,-6 1 1 0,6 3 12 0,1-4 15 16,-7-1 20-16,6-1 28 0,-6 2 17 15,0-3 7-15,0-1-15 0,0 1-14 0,0 0-31 16,0-1-43-16,0-3-33 0,-6 5-33 16,-1-6-24-16,1 5-23 0,0-4-23 15,-8 4-18-15,2 0-16 0,-2-1-13 0,-5 4-5 16,6 4-8-16,-6 0-7 0,-8 0-1 16,8 4 0-16,-8 4-1 0,8-1 0 0,-7 4 9 15,6 3 12-15,0 1 5 0,2 3 9 16,-2 0 2-16,1 7 0 0,5-2-2 15,8 6 0-15,0-3 1 0,-1 3-2 0,0 1 3 16,14 0 5-16,-7-2 4 0,7 2 4 16,5-9-1-16,2 6-1 0,-2-6 2 0,8-3-2 15,-1 1 0-15,1-4-10 0,6 0-4 16,7-5-4-16,-7-3 3 0,6 1-3 16,1-4-4-16,-1-1 2 0,1-3-4 0,-7 0-6 15,7 0-9-15,-7-3-9 0,-1-1-6 16,-5 0-5-16,0 0-4 0,-1-3-7 0,-6 3-10 15,0-2-39-15,-7 1-60 0,8-2-87 16,-14 0-125-16,6 0-170 0,-6-1-186 0,0 1-158 16,0-4-98-16,0 4 2 0,0-4 85 15,7 0 151-15,-7-1 184 0</inkml:trace>
  <inkml:trace contextRef="#ctx0" brushRef="#br0" timeOffset="13178.49">18594 4894 453 0,'0'-3'608'0,"0"3"109"16,0-5 83-16,0 3-50 0,0-3-146 16,6 2-136-16,0-1-117 0,8 0-94 0,-1 1-74 15,-1-1-62-15,2-3-36 0,5 3-24 16,1 1-23-16,0-5-17 0,-2 4-15 16,2 1-12-1,-7-1-27-15,7 0-54 0,-8 4-96 16,2-3-124-16,-1-1-136 0,-6 4-137 0,-1-4-105 15,1 4-77-15,-14 0 26 0,7 4 90 16,-13 0 123-16,6-1 131 0</inkml:trace>
  <inkml:trace contextRef="#ctx0" brushRef="#br0" timeOffset="13386.8">18665 4964 241 0,'-6'11'416'0,"6"-4"79"0,-6 0 104 15,6 1 4-15,6-1-41 0,-6-4-36 0,6 1-40 16,0 0-39-16,1-1-76 0,6-3-94 15,0 0-64-15,1 0-46 0,4-3-30 0,2 3-34 16,0-4-25-16,-1 0-18 0,1 1-15 0,-7 0-19 16,7-1-11-16,-8-1-4 0,2 5-6 15,-8-3-6-15,0 0-10 0,1 3-19 0,-7 0-50 16,0 0-88-16,0 0-154 0,-7 0-183 16,7 0-196-16,-6 0-142 0,0 0-35 15,-1-4 43-15,0-3 131 0,7 3 174 0</inkml:trace>
  <inkml:trace contextRef="#ctx0" brushRef="#br0" timeOffset="14107.63">19342 4663 282 0,'-6'-3'403'0,"0"0"67"15,-1-1 34-15,7-4 14 0,-7 4-10 0,1-3-34 16,6 3-28-16,-6-3-30 0,6 0-45 16,0 2-69-16,0-2-67 0,0 1-47 0,0-2-34 15,0 0-28-15,0 2-24 0,6-3-21 16,0-1-15-16,8 6-11 0,-8-7-13 16,7 8-11-16,0-4-9 0,0 3-2 0,7-4-5 15,-7 8-3-15,6-3-3 0,-6 3 0 16,7 0-1-16,-7 3-4 0,0 1 3 0,6 4 0 15,-5-1 6-15,-2 7 2 0,2-3 6 16,-8 4 7-16,7-1-2 0,-7 4 0 16,-6 5-1-16,7-4 3 0,-14 6-1 0,7-3-5 15,-13 4 1-15,7-1 0 0,-7 1-5 0,0 3-2 16,-7-3 1-16,1 3-2 0,-1 1 9 16,0-5 8-16,1-3 15 0,0 0 11 0,0 0 17 15,-1-7 16-15,6-1 5 0,1 1 10 16,7-5 9-16,-7-2 11 0,6-4 5 0,1 3 7 15,0-3 7-15,6 0-3 0,0-4-4 16,0 3-13-16,6-3-14 0,0 0-23 16,8-3-21-16,-2 3-16 0,15-4-15 0,-1 0-17 15,0 1-19-15,7-1 0 0,5 0 0 16,1 1 0-16,-6-2 0 0,7 3 0 0,-2-3 0 16,1 2 0-16,-6 0 0 0,-1-2 0 15,1-2 0-15,-7 7 0 0,0-4 0 16,-6 1 0-16,-7 3 0 0,-1-3 0 0,-4 3 0 15,-8-4 0-15,6 4 0 0,-12-5 0 16,-2 5 0-16,-4-3-317 0,-1 3-340 0,-7-3-344 16,0-1-208-16,-6 0-53 0,7 1 48 15,-7-5 131-15,-7 1 249 0,7 0 341 16</inkml:trace>
  <inkml:trace contextRef="#ctx0" brushRef="#br0" timeOffset="15905.89">22723 3399 133 0,'0'-11'335'15,"0"0"55"-15,0-3 55 0,6 3-50 0,-6 0-5 16,0-1-7-16,0 2 2 0,0 0 5 16,6 2-3-16,-6 1-16 0,0 2-37 0,0-2-57 15,0 7-44-15,0-4-53 0,0 4-46 16,0 0-35-16,0 0-9 0,-6 8 6 16,6 0 16-16,-6 7 15 0,0-1 20 0,-2 8 21 15,8-1 3-15,-6 5-10 0,0 3-15 16,6 1-3-16,0-1-10 0,-7-3-15 0,7 3-12 15,0-4-8-15,7-3-9 0,-7 0-14 16,6-3-6-16,0-1-10 0,2 1-12 16,-2-5-8-16,0-3-5 0,7 0-7 0,-6-4-8 15,6 1-5-15,-1-5-5 0,-4-3-13 16,4 0-41-16,2-3-65 0,-2-1-84 0,-5-7-113 16,6 0-160-16,0-4-192 0,-7 1-157 15,1-8-157-15,0 1-35 0,-7-5 52 0,0-1 128 16,0-6 183-16,0-3 184 0</inkml:trace>
  <inkml:trace contextRef="#ctx0" brushRef="#br0" timeOffset="16061.98">22840 3125 14 0,'-7'-11'463'16,"1"4"127"-16,6-2 98 0,-7-1 65 16,7 3-87-16,0 3-165 0,0 0-129 0,0-3-121 15,0 7-97-15,7-3-67 0,-1 3-66 16,8 0-88-16,-2 0-117 0,2 0-156 0,-2 3-168 15,2 1-156-15,5-1-60 0,-5 5 21 16,4-5 78-16,2 8 139 0</inkml:trace>
  <inkml:trace contextRef="#ctx0" brushRef="#br0" timeOffset="16296.83">23159 3421 301 0,'-6'11'606'0,"-1"-4"129"16,7 0 104-16,0-2 29 0,-7-2-137 16,7-3-143-16,7 0-145 0,-7 0-115 0,7 0-91 15,-1-3-78-15,0-2-59 0,14 2-41 16,-7-1-24-16,7 1-13 0,0-1-11 0,-1-3-7 16,7 3-10-16,-6 2-34 0,-1-3-65 15,1 1-104-15,-8 1-143 0,2-2-169 16,-2 5-156-16,-5-3-154 0,-7 3-35 0,7 3 48 15,-14 2 116-15,0-2 155 0,-5 6 159 16</inkml:trace>
  <inkml:trace contextRef="#ctx0" brushRef="#br0" timeOffset="16533.52">23185 3576 357 0,'-6'6'588'0,"-1"2"141"0,0-5 113 15,7 5-2-15,0-8-108 0,0 3-115 0,0-3-119 16,7 0-106-16,6-3-83 0,0 3-67 15,0-5-52-15,6 2-37 0,1 0-24 16,0-5-26-16,5 5-23 0,2 0-18 0,-7-6-20 16,-1 6-9-16,7-1-12 0,-13 1-8 15,0-1-6-15,0 1-2 0,0 3-4 0,-7-4-14 16,2 4-33-16,-8-4-49 0,6 4-69 16,-6 0-101-16,-6 0-155 0,6 0-185 0,-8-3-176 15,2 3-143-15,0 0-34 0,-1 0 46 16,-6-4 129-16,7 1 182 0,-1 3 200 0</inkml:trace>
  <inkml:trace contextRef="#ctx0" brushRef="#br0" timeOffset="19218.65">23836 3157 146 0,'-6'0'274'15,"0"5"41"-15,6-5-14 0,-7 0 1 16,7 0-10-16,-7-5-10 0,7 5 9 0,0-3 15 16,-6 0 17-16,6-2 7 0,0 3-8 15,0-3-13-15,0 1-20 0,0-3-28 16,0 0-61-16,6 0-35 0,-6 3-29 0,7-4-22 15,0 1-22-15,-1 0-25 0,7 0-3 16,-7 3-18-16,8-3-20 0,-2 3-7 0,2-4-6 16,5 5-8-16,-6 3 0 0,0-3 2 15,7 3 3-15,-8 3-1 0,2 0-2 0,-1 2 5 16,-1 2-4-16,2 4-2 0,-8 0 0 16,0-1 0-16,2 5 4 0,-8 3 4 0,0-2 1 15,-8-2 0-15,-4 5-2 0,6-1-2 16,-8 0-4-16,-5 4-3 0,-1-4 0 0,0 0-2 15,8 0-4-15,-8-2-1 0,1-2 6 16,-1 1 6-16,7-8-1 0,0 1 4 0,6-1 14 16,1-4 18-16,0 1 11 0,-1-4-2 15,7 0 7-15,0-4 5 0,0 4-4 16,7-3-17-16,-1-4-11 0,0-1-6 0,7 5-8 16,1-4-9-16,5 3 0 0,-6-1-4 15,7 2-3-15,-1 0-1 0,1 3 0 0,-1 0 1 16,-6 3-1-16,6 0 5 0,-5 6 1 15,-2-2 6-15,2 4 6 0,-1-4 7 0,-7 7 2 16,1-3 3-16,-7 3 7 0,7 3 4 16,-14 0 4-16,0-2 1 0,1 0 2 15,-7 3 1-15,-1-4-3 0,2 1-4 0,-8-1-2 16,1-2 0-16,5-1 0 0,-4-1 1 16,-2-3 5-16,7 2 4 0,-7-6-1 0,7 0-3 15,-6 2-3-15,5-5-6 0,-5 0-10 16,6 0-8-16,0-5-8 0,-1 2-20 0,8 0-46 15,-7-2-71-15,7-2-98 0,-1 0-156 16,7 0-193-16,0-4-187 0,7-1-180 16,6-2-50-16,-1-1 33 0,2 1 122 0,6-8 176 15,5-1 194-15</inkml:trace>
  <inkml:trace contextRef="#ctx0" brushRef="#br0" timeOffset="19752.4">24220 3107 115 0,'0'-12'503'0,"0"-2"128"0,8-1 98 16,-8 4 79-16,0-3-125 0,0-1-141 15,6 0-105-15,0 0-99 0,0 1-78 0,2 3-71 16,-2 0-51-16,7-1-33 0,0 2-29 0,6 3-26 16,-5-1-17-16,5 1-10 0,7 4-6 15,-6-2-8-15,-1 1-3 0,7 4-6 0,0 4 0 16,-6 1 1-16,-1-2 0 0,1 8 6 0,0-4-3 15,-1 0 1-15,-6 4-1 0,0 0 5 16,-7 3-9-16,0 3-7 0,-6-4 6 0,0 6 5 16,0-4-2-16,-6 2 3 0,-7 2 2 15,0-1 5-15,0-3-1 0,-7 3-3 0,8-2-3 16,-8-3-5-16,7-1 4 0,1-2 3 16,-2-1 13-16,1-3 19 0,6-2 19 0,1-4 14 15,0 0 7-15,6 0 2 0,0 0-8 0,0-4-13 16,6 1-15-16,0 0-10 0,8-6-8 15,-2 6-7-15,8-2-7 0,-7 5-4 16,7 0-5-16,0 0-4 0,-8 0-2 0,8 8 2 16,-7 1-1-16,7-3 1 0,-8 2 4 15,-5 3-1-15,6 3 8 0,-7 1 4 16,1 3 11-16,-7-3 14 0,-7 4 8 0,1-1 13 16,-7-1 4-16,0 2 12 0,-7-1 4 15,-6-2 4-15,7-2 14 0,-7 0 11 0,0-5 15 16,-1-3 9-16,8 1 10 0,-7-7 0 15,6 4-13-15,1-8-16 0,6 1-22 0,-7-1-22 16,7-2-24-16,1-3-17 0,4 1-18 16,2 2-36-16,0-2-63 0,0 2-90 0,-1 1-119 15,0 1-172-15,7-3-231 0,0 7-230 16,0-3-167-16,0 3-30 0,0 3 55 0,-6 1 135 16,6 3 221-16,-7-2 248 0</inkml:trace>
  <inkml:trace contextRef="#ctx0" brushRef="#br0" timeOffset="20392.75">22735 4520 226 0,'7'-3'366'0,"0"-5"77"0,-1 5 29 16,-6 0 23-16,7-2 17 0,-7 2-10 16,6-1-28-16,-6 1-45 0,0 3-64 15,0 0-85-15,-6 0-83 0,6 3-58 0,-7 1-27 16,7 4-11-16,-6 2 7 0,-1 1 12 16,0 7 14-16,1 1 8 0,0 2-6 15,0 1-7-15,-2 4-7 0,8 1-7 0,-6 1-6 16,6-2-6-16,0 3-6 0,0-3-1 15,6-4-6-15,-6 3-5 0,8-3-8 0,-2-3-9 16,0-5-4-16,0 2-6 0,8-6-6 16,-8 1-10-16,7-3-5 0,1-5-8 15,-2 1-5-15,2-8-9 0,-2 4-23 0,1-7-45 16,1 0-77-16,-2-4-93 0,2-4-152 16,-2 0-194-16,-5-4-187 0,0 1-190 0,-1-3-52 15,-6-1 26-15,0 0 116 0,-6-8 174 16,6 4 197-16</inkml:trace>
  <inkml:trace contextRef="#ctx0" brushRef="#br0" timeOffset="20548.98">22808 4378 111 0,'-7'-8'512'16,"7"5"108"-16,0-5 81 0,-7 1 48 16,7 3-149-16,0 1-175 0,0-1-137 15,7-1-112-15,0 3-103 0,-1-2-115 0,0 4-118 16,7 0-151-16,1 4-155 0,5-4-153 15,-6 2-59-15,7 3 22 0,-1-1 62 0,1 3 125 16</inkml:trace>
  <inkml:trace contextRef="#ctx0" brushRef="#br0" timeOffset="20767.66">23165 4553 56 0,'0'8'532'16,"-6"-2"157"-16,6 3 110 0,-6-6 80 15,6-3-85-15,0 0-162 0,6 0-156 0,0-3-138 16,1-1-95-16,6-1-75 0,0 2-61 16,0-4-35-16,6 0-29 0,1-1-19 15,0 5-16-15,-1-4-23 0,1-1-53 0,-1 4-103 16,1-3-151-16,-7 3-177 0,0 1-163 16,-7 0-163-16,1 3-46 0,-7 3 50 15,-7-3 123-15,-5 7 160 0</inkml:trace>
  <inkml:trace contextRef="#ctx0" brushRef="#br0" timeOffset="20955.13">23185 4700 7 0,'-6'7'406'0,"6"0"92"0,-7 1 91 0,7-4 81 0,0-4-45 16,7 3-85-16,-7-3-80 0,13 0-62 16,-7 0-70-16,7-3-84 0,6 3-69 15,1-4-50-15,0 0-36 0,-1 0-30 0,1 1-22 16,-1-1-14-16,1 0-34 0,0 4-57 15,-1-3-79-15,-6 0-121 0,0-2-139 16,0 5-150-16,0-3-163 0,-7 3-50 0,2 0 23 16,-2-4 91-16,0 4 126 0,1-3 141 15</inkml:trace>
  <inkml:trace contextRef="#ctx0" brushRef="#br0" timeOffset="21359.11">23843 4334 181 0,'0'-11'453'0,"0"3"89"0,0 2 89 15,0-7 19-15,0 10-104 0,0-1-96 0,0 1-96 16,0-1-79-16,0 4-85 0,0 0-73 15,0 4-31-15,0 3-4 0,0 1 21 0,0 6 14 16,0 1 25-16,0 3 23 0,0 4 1 16,0 0-10-16,6 0-12 0,-6 4 1 15,0 0-2-15,0 3-3 0,7-7-3 0,-7 3-11 16,0-3-11-16,0 0-17 0,0 1-21 16,0-5-18-16,7-4-20 0,-7-2-10 15,0 2-7-15,0-3-8 0,0-4-5 0,0 0-2 16,0-2-12-16,6 1-35 0,-6-6-56 15,-6 4-86-15,6-4-143 0,0 0-185 0,0-4-184 16,0 1-196-16,6-5-68 16,0 1 21-16,1 0 108 15,0-4 166-15,-1-3 186 0</inkml:trace>
  <inkml:trace contextRef="#ctx0" brushRef="#br0" timeOffset="21787.33">24175 4323 43 0,'0'-12'521'0,"6"2"142"0,-6-2 97 16,0 5 76-16,-6-4-82 0,6 4-160 0,0 0-152 15,0-1-123-15,-6 5-87 0,6-1-71 16,0 0-52-16,0 4-42 0,-7 4-31 16,0 0-17-16,7 3-10 15,-6 4-2-15,0 7-4 0,-1-4 5 0,0 9 13 16,1 3 10-16,-1-4 10 0,1 7 10 15,0-4 14-15,6 5 8 0,-8 3 2 16,8-8 9-16,0 5 1 0,8-5-1 0,-2 1-5 16,0-5-6-16,1 2-10 0,6-4-9 15,0-5-6-15,7 1-7 0,-8-5-3 16,8-2-2-16,-7-5-3 0,7 1-2 0,0-4-7 16,5-4-4-16,-11-2-7 0,4-2 2 15,2 1 0-15,-7-4 6 0,1 0 11 0,-8-4 11 16,7 0 11-16,-6 1 13 0,-7-1 10 15,0 4 8-15,0-3 2 0,-7 2-4 16,0 1-8-16,1 4-13 0,-7 0-13 0,0 0-16 16,-6 3-16-16,-1 0-7 0,0 4-5 15,1 0-3-15,-1 4-2 0,0-4 1 0,8 7-1 16,-8-3-5-16,7 3-27 0,0-3-44 16,0 3-68-16,0 0-84 0,0 1-120 0,6-4-177 15,1 2-215-15,0 2-219 0,6-5-74 16,-8 2 9-16,2 1 81 0,6-1 162 15,-6-3 229-15</inkml:trace>
  <inkml:trace contextRef="#ctx0" brushRef="#br0" timeOffset="22318.41">22794 5671 4 0,'-6'-8'347'0,"6"-2"83"15,0 2 77-15,0 1 39 0,0 0-6 0,0-1-27 16,0 5-32-16,-6-1-41 0,6-1-43 15,0 3-66-15,0-2-86 0,-8 4-73 16,8 4-47-16,0-2-21 0,-6 7-9 0,6 2 9 16,-6 3 10-16,6 8 18 0,-7 0 6 15,7 4-1-15,0 0-3 0,0 3-5 0,0 0-4 16,0 0-8-16,7 0-10 0,-7-2-12 16,6 2-12-16,0-4-14 0,2-3-14 0,4 0-14 15,-5-4-10-15,6 1-10 0,0-2-6 16,0-5-7-16,0-1-19 0,0-3-38 0,0-5-61 15,0-3-91-15,0 0-146 0,6-7-176 16,-5-4-178-16,5 0-184 0,-6-4-78 0,0-7 18 16,-7 4 106-16,2-8 156 0,-2-3 183 15</inkml:trace>
  <inkml:trace contextRef="#ctx0" brushRef="#br0" timeOffset="22490.23">22905 5517 196 0,'-6'-11'555'0,"-8"0"108"0,8 0 80 15,0 0 43-15,-1 4-166 0,0 0-165 0,7 2-141 16,-6 2-117-16,6 0-87 0,6-2-77 16,-6 5-85-16,7 5-100 0,6-2-130 0,0 0-153 0,7 2-193 0,0 2-83 0,-2 0-12 15,2 0 51-15,-1 1 106 0,1-1 150 0</inkml:trace>
  <inkml:trace contextRef="#ctx0" brushRef="#br0" timeOffset="22693.3">23244 5700 151 0,'0'11'558'0,"-6"-4"141"0,6 1 109 16,0 0 79-16,0-6-136 0,6-2-140 0,0 5-138 15,1-5-122-15,6-5-100 0,0 3-73 16,7-3-62-16,5 2-44 0,-5-5-39 0,6 1-13 16,0 3-29-16,-7-3-43 0,7 4-77 15,-6-2-117-15,0 2-142 0,-7-1-172 0,-1 4-133 16,-4 0-130-16,-2 0-14 0,-6 4 65 15,-6-1 123-15,-2 5 154 0</inkml:trace>
  <inkml:trace contextRef="#ctx0" brushRef="#br0" timeOffset="22880.75">23250 5923 472 0,'-6'12'673'0,"6"-9"124"0,-6 5 92 15,6-5-33-15,0 1-151 0,0-4-150 16,6 0-134-16,7 0-98 0,-7-4-71 15,14 1-49-15,-8-1-38 0,8-3-38 0,0 3-32 16,6-4-23-16,-7 5-20 0,8-4-18 16,-8 3-20-16,0 0-38 0,1 1-49 15,-7 3-73-15,0-4-98 0,0 0-137 0,-7 4-160 16,2 0-147-16,-2 0-147 0,0 0-62 16,1 0 26-16,-1 4 100 0,1-4 146 0,-1 0 163 15</inkml:trace>
  <inkml:trace contextRef="#ctx0" brushRef="#br0" timeOffset="23380.64">24051 5678 378 0,'7'-22'664'0,"-1"-3"108"0,-6 3 83 15,7-1 32-15,-7 1-187 0,-7 0-178 0,1 4-141 16,-1 0-87-16,1 3-73 0,-8 1-70 15,-4 3-41-15,-2-1-39 0,0 6-27 0,1-2-19 16,-1 4-15-16,1 4-3 0,-1 0-2 16,7 4-4-16,-6 4 1 0,5 3-1 0,1-1 1 15,7 1 1-15,0 0-2 0,-1 4-3 16,7 0 2-16,7-1 1 0,-1 1 1 16,0 3 0-16,7-2-1 0,7 1 3 0,0 2-2 15,6-1-1-15,-1 0 1 0,8-3-1 16,-1 3 2-16,-6 0 4 0,1-3 6 15,-1 4 9-15,0-5 8 0,-7 4 9 0,1-3 9 16,-14 3 11-16,8-3 5 0,-14 0 6 16,0-1 4-16,-14 1 7 0,8-1 4 0,-14 1-4 15,1 0-1-15,-1-4-3 0,1 0-3 16,-1-4-4-16,0 1 2 0,2-5 15 16,-2 1 20-16,7-4 25 0,-7 0 22 0,8-4 21 15,-2-3 8-15,8-4-5 0,-7 0-173 16,6-4-5-16,7-4 0 0,0-2 0 0,0-5 0 15,7 1 0-15,-1-5 0 0,7 1 0 16,7 0 0-16,-1 3 0 0,1 4 0 0,0 0 0 16,-2 0 0-16,9 8 0 0,-7-1 0 15,-2 4 0-15,-4 1-294 0,-1 5-215 0,-7 1-177 16,1 4-209-16,-7 0-194 0,-7 9-44 16,-6-3 51-16,-7 2 104 0,2 3 185 15,-15 3 245-15</inkml:trace>
  <inkml:trace contextRef="#ctx0" brushRef="#br0" timeOffset="23864.92">23192 6711 7 0,'0'-7'381'15,"-7"0"84"-15,7 2 76 0,-6-2 49 0,-1 0-7 16,0 4-63-16,1-1-58 0,-7 4-43 16,6 0-45-16,-5 0-55 0,-1 4-56 15,-1 6-41-15,8-3-22 0,-8 8-8 16,-4 0 2-16,4 7-2 0,1 0-1 0,7 4 4 16,-8 4 3-16,8-2 0 0,-6 1-6 15,12 1-10-15,-8-1-18 0,8-4-24 0,0 1-27 16,8 1-28-16,-2-7-23 0,0 0-18 15,8-2-11-15,-2-4-9 0,1-2-8 0,1-2-7 16,4-6-25-16,2-1-55 0,0-6-82 16,-1-1-104-16,1-3-145 0,0-4-179 15,-1-3-182-15,1-1-181 0,0-4-85 0,-8-3 14 16,-5 0 99-16,-1-3 156 0,-6-4 191 16</inkml:trace>
  <inkml:trace contextRef="#ctx0" brushRef="#br0" timeOffset="24021.12">23185 6602 442 0,'-6'-8'598'0,"6"0"114"0,-7-3 91 0,7 4-54 16,-7 4-166-16,7-5-130 0,0 5-130 15,0-1-108-15,7 1-99 0,0-2-88 0,6 5-107 16,-1 0-151-16,8 0-188 0,-6 0-221 16,11 5-128-16,-5-5-38 0,6 3 37 0,-7 1 106 15,1-1 169-15</inkml:trace>
  <inkml:trace contextRef="#ctx0" brushRef="#br0" timeOffset="24208.57">23465 6755 171 0,'0'11'606'0,"-6"-4"139"0,0 1 101 0,6-4 80 16,-8 3-138-16,8-4-159 0,0-3-167 0,0 4-123 15,0-4-94-15,8 0-74 0,4-4-61 16,-5 4-45-16,12-3-39 0,0-1-45 15,1-3-65-15,0 4-117 0,-1-6-157 0,7 3-181 16,-6-2-159-16,-1 1-155 0,-5 3-42 0,-2 1 58 16,2-2 127-16,-8 5 164 0,-6 0 158 15</inkml:trace>
  <inkml:trace contextRef="#ctx0" brushRef="#br0" timeOffset="24396.05">23472 6928 41 0,'-7'7'484'0,"1"0"151"15,6 0 132-15,-6-3 93 0,6 0-82 16,0-4-129-16,0 3-128 0,6-3-132 0,0-3-121 16,7 3-88-16,0-4-62 0,0 0-51 15,1 1-25-15,5-1-28 0,0-3-54 16,1 3-110-16,6 1-161 0,-7-5-168 0,1 4-189 16,-1-3-169-16,1 0-50 0,0 3 52 15,-7 0 132-15,7-4 154 0</inkml:trace>
  <inkml:trace contextRef="#ctx0" brushRef="#br0" timeOffset="24786.58">24110 6689 139 0,'6'-11'640'0,"-6"0"142"0,7 0 100 0,-7 0 77 15,0 0-91-15,0 0-216 0,0 4-170 16,0-4-111-16,0 8-86 0,0-2-68 0,0 2-57 15,0 3-57-15,-7 0-42 0,7 8-19 16,-6 1 2-16,0 8 4 0,-2-3 12 16,2 8 4-16,-6 3 5 0,5 1-4 0,-6 0-12 15,6 2-7-15,-5 2-9 0,4-1-4 16,-4 2 1-16,6-6 8 0,-8 0 0 0,8-3 6 16,-1-4 13-16,1 0 25 0,6-3 24 15,-7-4 27-15,7 0 30 0,7-6 12 0,-7-3-56 16,13 3-123-16,-1-5 0 0,2-5 0 15,6 3 0-15,5-3 0 0,1 1 0 0,0-3 0 16,7 3 0-16,-7-3 0 0,7 0 0 16,-1 4 0-16,1-6 0 0,-1 6 0 0,-6-4 0 15,-6 3 0-15,-1 1 0 0,1-1 0 16,-7 0 0-16,-6 1 0 0,-1 3-176 16,1-4-239-16,-14 4-97 0,7-3-125 0,-13-2-130 15,6 5-120-15,-5-3-109 0,-2-1-6 16,2 1 75-16,-2-1 140 0,1 1 175 0,1-5 185 15</inkml:trace>
  <inkml:trace contextRef="#ctx0" brushRef="#br0" timeOffset="25036.5">24228 6773 476 0,'-8'-4'692'0,"2"-2"110"16,6-2 86-16,-6 1-33 0,6 7-179 0,-7-4-194 16,7 4-134-16,-6 4-61 0,6 0-32 15,0 7 2-15,0 4 11 0,6 2 19 0,-6 5 5 16,7 0-20-16,-7 4-31 0,6 3-36 15,0 0-34-15,2 5-36 0,-2-5-32 0,0 4-25 16,0 1-19-16,2-6-14 0,-8 1-28 16,6 1-17-16,0-4 0 0,-6-4 0 15,7-7 0-15,-7 2 0 0,6-6 0 0,-6-4 0 16,0 2-72-16,0-6-113 0,0 0-100 16,0-3-133-16,-6 0-173 0,-1 0-192 0,1 0-215 15,-8-3-81-15,2 3 14 0,-8 0 85 16,1 0 155-16,-7-3 215 0</inkml:trace>
  <inkml:trace contextRef="#ctx0" brushRef="#br0" timeOffset="25536.38">23244 7832 2 0,'0'-7'334'0,"0"0"76"0,0-1 69 0,0 1 14 15,-6 3-15-15,6 1-23 0,-8-1-25 16,2 4-25-16,0 4-24 0,-1-1-31 0,-6 5-34 16,7 3-34-16,-7-1-28 0,6 9-14 15,0 3-7-15,1 3-2 0,0 5 1 0,6-1-9 16,-7 4-1-16,14 0-6 0,-7-1-15 15,6 2-19-15,0-5-28 0,1-3-29 0,6 0-31 16,0-1-28-16,0-6-19 0,6-1-15 16,-5-3-11-16,5-1-8 0,1-7-13 15,-8-3-34-15,8 0-58 0,0-8-86 0,-7 0-98 16,7-3-143-16,-8-7-175 0,2-1-171 16,-8-3-178-16,1-4-58 0,-7 0 22 0,0-8 101 15,-7-3 160-15,-6 0 191 0</inkml:trace>
  <inkml:trace contextRef="#ctx0" brushRef="#br0" timeOffset="25661.38">23192 7715 231 0,'-13'-11'528'0,"6"0"89"15,0 0 76-15,1 1 29 0,0 1-182 16,6 6-153-16,-7-4-108 0,7 3-86 0,7 0-92 16,-1 4-113-16,7 0-119 0,0 0-179 15,0 0-204-15,7 4-142 0,6 0-56 0,-7 3 17 16,7-4 77-16,0 6 146 0</inkml:trace>
  <inkml:trace contextRef="#ctx0" brushRef="#br0" timeOffset="25864.44">23550 7906 418 0,'-7'11'713'0,"7"-4"123"15,0 0 88-15,0-3 14 0,0-4-189 0,0 0-221 16,7 0-162-16,-1-4-113 0,7 1-78 15,1-1-56-15,-2 0-45 0,8-3-28 16,-7 3-17-16,7-2-11 0,-1-3-32 0,-6 6-43 16,7-2-76-16,-7-1-126 0,-1 2-156 0,2 0-182 15,-8 1-143-15,1 3-122 0,-7 0-11 16,-7 3 79-16,-5 1 128 0,-2 3 170 0</inkml:trace>
  <inkml:trace contextRef="#ctx0" brushRef="#br0" timeOffset="26036.27">23524 8070 169 0,'-6'11'559'0,"6"-4"131"0,-8 1 104 0,8-4 65 16,0-1-139-16,0-3-154 0,0 4-149 15,8-4-125-15,-8-4-95 0,12 4-73 0,1-3-51 16,0-1-32-16,7 4-49 0,-1-3-94 16,1-2-160-16,6-2-177 0,-7 4-201 0,7-5-168 15,1 1-58-15,-1 3 38 0,0-6 127 16,7 2 160-16</inkml:trace>
  <inkml:trace contextRef="#ctx0" brushRef="#br0" timeOffset="26567.4">24149 7899 260 0,'-6'-13'643'0,"6"7"106"0,-7-5 75 0,7-1 55 16,-7 5-173-16,1-4-207 0,6 0-145 15,0 1-87-15,0 2-58 0,0 1-44 16,6-4-40-16,1 4-32 0,6-4-21 16,0 3-17-16,0-3-9 0,7 5-9 0,-1-2-7 15,1 0 1-15,0 1 2 0,-1 3 4 16,1 0 8-16,-2 1 5 0,2-1 7 0,0 4-2 16,-1 0 4-16,1 4-6 0,0-4-10 0,-7 7-5 15,6-3-5-15,-6 6 0 0,7-2-9 16,-7 7 5-16,0-4 11 0,0 4 4 0,-7 3 2 15,0 1 6-15,2-2 7 0,-8 1 0 16,0 5-2-16,-8 0-1 0,2-2-2 16,-7 1-5-16,0 4-4 0,-6-5-4 0,-1 2-5 15,0-1-5-15,-5-4-3 0,5 4 3 16,0-4 6-16,8-3 5 0,-8-1 17 16,7-3 21-16,-1 0 24 0,8-4 23 0,-6 0 23 15,5 1 27-15,7-3-123 0,-7-3-54 16,7 2 0-16,0-4 0 0,7 4 0 0,6-4 0 15,-1-4 0-15,8 4 0 0,0-4 0 16,-1 2 0-16,7-3 0 0,7 2 0 0,-1-2 0 16,1 2 0-16,7-4 0 0,-8 3 0 15,7-3 0-15,-7 3 0 0,1 0 0 0,-7 1 0 16,0-1 0-16,-7 1 0 0,1 3 0 16,-7-4 0-16,0 0 0 0,-6 4 0 0,-1 0 0 15,-6-3 0-15,0 3 0 0,-6 0 0 16,-1 0 0-16,1 3-375 0,-7-3-290 15,-6 4-221-15,5 0-232 0,-5-1-67 0,-1 1 31 16,-6-1 97-16,0 1 188 0,-7 3 251 16</inkml:trace>
  <inkml:trace contextRef="#ctx0" brushRef="#br0" timeOffset="32050.63">24846 2659 294 0,'0'0'447'0,"0"0"51"0,0-3 38 16,0-1-76-16,0 4-108 0,6-4-67 16,-6 1-32-16,13-1-16 0,-6 1-1 15,6-2-9-15,7 2-10 0,-1-4-27 0,7 3-27 16,0-3-23-16,0 3-21 0,1-3-16 0,5 2-13 16,-6-1-11-16,7 2-16 0,-8 0-11 15,-5 1-6-15,0 3-11 0,-1-4-10 0,-6 4-6 16,0 0-2-16,-7-4-2 0,8 4-2 0,-8 0 1 15,-6 0 0-15,6 0 5 0,-6 0-1 16,0 4 1-16,0-4 2 0,0 0 0 0,0 4 0 16,0-1-3-16,-6 1 3 0,6 4 0 15,0-6-4-15,-6 6 0 0,6 0 1 0,-6-1-1 16,6 4-3-16,0 0-1 0,-8-4 3 0,8 8 3 16,0-4-3-16,0 4 5 0,8-1 7 15,-8 4 12-15,0-2 10 0,0 5 15 0,0-2 10 16,0 3 3-16,0 3-1 0,-8 1-8 0,8 0-6 15,-6-1-9-15,0 5-2 0,-1-1-3 16,1 5-3-16,-1-2-5 0,0 0-2 16,1 2-15-16,0 2-8 0,-8 1-7 0,8 0-2 15,0 3 0-15,-1 0 0 0,0 1 7 16,1-1 4-16,-1 4 6 0,1-5 2 16,0 3-3-16,6 2-5 0,-8-5-2 0,8 3-7 15,0 1 3-15,-6-3-5 0,6 4 0 16,0 0 1-16,0 0-1 0,0-4 0 15,0 8-5-15,0-4 1 0,0 3-1 0,0-2 0 16,0 2-2-16,0-4 1 0,6 1-3 16,-6 2 2-16,0-3 0 0,0 1 0 0,8 0 1 15,-8-4 0-15,6 4 3 0,-6-3 1 0,6-1 0 16,-6 4-2-16,7 0-2 0,-7-3-1 16,6 2-2-16,-6 1-1 0,0 4 0 0,7-5 0 15,-7 1 3-15,0 5-2 0,0-6 4 16,0 1-1-16,0 0 0 0,7-4 4 15,-7 4-2-15,0-3-2 0,0-2 2 0,0 5 0 16,6-7-2-16,-6 4-1 0,0-1 0 16,6 0 1-16,-6 4-2 0,8 0 0 0,-8 0 0 15,0 0-1-15,6-3 3 0,-6 2-1 16,6 1 4-16,-6-3 16 0,0 3 15 16,6-4 9-16,-6 0 3 0,7 4 9 0,-7-4 3 15,0 4-7-15,0 1-12 0,0-2 1 0,7 1 0 16,-7 0 2-16,0 4-1 0,0 3 4 15,6-4 5-15,-6 6 11 0,0-3 10 16,7 1 3-16,-7 1 3 0,6 0-2 0,-6-1-1 16,6 0-10-16,-6 4-3 0,8-4-2 15,-2 4 1-15,-6 0 1 0,6-3-2 0,0 6-8 16,-6-3-52-16,8 0 0 0,-2-1 0 16,-6 2 0-16,6-2 0 0,-6-2 0 0,7 3 0 15,-7-5 0-15,6 2 0 0,-6 3 0 16,7-7 0-16,-7 4 0 0,7-2 0 0,-1-2 0 15,0-1 0-15,-6 1 0 0,6-3 0 16,2-2 0-16,-2-2 0 0,0-1 0 16,1-3 0-16,-1-1 0 0,1-3 0 0,0-3 0 15,-1-1 0-15,0 0 0 0,1-3 0 16,0-1 0-16,-1-3 0 0,-6-3 0 0,6-1 0 16,-6-3 0-16,7-1 0 0,-7-3 0 15,0-3 0-15,0-1 0 0,7 1 0 0,-7-5 0 16,0 1 0-16,0-1 0 0,0-3 0 15,0 4 0-15,0-4 0 0,0 0 0 16,0 0 0-16,0 0 0 0,0 0 0 0,0 0 0 0,6-4 0 0,-6 4 0 16,0 0 0-16,0 0 0 0,0 0 0 15,0 0 0-15,0-3 0 0,0 3 0 16,0 0 0-16,0 0 0 0,0 0 0 16,0 0 0-16,0 0 0 0,0 0 0 0,0 0 0 15,0 3 0-15,0-3 0 0,0 0 0 16,0 0 0-16,-6 0 0 0,6 0 0 0,0 0 0 15,-7 0 0-15,7 4 0 0,-13-4 0 0,7 0 0 16,-14 4 0-16,0-4 0 0,-5 3 0 16,-15 1 0-16,1 0 0 0,-6-1 0 0,-1 5 0 15,-7-4 0-15,8 2 0 0,-7-2 0 16,13 0 0-16,0 4 0 0,13-5 0 16,0 0 0-16,6-3 0 0,14 0 0 0,-7 0 0 15,13-3-148-15,0 0-474 0,6-5-218 16,7 0-209-16,7 2-122 0,0-6 6 0,-8 1 80 15,8 0 164-15,-7 1 228 0,1-5 255 16</inkml:trace>
  <inkml:trace contextRef="#ctx0" brushRef="#br0" timeOffset="32944.12">16724 8151 39 0,'7'-11'346'16,"-7"0"74"-16,6-4 68 0,-6 4 1 0,0 1 46 15,0-2-16-15,0 1-22 0,0 4-19 16,0 0-26-16,0 2-55 0,0-2-91 0,0 4-85 16,0 3-67-16,0-3-52 0,0 6-35 15,0 0-7-15,0 9 4 0,0 2 16 16,0 4 24-16,0 5 28 0,-6 2 15 0,6 5 0 31,0 3-1-31,6 0-2 0,-6 3-8 16,0 4-13-16,0 1-8 0,0-1-5 0,7-3-10 15,-7 3-15-15,0-3-12 0,7-1-12 16,-7-3-14-16,6-4-13 0,-6 1-11 0,6-4-7 16,-6-8-6-16,0 0-7 0,0-4 0 15,0 1-2-15,0-7-8 0,7-1-38 0,-7-3-67 16,-7-1-88-16,7-6-120 0,0-1-170 15,0-3-188-15,0-4-178 0,0 4-129 0,7-8-15 16,0 4 62-16,-1 0 143 0,0-4 179 16,8 4 209-16</inkml:trace>
  <inkml:trace contextRef="#ctx0" brushRef="#br0" timeOffset="33381.99">17109 8426 392 0,'0'-11'575'16,"0"3"103"-16,-7-2 94 0,7 2-24 16,-6-3-147-16,-1 1-121 0,1 2-99 0,-1 1-81 15,0-1-77-15,1 5-53 0,0-1-45 16,-1 0-36-16,0 1-26 0,1 3-18 0,0 3-17 16,-1 1-8-16,-6 7-7 0,6 0 2 15,1 3 7-15,0 1 8 0,-2 7 7 0,2-4 8 16,0 4 10-16,6 3 2 0,0 2-2 15,0-2-3-15,0 1 0 0,6-1-8 16,-6 1-4-16,6-5-5 0,8 2-2 0,-8-1-1 16,8-7-6-16,-8-1 0 0,13 1 4 15,-5-4 10-15,-2-7 8 0,8-1 6 16,-7-3 6-16,7 0 1 0,0-7 2 0,-1-4 3 16,0 0 4-16,0-4 6 0,1 1 11 15,-6-4 14-15,-2-1 3 0,1-3-9 0,-6 0-10 16,0-4-11-16,-7 1-20 0,0 0-16 15,0-5-12-15,-7 5-8 0,-6-1-5 0,6 7-6 16,-5 1-3-16,-2 0-2 0,-6 7-5 16,8 0 0-16,-8 4-6 0,1 3-25 0,-1 4-49 15,7 4-67-15,-6 3-80 0,-1 1-97 16,7 2-147-16,0 1-157 0,6 0-139 0,1 4-155 16,0-1-45-16,12 1 32 0,0-1 116 15,1-3 164-15,6 1 178 0</inkml:trace>
  <inkml:trace contextRef="#ctx0" brushRef="#br0" timeOffset="33986.16">17532 8458 24 0,'13'-11'510'0,"-6"-4"115"0,-7 1 91 16,0-4 77-16,0 3-57 0,0-2-151 15,-7 2-134-15,0 0-92 0,-6 1-71 0,1 2-69 16,5 1-58-16,-12 4-56 0,5 0-38 15,-5 2-23-15,6 5-18 0,-6 0-9 0,-1 5-10 16,7 2-4-16,-7 0-2 0,8 4 2 16,4 3-3-16,-4 5 0 0,5-1 0 15,7 4 6-15,0 0-1 0,0 3 0 0,7-2 0 16,5-2-1-16,2 2 1 0,-2-1-4 16,2 0 4-16,5-3-1 0,1-5 0 0,0-3 1 15,-1 1 2-15,1-2 0 0,-1-6-1 0,0-1 3 16,1-6 8-16,-7 3 13 0,1-8 14 15,-2 2 13-15,1-2 17 0,-6 0 12 16,6-7 8-16,-13 4 0 0,6-3-5 0,-6-1-5 16,0 0-8-16,-6 5-1 0,6-5-5 0,0 3-4 15,-7 2-4-15,7 2-7 0,0 1-8 16,-6 3-13-16,6-2-13 0,0 6-9 0,0 0-8 16,0 0-1-16,0 6-4 0,0 2 1 15,0 3 2-15,6-1-2 0,-6 9 3 16,7-1-2-16,-1 5 2 0,0 3 3 0,2 3-4 15,-2 4 5-15,6 3 4 0,-4-3 4 0,-2 7 3 16,0-3-2-16,7 0 4 0,-6-1-3 16,0 1-2-16,-7-4-3 0,6-3 2 0,-6 2-2 15,0-6 0-15,0-1 4 0,0-2 4 16,0-5 13-16,-6-3 12 0,6-4 23 0,-7-1 20 16,0-2 11-16,-6-5 1 0,1 1 0 15,-2-4-12-15,2-4-13 0,-8 1-17 0,0-5-13 16,-5 5-7-16,5-4-10 0,-7-1-8 0,-5 1-10 15,6 0-4-15,0-1-13 0,7-4-31 16,-8 6-49-16,7-5-74 0,8 1-96 0,6-6-124 16,-2 1-167-16,8 1-178 0,8-4-173 15,-2 0-134-15,6-5-15 0,8-3 67 16,7-2 145-16,-1-2 191 0,-1-3 212 0</inkml:trace>
  <inkml:trace contextRef="#ctx0" brushRef="#br0" timeOffset="34861.11">18014 8103 197 0,'-6'0'323'0,"6"-3"50"0,-8 3-8 15,2-4-12-15,6 4-26 0,-6-3-16 0,0 3 9 16,6-5 19-16,-7 2 15 0,7 3-1 16,-7-4-13-16,7 1-23 0,0-1-35 0,-6 0-48 15,6 1-46-15,0-1-38 0,0 0-35 16,0 1-21-16,0-4-19 0,0 2-16 15,6-1-17-15,-6 1-9 0,7-2-1 0,0 3-15 16,-1 1-5-16,0-5-7 0,0 4-1 16,2 1-1-16,4 3-3 0,-5-3-3 0,0 3-4 15,-1 0 5-15,1 3-2 0,-1 0 4 16,0 6 1-16,8-3 2 0,-8 2 0 0,-6 3-2 16,6 4 4-16,1-4-3 0,-7 3 3 15,0 1 5-15,-7 0 3 0,1-1 4 0,0 1-2 16,-1-1-2-16,0 1-1 0,1 0-3 15,-7-4-3-15,7 0-3 0,-1 0-2 0,-6 0 4 16,7-4-2-16,-2 1 2 0,8-4 12 16,-6-1 21-16,6 0 18 0,-6-3 11 15,6 4 10-15,0-4 4 0,0 0-8 0,0-4-16 16,6 1-19-16,-6 3-11 0,6-3-9 16,2-1-5-16,4-1-6 0,-5 5-2 0,6-3-2 15,6 3-3-15,-5 3-1 0,-2-3-1 16,2 5-1-16,5 2 1 0,-6 0-3 0,0 0 2 15,-7 1 3-15,8 2 5 0,-8 2 5 16,7-1 5-16,-13 3 9 0,7-2-2 16,-7 2 9-16,0-3 8 0,-7 1 6 0,1 2 4 15,-1-3 4-15,-5 0 6 0,-2-4-4 16,-5 4-4-16,-1-4 1 0,7-4 5 16,-6 2 6-16,-1-1 6 0,1-4 8 0,5 3 4 15,-6-6-1-15,8 3-7 0,-8-4-10 16,14 4-12-16,-7-5-12 0,-1-1-10 15,8 2-12-15,-6 0-9 0,12 1-8 0,-7-5-24 16,0 5-57-16,7-1-82 0,0 1-90 0,0-1-135 16,7-4-172-16,0 1-188 0,5 3-190 15,2-2-65-15,5-6 16 0,-6 5 92 0,6-4 159 16,7-1 198-16</inkml:trace>
  <inkml:trace contextRef="#ctx0" brushRef="#br0" timeOffset="35509.44">18261 8132 43 0,'0'0'239'0,"-6"0"38"0,6-3-8 15,-6-1-20-15,6 4-5 0,-7-3 1 16,0-1 0-16,7 4 5 0,-6-4 13 0,0 1 22 15,6-1 22 1,-8 0 7-16,8 1-1 0,-6-1-10 16,6 1-20-16,0-5-37 0,0 4-50 0,0-3-43 15,0 0-35-15,0-1-22 0,6-2-14 16,-6 2-7-16,8 0-5 0,-2 1-8 16,0 0-6-16,1-1-6 0,6 1-14 0,-7 0-12 15,7 3-11-15,1 1-3 0,-8-1-5 16,7 0-2-16,0 1 0 0,0 3-1 15,0 0 1-15,0 3-3 0,1 1 3 0,-8 3 0 16,13 1 2-16,-12-2 8 0,6 6-2 16,-1-1 7-16,-4 3 2 0,4-2 8 0,-5 2 0 15,0 1 1-15,-7 0 4 0,0-1 2 16,0 1 0-16,0-1 2 0,0 1 4 0,-7 1-1 0,0-6-1 0,-5 5-1 0,4-1 1 31,-4-3-1-31,5 0 3 0,-6 1 6 0,7-6 8 0,-1 5 11 0,-5-3 10 0,4-5 6 16,2 4 4-16,0-2 6 0,6-2 7 15,-7-3 5-15,7 4 1 0,0-4 0 0,-7 3-1 32,7-3-5-32,7 0-8 0,-7 0-10 15,7 0-10-15,-1 0-13 0,8 0-10 0,5 0-12 16,-6-3-9-16,6 3-10 0,1-4-5 16,0 1-5-16,5-2-5 0,-5 5 0 0,0-3-2 15,5-1 0-15,-5 1 1 0,0-1-1 16,-1 4 2-16,-6-4 1 0,0 1 4 0,1 3 0 0,-2-4 2 0,-6 0 7 0,1 4 0 31,0-3 3-31,-1 3-4 0,1 0 0 0,-7-3-1 0,6 3-5 0,-6 0-5 0,0 0-11 31,0 0-27-31,-6 0-55 0,6 0-78 16,-7 0-97-16,1 0-132 0,-1 0-182 0,0 0-196 0,-5 0-191 16,6 0-66-16,-2 0 20 0,-4 0 94 15,-1 0 169-15,-1 0 211 0</inkml:trace>
  <inkml:trace contextRef="#ctx0" brushRef="#br0" timeOffset="38611.18">18066 8961 213 0,'0'3'302'15,"-7"-3"9"-15,7 0 7 0,0 0 31 16,0 0-1-16,-6 0-5 0,6 0 21 0,0-3 16 16,0-1 5-16,-6 4-7 0,6-4-21 15,0 1-35-15,-7-1-53 0,7 1-43 0,-6 3-31 16,6-5-29-16,0 2-23 0,-7-1-16 15,7 1-17-15,0 3-18 0,0-4-13 0,0 0-17 16,0 1-12-16,7-1-13 0,-7 0-11 16,6 1-8-16,7-2-9 0,-7 3-3 0,8-3-6 15,-8 2-1-15,7 0-2 0,0 3 2 16,0 0-1-16,0 0 2 0,0 3 0 0,1 0 0 16,-2 4 1-16,1 1-2 0,0 3 3 15,0 0-3-15,-7 1 0 0,2 2 1 16,-2 0 0-16,0 5 0 0,-6-5 0 0,0 8 4 15,-6-3 2-15,0-1 0 0,-2 4 1 16,-4-4 2-16,5 1 2 0,-12 3-1 16,6-4-2-16,-7 1 1 0,7-1 3 0,-6-4 3 15,6 1 2-15,-7 0 13 0,7-4 13 0,0-4 15 16,7 0 12-16,-7 1 12 0,6-5 10 16,0 5 7-16,1-5 6 0,0-3 4 15,-2 4 6-15,8-4 4 0,0 3-3 0,-6-3-6 16,6 0-7-16,0 0-13 0,0 0-18 15,6 0-15-15,-6 0-12 0,14-3-13 16,-8 3-13-16,14-4-7 0,-7 4-3 0,7-3-2 16,-1-2 1-16,7 5 5 0,-6-3 6 15,6 0 5-15,0-1 10 0,-1 4 5 0,2-4 6 16,-8 4 9-16,1-3-2 0,-1 3-3 16,1-4-4-16,-7 4-7 0,7 0-6 15,-14-4-12-15,8 4-7 0,-8 0-2 0,0 0-4 16,1 0-5-16,-7 0-2 0,6 0 0 15,-6 0 0-15,0 0 0 0,-6 0-36 0,6 0-59 16,-7 0-87-16,1 0-108 0,-8-3-144 16,8 3-200-16,-7 0-224 0,0-4-199 15,-6 4-49-15,5-4 36 0,2 1 108 0,-8-5 188 16,1 5 244-16</inkml:trace>
  <inkml:trace contextRef="#ctx0" brushRef="#br0" timeOffset="54160.34">19030 7865 202 0,'-6'-11'267'16,"-2"-4"32"-16,-4-2-52 0,6-2-23 0,-8 1 6 16,1-4-17-16,1 0-16 0,-2-4-7 15,-5 0-11-15,6-3-11 0,0 4-17 0,-1-5-6 0,-5 4 7 16,6 1 13-16,0-1 6 0,0 1-3 15,-6 3 0-15,5-1-8 0,-5 1-9 16,-1 0-21-16,0 5-17 0,2-2-15 0,-9 1-7 16,1-1-10-16,0 5-18 0,0-5-12 0,1 4-6 15,-9-3-7-15,2 4-11 0,-7 0-8 16,-6-2-3-16,5 5-6 0,-12 1-6 16,0-1-3-1,0 3 4-15,-7 1-2 0,1 3 0 0,-1 4 3 16,1 0 2-16,-7 4 2 0,-1 0-1 15,1 2 1-15,0 6 0 0,0-1 2 16,-7 3-2-16,0 5 2 0,1-5-3 0,6 5 3 16,-7 2 0-16,7-1-1 0,7 1 8 15,-1 5 9-15,0-5 5 0,7 9 4 0,-1-5 3 16,2 9 8-16,5-2-2 0,1 5-1 16,-1 4-2-16,1-1 6 0,-2 4-2 0,2 3-5 15,7 1-4-15,-9 4-9 0,9-2-5 16,5 6-6-16,1-5-6 0,-1 3 1 0,7 1 6 15,6 4 2-15,1 0 5 0,-1 3-19 0,8 1 17 0,-2-1 7 16,1 8 0-16,7-1 7 0,6 0 1 16,-7 1 23-16,7-4-7 0,7 4-3 0,-1-5 1 15,1 1-1-15,5-3 0 0,2 3-2 16,5-4-6-16,1 1-4 0,6-1-5 0,6 0-1 16,1-3 1-16,-1-2 1 0,7-1 13 15,7-1 6-15,-1-8 3 0,2 6 16 0,4-10 10 16,1 4 9-16,7-2 8 0,0-5 9 15,6-4 8-15,0 1-5 0,7 0-4 0,6-4-6 16,0-4-13-16,0-4-13 0,7 1-9 16,-7-4-8-16,6-7-11 0,8 0-7 0,-7-4-6 15,6-8-6-15,0 1-9 0,0-8-5 16,-6-3-5-16,5 0-6 0,-5-8-2 16,-6 0 0-16,-1-3 0 0,-6-1 0 0,-7-6 3 15,0-1 1-15,-13-3 1 0,0-4 10 16,0 0 7-16,-7-4 3 0,1-3 3 0,-7-4-1 15,0-3 1-15,1-8-8 0,-1 4-4 16,-7-5 4-16,-6-2 6 0,0-2 8 0,1 3 5 16,-2-2-15-16,-5 0-27 0,-8 1 0 15,2-1 0-15,-1-3 0 0,0 3 0 0,-13-3 0 16,6-1 0-16,-6 1 0 0,0 0 0 16,-6 4 0-16,0-1 0 0,-1 0 0 0,-6 1 0 15,-1-2 0-15,8 6 0 0,-13 0 0 16,6-2 0-16,0 5 0 0,-7 0 0 15,7-1 0-15,-6 8 0 0,-1-3 0 0,1 2 0 16,-1 9 0-16,-6-1 0 0,7 5 0 16,-7 1 0-16,-1 6 0 0,1 3 0 0,0 5 0 15,7 2 0-15,-7 4 0 0,6 3 0 16,1 8 0-16,-7 0 0 0,6 4 0 0,0 7-279 16,1 4-119-16,5 3-127 0,-4 3-151 15,4 8-162-15,-5 5-177 0,5 3-43 0,-4 3 33 16,-2 4 103-16,0 0 173 0,7 3 213 15</inkml:trace>
  <inkml:trace contextRef="#ctx0" brushRef="#br0" timeOffset="54958.4">18125 10557 297 0,'-7'-3'524'0,"7"-1"92"16,-6 1 80-16,-1-1-20 0,7-3-61 16,-6 3-105-16,-1 0-93 0,7 1-69 0,-7-1-67 15,7 4-79-15,0-3-66 0,-6 3-56 16,6 0-31-16,0 3-8 0,0 1 2 15,0 3 5-15,6 0 13 0,-6 4 15 0,0 4 19 16,0 3 5-16,0-2 4 0,0 5 6 16,0-3-5-16,0 4-4 0,-6 0-6 0,6-3-8 15,0 4-3-15,0-6-3 0,0-2 7 16,0-1 0-16,0-3-1 0,0 1 9 0,0-5 14 16,6 0 7-16,-6-3-2 0,0-4-4 15,0 0-6-15,7-4-18 0,-7 0-23 0,7-3-19 16,-7 0-11-16,6-1-9 0,7-3-7 15,-6 0-5-15,-1 3-1 0,7-2 1 0,1-1 0 16,-2 0 0-16,1 4 1 0,7-1 0 16,0 1-1-16,-8 0 0 0,8 4-1 15,-1-2 1-15,1 1 0 0,6 4 0 0,-7 4 6 16,1 1-4-16,0-2-1 0,6 0-5 16,-7 5 0-16,1-2-1 0,0 2-6 0,-1 3-2 15,1 0 2-15,-8 1 2 0,2-2-3 16,-2 1 3-16,-5 4 2 0,-7-4 2 0,6 4 0 15,-12-4 2-15,6 4 5 0,-7-5-2 16,-5 5-6-16,5-3-7 0,-6-2 0 16,0 1 0-16,0 0 0 0,-6-3 0 0,-1 2 0 15,6-2 0-15,-5-5 0 0,6 5 0 16,-6-5 0-16,-1 1 0 0,7-1 0 0,0-3 0 16,0 4 0-16,0-4 0 0,0 0 0 0,7 0 0 0,-8 0 0 0,8 0 0 15,-1 0 0-15,7 0 0 0,-6 0 0 16,6-4 0-16,-6 4 0 0,6 0 0 0,0-3-209 15,6-1-274-15,-6 1-126 0,6-5-136 16,-6 1-134-16,7 0-147 0,6-5-19 16,-6 2 53-16,-1-5 120 0,0 0 174 0,1-3 197 15</inkml:trace>
  <inkml:trace contextRef="#ctx0" brushRef="#br0" timeOffset="55302.08">18268 10510 132 0,'-7'-3'631'16,"-5"3"121"-16,-2-8 89 0,8 5 81 0,0 0-77 16,-2-2-222-16,8-2-176 0,0 2-100 15,8-1-75-15,4 2-66 0,8-3-55 16,-1 4-34-16,7-2-20 0,7 3-7 0,7-7-4 16,5 6-2-16,-6-1-6 0,7 0-9 15,-1 1 0-15,-5-1 5 0,-2 4 11 0,1-3 14 16,-6-1 15-16,-7 1 17 0,-6-2 12 15,-1 2 10-15,-6-1-1 0,0 1-8 16,-1 3-15-16,-12-4-23 0,8-3-104 0,-2 3-2 16,-6 0 0-16,-6 1 0 0,6-1 0 15,-8 1 0-15,2-2-114 0,0 2-150 16,0 3-106-16,-8 0-146 0,8 0-187 0,-1 0-210 16,1 0-144-16,0-4-22 0,-2 1 48 15,2-1 124-15,0-7 201 0,6-1 252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44:13.1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18919 3527 403 0,'0'-7'500'0,"0"0"73"0,0 0 87 16,-6-4-54-16,6 4-116 0,-7-5-80 0,7 5-50 15,0 0-50-15,-6-1-74 0,6 5-66 16,0 3-48 0,0-5-41-16,0 5-34 0,0 5-20 0,0-2 0 0,0 5 18 0,0 3 11 0,6 4 7 15,-6-1 8-15,7 4-1 0,-7 1-2 16,6-1-9-16,-6 4-6 0,7 0-4 16,-7 0 3-1,7 0 3-15,-1 0-1 0,-6 0-6 0,6-4 3 16,0 1 2-16,-6-5 5 0,8 0 8 15,-2 2 8-15,-6-9 12 0,0 4 20 16,6-4 33-16,-6-4 31 0,0 1 23 0,0 1 9 16,0-5 0-16,0 0-18 0,0-5-35 0,0-2-37 15,-6 3-35-15,6-7-28 0,-6 4-23 16,-2-3-12-16,8-5-6 0,-6 4-6 16,6-5-2-16,-6 2-2 0,6-1 2 0,0-3-2 15,-6 4-6-15,12-1-2 0,-6-3 0 16,6 4 1-16,0-3 1 0,2 3 3 0,4-4 2 15,1 4 3-15,7-1 0 0,0 3-1 16,-1-2-4-16,1 3 0 0,-1 1 1 16,7-2-1-16,-6 5 0 0,-1 0 1 0,-6 4 2 15,7 3-4-15,-1 3 0 0,-6 1-1 0,0 3 1 16,1 4-1-16,-2 0 1 0,2 3 4 16,-8 4 4-16,7-3 2 0,-7 3 3 0,1 1 4 15,0 3 6-15,-1-4 3 0,0 1 3 16,1-1 0-16,-7 0-3 0,7 0 0 15,-1 1-6-15,0-1-2 0,-6-4-4 0,7 2-1 16,-7-5 0-16,6-1-6 0,-6 1 0 16,0-7-5-16,0 3-13 0,7-2-34 0,-7-2-66 15,0-3-88-15,0 0-123 0,0 0-171 16,0-8-199-16,0 1-206 0,7 0-135 16,-1-4-16-16,0 0 66 0,2-1 143 0,4-2 196 15,1 0 232-15</inkml:trace>
  <inkml:trace contextRef="#ctx0" brushRef="#br0" timeOffset="203.08">19610 3609 8 0,'0'4'464'0,"0"2"135"0,6-2 109 0,-6 0 89 16,0-4-70-16,6 3-118 0,1-3-129 16,0 0-111-16,-1 0-91 0,13-3-80 0,-5 3-61 15,5-4-51-15,1 4-30 0,0-4-21 16,-2 1-17-16,9 0-11 0,-7-1-27 15,-2 4-62-15,2-5-114 0,0 2-155 0,-7-2-191 16,1 5-215-16,-8-3-93 0,0 3 0 16,-6 0 81-16,0 0 138 0,-6 3 179 15</inkml:trace>
  <inkml:trace contextRef="#ctx0" brushRef="#br0" timeOffset="392.49">19727 3714 318 0,'-7'7'483'0,"1"6"88"0,-1-7 106 0,7 2-16 15,0-5-74-15,0 0-68 0,0 2-57 16,7-1-52-16,-7-1-83 0,13-3-78 0,-6 0-68 16,5 0-50-16,2 0-37 0,5-3-32 15,-6 3-25-15,6-4-23 0,1-1-40 0,0 2-73 16,-7 3-105-16,7-3-144 0,-8-5-181 16,1 5-213-16,0 0-105 0,0-2-6 0,1-3 62 15,-2 1 122-15,-6 0 169 0</inkml:trace>
  <inkml:trace contextRef="#ctx0" brushRef="#br0" timeOffset="1525.7">20391 3338 6 0,'0'-4'332'0,"-6"4"76"16,6-5 49-16,-7 5-57 0,7-3-13 16,0 3-91-16,-7 0-91 0,7 0-65 15,0-3-46-15,0 3-25 0,-6 0-15 0,6 0-9 16,0 0-2-16,0 0 2 0,0 0 10 16,0 0 21-16,0 0 12 0,0 0 19 15,0 0 28-15,0 0 19 0,0 0 18 0,0 0 6 16,0 0 1-16,0 0-14 0,0 0-19 15,0 3-22-15,0-3-28 0,0 0-27 0,0 0-17 16,0 0-11-16,0 0-15 0,0 0-6 16,0 3-5-16,0-3 1 0,-6 0-2 0,6 5 5 15,0-5 4-15,0 0 6 0,0 0 3 16,0 4 3-16,0-4 4 0,0 0-7 16,0 0-4-16,0 3-2 0,0-3-4 0,0 0-1 15,0 0-1-15,0 4 6 0,-7-4 0 16,7 0-2-16,0 0-1 0,0 3 0 0,0-3 8 15,0 0-1-15,0 0 5 0,0 0 10 0,0 0 6 16,0 4 4-16,0 0-2 0,0-1 4 16,-6-3 6-16,6 0 5 0,0 0-1 15,-7-3 4-15,7 3 6 0,0 0 8 0,0 0 1 0,-7 0 4 16,7 0 4-16,-6 0 2 0,0 0-1 0,6 0-5 16,-7-4 2-16,0 4 1 0,7 0-4 15,-6-4 0-15,-1 4-1 0,7-3 1 0,0 3-1 16,-6-4-3-16,6 1-2 0,-6-1-5 15,6-1-9-15,0-1-11 0,0 2-17 0,6 0-13 16,-6-2-11-16,6-2-11 0,1 1-4 16,-1 2-2-16,1-2-4 0,6 3-1 0,0-3 0 15,7 0 3-15,-8 3-4 0,8 1-1 16,0 3 5-16,-1-5-2 0,-6 5-1 16,6 0 1-16,1 5 1 0,0-2 3 0,-7 1-2 15,7-1-2-15,-8 5 1 0,2-1 1 16,-8 5 1-16,0-2-3 0,1 1 2 0,-1 0 5 15,-6 4 0-15,0 0 0 0,0-1 1 16,-6 4-1-16,-7 1-2 0,7-1 1 16,-8-4 2-16,2 6-2 0,-2-6 1 0,1 4-1 15,0-7-2-15,0 4 1 0,7-5 0 16,-8-2 6-16,8-1 0 0,0 1-2 0,-1-1 1 16,7-4 1-16,-6 1-3 0,6-4-7 15,0 3 3-15,-7-3 0 0,7 0 4 16,0 4-2-16,0-4 0 0,0-4 1 0,0 4 0 15,7 0-1-15,-7-3-2 0,6 3-2 16,-6-4-1-16,7 1-1 0,-1 3-1 0,0-4 1 16,2 1 0-16,4-1 3 0,-5 0-1 15,6 4-1-15,-7-3 2 0,1-1 1 0,6 4-1 16,-6-3 1-16,5 3-3 0,-5 0 2 16,0 0-1-16,-1 0 0 0,0 0 1 15,7 3-2-15,-6-3 1 0,0 4-1 0,-1 3-1 16,0-3-2-16,2 3 1 0,4 0 2 15,-6 5 1-15,1-1 1 0,0-2 4 0,-7 4 1 16,6-3 2-16,-6 5 1 0,0-1 1 16,-6-2 2-16,-1 2 4 0,0 1 3 0,-5-1 2 15,-2 0-1-15,2 3 3 0,-8-3 1 16,1-3 1-16,-1 3 4 0,0-3 4 16,1 0 8-16,-1-4 7 0,0 1 8 0,1-1 3 15,6-3-31-15,-6-1-26 0,5-3 0 16,2 0 0-16,-2 0 0 0,2 0 0 0,-1 0 0 15,6 0 0-15,-6-3 0 0,7 3 0 16,-1-4 0-16,0 4 0 0,1 0 0 0,6-4 0 16,-7 4 0-16,7 0 0 0,0 0 0 0,0-3-80 15,0 3-191-15,0 0-107 0,0 0-149 16,7-3-171-16,-1-2-175 0,1-2-170 0,6 0-32 16,0-4 48-16,0 0 131 0,6-4 187 15,1 1 216-15</inkml:trace>
  <inkml:trace contextRef="#ctx0" brushRef="#br0" timeOffset="6873.59">21023 3304 82 0,'-7'0'234'0,"1"0"38"16,-1 0-16-16,1-3-33 0,0 3-10 15,-8-5-6 1,8 5-10-16,0 0-13 0,-8-2-8 0,8 2-4 16,-1 0-1-16,-6 0 0 0,6 0 1 15,1 0 13-15,-6-5 18 0,4 5 19 0,2 0 15 16,0 0-2-16,-1-3 1 0,7 3-18 16,-6-4-22-16,6 0-31 0,0 1-34 15,6-5-20-15,-6 1-18 0,7-1-8 0,-1 1-18 16,8-3-7-16,-2 2-4 0,1-3-3 15,7 0-7-15,0 0-3 0,-2 5 0 0,2-3-7 16,0 1-6-16,5 6-9 0,-5-2-2 16,0 4-3-16,-1 4-9 0,1-2-2 0,-7 3 0 15,7 7 4-15,-14 2 2 0,7 0 1 16,-13 5 8-16,7 6-3 0,-14 1 4 0,0 7-1 16,-5-4-1-16,-8 8-2 0,7-1-5 15,-7-3 2-15,1 4-4 0,-7-5 1 0,6-2-1 16,1-1 13-16,-1-2 11 0,8-6 11 15,-2-3 13-15,2-3 18 0,-2-1 24 16,8-2 16-16,-1-5 22 0,7 0 24 0,-6-3 15 16,6 0 3-16,6-4-11 0,-6 0-14 15,13-4-21-15,1 0-22 0,4-3-17 0,9 3-10 16,-1-6-8-16,0 2 1 0,13-3-2 16,0 0-1-16,0 0-2 0,0 0-5 0,6 0-6 15,2 5-11-15,-9-6-36 0,8 4-15 16,-7 2 0-16,-6-2 0 0,-1 0 0 0,-6 4 0 15,-6 1 0-15,-7 3 0 0,0 0 0 16,-6 0 0-16,-1 0 0 0,-6 0 0 0,-6 3-144 16,-1 1-114-16,-6 1-137 0,-7 1-209 15,1-1-260-15,-1-2-219 0,0 0-63 16,-5-3 35-16,5 0 97 0,-12-3 192 0,-1 0 266 16</inkml:trace>
  <inkml:trace contextRef="#ctx0" brushRef="#br0" timeOffset="8903.37">19323 4975 78 0,'0'-4'353'16,"0"0"73"-16,0 1 68 0,0-1-25 16,0 0 23-16,0 1-28 0,0-1-28 15,0 0-27-15,-7 1-31 0,7 3-41 0,0-4-59 16,0 4-55-16,0 0-50 0,0 0-35 16,0 0-26-16,0 0-22 0,0 0-10 0,-6 4-4 15,6-1 5-15,0 1 14 0,0 0 12 16,-6 3 14-16,6 0 1 0,0 4 0 0,-7 0 3 15,7 4-7-15,-7-1-8 0,7 2-10 16,-6 2-4-16,6-4-8 0,0 5-12 16,-7-1-10-16,7-4-9 0,0 5-4 0,0-1 0 15,0-3-2-15,0 2-2 0,0-5-2 16,0 3-3-16,7-5-7 0,-7 2-4 0,0-5-7 16,6 4-4-16,-6-7 1 0,0 3 0 15,0-4 0-15,0 2 2 0,7-2 5 0,-7 1 1 16,0-4 0-16,0 3-2 0,0-3 0 0,7 0-5 15,-7 4-5-15,0-4-6 0,6 0-4 16,-6 0 0-16,0-4-4 0,6 4 1 16,-6 0-2-16,7 0 1 0,-7 0-1 0,0 0-3 15,7-3 0-15,-7 3-1 0,0 0 2 16,6 0-1-16,-6 0 1 0,0 0 0 0,0 0 0 16,0 0-2-16,0 0-5 0,6 0 1 15,-6 0 1-15,0 0-1 0,0 0 1 0,0 0 4 16,0 0 0-16,0 0-1 0,0 0 2 15,0 0-1-15,0 0-1 0,0 0-1 16,0 0 0-16,0-4 1 0,0 4-2 0,0 0 2 16,-6 0-2-16,6 0 0 0,0 0 1 15,0 0 1-15,0 4 0 0,6-4 0 0,-6 0 2 16,0 0 0-16,0-4 2 0,0 4-3 16,0 0-1-16,0 0-2 0,0 0 2 0,0-3 0 15,0 3-1-15,0-5 1 0,0 5-1 16,0 0 2-16,0-3-1 0,7 3 0 0,-7 0 1 15,0-4-1-15,0 4 1 0,0 0-2 16,0-3-14-16,0 3-12 0,0 0-17 16,0-4-21-16,0 4-24 0,0 0-35 0,0-4-20 15,0 4-38-15,6 0-40 0,-6-3-45 16,0 3-59-16,0-4-80 0,0 0-105 0,0 1-104 31,0-1-113-31,0 1-106 0,0-2-9 0,-6-1 67 16,6 2 113-16,0-3 138 0</inkml:trace>
  <inkml:trace contextRef="#ctx0" brushRef="#br0" timeOffset="9372.02">19492 5018 251 0,'0'-11'470'15,"7"5"88"-15,-1-6 81 0,-6-2-33 0,0 3-47 16,0 0-102-16,0 3-60 0,0-3-54 16,0 0-52-16,0 4-52 0,0 0-46 15,-6 0-34-15,6-1-42 0,-7 5-27 0,1-2-27 16,0 3-21-16,-1 2-14 0,0-5-13 0,1 10-2 16,-8-5-9-16,2 7-1 0,5 0-4 15,-6 4 2-15,0 3 9 0,1 1 5 0,-2 3 13 16,8 4 10-16,-8 4 18 0,1-4 4 15,7 4 7-15,0 3 12 0,-1-3 2 16,0 3-3-16,7-4-1 0,0 0 6 0,7 2-1 16,0-2-3-16,-1-3 6 0,7-3 14 15,0 3 8-15,0-7 3 0,7-1 7 0,-7 1 6 16,6-4-4-16,8-4-4 0,-8 0-3 16,0-3-1-16,8-4-5 0,-1 0-3 0,-7-4-3 15,7 1-13-15,-6-1-13 0,6-3-16 16,-7-1-13-16,1-2-13 0,-1 2-15 0,-6 1-3 15,7-5-3-15,-13 5-3 0,5 0-1 16,-6 0-11-16,2 3-30 0,-2-3-53 0,0 0-81 16,-6 2-97-16,0-2-118 0,7 0-166 15,-7 0-178-15,6-1-184 0,-6-2-122 16,7-1-10-16,6-4 61 0,-1-1 143 0,2 3 192 16,-1-6 227-16</inkml:trace>
  <inkml:trace contextRef="#ctx0" brushRef="#br0" timeOffset="9575.07">20137 4931 160 0,'0'3'563'0,"7"-3"142"16,-7 0 91-16,6-3 23 0,0 3-100 16,1-3-161-16,0-2-168 0,5 2-125 15,-4-1-83-15,11 1-61 0,-6-1-38 0,6 0-31 16,1 1-19-16,-7-1-15 0,6 0-18 0,1 1-52 15,-7 3-100-15,7-5-133 0,-7 5-169 16,-7 0-153-16,0 0-167 0,1 0-48 0,-7 5 47 16,-7-2 106-16,1 1 152 0</inkml:trace>
  <inkml:trace contextRef="#ctx0" brushRef="#br0" timeOffset="9905.33">20176 5110 388 0,'0'7'608'0,"0"1"120"16,0-1 90-16,0-7-30 0,0 4-135 0,6-4-124 16,2 0-128-16,4-4-92 0,1 4-62 15,0-4-44-15,6 1-21 0,-5-5-18 0,6 5-11 16,-1-1-8-16,1-3-9 0,-1 3-10 16,1-3-16-16,-1 3-13 0,-6 1-8 0,1-1-7 15,-2 1-2-15,-5-2 4 0,-1 2 1 16,1 3-3-16,-1 0-6 0,-6-4-12 0,7 4-13 15,-7 0-17-15,0 0-10 0,0 0-10 16,0 0-5-16,0 0-4 0,0 0-5 0,0 0 0 16,0 4-3-16,0-4-9 0,0 0-14 15,-7 0-24-15,7 3-29 0,0-3-36 0,0 0-42 16,-6 5-42-16,-1-5-48 0,7 0-64 16,-6 0-103-16,6 0-121 0,-7-5-136 0,7 2-171 15,-6-1-69-15,6-3 18 0,6 0 93 16,1-1 141-16,-1 0 168 0</inkml:trace>
  <inkml:trace contextRef="#ctx0" brushRef="#br0" timeOffset="10498.94">21023 4777 49 0,'-7'0'551'16,"1"-4"128"-16,-1 1 88 0,1-6 68 15,-8 7-83-15,8-6-177 0,0 1-161 0,0-1-99 16,-2 1-63-16,2 0-50 0,0-4-37 16,6 0-38-16,0 0-27 0,0-4-24 15,6 1-25-15,0-1-14 0,2-3-13 0,4 2-8 16,8-2-9-16,-7 4 0 0,7-1 0 0,-2 4-1 15,9 0 1-15,-7 1 2 0,-1 2-1 16,7 4-2-16,-6 1-2 0,-1 3-2 0,8 3 0 16,-15-3-1-16,8 8-1 0,-1-1 2 15,-5 4 5-15,5 4-7 0,-6 0 5 16,0 2 3-16,-7 1 0 0,1 1-1 16,0 4-2-16,-7-2 5 0,-7 5 0 0,0 0-2 15,-5-1 5-15,-1 5-3 0,-7-1 1 16,6 0 6-16,-5 4 11 0,-7-7 24 0,6 4 27 15,1-2 33-15,0-2 28 0,-1-4 18 16,1-3 15-16,5-1 5 0,2-4 0 0,5-3-3 16,-6 1 6-16,13-5 15 0,-7 0 13 15,1-3-51-15,6-1-158 0,0 1 0 0,6-4 0 16,1 4 0-16,0-4 0 0,6 0 0 16,6-4 0-16,0 4 0 0,8-4 0 0,-1 1 0 15,0 3 0-15,6-4 0 0,1-3 0 16,0 3 0-16,-1 1 0 0,7-5 0 15,1 4 0-15,-8-3 0 0,1 3 0 0,-1 1 0 16,-6-5 0-16,-7 5 0 0,-5-2 0 0,5 5 0 16,-13-2 0-16,1-3 0 0,0 5 0 15,-1-3 0-15,-6 3 0 0,-6-3 0 16,-8 3 0-16,8-5-555 0,-13 2-345 0,5-1-275 16,-5 0-90-16,-7 1 26 0,6-4 100 15,-6-1 193-15,7-3 285 0</inkml:trace>
  <inkml:trace contextRef="#ctx0" brushRef="#br0" timeOffset="11483.07">24039 2198 368 0,'0'-7'544'0,"0"-1"112"16,0 1 91-16,0-4-36 0,-8 3-92 15,8 5-99-15,0-5-83 0,0 6-90 0,-6-3-74 16,6 5-71-16,-6 0-60 0,6 0-36 0,-6 7-15 16,-2 1 5-16,2 7 9 0,-7-1 15 15,7 8 16-15,-1 0 0 0,0 3-8 16,1 1-11-16,0 3-12 0,6 2-11 0,-6-3-1 16,12 2-5-16,-6-1-10 0,0 0-9 0,6-3-8 15,0-4-14-15,1 0-16 0,0 0-10 16,-1-8-1-16,1 5-7 0,5-8-3 0,-4 0 2 15,-2-4-2-15,6-3-16 0,-4 0-40 16,4-8-66-16,-5 0-90 0,6-3-116 0,-6-4-159 16,5-4-164-16,-6 0-157 0,-6-7-147 0,8 1-26 15,-8-1 58-15,-8-8 124 0,2-3 162 16,0 0 184-16</inkml:trace>
  <inkml:trace contextRef="#ctx0" brushRef="#br0" timeOffset="11623.66">23973 2014 484 0,'-7'-7'608'0,"1"0"78"0,0-1 62 16,0 1-68-16,-2-1-185 0,2 5-149 0,0 0-107 16,6-1-74-16,-7 0-79 0,7 1-67 15,7 3-64-15,-7 0-89 0,6 3-118 0,8 1-135 16,-2 0-132-16,1 2-126 0,7 2-38 16,0-1 31-16,-2 1 81 0,9 3 122 0</inkml:trace>
  <inkml:trace contextRef="#ctx0" brushRef="#br0" timeOffset="11857.98">24423 2289 87 0,'0'7'606'0,"-7"1"138"0,7 0 96 16,-6-5 79-16,6 1-78 0,0-4-180 0,-7 4-181 15,7-4-111-15,0 0-80 0,0-4-67 16,7 4-60-16,-7-4-55 0,13-4-38 0,-7 5-31 15,7-5-13-15,6 1-12 0,-5 0-10 0,5 3-3 16,1-3-32-16,-8 3-48 0,8 1-74 16,-7-1-113-16,0 1-149 0,0 3-192 0,-7 0-148 15,2 0-122-15,-2 3-17 0,-12 1 63 16,-2-1 127-16,2 1 180 0</inkml:trace>
  <inkml:trace contextRef="#ctx0" brushRef="#br0" timeOffset="12092.36">24396 2462 398 0,'0'11'623'0,"-6"-4"127"0,6-4 98 0,0 2-30 16,0-2-114-16,0-3-136 0,0 4-139 15,6-4-106-15,1-4-82 0,0 4-62 0,6-3-42 16,-1-2-29-16,8 2-14 0,0-1-12 16,-1-3-9-16,1 3-10 0,0-3-12 0,5 3-16 15,-5 1-13-15,-8-2-9 0,8 3-6 0,-6-3-2 16,-2 2-6-16,-5-1-15 0,-1 4-27 15,-6-4-37-15,7 4-56 0,-7 0-84 0,0-3-124 16,0 3-150-16,0-4-151 0,0 0-188 0,0 1-66 16,0-1 23-16,-7 1 93 0,14-5 146 15,-7 5 168-15</inkml:trace>
  <inkml:trace contextRef="#ctx0" brushRef="#br0" timeOffset="12654.67">25112 2208 495 0,'-6'-6'628'0,"0"-2"87"0,0 1 56 16,-8-4-59-16,8 0-146 0,-1 0-134 15,1 1-97-15,-8-2-57 0,8 4-29 0,6-3-41 16,-6 0-39-16,6 1-32 0,0 2-30 0,6-3-24 15,-6 4-23-15,14-4-13 0,-8 4-16 16,7-1-11-16,7 1-6 0,-8 0-3 0,8 0-2 16,-1 2 8-16,1 2 9 0,0-1 1 0,-1 4 5 15,1 0 5-15,-8 0 2 0,8 0 0 16,0 0-4-16,-1 4 1 0,-5 4-3 0,4-1-2 16,-4 0-5-16,-1 4-7 0,0 0-3 15,-6 4 4-15,-1-1 2 0,0 1-1 0,-6 3 7 16,0 0 6-16,0 4-1 0,-6 1 0 15,0 2-7-15,-8 1-2 0,1 0-7 0,-7-1-1 16,8 0-5-16,-8 1-8 0,1 0 3 0,-1 0 0 16,8-4-5-16,-8-4 5 0,7 1 13 15,-1-1 16-15,2-7 24 0,6-1 27 0,-2 2 38 16,2-5 29-16,6-3 24 0,-6-1 22 16,6 1 15-16,6 0 6 0,0-4-112 0,8 0-108 15,-2 0 0-15,8-4 0 0,-1 0 0 0,7-3 0 16,7 3 0-16,-1-6 0 0,1 2 0 0,0 1 0 15,0-4 0-15,-1 0 0 0,7-1 0 16,-6 1 0-16,6 4 0 0,-13 0 0 0,0 0 0 16,0-1 0-16,-13 1 0 0,7 3 0 0,-14 1 0 15,0-1 0-15,1 4 0 0,0-4 0 16,-7 4 0-16,0 0 0 0,-7 0 0 0,0 0 0 16,1 4-128-16,-7 0-533 0,0-1-303 15,-6 5-231-15,-1-2-57 0,0 2 42 16,-6-1 116-16,1 4 209 0,-8 0 304 0</inkml:trace>
  <inkml:trace contextRef="#ctx0" brushRef="#br0" timeOffset="13244.83">24078 3527 318 0,'0'-4'453'0,"-7"1"78"0,7 0 50 16,-7-1 2-16,7 0-34 0,-6 1-68 0,6 3-63 15,-7-4-58-15,7 4-69 0,-6 4-74 16,0-4-50-16,-2 7-32 0,-4 0-11 16,6 5-6-16,-2 2 4 0,2 0 1 0,0 5-2 15,6 3-1-15,-7 4 1 0,7-1 2 0,0 0 1 16,7 5-6-16,-7 0-12 0,6-1-14 16,0-4-16-16,2 1-13 0,4-1-20 15,2-3-15-15,-8 1-8 0,7-5-3 0,7-3-5 16,-8-1-5-16,2-3 0 0,-8-3-22 15,7-1-49-15,0-7-81 0,-6 0-120 0,-1-3-171 16,0-1-194-16,-6-7-199 0,0-3-119 16,-6-1-9-16,0-4 73 0,-8-7 147 0,1 0 179 15</inkml:trace>
  <inkml:trace contextRef="#ctx0" brushRef="#br0" timeOffset="13418.49">24031 3432 404 0,'0'-11'658'0,"-6"4"87"0,6-5 56 0,0 2-46 16,-6 3-172-16,6-1-224 0,0 4-159 16,0-3-114-16,6 4-116 0,-6 3-117 15,14-4-141-15,-8 4-147 0,7 0-197 0,7 4-80 16,-8-1 5-16,8 1 55 0,-7-1 108 16,7 1 131-16</inkml:trace>
  <inkml:trace contextRef="#ctx0" brushRef="#br0" timeOffset="13590.39">24403 3564 23 0,'0'12'598'0,"0"-6"163"0,0 2 112 0,0-2 81 0,0-1-60 0,0-5-171 16,0 3-227-16,7-6-149 0,-1 3-101 15,7-5-75-15,0 2-58 0,0-3-47 0,13-2-25 16,-6 0-17-16,5 1-10 0,-5 0-20 0,0 3-47 31,5-3-93-31,-11 3-149 0,6 1-188 16,-8-1-192-16,1 1-200 0,-13 3-68 0,0 3 27 0,0-3 115 0,-13 7 170 0,1-3 182 15</inkml:trace>
  <inkml:trace contextRef="#ctx0" brushRef="#br0" timeOffset="13856.01">24435 3759 472 0,'0'11'711'0,"7"-4"120"0,-7 0 89 15,0-3-13-15,7-1-138 0,-1 1-167 0,0-4-139 16,2 0-82-16,-2 0-53 0,7-4-46 16,6 1-39-16,0-1-36 0,1 0-29 15,0-3-27-15,-1 4-22 0,7-4-24 0,0 3-24 16,-6-4-25-16,-1 5-16 0,1-5-12 16,-7 5-13-16,7 0-7 0,-14-2-5 0,8 5 4 15,-8-3-7-15,-6 3-12 0,6-5-19 16,-6 5-35-16,0 0-52 0,0 0-69 0,-6 5-77 15,0-5-94-15,-2 3-127 0,2-3-158 16,0 0-161-16,-1 0-152 0,1 0-38 16,-1 0 39-16,1-3 117 0,-1-2 174 0,1 5 205 15</inkml:trace>
  <inkml:trace contextRef="#ctx0" brushRef="#br0" timeOffset="15917.45">25471 3242 37 0,'0'-4'292'0,"6"1"71"0,-6-1 56 15,0-4-38-15,0 5 13 0,0-1 0 16,7-3-12-16,-7 3-14 0,0 1-23 16,0-1-27-16,0 0-37 0,7 1-38 0,-7 0-57 15,0 3-48-15,0 0-31 0,0-4-31 16,0 8-24-16,0-4-24 0,0 6 3 16,-7 5 18-16,0 0 10 0,7 8 20 0,-12-2 17 15,5 9 16-15,-6 0 1 0,0 4-15 16,0-1-4-16,0 0-10 0,0 4-4 0,0-4-1 15,0 1-1-15,-7-1 0 0,8 0-6 16,4-4 2-16,-4 1-9 0,-1-3-3 16,6-1-6-16,1-4-2 0,-1-4-1 0,1-2 4 15,6-2 17-15,-6-2 21 0,6-1 23 16,0 0 26-16,0-4 19 0,6-3 12 0,0 0 1 16,7 0-16-16,1-3-18 0,4 0-27 15,2-5-21-15,0 1-20 0,6 0-21 16,0 0-13-16,0-1-7 0,0 1-2 0,-6 0-5 15,6-1-7-15,-1 1-5 0,-5 0-3 16,0 3-4-16,5 0-7 0,-5 1 0 0,-6-1 0 16,-1 0 0-16,-1 1 0 0,2 3 0 0,-8-3 0 15,0 3 0-15,1-4-38 0,-7 4-38 16,0 0-51-16,0 4-65 0,-7-4-78 0,1 3-78 16,0 0-94-16,-1 1-121 0,0-4-133 0,-5 4-132 15,5-4-117-15,-6 3-14 0,6-6 62 16,-5 3 127-16,4-8 169 0,2 2 190 15</inkml:trace>
  <inkml:trace contextRef="#ctx0" brushRef="#br0" timeOffset="16215.41">25562 3429 450 0,'0'-4'663'0,"-6"-2"105"16,6-3 82-16,0 6-39 0,-6-5-131 0,6 5-168 15,0 3-148-15,-8-4-95 0,8 4-78 16,0 0-63-16,0 4-37 0,0 2-7 15,0 11 10 1,0 0 19-16,8 6 29 0,-8 2 29 16,6 0 22-16,-6 8 5 0,0 4 2 15,6 0 1-15,-6 3-11 0,0 0-9 0,7 1-19 16,-7-5-21-16,0 1-13 0,6-1-12 16,-6-3-16-16,0-7-100 0,7 3 0 0,-7-6 0 15,0-2 0-15,0-7 0 0,6-2 0 16,-6-1 0-16,0-5 0 0,0 2 0 15,7-3 0-15,-7-5 0 0,0 0 0 0,0 0 0 16,0-5 0-16,0-3-119 0,0 5-369 0,0-4-220 16,-7 0-247-16,7-1-182 0,-6 1-38 15,-7 0 46-15,0-4 122 0,-7 4 209 0,1 0 277 16</inkml:trace>
  <inkml:trace contextRef="#ctx0" brushRef="#br0" timeOffset="16871.5">24293 4913 158 0,'0'-4'386'0,"0"-3"73"0,-7-1 59 0,7 5-24 0,0-4 18 31,-7-1-36-31,7 4-40 0,0 0-33 0,-6 1-40 0,6-1-58 0,0 4-78 0,-7-4-66 31,7 4-42-31,-6 4-30 0,0 0-9 0,6 3-2 0,-8 5-1 0,-4 2 6 0,6 4 6 32,-2 4 5-32,2 0 1 0,0 4-3 0,-1-1 1 0,1 5 6 0,6-5 2 0,0 5-5 15,0-4-8-15,0-1-14 0,0 1-8 16,6-4-17-16,1 0-15 0,-7-4-10 0,6-4-5 15,0 1-4-15,2-4-7 0,4 0-2 16,-6-7-19-16,2-1-39 0,4-3-72 0,1-3-103 16,1-1-141-16,-2-7-151 0,2-4-154 15,-8-3-147-15,7-1-67 0,-7-6 27 16,1 0 105-16,0-5 131 0,-1-6 156 0</inkml:trace>
  <inkml:trace contextRef="#ctx0" brushRef="#br0" timeOffset="17027.71">24293 4766 220 0,'-14'-11'517'16,"8"4"97"-16,-1-5 76 0,1 5 15 0,0 0-139 16,-2 3-143-16,8 0-119 0,-6 1-95 15,6-1-84-15,0 4-78 0,0 0-73 16,6 0-84-16,8 0-101 0,-1 4-130 0,0-1-115 16,6 1-152-16,1 0-53 0,-1 0 13 15,7-1 66-15,-6 2 115 0</inkml:trace>
  <inkml:trace contextRef="#ctx0" brushRef="#br0" timeOffset="17215.18">24605 4876 440 0,'0'8'610'0,"0"-1"118"0,0-4 85 0,0 1-48 0,0 0-134 0,0-1-127 0,0-3-129 15,6 0-103-15,1 0-80 0,0-3-62 16,5-1-53-16,8 0-34 0,-1-4-19 0,-5 1-28 31,12 4-54-31,-7-5-84 0,1 5-132 0,-1-1-160 0,-6 0-164 0,0 1-178 0,-7 3-56 16,2 0 27-16,-8 0 103 0,-8 3 143 15,-4 1 158-15</inkml:trace>
  <inkml:trace contextRef="#ctx0" brushRef="#br0" timeOffset="17465.66">24585 5088 171 0,'0'11'516'15,"0"-3"113"-15,0-1 106 0,0-4 38 0,0 2-83 16,6-2-121-16,2 0-115 0,-2-3-82 16,7 0-84-16,0-3-66 0,6 3-50 15,1-3-37-15,0-5-25 0,-1 4-24 0,7-3-16 16,-6 0-16-16,6 3-17 0,-7-3-14 16,1 0-11-16,0 2-5 0,-8-2-2 15,1 4-5-15,1-1-2 0,-8 4-15 0,0-4-27 16,-6 1-49-16,0 3-86 0,0 0-119 15,0-4-138-15,0 4-151 0,-6-4-149 0,6 4-98 32,-6 0 6-32,-1 0 78 0,7-3 119 0,-7-2 154 0</inkml:trace>
  <inkml:trace contextRef="#ctx0" brushRef="#br0" timeOffset="17980.61">25426 4674 198 0,'0'0'284'0,"0"-3"47"0,0 3-40 0,6-4-7 16,-6 0 17-16,0 4 5 0,0-3 14 0,0 0 38 31,0-1 35-31,0 4 13 0,0-5 7 0,0 2-12 0,0-1-28 0,7 1-49 0,-7 3-43 16,0-4-33-16,0 0-28 0,0 4-23 15,0 0-18-15,0-3-23 0,0 3-28 16,0 0-28-16,0 0-27 0,0 0-24 0,0 0-21 16,0 3-16-16,0 1-8 0,0 3-4 15,0 5-1-15,0 2 3 0,0 1 10 0,0 6 14 16,0 2 14-16,6 2 17 0,-6 5 16 15,0-1 12-15,0 3 7 0,0 2 3 16,-6-5-2-16,6 4-7 0,0-4-7 0,0 1-7 16,0-1-9-16,0-3-7 0,6-5-7 15,-6 2-10-15,0-5-5 0,6 0-7 0,-6-7-6 16,0 0-6-16,0 0-4 0,0-3 0 16,0-5 0-16,7 1 2 0,-7-4-2 15,0 0-1-15,0 0-15 0,0-4-49 0,0 1-74 16,0-1-97-16,0-4-112 0,0 1-167 15,7 0-182-15,-7-4-175 0,0 0-145 0,6-4-21 16,0-3 50-16,1-1 134 0,0 1 181 16,-1-1 211-16</inkml:trace>
  <inkml:trace contextRef="#ctx0" brushRef="#br0" timeOffset="18611.98">25732 4641 353 0,'0'-7'516'0,"0"0"92"16,0-1 89-16,0 0-45 0,0 1-93 0,0 1-96 16,0-2-75-16,0 0-62 0,0 5-64 15,0-4-47-15,-7 2-37 0,7 2-25 0,0 0-20 16,0-1-18-16,0 4-21 0,0-4-21 0,0 4-18 15,0 0-18-15,0 0-13 0,-6 4-10 16,6 0 2-16,0-1 17 0,-7 9 12 16,7-6 23-16,-6 10 21 0,-1-3 26 0,0 3 22 15,7 2 11-15,-6 4 13 0,0-4 2 16,-1 8 3-16,0-3-5 0,1 4-16 0,6 0-14 16,-6 2-14-16,6 1-11 0,-7-1-10 15,7 0-11-15,0 0-7 0,7-3-12 16,-7 3-13-16,6-7-11 0,0 3-11 0,1-2-8 15,6-4-22-15,-7-1-1 0,8-4 0 16,-1-2 0-16,6-2 0 0,-6-3 0 0,7-3 0 16,-1-4 0-16,1 0 0 0,6-4 0 15,-6-3 0-15,-1-3 0 0,7-2 0 16,-6 1 0-16,-8-7 0 0,8 3 0 0,-1-3 0 16,-5-1 0-16,-2-3 0 0,-5 4 0 15,0 0 0-15,-1 0 0 0,-6-1 0 0,-6 1 0 16,-1 0 0-16,-6 4 0 0,1 2 0 15,-2 1 0-15,-6 0 0 0,1 3 0 0,-7 1 0 16,6 4 0-16,1-1 0 0,-1 4 0 16,0 4 0-16,1-1 0 0,0 4 0 0,0 5 0 15,5-1 0-15,-5 3 0 0,6 1 0 16,0 4 0-16,6-1 0 0,-6 0 0 16,7 0 0-16,-1-3 0 0,0 4 0 0,7-5 0 15,-6 0 0-15,6-2 0 0,0-1 0 16,0-4 0-16,0 0 0 0,0 0 0 0,0-2 0 15,0-2 0-15,0 1 0 0,0-1 0 16,0-3-21-16,0 4-491 0,0-4-226 0,-6-4-268 16,6 1-165-16,0-1-30 0,0-4 56 15,-7-2 130-15,7-1 228 0,-13 0 304 16</inkml:trace>
  <inkml:trace contextRef="#ctx0" brushRef="#br0" timeOffset="25526.66">23543 1641 225 0,'0'4'279'0,"0"7"46"16,0-4-49-16,0 0-16 0,0 5 11 15,0 2 11-15,-6 0 2 0,6 1 15 0,-7 6 28 16,1 2-9-16,0-1-8 0,-2 7-20 0,2 1-20 16,0 7-29-16,-1-5-23 0,-6 9-13 15,7-1-9-15,-7 8 1 0,-1-1-6 16,8 4-15-16,-7 5-22 0,6 2-15 0,1 5-11 15,6 2-13-15,-6 5-9 0,6-1-7 0,0 5-3 16,6-1-4-16,0 1-6 0,1 2 4 16,0 4 1-16,-1 1 0 0,8 4-6 0,-2 2-7 15,1-2-8-15,0 2-5 0,0 3-6 0,1-3 0 16,5 0 1-16,-6 2 0 0,-7 2-7 16,7 0-7-16,1 2-10 0,-2-2-3 0,2-3-6 15,-8-1 3-15,7 5 3 0,0-4 5 16,-6 0 2-16,5 0 1 0,-5 0 0 15,6-4-1-15,-7 0 0 0,1-3-3 0,0 0 1 0,-1-5 2 16,1 2 2-16,-7-6-1 0,6-2 1 16,0 4 2-16,-6-5-4 0,8-2-3 0,-8-2-3 15,0-2 1-15,6-2-35 0,-6-1 0 16,6-6 0-16,-6-3 0 0,0-3 0 0,7 0 0 16,-7-1 0-16,0-3 0 0,6-3 0 15,-6-4 0-15,7 0 0 0,-7-10 0 0,0 7 0 0,6-8 0 16,-6-5 0-16,0 2 0 0,7-9 0 15,-7 1 0-15,0-4 0 0,0-3 0 0,0-2 0 16,0-2 0-16,0 1 0 0,0-10 0 16,0 5 0-16,0-7 0 0,0 0 0 0,0-4 0 15,0-1-200-15,-7-2-101 0,1-4-86 16,6-4-99-16,-7-4-122 0,7-7-142 0,-6 1-163 16,6-9-83-16,0-6 10 0,0-9 80 15,0-2 137-15,0-12 190 0</inkml:trace>
  <inkml:trace contextRef="#ctx0" brushRef="#br0" timeOffset="27614.73">23719 1619 100 0,'6'0'246'16,"2"0"33"-16,-8-4-33 0,6 4-37 15,-6-3-4-15,6-1-18 0,-6 0-14 0,7 1-4 16,-7-2 5-16,0 3 9 0,0-3 9 15,0 2 0-15,0 0 6 0,0-2 16 0,0 5 6 16,0-3-5-16,-7-1-22 0,7 0-22 16,0 4-25-16,-6-3-34 0,0 3-29 0,6-3-29 15,-8 3-14-15,2 0-9 0,0-4-7 16,-7 4-10-16,6 0-4 0,-6 0-3 0,0 4-2 16,0-4 1-16,0 3 0 0,0-3 2 15,-6 3-2-15,-7 1 4 0,-1 0 1 0,1-4-1 16,-13 3-1-16,1 2-2 0,-8-2 1 0,-7 0-2 15,-6 2 0-15,2-3-2 0,-9-2 3 16,1 5-4-16,-7-2-1 0,1 1 3 0,-1 0-1 16,-12-1-1-16,-1 5-2 0,-6-5-1 15,-1 4-4-15,-5 1 5 0,-1 3 3 0,-6-4-1 16,0 4 3-16,-7 1-3 0,-7 2 0 0,-5-3-8 16,6 3 6-16,-7 1-1 0,1 4-1 15,-1-1 1-15,-7 0 5 0,1 0-2 0,0 0-4 16,6 5 6-16,0-4-7 0,7-1 7 15,-7 3-3-15,7-2 0 0,-1-1-1 0,8 0-5 16,-1 1 6-16,7-5-8 0,7 1 9 0,6 0 1 16,6-4-2-16,6 3 2 0,1-7 11 0,6 5 11 15,7-5-1-15,0 0 9 0,6-3-2 16,8 0 6-16,5-1-6 0,1 1-9 0,5-1-2 16,1-3-7-16,7 5 4 0,5-5 0 15,1 0-4-15,7 0 1 0,-1 0-1 0,0 0 0 16,8 0 0-16,-1 0-8 0,6 0 0 15,-6 0-2-15,7 0-1 0,0 0 1 0,-2-5-1 16,2 5-2-16,0 0 0 0,0 0 0 0,-1 0 2 16,0 0-6-16,7 0-6 0,-6 0 7 15,-1 0-2-15,1 0 7 0,6 0-5 0,-7 0 1 16,0 0 7-16,1 0-6 0,0 0 7 0,0 0-7 16,-2-3 3-16,2 3 0 0,0 0-2 15,-1 0 1-15,1 0-2 0,-1 0 0 0,0 0-1 16,1 0 9-16,6 0 7 0,-6 0 0 15,6 0 3-15,-6 0 3 0,6 0-1 0,0 0-7 16,-8 0-5-16,8 3-2 0,0 2-5 16,0-2 0-16,-6 4 12 0,6 0 8 0,0 4 16 15,0 4 13-15,0 0 10 0,-6 3 13 16,6 4 1-16,0 4 6 0,0 3 2 0,0 5 4 16,0 1 2-16,6 6-1 0,-6 3 1 15,0 4-4-15,0 3-3 0,6 0-3 0,2 1-6 16,-2 2-9-16,-6 2-6 0,6-2-8 0,-6 1-4 15,6 4 1-15,-6-1 1 0,0 5 7 16,7 3 9-16,-7-1 7 0,0 2-1 16,0 2-3-16,0 1-4 0,0-1-2 0,7 1-2 0,-7 3-4 15,0 1-3-15,6-1-5 0,-6 4 1 16,0-1-9-16,0 5-7 0,7-5-4 16,-7 6-3-16,0-6-2 0,0 5 3 0,-7 0 4 15,7-1-1-15,0 2-1 0,0-3 2 16,0 6-3-16,0-8-6 0,0 3-6 0,0-2-3 15,0-5-4-15,0 0 0 0,0-4 1 0,0 0 0 16,7-2 0-16,-7-1 2 0,6-4-1 16,0-3-2-16,2 4-1 0,-2-5-1 15,-6-3-3-15,6-4-1 0,0 0 1 0,1-3-3 16,0-4 1-16,-1 0 0 0,1-7 1 16,-7 0-3-16,6-1 2 0,-6-3 2 0,0-4-1 15,7 1 2-15,-7-8 0 0,0 3 1 16,0-6-1-16,7-1 0 0,-7 1-3 15,0-6 1-15,0-1-1 0,0 2 1 0,0-6 2 16,0 3 0-16,0 0 2 0,0-4-4 16,0 0-1-16,6 1 0 0,-6-5 0 0,0 5 0 15,0-5 0-15,6 0 3 0,0 5 2 16,2-4 1-16,-2-4-2 0,0 3 0 16,7-3 1-16,1 0-2 0,-2 0 1 0,8-3-2 15,6 3 3-15,0-4-2 0,0-4-2 16,7 5 0-16,6-4-1 0,0 0-1 0,7 3-1 15,-1-7 0-15,7 4 1 0,0-1-3 16,7-3 5-16,6 0 2 0,1-1 0 16,5-2 0-16,7 3 0 0,13-3-1 0,0-1-3 15,0-3-5-15,7 3 6 0,7-3 2 16,5 0 1-16,1 3 0 0,13-3-2 0,-1-1 2 16,1 1-3-16,6 0 1 0,7-1-1 15,0-2 0-15,6 2 1 0,1 1 0 0,-1-1 0 16,6 1-1-16,-5-1 0 0,6 5-1 15,-7-4-1-15,0 3 2 0,7 1-1 0,-13-1-2 16,6 1 3-16,0-2 0 0,0 2 0 16,-5-1 0-16,-2 0 0 0,0 5 4 15,-5-5-4-15,-1 1 0 0,7-1 1 0,-6 0 2 16,-1 1-2-16,-6-1-3 0,-1 5 2 16,-5-6 3-16,5 1-3 0,-6 1 3 0,0-1-4 15,1 4 3-15,-7-4 4 0,-1 1 0 16,-5-1 4-16,-1 0-2 0,-1 4 2 0,-4-3-2 15,-2-1-4-15,-5 4-3 0,-1-3 0 16,-7 3 2-16,-6 0 3 0,0 0 2 0,-6 0 3 16,-7 4 3-16,0-4 1 0,-6 3-2 15,-6 0-2-15,-2 1 1 0,-5 0 2 0,-1 3-1 16,-5-3 3-16,-8 3 1 0,1 1 3 16,-7-1 2-16,-1 1 6 0,-5-2 4 0,-7 5 8 15,0-3 9-15,0-1 11 0,-7 4 0 16,2-3-55-16,-2 3-5 0,-6-4 0 15,0 4 0-15,0-4 0 0,-6 1 0 0,-2-1-130 16,-4 0-98-16,-8-3-75 0,1 4-67 16,-1-5-57-16,-6 1-63 0,7-4-68 15,-7 0-62-15,0-4-83 0,6-2-99 0,1-3-43 16,5-2 41-16,2-3 93 0,5-8 113 16,0 0 146-16</inkml:trace>
  <inkml:trace contextRef="#ctx0" brushRef="#br0" timeOffset="29050.86">23498 1546 267 0,'0'-4'335'0,"-7"4"46"15,7-4-10-15,0 1-75 0,0 3-59 16,-6-4-42-16,6 4-44 0,0 0-33 0,6 0-18 16,-6 0 5-16,13-4 15 0,1 4 24 15,-2 0 26-15,8 0 30 0,6 0 19 0,0-3-5 16,6 3-8-16,8-4-13 0,5 0-5 0,14 1-22 0,-1-1-25 0,14 0-16 0,0 1-18 31,12-1-25-31,1-3-25 0,0 4-15 0,6-5-10 16,0 1-11-16,7-1-5 0,-7 1-2 0,13 0-2 15,-7 0-4-15,2-1-8 0,-2 0 0 0,-5 1 1 0,5-3 2 0,-12 1 0 0,6-1-2 32,-7 2-1-32,1-2 5 0,-6 2-10 0,-2-3 3 0,-12 4-3 0,0 0 2 0,-12-1 4 31,-1 1-1-31,-13 0 4 0,0 3 5 0,-7-3 19 0,-12 3 18 0,6 0 21 0,-13 0 18 15,1 2 18-15,-2-3 9 0,-5 5-5 16,0-3-9-16,-1 3-15 0,-6 0-14 0,0 0-18 16,6 0-14-16,-6 0-15 0,0 0-11 0,0 0-4 31,-6 3-5-31,6 2 1 0,-6 1-3 16,-1 2 0-16,7-1 1 0,-7 4-1 0,1 4 1 15,0-1-2-15,-1 1 9 0,0 3-1 0,1 1-1 0,-1 2 1 0,1 2 0 0,6 2 1 31,-6 1-3-31,6-1 5 0,0 5 3 0,0-1 3 16,0 0 3-16,0 1 2 0,6 2 1 16,-6 1 1-16,6 1 7 0,-6-1 6 0,7 3 2 15,-1-3 2-15,1 4 0 0,0-1-2 16,-1 1-3-16,0-1-8 0,1 1-8 0,0 4 4 16,-1-4-6-16,0 2-2 0,-6 2-1 0,7-1 3 15,-1 0-1-15,1 0-4 0,0 5 5 16,-1-5 4-16,0 4 2 0,2 0 0 0,-2 0 5 15,0 3 1-15,0-2-2 0,1-2 1 0,0 5-6 16,-1-7-2-16,1 2 5 0,-1 1-3 16,0 0 1-16,-6 0-2 0,8 0 7 0,-2 4 0 15,-6 0-10-15,6-4-1 0,-6 3-3 16,0 1-7-16,6-1-3 0,-6 0-1 16,0-2 3-16,8 2-1 0,-8-3-1 0,6 0 3 15,-6 0-2-15,6 0 1 0,1-4 1 0,-7 4 3 16,6-3 3-16,1 4 5 0,-7-6 3 15,7 1-1-15,-1 1-2 0,0 3-4 16,-6-4 0-16,6 4 6 0,-6-5-10 0,8 6-3 16,-2-1 0-16,-6-3-2 0,6-1-1 15,-6 1-7-15,7-2 4 0,-7-1 3 0,0-2-1 16,0 1 5-16,0-2 5 0,0 2 5 0,6 0 4 16,-6 0 6-16,0-4 2 0,0-1 2 15,-6 2-3-15,6-1-2 0,0-1 0 16,0 2 0-16,0-1-1 0,0-4 0 0,0 4 1 15,0 0 1-15,0-3 0 0,0-1 1 16,0 0 1-16,0 0-2 0,0-3-1 0,0 0-2 16,0-1-4-16,0-3-4 0,0 4-3 15,0-5 1-15,6 1-2 0,-6 0 2 0,0-3 2 16,7 3 3-16,-7-1 0 0,0-2-2 16,7-1-1-16,-7 1 7 0,6-1 1 15,-6 1 0-15,6-5 0 0,0 1 4 0,-6-1-2 16,0-3-6-16,8 4 1 0,-2-4-2 15,-6 0-9-15,6-1-11 0,-6-2 0 0,0 3 0 16,7-4 0-16,-7 1 0 0,7 0 0 16,-7-1 0-16,0-4 0 0,6 5 0 15,-6-5 0-15,0 1 0 0,0-4 0 0,0 4 0 0,0-4 0 16,0 0 0-16,0 0 0 0,0 0 0 16,0 0 0-16,-6-4-85 0,-1 0-163 0,0 4-98 15,-5-3-106-15,4-5-146 0,-4 0-189 16,-1 1-209-16,0-4-64 0,0 0 20 15,7-4 72-15,-2-2 157 0,2-5 231 0</inkml:trace>
  <inkml:trace contextRef="#ctx0" brushRef="#br0" timeOffset="30473">27536 2557 28 0,'0'0'350'0,"0"-4"89"0,0 4 73 0,0-4-26 15,0 1 42-15,0-1-43 0,0 0-58 0,0 1-50 16,0 0-40-16,-7-2-41 0,7 2-46 15,0 3-41-15,0-4-32 0,0 1-17 0,0 3-19 16,0-4-15-16,0 4-14 0,0 0-14 16,0 0-9-16,0-4-14 0,0 4-6 0,0 0-2 15,0 0 2-15,-6 0 3 0,6 0 7 0,0 0 13 16,0 0 14-16,0 0 15 0,0 0 15 16,0 0 11-16,0 0 5 0,0 0-2 0,0 0-11 15,0 0-19-15,0 0-19 0,0-3-23 16,-7 3-20-16,7 0-14 0,0 0-12 0,0-4-6 15,0 4-10-15,0 0-6 0,0 0 1 16,0 0-4-16,0 0-3 0,0 0-1 0,0 0 2 16,0 0 2-16,0 0 0 0,0 0 1 0,0 0 1 15,0 0 0-15,0 0 0 0,0 0-1 16,0 0-2-16,0 0-5 0,0 0 1 0,0 0-1 16,0 0-2-16,0 0-1 0,0 0 2 15,0 0 2-15,0 0-1 0,0 0-1 0,0 0 1 16,0 0-1-16,0 0 2 0,0 0-2 0,0 0 1 15,0 0-2-15,0 0-1 0,0 0-1 16,0 0-3-16,0 4-1 0,0-1 0 16,0 1 4-16,0 3 3 0,0 0-2 0,7 4 1 15,-7 4 1-15,0 1 3 0,0 1-3 0,0 1 0 16,0 1 4-16,6 3-1 0,-6-4 1 16,7 4-1-16,-7-4 4 0,6 0-1 0,-6 1 2 15,7-5 2-15,-7 5 3 0,0-8 0 0,0 4 6 16,6-8-3-16,-6 4 0 0,0-4 2 15,0-4 15-15,0 2 19 0,0-2 17 0,0 1 15 16,0-4 8-16,0-4-29 0,-6 1-63 16,6-5 0-16,-7-3 0 0,7 0 0 0,-6-3 0 15,-1-5 0-15,7-2 0 0,-6-1 0 16,6-4 0-16,-7 0 0 0,7 0 0 0,7 1 0 16,-7 3 0-16,6-4 0 0,1 8 0 0,-1-4 0 15,1 4 0-15,6-1 0 0,-1 1 0 16,8 3 0-16,-7 1 0 0,7 2 0 0,0 1 0 15,-8 0 0-15,8 4 0 0,-1 4 0 0,1-2 0 16,0 2 0-16,-1 3 0 0,1 3 0 16,-8 2 0-16,8 2 0 0,-7 4 0 15,0 0 0-15,0 7 0 0,-7-3 0 0,2 4 0 16,-2 2 0-16,0 5 0 0,1-4 0 0,-7 3 0 16,0-3 0-16,7 4 0 0,-7-4 0 0,0 0 0 15,0 0 0-15,0-4 0 0,0 0 0 16,6-2 0-16,-6-1 0 0,0-5 0 15,0-3-22-15,0 1-146 0,0-1-95 0,0-7-144 16,0 4-198-16,0-8-258 0,0-3-209 0,6-1-67 16,1-6 22-16,-1-1 107 0,8-4 192 15,-2 6 281-15</inkml:trace>
  <inkml:trace contextRef="#ctx0" brushRef="#br0" timeOffset="30675.7">28168 2553 199 0,'-7'7'715'16,"0"-3"138"-16,7-4 83 0,-6 5 54 16,6-5-119-16,6 0-289 0,-6-5-212 0,7 5-126 15,6-4-74-15,0 4-46 0,0-3-39 0,6-1-38 16,1-3-18-16,6 3-13 0,1 0-10 16,-9 1-37-16,9 3-64 0,-7-3-106 0,-2-2-158 15,-4 2-194-15,5 3-201 0,-12-4-138 16,6 4-24-16,-7 0 60 0,-6 0 131 0,-6 4 178 15</inkml:trace>
  <inkml:trace contextRef="#ctx0" brushRef="#br0" timeOffset="30910.02">28213 2700 308 0,'-6'10'634'16,"-1"1"108"-16,0-3 89 0,7 0 42 0,-6-5-155 15,6 5-153-15,0-5-128 0,0 0-71 0,6 1-58 16,1-4-41-16,0 5-33 0,5-2-24 15,2-3-20-15,5 0-18 0,-6 0-14 0,6 0-21 16,7-3-23-16,-6-2-28 0,0 5-21 16,5-4-18-16,-5 1-19 0,-7-4-10 0,7 3-8 15,-14 1-2-15,8-2-14 0,-8 2-38 0,0 0-55 16,1-4-82-16,-7 2-94 0,0-2-129 16,-7 0-146-16,7-4-140 0,0 4-137 0,-6-5-109 15,0 1-5-15,-2 0 75 0,8-4 128 16,0 5 162-16,0-1 187 0</inkml:trace>
  <inkml:trace contextRef="#ctx0" brushRef="#br0" timeOffset="31394.69">28637 2333 136 0,'0'-7'540'0,"6"0"127"16,-6 3 83-16,0 1 51 0,0-2-167 15,6 2-150-15,-6 3-129 0,0 3-91 0,0 2-56 16,6 2-28-16,-6 0-9 0,0 8-12 15,8-4-17-15,-8 3-19 0,6 5-15 0,-6-5-11 16,0 4-18-16,6 1-16 0,-6-1-13 0,0-3-13 16,0-1-9-16,0-2 7 0,0-1 14 15,0-4 30-15,0-3 38 0,0 3 31 16,7-7 43-16,-7 0-5 0,0 0-16 0,7-4-25 0,-1 1-38 16,1-5-31-16,-1 1-43 0,7 0-5 15,-6-5 1-15,5 2-4 0,2-1-1 0,5 3 0 16,-6-2-4-16,6 2-7 0,-5-3-5 15,5 7-1-15,1 0-4 0,-8 1-3 0,8-1-1 16,-6 4 3-16,-2 0-2 0,1 4-2 0,1 3 2 16,-2-3-3-16,2 7 4 0,-8-1 3 15,7 2 9-15,-7 3 7 0,1 0 4 0,-7 3 6 16,7-4 4-16,-14 4 1 0,7 1-6 16,-13-1 1-16,6 1-4 0,-5-1 1 0,5-3 4 15,-6-1 2-15,0 1 8 0,-7-1 6 16,8-2 5-16,-2-5 7 0,8 0-5 0,-8 0-42 15,8-3-12-15,-7-1 0 0,7 1 0 16,-1-4 0-16,1 0 0 0,6 0 0 0,-7-4 0 16,1 4-19-16,6-3-183 0,-6-1-87 0,6 1-90 15,0-5-112-15,0 1-146 0,0-1-163 16,0-2-183-16,6-1-48 0,-6-4 24 0,0 1 99 16,6-5 166-16,-6 5 207 0</inkml:trace>
  <inkml:trace contextRef="#ctx0" brushRef="#br0" timeOffset="31616.86">28695 2355 311 0,'-6'-7'669'16,"-1"0"122"-16,0-1 76 0,7 1 37 0,0 0-197 15,7 0-208-15,0-1-152 0,6 0-105 16,-1 1-63-16,8 4-36 0,0-1-29 0,-1 0-26 16,7 1-22-16,0-1-11 0,0 0-6 15,-7 1-11-15,8 3-8 0,-1-4-6 0,0 4-4 16,0-3-5-16,0 3-7 0,-7-5-1 0,-5 5 0 15,-1 0 0-15,0-3-5 0,-7 3-8 16,1 0-14-16,-1 0-29 0,-6 0-65 16,0 0-98-16,0 0-141 0,0 0-167 0,-6 0-193 15,-1 0-145-15,1 3-29 0,-1-3 49 0,1 0 115 16,-1 0 161-16</inkml:trace>
  <inkml:trace contextRef="#ctx0" brushRef="#br0" timeOffset="31898.02">29151 2194 69 0,'-7'0'588'16,"14"-3"151"-16,-7-1 108 0,0 0 74 15,0 1-90-15,0 3-190 0,0 0-209 0,0 0-136 16,0 0-84-16,0 3-41 0,0 5-18 0,0 3-4 16,0 0 17-16,7 7 11 0,-7 0-1 15,0 4-14-15,6 1-15 0,-6 2-14 0,0 4-15 16,0 0-11-16,0 1 4 0,0 2 5 15,0 2 3-15,0-5-5 0,0 1-2 0,0-2-8 16,0-2-23-16,0-4-21 0,6 0-15 0,-6-7-13 16,0-1-10-16,0 1-6 0,0-7-1 15,0-1-6-15,0 0-10 0,7-7-44 0,-7 0-72 16,0-4-99-16,7 1-112 0,-1-4-151 16,-6-5-177-16,6-2-187 0,1-4-186 0,-1-1-40 15,8-4 37-15,-8 2 113 0,0-1 169 16,2 1 213-16</inkml:trace>
  <inkml:trace contextRef="#ctx0" brushRef="#br0" timeOffset="32194.82">29359 2238 355 0,'0'-11'663'0,"0"4"121"16,0 0 84-16,0 2 20 0,0 2-191 0,-6 0-194 16,6-1-163-16,0 4-98 0,0 0-63 0,0 4-28 15,0 2-3-15,0 2 4 0,6 3 15 16,-6 0 10-16,7 3 10 0,-7 1-1 0,7 4-10 15,-7 2-2-15,6 1-13 0,0 1-13 16,0-1-14-16,2 0-13 0,-2-1-12 0,0-2-8 16,1 3-9-16,6-7-7 0,-6 3-9 0,5-3-7 15,-6-4-11-15,8 4-58 0,-1-9 0 16,0 2 0-16,0-1 0 0,7-3 0 0,-8-4 0 16,8 0 0-16,-7-4 0 0,7 0-146 15,-8-3-90-15,8 3-90 0,-7-2-91 0,1-2-121 16,-8-3-137-16,6 0-142 0,-4 0-153 0,-2-4-30 15,-6 4 39-15,6-3 119 0,-6-1 165 16,0 4 197-16</inkml:trace>
  <inkml:trace contextRef="#ctx0" brushRef="#br0" timeOffset="32460.41">29620 2294 377 0,'-6'-5'644'0,"6"2"122"0,-8 3 72 0,8 0-28 15,-6 0-143-15,6 0-149 0,-6 3-133 0,6 2-77 16,0 5-34-16,-6 1 2 0,6 3 13 15,0 9 6-15,0-5 2 0,-8 8 8 0,8-1 0 16,0 8-16-16,0 1-29 0,0 2-28 16,0 0-176-16,0 0-56 0,0 1 0 0,0 0 0 15,-6-4 0-15,6 1 0 0,0-5 0 16,0-4 0-16,-6-6 0 0,6-2 0 0,0-2 0 16,0 0 0-16,0-8 0 0,0 0 0 0,0-2 0 15,0-2 0-15,0-3 0 0,-7-3-213 16,7-4-299-16,-6-1-206 0,-8 0-262 0,8-3-157 15,-6-4-31-15,-8 5 57 0,-7-1 117 0,1-4 218 16,0 4 299-16</inkml:trace>
  <inkml:trace contextRef="#ctx0" brushRef="#br0" timeOffset="33660.53">27797 3587 98 0,'6'3'367'15,"-6"0"69"-15,0 0 63 0,0-3-4 0,0 0-55 16,0 0-30-16,6 0-29 0,-6-3-21 16,0 0-26-16,0-5-30 0,7 5-27 15,-7-9-37-15,6 5-19 0,-6 0-15 0,7-4-4 16,-7 1-7-16,0-5-8 0,0 7-10 16,0-3-17-16,-7 1-18 0,7-2-22 0,-6 5-22 15,-1 0-18-15,1-1-18 0,0 0-8 16,-8 5-7-16,8-1-4 0,-8 1-7 0,8 3-2 15,-7-4-5-15,7 4-8 0,-1 0-7 16,0 4-5-16,1-4 4 0,0 0 3 16,-1 3-9-16,0 1-2 0,1-4-2 0,6 3 0 15,-6-3-5-15,6 5-5 0,0-5 8 16,0 3 6-16,0-3 3 0,0 0 4 0,0 0 4 16,0 0 1-16,-7 0 1 0,7 0-3 15,0 0-2-15,0 0-2 0,0 0-3 0,0 0-3 16,0 0-3-16,0 0-3 0,0 0 3 15,0 0-4-15,0 0-3 0,0 0-10 16,0 0-21-16,0 0-28 0,0 0-41 0,-6 0-44 16,6 5-51-16,0-5-48 0,0 7-48 15,-7-4-59-15,7 1-67 0,0-1-63 0,0 1-56 16,0 0-48-16,0 0-37 0,0-1-37 16,0 1 31-16,0-1 69 0,0 1 89 0,0 0 95 15</inkml:trace>
  <inkml:trace contextRef="#ctx0" brushRef="#br0" timeOffset="34294.08">27574 3546 37 0,'8'-4'474'15,"-8"1"115"-15,0-1 100 0,6 1 79 0,-6-2-77 16,0-2-132-16,0 4-105 0,0-1-87 16,0 0-84-16,6 4-75 0,-6-3-59 0,0 3-53 15,0 0-32-15,7 3-4 0,-7 5 3 16,6-2 14-16,1 6 9 0,0 3 11 16,-1 2 8-16,0 3-11 0,0-3-5 0,-6 6-2 15,8-2-5-15,-2 1-1 0,-6 0-1 16,6-3 4-16,1 4-1 0,-7-9-5 0,7 4-5 15,-7-4 1-15,0-3 3 0,6 0-2 16,-6-3 11 0,0-1 17-16,0 0 22 0,0-3 16 0,0-4 7 15,0 0 0-15,0 0-12 0,0-4-22 16,0-3-24-16,0 0-28 0,0-1-22 0,-6-3-15 16,6-3-25-16,0 0 0 0,0-1 0 15,-7-4 0-15,7-3 0 0,0 0 0 0,-7 0 0 16,7 0 0-16,7 4 0 0,-7-1 0 15,0 2 0-15,7-3 0 0,-7 6 0 0,6 0 0 16,1-2 0-16,-1 6 0 0,0-5-1 16,8 5-2-16,-2-2-1 0,2 5-1 0,-1 0-2 15,6-1 1-15,-6 5 1 0,7-2 0 16,-1 2-1-16,-6 6 2 0,6 2 2 0,1-2 0 16,0 9 2-16,-1-5-3 0,-5 4 2 15,-2 0-1-15,8 3 1 0,-7 0 1 16,-7 2-1-16,8-2 1 0,-8 4-2 0,-6 1 3 15,6 0 1-15,2-1-1 0,-8 0-1 0,0 0 3 16,0-4 0-16,0 1 3 0,6 0-2 16,-6-1 2-16,0-1 3 0,0-4 1 15,0-1-2-15,0 0-1 0,0-4-7 0,0-1 0 16,0 1 0-16,0-4 0 0,0 3-21 16,0-6-50-16,0 3-54 0,6-4-73 0,-6 1-88 15,0-1-101-15,0-1-113 0,0-1-172 16,0-2-175-16,6-3-148 0,-6 3-30 15,0-2 41-15,7-1 124 0,0 3 182 0,-1-2 219 16</inkml:trace>
  <inkml:trace contextRef="#ctx0" brushRef="#br0" timeOffset="35096.53">28135 3301 301 0,'0'-12'476'0,"0"1"93"16,0-3 112-16,-7-1-12 0,7 4-94 0,0 0-66 15,-6 0-46-15,6 0-58 0,-7 4-83 16,1 0-66-16,0 0-60 0,-8 2-46 0,2 5-31 16,-8 0-18-16,0 5-14 0,1-1-6 15,-7 2-1-15,-1 2 4 0,1 3 3 16,0 3-3-16,1 4-1 0,-9 1 5 16,9 3-6-16,-1 4-1 0,6 3-3 0,0 3 4 15,-5-3 0-15,11 8 9 0,2-3 16 0,-2-1 8 16,2 0 9-16,12 4 9 0,-7-4 7 15,14-1 1-15,-1-3 6 0,7 4 5 16,0-2-1-16,7-2-132 0,5-4-19 0,1-3 0 16,1 0 0-16,5-4 0 0,1-4 0 0,-1 1 0 15,1-7 0-15,-1 3 0 0,8-8 0 16,-8 1 0-16,1 0 0 0,-7-4 0 16,0-4 0-16,0 4 0 0,0-4 0 0,-6 1 0 15,-8-1 0-15,2 1 0 0,-2-4 0 16,-5 2 0-16,-7-3 0 0,0 1-326 0,0 0-175 15,-7 0-129-15,1-4-160 0,0 0-181 16,-8 0-93-16,8 1 3 0,0-6 80 16,-8 2 139-16,14 3 203 0</inkml:trace>
  <inkml:trace contextRef="#ctx0" brushRef="#br0" timeOffset="35472.66">28239 3451 95 0,'-6'-19'600'0,"0"1"135"0,6 0 99 15,-8 4 80-15,-4-5-76 0,5 4-195 0,-6 1-164 16,0-1-101-16,0 5-71 0,0-3-58 16,-7 6-42-16,7 0-24 0,-6 3-27 0,0 1-13 15,-1 3-12-15,0 3-9 0,-5 5-13 16,5 0-16-16,-7 7-10 0,8-1-10 16,-7 4 1-16,6 4 5 0,1 7 12 0,0-2 14 15,-1 5 20-15,7 1 16 0,-7 0 13 16,8 0-104-16,4-1-50 0,2 5 0 0,0-4 0 15,6 0 0-15,0-1 0 0,0-1 0 16,6-2 0-16,8 1 0 0,-2-5 0 0,8-3 0 16,-1 0 0-16,1-4 0 0,6-3 0 15,0-4 0-15,0 0 0 0,6-4 0 0,-6 0 0 16,7-4 0-16,-7-3 0 0,7-3 0 16,-7 3 0-16,0-3 0 0,0-5 0 0,-7 2 0 15,7-2 0-15,-6 1 0 0,0-5 0 16,-7 2 0-16,-1-2-314 0,2 1-267 0,-2 0-188 15,2-4-222-15,-1 1-135 0,-7-1-14 0,8 0 64 16,-2 1 144-16,2-4 203 0,5 3 274 16</inkml:trace>
  <inkml:trace contextRef="#ctx0" brushRef="#br0" timeOffset="35670.72">28610 3596 403 0,'-6'0'792'0,"6"5"130"0,-6-5 83 15,6 0 66-15,0 0-209 0,0-5-287 0,0 2-189 16,6 0-116-16,7 3-69 0,0-3-60 16,0-2-47-16,7 2-29 0,-8 0-19 15,8-2-14-15,6 1-15 0,-7 1-30 16,1-1-51-16,-7 4-80 0,7-3-119 0,-8-1-173 16,2 1-216-16,-1-1-233 0,-7 0-100 15,-6 1-2-15,0 3 74 0,-6 0 150 0,-1 0 204 16</inkml:trace>
  <inkml:trace contextRef="#ctx0" brushRef="#br0" timeOffset="35826.91">28630 3700 58 0,'-13'14'550'0,"6"-2"147"16,7-4 102-16,-6-2 87 0,6 2-64 16,0-5-147-16,0 5-144 0,6-4-108 15,1-1-71-15,6 1-68 0,0-4-64 0,-1 0-56 16,8 0-48-16,-6-4-39 0,5 4-28 0,1-3-31 15,6-1-53-15,-7-1-80 0,1 2-121 16,0-5-170-16,-1 2-212 0,0-2-245 0,0 0-111 16,1-2-10-16,-6 2 71 0,5-3 148 15,-6 4 198-15</inkml:trace>
  <inkml:trace contextRef="#ctx0" brushRef="#br0" timeOffset="36352.54">29131 3484 404 0,'0'-11'743'16,"-6"0"114"-16,-1-5 85 0,7 2 70 0,0-4-212 16,7 3-245-16,-1-2-143 0,1 1-89 15,13-2-66-15,-8 4-47 0,8-1-40 0,-1 0-28 16,1 5-24-16,6 2-20 0,-6 0-14 16,5 5-23-16,-5-1-21 0,6 4-20 15,-6 4-10-15,-1 3-6 0,-5 0-3 0,-2 5-1 16,1-1-2-16,-6 3 3 0,0 1-1 15,-7 3-1-15,0 0 1 0,-14 4 0 0,1-2 1 0,1 0-2 16,-14 3 1-16,6-1 3 0,-7 0 0 0,1-5-1 0,1 2 0 16,-1-4 2-16,6-1 0 0,7-3 1 15,0-3 15-15,0-2 19 0,7-1 18 16,-1-2 16-16,7-3 11 0,0 0 6 0,13 0-8 16,-7-3-13-16,14 3-14 0,-1-5-13 15,1 5-9-15,6 0-6 0,1 0-4 16,-2 0-3-16,1 5 6 0,0 3 11 0,-6-1 12 15,6 4 8-15,-7 0-33 0,1 3-24 16,-7 1 0-16,0 3 0 0,-6 0 0 0,-1 0 0 16,-12 4 0-16,-1-2 0 0,-6 1 0 15,0-3 0-15,-7 1 0 0,-6-1 0 0,1-3 0 16,-1-1 0-16,-7-3 0 0,1-3 0 16,5-1 0-16,-5-3 0 0,6-1 0 0,-1-3 0 15,8 4 0-15,-7-4 0 0,6-4 0 16,1 4 0-16,6-3 0 0,-1 3 0 0,2-4 0 15,5 1 0-15,1-1 0 0,-1 1-162 16,1-2-489-16,6 2-294 0,0-5-231 16,0 1-67-16,6 0 36 0,1-5 108 0,-7 2 210 15,6-5 301-15</inkml:trace>
  <inkml:trace contextRef="#ctx0" brushRef="#br0" timeOffset="37498.16">30864 1703 264 0,'-7'0'496'0,"1"-4"102"0,6 4 83 16,-6-3-53-16,6 3-61 0,0-4-112 0,-8 4-107 15,8 0-83-15,0 0-73 0,0 0-45 0,-6 4-22 16,6-1 2-16,-6 5 15 0,6-1 17 0,0 8 30 16,-7 2 18-16,0 6 2 0,1 3-15 0,-7 3-10 15,7 0-11-15,-1 5-15 0,0-5-16 16,1 4-12-16,6-5-17 0,0 2-15 0,0-4-19 15,0-1-19-15,6-2-15 0,1-5-15 0,0 0-4 16,6 0-12-16,-1-7-3 0,2 0-10 16,-2-3-29-16,8-4-50 0,0-4-75 0,-1 0-97 15,-5-8-135-15,5 1-175 16,0-3-175-16,-6-2-181 0,7-3-62 16,-7-3 25-16,-6-4 98 0,-1 0 158 0,1-4 193 15</inkml:trace>
  <inkml:trace contextRef="#ctx0" brushRef="#br0" timeOffset="37670.05">30916 1615 305 0,'-6'-11'620'0,"-8"3"94"0,1 1 62 15,7 1 44-15,-7 1-183 0,6-2-183 0,1 3-141 16,6 1-86-16,-6 0-58 0,6 3-66 16,0-4-47-16,6 4-29 0,0 0-34 0,1 0-55 15,6 4-103-15,6-4-147 0,1 3-190 0,-1 0-205 16,1-3-94-16,0 8-12 0,-1-5 67 0,-6 5 130 15,6-5 182-15</inkml:trace>
  <inkml:trace contextRef="#ctx0" brushRef="#br0" timeOffset="37873.5">31209 1751 70 0,'0'11'468'0,"-7"-4"93"15,7 4 73-15,0-8 81 0,0 5-94 0,0-4-112 16,0-1-79-16,0-3-56 0,7 4-38 0,0-4-65 15,-1 0-58-15,0 0-49 0,7 0-43 16,1-4-41-16,-2 1-26 0,8 3-20 0,-7-4-21 16,0 1-31-16,6-2-53 0,-5 5-94 0,-2-3-145 15,8 0-167-15,-13 3-171 0,5-4-152 0,-4 4-42 16,-8 0 45-16,0 0 114 0,0 0 154 16</inkml:trace>
  <inkml:trace contextRef="#ctx0" brushRef="#br0" timeOffset="38109.58">31228 1963 259 0,'0'8'449'0,"-6"-2"70"16,6-1 74-16,0 2 8 0,0-4-60 15,6 1-57-15,1 0-40 0,-1-4-36 0,1 3-50 16,6-3-75-16,0-3-70 0,0 3-48 0,7-4-38 16,-1 4-27-16,1-4-15 0,-1 1-20 0,1-1-19 15,0-4-11-15,-2 5-9 0,-4 0-8 0,5-1-11 16,-5-3 8-16,-8 3-4 0,0 0-9 15,1 1-11-15,0 3-28 0,-7-8-43 0,6 5-78 0,-12-1-92 16,6 0-104-16,-7 1-116 0,7-1-128 16,-7-3-146-16,1 4-37 0,0-5 39 0,-1 1 81 15,0-1 113-15,7 1 147 0</inkml:trace>
  <inkml:trace contextRef="#ctx0" brushRef="#br0" timeOffset="39466.85">32082 1586 195 0,'-6'0'367'0,"6"3"47"0,-8-3 35 0,2 0-54 0,6 0-59 16,-6 0-32-16,-1-3 4 0,0 3 11 15,7-3 3-15,-6 3-13 0,6-5-22 0,-6 5-26 16,6-3-42-16,-7-1-37 0,7 0-31 15,-6-2-15-15,6 2-15 0,0-1-18 0,0-1-17 16,0 2-9-16,0-3-10 0,0-1-7 0,0 5 1 16,6-5 3-16,-6 1-8 0,7 0-6 15,-1-1 1-15,7-3 1 0,-6 4-10 0,5 0-3 16,2 0 7-16,-1-1 6 0,0 0 1 0,6 1-4 16,1 0 5-16,-1 3-5 0,-6 1-7 0,6-1-9 15,1 0-9-15,0 4-9 0,-7 4-7 0,7 0-2 16,-8 3-5-16,2 5-1 0,-2-2 3 15,-5 5 1-15,0-1 2 0,-1 5-3 0,1 3 4 16,-7-4-1-16,0 4-4 0,-7 0 1 0,1 0 1 16,-1 0 0-16,-6 0-7 0,0 3 1 0,-6-3 2 15,-1 4-2-15,1-5-1 0,-1 2 2 0,-6-1 2 16,6 0-1-16,7 0 5 0,-7-7 3 16,8 4 7-16,-1-5 13 0,0-3 24 0,6-4 27 15,1 5 24-15,0-9 29 0,-2 0 29 0,8 1 21 16,0 0 12-16,0-4 2 0,0 0-10 15,8 0-14-15,-2-4-26 0,7 4-29 0,6-4-49 16,0 1-68-16,8 0 0 0,-8-5 0 0,14 1 0 16,-7 3 0-16,7-3 0 0,-1-1 0 0,7 5 0 15,-7-4 0-15,7 2 0 0,1 2 0 16,-7-5 0-16,-1 5 0 0,1-1 0 0,-13 0 0 16,5 1 0-16,-12-1 0 0,0 4 0 0,1 0 0 15,-8-3 0-15,0 3 0 0,-6 0-107 0,0 0-109 16,0 3-89-16,-6-3-99 0,0 4-142 0,-8 3-170 15,1-3-194-15,-7 3-121 0,2 0-13 0,-2 5 62 16,0-5 139-16,-6 4 194 0,0 0 239 16</inkml:trace>
  <inkml:trace contextRef="#ctx0" brushRef="#br0" timeOffset="40004.66">30929 2846 274 0,'0'0'453'0,"-7"0"81"15,7 0 64-15,0 0-2 0,-6 0-59 16,6-4-68-16,0 4-56 0,0 0-51 0,-6 0-63 16,6 0-71-16,0 0-58 0,0 0-49 0,0 0-30 15,0 4-8-15,-8 0 16 0,8 3 12 0,0 5 19 16,-6-2 21-16,6 9 10 0,-6-1-6 0,-1 4-20 16,1 0-2-16,-1 3 1 0,7 1 0 15,-6 4 0-15,6-5-1 0,0 4-2 0,0-3-8 16,0-1-13-16,0-2-17 0,6-4-10 15,-6-2-9-15,7 1-9 0,-1-6-13 0,7 2-11 16,-7-6-9-16,2-1-10 0,4-4-8 0,1 1-12 16,-6-4-23-16,6-4-43 0,0-3-69 15,0-1-87-15,-7 1-101 0,8-7-144 0,-8-1-154 16,1-3-176-16,-7-1-166 0,6-3-34 16,-12-3 34-16,6 0 115 0,-7-1 157 0,7-3 208 0</inkml:trace>
  <inkml:trace contextRef="#ctx0" brushRef="#br0" timeOffset="40160.8">30948 2773 101 0,'-6'-15'648'0,"6"5"135"0,-7-1 82 16,7 0 63-16,-6-1-79 0,6 1-243 0,0 4-212 15,-7 0-116-15,7 0-74 0,7-1-57 16,-7 4-45-16,6 1-40 0,1-1-24 0,6 0-24 16,0 4-34-16,6 4-56 0,1-4-82 0,-7 4-133 15,7-1-174-15,0 4-200 0,-8 1-167 16,8-1-52-16,-1 1 26 0,-5-1 103 0,-2 0 157 15,1 0 197-15</inkml:trace>
  <inkml:trace contextRef="#ctx0" brushRef="#br0" timeOffset="40379.48">31281 2879 209 0,'0'11'645'16,"0"0"122"-16,0-4 71 0,0 1 65 16,0-4-135-16,0 3-169 0,6-3-153 0,-6-1-81 15,6-3-32-15,1 4-39 0,6-4-47 0,-6 0-48 16,5 0-44-16,8-4-37 0,-7 1-39 15,0 3-27-15,6-4-27 0,-5 0-39 0,-2 1-48 16,8-1-65-16,-7 4-83 0,-6-3-116 0,6 3-153 16,-7 0-137-16,1 0-134 0,-7 0-138 15,0 0-28-15,-7 3 60 0,1 1 123 0,-7 3 144 16,0 0 167-16</inkml:trace>
  <inkml:trace contextRef="#ctx0" brushRef="#br0" timeOffset="40566.94">31307 3084 468 0,'0'11'676'0,"-7"-4"119"15,7 1 92-15,0-4-29 0,0-1-122 16,0 1-134-16,0-4-122 0,7 4-69 0,-1-4-52 16,7 0-46-16,1-4-41 0,-2 4-42 0,1-4-38 15,7 1-33-15,-8-1-24 0,8-4-23 16,0 4-20-16,-1 1-21 0,1 0-15 0,0-5-16 16,-8 5-13-16,8-1-3 0,-13 0-12 15,5 1-19-15,-4-1-30 0,4 1-47 0,-12-2-67 16,6 5-92-16,-6-3-92 0,0 0-122 0,0-1-150 15,0 0-160-15,-6-3-173 0,6 3-66 0,0-3 20 16,-6 2 96-16,6-5 155 0,0 3 193 16</inkml:trace>
  <inkml:trace contextRef="#ctx0" brushRef="#br0" timeOffset="41413.1">32374 2839 372 0,'0'-4'527'0,"0"1"79"0,0-2 67 0,0 2-43 16,0-4-133 0,0 3-103-16,7-3-75 0,-7 0-39 0,7 3-31 15,-7-3-32-15,6-1-18 0,-6 1-11 0,7 0-5 16,-7-1-12-16,0 1-10 0,6 0-10 0,-6-5-7 16,0 1-3-16,6 0-6 0,-6 1-13 0,-6-5-13 15,6 0-8-15,-6 1-6 0,-1-1-9 16,1 1-6-16,-1-5-8 0,-6 7-6 0,1-2-10 15,-2 3-11-15,-5 0-13 0,-1 4-13 0,0 0-8 16,-6 3-6-16,1 0-2 0,-1 4-2 16,6 0 2-16,-6 4-2 0,-1 3 1 0,2 1 2 15,5 4-1-15,0-2-3 0,8 5 0 0,-2-1 0 16,2 5 1-16,5-5 4 0,7 4 2 16,0-3 4-16,0 3 6 0,7 0 5 0,5-2 6 15,8-2 3-15,0 0 2 0,-1 1 1 0,7 0-4 16,7-4-3-16,-7 4-6 0,6-4-7 0,1 0-2 15,-1-1-5-15,-6 5 3 0,1-3 5 0,-1-2 4 16,0 1 5-16,-7-3 7 0,-5 2 5 0,-2 2 3 16,2-1 6-16,-8 3 5 0,-6-2 12 0,0-2 10 15,-6 5 7-15,-1-3 3 0,-6 1 2 0,-1-1 3 16,-5 2-84-16,-1-3-3 0,2 0 0 16,-2 0 0-16,-7-4 0 0,8 1 0 0,-7-5 0 15,6 5 0-15,1-8 0 0,6 0 0 16,-7-4 0-16,7 0 0 0,0-3 0 0,7 0 0 15,-1-8 0-15,1 1 0 0,6-6 0 0,6-1 0 16,-6-2 0-16,7 3 0 0,6-6 0 0,0-1 0 16,-1 2 0-16,8-1 0 0,0 0 0 0,-1 1 0 15,1 3 0-15,6 5 0 0,0-2 0 0,-7 1 0 16,7 2 0-16,-6 2 0 0,-1 3 0 0,-5 0 0 0,6 4 0 16,-8-1 0-16,-5 5-71 0,-1-1-410 15,-6 4-172-15,0 0-203 0,0 0-230 0,-6 4-59 16,-7-1 29-16,-7 5 89 0,8-1 165 0,-15 1 238 15</inkml:trace>
  <inkml:trace contextRef="#ctx0" brushRef="#br0" timeOffset="41997.97">31137 4044 266 0,'0'-3'468'0,"0"0"97"0,0-6 103 15,0 1 18-15,0 5-76 0,0 0-70 0,0-5-47 16,0 5-53-16,0 0-77 0,-6-2-69 0,6 5-54 15,0-4-47-15,0 4-41 0,-6 0-40 16,6 0-29-16,0 4-27 0,-8 1-13 0,2 1 4 16,0 5 11-16,-1 9 24 0,1-3 27 15,-7 6 22 1,6 6 18-16,-5-4 7 0,4 8 6 16,2 0-5-16,0-3-11 0,-1 2-13 0,7-3-16 15,0 1-15-15,7-1-20 0,-7-4-19 0,6-2-16 16,0-5-11-16,8 0-10 0,-8-3-8 15,7-1-4-15,-6-6-4 0,6 0-2 0,7-1-20 0,-8-7-29 16,1 0-54-16,7-4-74 0,-7-3-89 16,0-5-96-16,0 2-122 0,0-1-140 0,-7-8-141 15,1 1-143-15,-1-7-79 0,-6-1 5 16,7-3 91-16,-14-5 145 0,7 2 179 0</inkml:trace>
  <inkml:trace contextRef="#ctx0" brushRef="#br0" timeOffset="42140.23">31144 3974 436 0,'-7'-10'674'0,"7"-1"93"16,-6 0 71-16,0 3-9 0,-2-3-180 0,8 4-204 16,-6 0-136-16,6 3-86 0,0 0-66 0,0 1-56 15,0-1-47-15,6 1-47 0,2 3-62 16,4 0-101-16,1 0-150 0,0 0-209 0,7 0-221 16,-1 3-101-16,1 1-18 0,-1-1 58 15,1 1 128-15,0 0 200 0</inkml:trace>
  <inkml:trace contextRef="#ctx0" brushRef="#br0" timeOffset="42327.7">31489 4073 333 0,'0'12'753'0,"-7"-9"138"16,7 1 80-16,0-1 63 0,0-3-172 0,0 0-264 16,7 0-188-16,0-3-116 0,5-1-70 0,2-3-57 15,-1 4-58-15,7-2-43 0,-2-2-28 16,2 4-20-16,7-5-33 0,-9 5-48 15,2-1-72-15,0 0-112 0,-1 1-157 0,1 3-193 16,-7 0-184-16,-7 0-144 0,-6 3-30 16,-6 1 59-16,-7 3 130 0,-1 4 178 0,-11 1 198 15</inkml:trace>
  <inkml:trace contextRef="#ctx0" brushRef="#br0" timeOffset="42572">31489 4257 462 0,'0'7'644'0,"-7"0"105"0,7 0 88 16,0-3-30-16,0 0-138 0,7-1-127 15,0 1-120-15,5-4-71 0,2 0-49 0,-1 0-43 16,7 0-29-16,-2-4-27 0,9 1-23 16,-1-5-20-16,0 5-29 0,0-8-27 0,7 4-29 15,-8-1-19-15,1 1-17 0,0 0-14 16,-6 0-10-16,-1-1-9 0,-5 1-8 0,-2 3-18 16,-4 0-30-16,-2-3-46 0,0 4-62 15,-6-1-82-15,7-1-127 0,-7-2-155 0,0 4-194 16,-7-5-197-16,7 2-67 0,0-5 13 0,0 2 95 15,0-1 151-15,7-1 215 0</inkml:trace>
  <inkml:trace contextRef="#ctx0" brushRef="#br0" timeOffset="43189.9">32329 3938 251 0,'-13'-7'603'0,"0"-1"88"16,7-2 66-16,-1-2 53 0,-6 5-166 0,7-3-153 16,-1-3-128-16,7 6-63 0,-7 0-40 15,1 0-41-15,6 3-48 0,0 0-40 0,0 1-23 16,-7-1-22-16,7 4-22 0,0 0-24 0,0 0-14 15,0 7 1-15,0 1 14 0,0 3 22 16,0 4 26-16,0 3 23 0,0 1 26 0,0 2 9 16,-6 2-6-16,6-2-10 0,6 2-13 15,-6-3-10-15,0 0-14 0,0 2-15 0,0-7-5 16,0 2-7-16,0-5-4 0,0-2 3 16,0-2 11-16,0-1 17 0,0-3 23 0,0-1 19 15,7 0 14-15,-7-3-106 0,0-3-44 16,6 0 0-16,1-1 0 0,-7-3 0 0,7-1 0 15,-1 1 0-15,7 0 0 0,-6-4 0 16,-1 4 0-16,7 0 0 16,0-1 0-16,0 1 0 0,1-1 0 15,-2 5 0-15,1-1 0 0,0 4 0 0,0-4 0 16,1 8 0-16,-2-4 0 0,2 7 0 0,-2-3 0 16,-5 3 0-16,6 0 0 0,-6 5 0 15,-1-5 0-15,0 4 0 0,1 0 0 0,-7 3 0 16,7 0 0-16,-14 3 0 0,7-8 0 15,-7 7 0-15,1-2 0 0,-7-3 0 0,0 3 0 16,0-2 0-16,0-1 0 0,0 0 0 0,-7-4 0 16,7 4 0-16,0-8 0 0,0 5 0 15,1-5 0-15,4 1 0 0,-4-1 0 0,5-3 0 16,-6 0 0-16,6 0 0 0,1 0 0 0,0-3 0 16,-1 3 0-16,0-4 0 0,1 1 0 15,0-5-4-15,-1 5-364 0,7-8-96 0,-7 4-129 16,7-4-156-16,-6 0-170 0,6-1-121 15,6-6-10-15,-6 4 56 0,0-4 139 0,7-4 190 16,-7 3 231-16</inkml:trace>
  <inkml:trace contextRef="#ctx0" brushRef="#br0" timeOffset="43565.23">32251 3928 20 0,'-7'-8'541'0,"7"-3"158"16,-6 3 99-16,6-2 70 0,0 3-68 15,0-6-172-15,6 6-182 0,-6 0-142 0,7 0-90 16,-1-1-64-16,8-2-54 0,-2 2-37 0,8 1-23 15,0 0-15-15,5 4-7 0,1-6-3 16,1 2-2-16,5 4-3 0,1-5-4 0,-7 5 0 16,6-1 0-16,-5-3-2 0,-7 4 2 15,-2-1-2-15,2-1 7 0,-7 2 16 0,-7 0 21 16,2 3 27-16,-2-5 34 0,0 2 37 0,-6 3 31 16,0-3 13-16,6 3 3 0,-6 0-11 15,0-3-23-15,0 3-31 0,0 0-32 16,0 3-31-16,0-3-10 0,0 3 10 0,0 8 26 15,0-3 33-15,8 6 36 0,-8 4 33 0,0 1 5 16,6 3-139-16,0 0-55 0,-6 3 0 0,7-3 0 16,-7 5 0-16,6-2 0 0,-6 0 0 15,7-2 0-15,-7-3 0 0,0 3 0 0,7-1 0 16,-7-7 0-16,0-1 0 0,0 1 0 16,6-4 0-16,-6-4 0 0,0 1 0 0,0-5 0 15,6 0 0-15,-6-3 0 0,0 0 0 0,0-3-135 16,6 0-365-16,-6-8-193 0,0 0-209 15,0 0-202-15,8-4-56 0,-8-3 44 16,6 3 118-16,-6-2 187 0,6-3 244 0</inkml:trace>
  <inkml:trace contextRef="#ctx0" brushRef="#br0" timeOffset="43972.45">32804 3795 126 0,'7'-11'593'0,"-7"0"143"0,0 1 110 0,0-5 81 0,7 4-109 16,-1 0-153-16,7-1-175 0,-7 1-110 15,8 0-88-15,-2 4-63 0,2-1-56 16,-1 1-37-16,7 4-28 0,-8-1-25 0,8 4-16 16,-1 0-17-16,1 0-16 0,0 4-11 0,-8 3-8 15,8 1-4-15,-1-1-6 0,-5 7-2 0,-2 0 2 16,2 3-1-16,-8 0 3 0,1 2 0 0,-1 2 6 16,-6-2 13-16,0 3 8 0,-13 0 8 15,7 3 9-15,-8-3 12 0,2 0 8 0,-8 0 6 16,1 0 11-16,5 0 17 0,-5 0 23 15,6-4 22-15,0-3 26 0,0-4 10 0,6 0-38 16,1 1-148-16,0-9 0 0,-2 1 0 0,8-1 0 16,8-3 0-16,-2 0 0 0,7 0 0 15,0-3 0-15,6-1 0 0,1-4 0 0,6 5 0 16,7-4 0-16,-7-1 0 0,6-3 0 0,7 5 0 16,-6-3 0-16,-1 1 0 0,1 2 0 0,-1-2 0 15,-6 2 0-15,-6 1 0 0,-1-2 0 16,-5 3 0-16,-1 1 0 0,-7-1 0 0,1 0 0 15,-1 1 0-15,-6-1 0 0,-6 1 0 0,-1 3-280 16,1-4-211-16,-7 4-165 0,-7-3-190 0,7-1-211 16,-7-1-61-16,8 2 30 0,-14-4 91 15,6 3 171-15,-6-2 231 0</inkml:trace>
  <inkml:trace contextRef="#ctx0" brushRef="#br0" timeOffset="44897.63">27028 1370 86 0,'0'4'320'0,"0"-8"38"0,0 4 33 0,-7-4-38 16,7-4-71-16,-7 5-37 0,1-4 0 16,0 0 18-16,6-1 24 0,-6 1 13 0,-2 0 6 15,2-4-15-15,6-1-13 0,-6 5-19 16,-1-4-26-16,0 4-21 0,7-1-22 0,-6 5-21 15,6-5-35-15,0 5-33 0,0 3-28 0,-7-4-29 16,7 8-18-16,0-4 0 0,0 11 8 16,0-4 14-16,0 12 23 0,0-1 15 0,0 4 22 15,0 7 3-15,0 8 2 0,-6 3-1 16,6 4-6-16,0 4-5 0,0 6-14 0,0 9-6 16,0 3-8-16,0 0 8 0,0 7 18 15,0 4 21-15,0 0 19 0,0 7 13 0,0 1 16 16,6 6-5-16,1 1-19 0,-1 0-5 0,1 2-9 15,6 6-1-15,1-1-5 0,-2-1-124 16,1 1 0-16,0 8 0 0,0-4 0 0,1 2 0 16,-8 2 0-16,6 3 0 0,-4-5 0 0,-8 1 0 15,0 1 0-15,0 0 0 0,0-2 0 16,0-2 0-16,0 0 0 0,6-4 0 0,-6-4 0 16,6-3 0-16,-6-1 0 0,7 1 0 15,-1-8 0-15,1 0 0 0,0-7 0 16,-1-4 0-16,0-3 0 0,1-7 0 0,0-1 0 15,-1-8 0-15,0-2 0 0,-6-4 0 0,7-5 0 16,-7-7 0-16,0-2 0 0,6-12 0 16,-6 0 0-16,0-4 0 0,0-7 0 15,0-7 0-15,0 0-31 0,0-8-240 0,-6-7-58 16,6-3-58-16,0-5-78 0,0-11-96 16,0-2-112-16,0-9-124 0,0-6-130 0,6-8-23 15,-6-11 55-15,7-8 117 0,6-10 152 16,-7-7 186-16</inkml:trace>
  <inkml:trace contextRef="#ctx0" brushRef="#br0" timeOffset="46640.11">27607 2102 205 0,'-6'-25'347'0,"-7"-1"18"0,-1 4 16 0,2 0-79 15,-1-3-110-15,0 3-39 0,0 3-11 16,-1 1 11-16,2 0 16 0,5 3 3 0,-6 4-2 16,7-4-9-16,-7 8 11 0,6-4 12 15,0 4-1-15,7 0-7 0,-6 2-10 0,6 2-20 16,-6-1-36-16,6 4-36 0,6-3-24 15,0-1-9-15,1 4-4 0,6 0-2 0,6-4 2 16,7 4 6-16,1-3 1 0,5-1 6 0,1 0 1 16,5 1 9-16,15-4 4 0,-1-1 4 15,7 1 5-15,6-4-1 0,0 0-1 0,20 0-7 16,0 0-8-16,5-4-13 0,9 4-18 0,4-4-5 16,1-3-12-16,7 4-5 0,7-4-1 15,5-1-3-15,7 1 3 0,-6 0 0 0,6-4 3 16,1 3-1-16,-1-3 2 0,7 4 3 0,-7-4 2 15,7 0-11-15,-1 3 3 0,2-3-1 16,-2 0 3-16,1 4 5 0,0-4 0 0,0 4 6 16,-7-4-2-16,0 3 4 0,-6-3-1 0,-1 5-10 15,-5-2-1-15,-8 1 0 0,1-1 2 0,-20 1-2 16,1-1-6-16,-15 5 3 0,-11-4 8 0,-8 3 12 16,-6 5 17-16,-13-6 5 0,-5 5 15 15,-9 0 4-15,1 5 0 0,-6-2-11 0,-7 1-20 16,6-1-5-16,-12 1-12 0,5 3-10 15,-4-4-1-15,4 6-3 0,-5-3 4 0,0-2-3 16,-1 3-2-16,7 1 6 0,-7-1-7 0,8 0 0 16,-8 1-4-16,7 0 0 0,0 3 1 0,0-4-2 0,0-1 3 15,0 5-1-15,1-3 1 0,4 3-2 0,-4 0 3 16,5 0 1-16,1 0-1 0,6-4 1 0,-7 4 4 16,1 0 1-16,6 0-2 0,0-3-4 15,1 3 1-15,-2-4 0 0,-5 4-2 0,6-4-2 16,0 1 0-16,0-1 5 0,-1 1 2 0,2-1-2 15,-1-3-3-15,0 2 5 0,0 2-2 16,-7-4-3-16,7 3-1 0,-6-2 4 0,0 1 5 16,-7 2 10-16,-1-1 14 0,2 4 17 0,-8-5 7 15,1 3 1-15,-1 2-2 0,-6 0-12 0,7 0-11 16,-7 0-12-16,0 0-12 0,7 0-2 16,-7 0-3-16,0 2-2 0,0 7-3 0,0-6 0 31,6 5 1-31,-6 3 0 0,0-5-1 0,0 10 8 15,0-6 3-15,0 8 1 0,6-3-2 0,-6 4 3 16,7 3 3-16,-7 0 6 0,0 0 6 16,7 3 4-16,-7 0 11 0,6 1 3 0,-6 4-3 15,6 0-7-15,-6-1-3 0,7 0 4 0,-7 4 9 16,7 0 3-16,-7 0 9 0,0-1-2 0,6 5 2 16,-6-3-11-16,7 2-8 0,-7 1-4 0,0 0-5 15,6 3 8-15,0-4 0 0,-6 4 4 0,7 1 2 16,-7-1 1-16,7 0 5 0,-1 1 0 0,0-1 1 15,-6 0 2-15,7 1 2 0,0-2-5 0,-7 6-6 16,6-1-3-16,1 0 1 0,-7 4-8 0,6-5-4 16,-6 6 3-16,7-2-2 0,-7 4 1 0,6-4 2 15,-6 5 3-15,7-1 0 0,-7 3-3 0,6-5 1 16,0 2-6-16,2 1-4 0,-2-1-4 0,-6 0 1 16,13-3 0-16,-7 2-1 0,1 2 0 15,6 0 2-15,-7-2 3 0,8 2-1 0,-8-1 6 16,7 1 7-16,0 0 4 0,0-2 4 0,0 1 0 15,0-2 4-15,0-2-4 0,6 0-6 0,-5 1-36 16,-1-1 0-16,-1 1 0 0,2-1 0 16,-1 1 0-16,0 0 0 0,0 0 0 0,-7-1 0 15,8 1 0-15,-8 4 0 0,0-5 0 0,1 0 0 16,-7 4 0-16,7-7 0 0,-7 4 0 0,6 0 0 16,-6 0 0-16,0-5 0 0,6 1 0 0,-6 0 0 15,0 0 0-15,0-4 0 0,7 1 0 16,-7-1 0-16,0-3 0 0,0-3 0 0,0-2 0 15,6 0 0-15,-6-6 0 0,0 0 0 0,0 0 0 16,0-8 0-16,0 1 0 0,0-4 0 0,0-5 0 16,0 1 0-16,0-4 0 0,0 1 0 15,0-5 0-15,0 1 0 0,-6 0 0 0,6-1 0 16,0-3 0-16,-7 4 0 0,7-4 0 0,-6 0 0 16,-7-4 0-16,0 4 0 0,-1-3 0 15,-5-1 0-15,0 4 0 0,-8-4 0 0,2 4 0 16,-1-3 0-16,-7-1 0 0,-6 4 0 0,0-4 0 15,-6 4 0-15,-14-3 0 0,0 3 0 0,-6 0 0 16,0 0 0-16,-13 0 0 0,-1 0 0 0,-5 3 0 16,-1-3 0-16,0 4 0 0,0 0 0 15,-5-1 0-15,-1 1 0 0,-8 0 0 0,2 3 0 16,-1 0 0-16,-6 1 0 0,6-4 0 0,-6 2 0 16,0 2 0-16,-7 0 0 0,1-2 0 15,-1 1 0-15,-6 1 0 0,-1 3 0 0,-6-3 0 16,1 2 0-16,-1 2 0 0,-12-1 0 15,6 0 0-15,-8-1 0 0,2 5 0 0,-1-4 0 16,-6 5 0-16,6-6 0 0,0 5 0 16,-6-1 0-16,13 1 0 0,0 0 0 0,-1-5 0 15,1 5 0-15,6-1 0 0,6 1 0 0,2-4 0 16,5 5 0-16,0-6 0 0,7 5 0 16,0-4 0-16,6 3 0 0,0-3 0 15,7 0 0-15,7 0 0 0,-1 0 0 0,6 0 0 16,8 0 0-16,0-4 0 0,12 1 0 15,0 3 0-15,7-3 0 0,7-6 0 0,-1 6 0 16,7-4 0-16,6 3 0 0,1-3 0 16,6 0 0-16,-1-1 0 0,8 1 0 0,0-1 0 15,-1 2 0-15,1-2 0 0,5-3 0 16,2 4 0-16,-2-4 0 0,1 0 0 0,7 0 0 16,-7 3 0-16,6-3 0 0,1 0 0 15,0 0 0-15,-2 0 0 0,2 0 0 16,0 0 0-16,6 0 0 0,-7 0 0 0,7 0 0 15,0 0 0-15,-6 0 0 0,6-3 0 16,0 3 0-16,0 0 0 0,0 0 0 0,0 0 0 16,0 0 0-16,0-4 0 0,0 4-49 15,-7 0-575-15,7 0-367 0,0-3-223 16,-6-2-72-16,-1 2 28 0,-6-4 114 0,0-4 238 16,-7 0 364-16</inkml:trace>
  <inkml:trace contextRef="#ctx0" brushRef="#br0" timeOffset="57188.43">13690 9210 189 0,'0'0'312'0,"0"3"57"15,0-3-21-15,6 0-6 0,-6 5 2 16,0-5 0-16,0 0 13 0,0 0 23 15,0-5 7-15,0 5-13 0,0 0-11 0,0-3-27 16,0 3-46-16,0-4-48 0,0-1-30 16,-6 3-16-16,6-2-22 0,0 1-17 0,0-1-16 15,0-3-14-15,0 2-13 0,0 3-7 16,0-6-7-16,0 4-11 0,6-3-10 0,-6-1-11 16,7 1-9-16,-1-1-12 0,0 1-11 15,1 4-8-15,6-5-9 0,0 1-6 0,0 0-6 16,0 3-3-16,0-4-3 0,0 5-1 15,7 3 0-15,-7-3 0 0,0 3 0 0,6 0 0 16,-5 0 0-16,5 3-1 0,-6 0-2 16,0 2 0-16,0 2-1 0,0 0 1 15,0 4 1-15,-6 0-1 0,5 0 6 0,-5 4-1 16,-1-1 1-16,1 1-2 0,-7 0-1 16,0 4 1-16,0-2-6 0,0 2 5 0,0 3 2 15,-7-4 2-15,-6 4 3 0,7-4 1 16,-7 4 6-16,6-3-1 0,-12-1 0 15,6 1 3-15,0-5 4 0,0 4 4 0,0-7 7 16,-1 3 6-16,-5-2 7 0,6-5 11 16,0 1 11-16,1-1 7 0,-2-7 3 0,1 3 0 15,0-3-3-15,-6 0-6 0,5-3-10 16,2-1-7-16,-2 1-6 0,8-1-5 0,-7-3-3 16,7-2-3-16,-1 2-2 0,0 1-4 15,-5-2 0-15,12 4-3 0,-8-3-4 16,2 0-1-16,6-1-6 0,0 1-3 0,0 0-4 15,0-1-4-15,0 1-2 0,6 0-1 0,-6 0 0 16,8 3-1-16,-2-3 0 16,0 3 0-16,8-4 1 0,-8 5 0 0,7-1 1 15,-7 1 0-15,8-1 0 0,-2 4-1 0,2-4 0 16,-1 4-1-16,-1 0 0 0,2 0 0 16,-2 0-3-16,2 4 1 0,-1 0-1 0,0 3 1 15,-7 1 1-15,7-1 2 0,-7 4 0 16,2-1 0-16,-2 1 1 0,0 4 2 15,1 0 0-15,-1-1 1 0,1 1 4 0,-7 0 5 16,6 0 1-16,-6 2 0 0,7-2 3 16,-1 0-3-16,-6-1-3 0,7-2-1 15,-7-1-2-15,7-1-2 0,-7 1-2 0,6-3-1 16,-6 0-1-16,0-1-1 0,6-5 0 16,-6-2-11-16,0 5-31 0,0-5-54 0,0 0-85 15,7 0-108-15,-7 0-166 0,7-5-207 16,-7 3-229-16,6-5-166 0,0-1-33 0,1 0 49 15,-1 1 131-15,8 0 201 0,-8-4 251 16</inkml:trace>
  <inkml:trace contextRef="#ctx0" brushRef="#br0" timeOffset="57382.92">14269 9510 301 0,'7'3'702'15,"-7"-3"141"-15,6 0 84 0,-6 0 24 16,0 0-163-16,0 0-212 0,0 5-183 0,0-5-95 15,0 7-44-15,0 0-20 0,-6 0-11 16,6 4-11-16,-7 1-27 0,0 2-35 0,7 0-36 16,-12-3-28-16,5 5-27 0,-6 2-26 15,7-4-41-15,-8 0-63 0,1-2-87 16,1 3-113-16,-2-5-167 0,8-3-212 0,0 1-228 16,-1-4-132-16,0-4-17 0,1-4 59 0,6 1 137 0,-7-5 197 15</inkml:trace>
  <inkml:trace contextRef="#ctx0" brushRef="#br0" timeOffset="58148.36">14654 9174 231 0,'0'0'420'0,"0"-5"70"15,0-2 61-15,0 3-31 0,6 1-38 16,-6-1-47-16,0 0-30 0,0 1-27 16,0-1-25-16,0-4-38 0,0 5-56 0,0-1-38 15,0 1-34-15,6-1-30 0,-6 0-20 16,0 1-23-16,6-1-18 0,-6-3-11 0,8 3-7 15,-8 1 2-15,6-5-3 0,7 5 1 16,-7-1-1-16,1 0-3 0,6 1-4 16,-7-1-7-16,8 0-7 0,-2 4-7 0,2-3-9 15,-1 3-8-15,-1 3-6 0,2-3-5 16,-2 4-7-16,2 0-4 0,-1-1-3 0,0 8 0 16,0-3-3-16,-7 2-3 0,8 1 4 15,-8 4-2-15,0 0 2 0,1 3 0 0,-1 1 8 16,-6-1 13-16,0 1 12 0,0-2 7 15,-6 5 8-15,-1 0 2 0,1-4 0 0,-8 4-4 16,8-3-9-16,-7 3 3 0,-6-4 0 16,6 0 0-16,-1 1 0 0,-5-5 1 15,6 1 2-15,0-4-1 0,0 0 9 0,-6-3 10 16,12-1 10-16,-6-7 7 0,0 4 4 16,0-4 2-16,6-4-7 0,-5-1-12 15,4-2-14-15,-4 4-10 0,6-4-7 0,-1-3-15 16,7 1-24-16,-7 1 0 0,7-2 0 0,0 3 0 15,0-4 0-15,0 3 0 0,7 1 0 16,0-4 0-16,-1 4 0 0,0-1 0 16,8 5 0-16,-2-4 0 0,-5 3 0 0,6 0 0 15,0 4 0-15,0 0 0 0,0 0 0 16,0 0 0-16,0 4 0 0,0 0 0 0,0 3 0 16,-6 1 0-16,5 2 0 0,-4 1 0 15,4 0 0-15,-5 4 0 0,-1-1 0 0,1 1 0 16,-1 0 0-16,1 0 0 0,-7-1 0 15,6 1 0-15,0 0 0 0,2-5 0 0,-8 5 0 16,6-4 0-16,0-3 0 0,1-1 0 16,-7 0 0-16,6-3 0 0,-6 3 0 15,7-4-8-15,-7-3-160 0,6 0-91 0,-6 0-112 16,0-3-160-16,0-1-193 0,0-3-229 16,0-4-128-16,0-4-9 0,0 1 62 0,0-4 149 15,0-1 208-15,0-4 265 0</inkml:trace>
  <inkml:trace contextRef="#ctx0" brushRef="#br0" timeOffset="58617">15090 8854 231 0,'6'-11'444'0,"-6"0"74"0,6 4 73 16,-6-4 3-16,8 4-75 0,-8-4-66 16,0 3-44-16,0-2-31 0,6 2-42 0,-6 5-60 15,0-1-53-15,0-3-44 0,0 2-38 16,-6 5-36-16,6-2-33 0,-8-3-23 0,2 5-23 16,0 0-12-16,-1 0-8 0,-6 5 1 15,0 2 0-15,1-4 3 0,-2 8 9 16,1 0 6-16,-6 1 3 0,6 2 5 0,-1 0 14 15,2 5 11-15,-2-2 8 0,8 2 8 16,-1-1 10-16,1 1 2 0,6-4 1 0,0 3-1 16,0 0 6-16,6-3 7 0,7 3 9 15,1-3 9-15,-2-3 4 0,2-2 7 16,5 1-4-16,1 0-10 0,0-4-8 0,-1-3-7 16,0 0-7-16,0-1-7 0,1-3-7 15,0 0-2-15,-1 0-7 0,-5-3-8 0,-2 3-9 16,2-4-9-16,-8 4-7 0,0 0-14 15,1-4-21-15,-1 4-36 0,-6 0-53 0,0 0-73 16,0 0-90-16,0 4-105 0,-6-4-143 16,6 4-163-16,-7-1-169 0,1 5-160 0,0-2-34 15,6 6 45-15,-7-1 121 0,7 0 173 16,-7 4 209-16</inkml:trace>
  <inkml:trace contextRef="#ctx0" brushRef="#br0" timeOffset="58851.32">15363 9444 176 0,'7'7'670'0,"-7"-3"152"0,6 0 97 0,-6-4 58 16,0 4-139-16,0-1-217 0,0-3-208 16,0 3-130-16,0 2-73 0,0 2-35 0,0 0-20 15,0 4-15-15,-6-4-15 0,6 8-14 16,-7-4-19-16,-6 4-21 0,6 0-22 0,-5-1-27 15,-2 4-52-15,2-3-75 0,-1 0-108 16,-1-1-171-16,2-3-212 0,5-3-246 16,0-2-137-16,7-1-27 0,-6-5 53 0,6 0 144 15,6-8 196-15</inkml:trace>
  <inkml:trace contextRef="#ctx0" brushRef="#br0" timeOffset="59726.11">15871 9132 31 0,'0'-3'385'0,"0"-1"77"0,0 1 75 0,0-1 51 15,-6 0-26-15,6 1-66 0,0 3-55 16,0-4-35-16,0 0-28 0,0 1-50 0,0-4-56 16,0 2-39-16,0 2-26 0,0 0-21 15,0-1-30-15,0 0-23 0,0 1-17 0,0-1-20 16,0 0-12-16,6 1-8 0,-6-6-8 16,7 7-10-16,-7-2-11 0,6-3 0 0,7 3-3 15,-7-4-3-15,2 6-1 0,4-3 2 16,1 2 1-16,-6-1-3 0,6 4-7 0,0-4-5 15,0 4-9-15,0 4-7 0,-6-4-4 16,6 4-3-16,-1-1 0 0,2 4-5 16,-8-3 2-16,7 4-1 0,-6 3 1 0,6 0 0 15,-7 0-2-15,1 3 2 0,-1 1-2 16,1-1 5-16,-1 4 4 0,-6 1 5 0,0 4 13 16,0-5 8-16,0 3 8 0,-6 1 9 0,-1 0 8 15,1 3 3-15,-7-2 0 0,0-2 2 16,-1 2-2-16,2-1-5 0,-2 0-8 15,-5 0-6-15,6-5-5 0,0 2-6 0,-7-4 0 16,7-5 2-16,-6 2 5 0,6-1 8 16,-1-7 9-16,-5 3 7 0,6-7 5 0,0 0 2 15,1 0-5-15,4-4-6 0,-4 1-10 16,-2-4-9-16,8 3-7 0,0-3-9 16,-7-2-12-16,13-1-13 0,-7 3 0 0,0-1 0 15,7 1 0-15,0-5 0 0,0 6 0 16,0-5 0-16,7 3 0 0,0-3 0 0,-1 4 0 15,7 0 0-15,-7 0 0 0,8 0 0 16,-2 2 0-16,2-2 0 0,-1 4 0 0,0 3 0 16,0-4 0-16,-7 4 0 0,8 0 0 15,-2 4-3-15,-5-1-1 0,6 4 2 16,0 1-1-16,-7-1 2 0,1 1-1 0,6 2 2 16,-7 1 0-16,1 4 0 0,0-5 10 15,-1 7-5-15,1-7-5 0,-1 0 0 0,0 2 0 16,1-1 0-16,0 0 0 0,-1-4 0 15,-6 4 0-15,6-4 0 0,1 1 0 0,0-5 0 16,-1 1 0-16,1 3 0 0,-1-3 0 16,1-4 0-16,6 3 0 0,-7-3 0 0,0 0 0 15,8 5 0-15,-8-5 0 0,1-5 0 16,-1 5 0-16,1 0 0 0,-7-3 0 16,6 3 0-16,-6 0 0 0,7 0 0 0,-7-4 0 15,6 4 0-15,-6 0 0 0,0-3 0 16,0 3 0-16,0 0 0 0,0-4 0 0,0 4 0 15,0 0 0-15,0-4 0 0,0 1-239 16,0-1-114-16,0 0-78 0,-6 1-98 16,-1-1-124-16,1-4-144 0,-1 1-168 0,1 0-41 15,-1 0 36-15,-5 0 104 0,4-2 153 16,-4 2 196-16</inkml:trace>
  <inkml:trace contextRef="#ctx0" brushRef="#br0" timeOffset="61139.19">16236 8803 107 0,'6'-7'469'0,"-6"4"124"0,7-2 110 16,0-2 64-16,-7 4-88 0,0-1-105 15,0 0-91-15,0 1-100 0,0-1-99 0,0 0-82 16,0 4-67-16,-7-3-49 0,0 6-39 16,1-3-25-16,-1 4-12 0,-5 3-3 0,-2 1-8 15,2-1-4-15,-2 4 4 0,1 0 1 16,0 3 0-16,7 1 8 0,-7 0 1 16,7 0 12-16,-2-1 9 0,8 0 9 0,-6 1 11 15,12 0 7-15,-6-4 16 0,8 4 0 16,-2-4 3-16,0-1 2 0,7-2-5 0,0 3-9 15,6-4-11-15,1-3-10 0,0-1-11 16,-1 1-11-16,1-4-7 0,6 0-9 16,-6 0-22-16,-1-4-35 0,1 1-48 0,-8 3-77 15,2-4-115-15,-1-3-140 0,-7 4-150 16,-6-5-161-16,0 4-111 0,0-3-10 0,-6 0 70 16,-7-1 121-16,6 1 156 0</inkml:trace>
  <inkml:trace contextRef="#ctx0" brushRef="#br0" timeOffset="61514.11">15988 8653 10 0,'-12'-7'501'0,"-2"-1"116"0,1 1 72 16,7 0 49-16,-7 3-75 0,0 0-171 0,-7 1-149 15,7-1-99-15,0 4-54 0,0 4-34 16,-7-1-32-16,1 5-16 0,6 3-7 0,-6 3-2 16,-7 5-2-16,6-1 2 0,0 8-1 15,-5-1-1-15,5 8-5 0,-6 0 7 16,7 4 0-16,-1 3 1 0,-6 4 7 0,6 0 6 16,1 4 2-16,-1-1 3 0,7 4 5 15,0-3-1-15,6 8-5 0,1-6-12 16,6 1-7-16,0 1-14 0,0-1-14 0,13-4-7 15,0 2-7-15,0-5-7 0,7-5-6 16,-1-2-9-16,7-4-6 0,0-4-7 0,7-3-9 16,-7-1-4-16,6-6-4 0,-5-4-8 15,5-4-23-15,1-7-34 0,-7-1-56 16,6-6-74-16,-6-1-100 0,7-7-134 0,-7-4-152 16,0 1-169-16,0-5-176 0,-6-3-48 15,-1-3 37-15,0-2 107 0,1-5 154 0,0 0 193 16</inkml:trace>
  <inkml:trace contextRef="#ctx0" brushRef="#br0" timeOffset="61904.64">16386 8620 245 0,'0'-19'636'16,"6"5"112"-16,0-1 74 0,-6 0 56 15,8 5-189-15,-2-1-213 0,0 3-164 16,0 1-105-16,2 4-70 0,-2-2-45 0,7 10-21 16,0-2-8-16,6 8 3 0,1 0 6 15,-1 8 7-15,1 2-1 0,6 5-3 16,-6 7-5-16,-1 3-6 0,1 8 5 0,-8 1 9 16,8 2 3-16,-13 5 5 0,6-1 9 15,-13 0 0-15,7 0-7 0,-14 4-1 0,7-4 5 16,-13 0 6-16,0-3-1 0,-7 4 11 15,0-9 2-15,1 1-1 0,-1 0-8 0,-6-7-5 16,7-7-7-16,-1-1-4 0,8-7-7 16,-2-4-3-16,2 1 4 0,-2-9 1 0,8-2-6 15,-1-1-10-15,1-4-28 0,0-6-50 16,-2-1-74-16,2-3-99 0,0-4-112 0,6-4-141 16,-6 1-175-16,-2-9-207 0,8 2-200 15,-6-5-52-15,6 0 30 0,6-2 101 16,2-2 170-16,-2-7 236 0</inkml:trace>
  <inkml:trace contextRef="#ctx0" brushRef="#br0" timeOffset="62388.91">16822 8324 110 0,'6'-16'472'0,"1"5"87"0,-7-4 88 16,7 5 76-16,-7-1-126 0,6 0-121 0,-6-1-76 15,0 6-47-15,6-2-61 0,-6 1-52 16,0 0-38-16,0 3-37 0,-6-1-36 0,6 3-33 16,0-2-29-16,-6 4-26 0,-1 0-18 15,-6 0-11-15,7 4-6 0,-7-2-2 0,-7 3 0 16,7 6 6-16,0 0 0 0,-7-1 7 15,7 2 5-15,-7 2 12 0,8 4 15 16,6-3 10-16,-8 4 13 0,8-1 6 0,-1 1 8 16,1-1 2-16,6 0-2 0,0 0-2 15,6 1-1-15,1-4 3 0,-1-1 2 16,8 0 4-16,-2 1 1 0,8-4-1 0,-1 0-5 16,7 1-7-16,-6-5-9 0,6 0-11 0,0-3-9 15,-7 3-5-15,8-7-3 0,-1 4 1 16,-6-4 1-16,-1 0 2 0,-6 0 1 0,6-4-1 15,-13 4 4-15,8-4-7 0,-8 4-9 16,1-3-8-16,0 3-11 0,-7-4-41 0,0 0-72 16,0 4-84-16,0-3-111 0,-7-1-164 15,0 1-206-15,1 3-219 0,0-5-147 16,-8 2-24-16,2 3 53 0,5-4 131 0,-6 4 196 16,-6 0 244-16</inkml:trace>
  <inkml:trace contextRef="#ctx0" brushRef="#br0" timeOffset="65263.36">26318 7261 351 0,'0'-4'493'15,"0"0"73"-15,0-2 77 0,0-3-44 16,7 2-105-16,-7 0-81 0,6-4-61 15,6 1-44-15,-4 1-54 0,4-1-51 0,-5 3-45 16,6-1-37-16,0 0-24 0,7 6-32 16,-8-3-19-16,8 5-18 0,-7 0-12 0,7 5-8 15,-8 2-5-15,2 4 1 0,-1 3 0 16,0 1 2-16,-7 3 4 0,1 0 6 0,-7 4 11 16,0 0 9-16,-7 0 7 0,1 4 6 15,-7-4 5-15,0 0 0 0,-7 4 0 16,0-5-3-16,1-2-1 0,-1 3-4 0,0-4 0 15,8 1-2-15,-8-5 4 0,7-3 9 16,1 0 10-16,4 0 19 0,-4-4 19 0,6-3 22 16,-1 0 11-16,7-1 0 0,0-3 0 15,0 4-13-15,7-8-15 0,-1 4-23 0,0 0-18 16,8-3-12-16,5-1-15 0,1 0-9 16,-2 1-9-16,9-1-5 0,-7 1-2 15,6-2-3-15,6 2 0 0,-6 3 0 0,1-4 1 16,-2 1-3-1,1-1-3-15,-6 4-3 0,-7-4-4 0,7 1-4 16,-14 3-12-16,7 0-26 0,-6-4-39 16,-1 4-59-16,-6 0-61 15,6 0-78-15,-6-4-92 0,0 4-111 0,-6-3-107 16,6-1-114-16,-6 1-119 0,6-5-53 16,-7-3 32-16,7 1 99 0,-7-6 127 0,7 2 160 15</inkml:trace>
  <inkml:trace contextRef="#ctx0" brushRef="#br0" timeOffset="65528.87">26761 6842 161 0,'0'-10'616'0,"6"0"115"0,-6 1 61 16,0 6 27-16,-6-4-164 0,6 7-208 15,0 0-169-15,0 7-80 0,0 5-27 0,0-2 4 16,0 8 11-16,0 1 5 0,0 3 1 15,6 0-5-15,-6 3-14 0,6 0-12 0,-6 1-14 16,8 1-20-16,-2-2-22 0,0-3-23 16,1 0-17-16,-7-4-17 0,6-4-11 15,1 1-11-15,-7-4-7 0,0-3-3 0,6 0-3 16,-6-6 0-16,0 3-19 0,0-5-39 16,0 0-68-16,-6-5-102 0,6-2-158 0,-7-4-188 15,1 0-211-15,-1-4-163 0,1 1-41 16,0-4 40-16,-2 0 129 0,-4 0 170 15,5-5 218-15</inkml:trace>
  <inkml:trace contextRef="#ctx0" brushRef="#br0" timeOffset="66060.82">25816 4232 111 0,'-6'-9'340'0,"-1"-1"61"15,1-1 54-15,-1 4-35 0,7-4-64 0,-6 3-44 16,6 0-22-16,0-1-26 0,0 1-28 16,0 3-35-16,0-2-37 0,0 0-39 15,0 3-47-15,0 1-37 0,0 3-40 0,0-4-49 16,6 4-48-16,-6 4-69 0,7-1-86 15,-7 1-114-15,6 6-147 0,1 2-50 16,-1 2 1-16,0 2 40 0,2 5 78 0</inkml:trace>
  <inkml:trace contextRef="#ctx0" brushRef="#br0" timeOffset="66763.78">27256 7250 246 0,'0'7'524'0,"6"0"113"16,-6-4 99-16,0 5 22 0,0 0-102 15,0-1-111-15,0 0-85 0,0 0-75 0,-6 5-66 16,6-1-48-16,-7 3-45 0,1-2-35 15,-1 2-25-15,0 1-23 0,-5 3-29 0,-2-4-24 16,8 1-22-16,-7 0-17 0,0-1-19 16,0 2-13-16,0-2-11 0,6 1-30 15,-5-5-37-15,5-2-54 0,0 3-72 0,1-8-112 16,6 1-150-16,0-4-132 0,0-4-150 16,6 1-131-16,1-5-27 0,0-3 61 0,-1-3 126 15,7-1 140-15</inkml:trace>
  <inkml:trace contextRef="#ctx0" brushRef="#br0" timeOffset="67294.82">27516 7044 149 0,'0'-10'642'0,"7"-5"132"15,-7 0 81-15,0 0 66 0,0-2-108 16,6 2-209-16,-6 0-186 0,7 1-106 0,-1 2-65 15,1-2-56-15,-1 3-47 0,1-1-35 0,5 5-23 16,2 0-18-16,-1 1-12 0,0 1-4 16,0 1-8-16,-1 1-9 0,8 3-13 0,0 3-8 15,-7 6-5-15,7-3-6 0,-1 1-2 16,-6 5-2-16,6-2 0 0,-5 5 1 16,-8 4 1-16,8-5 11 0,-8 7 9 0,-6-2 6 15,0 8 3-15,-6-6 2 0,-2 5 0 16,2-1-7-16,-7 1-9 0,0-1-4 15,-6 2-4-15,5-2-1 0,-5 1-5 0,6-5-1 16,-6 1-1-16,-1-3 2 0,0-5 4 16,8 1 11-16,-2-5 21 0,-5 3 19 0,5-7 26 15,8 2 27-15,-7-1 29 0,7-3 20 16,-1 0 11-16,1-1 10 0,6-3 1 0,-7 4-4 16,14-4-98-16,-7 0-79 0,13 0 0 15,-7 0 0-15,13 0 0 0,1-4 0 16,0 4 0-16,-1-3 0 0,7 3 0 0,1-4 0 15,-1 4 0-15,0-4 0 0,-1 4 0 0,1-4 0 16,1 4 0-16,-1-3 0 0,-6 3 0 16,-1-4 0-16,0 4 0 0,-6 0 0 15,7-4 0-15,-14 4 0 0,8 0 0 0,-8-3 0 16,-6 3 0-16,6-3 0 0,-6 3-297 16,0-8-152-16,0 3-137 0,-6 2-127 0,0-4-146 15,6-1-157-15,-7 1-29 0,0-4 50 0,1 0 129 16,0-3 156-16,-1-1 198 0</inkml:trace>
  <inkml:trace contextRef="#ctx0" brushRef="#br0" timeOffset="67748.37">27797 6550 308 0,'-8'-15'649'0,"8"1"89"0,0-1 56 16,0 0 42-16,0 5-206 0,8-5-199 16,-2 3-140-16,0-2-74 0,1 3-39 0,6 4-35 15,0-1-25-15,-1 1-22 0,2 0-17 16,-1 4-13-16,6-2-12 0,-6 5-15 0,1 0-13 16,-2 5-8-16,2 1-9 0,-8 2-3 15,0 3-5-15,7 1 1 0,-13-2 2 0,7 5-4 16,-7-1 2-16,-7 1 4 0,7 0 2 15,-6 3 3-15,-1-4-1 0,-5 5 8 16,-2-5 4-16,8 2 4 0,-7-3 13 0,0-1 8 16,0 2 9-16,7-3 7 0,-1 0 5 15,0 0 11-15,1-3 12 0,6-1 16 0,-6 0 18 16,12-3 20-16,-6-1 12 0,13 1 4 16,0-4-5-16,0 0-17 0,7 0-18 0,-1 0-27 15,7-4-19-15,-6 4-18 0,6-3-16 16,0-1-12-16,-1 1-8 0,2 3-4 0,-8-4-5 15,-6 4-6-15,7 0-4 0,-7 0-12 16,-6 0-23-16,-1 0-36 0,0 4-56 0,-6-4-67 16,0 3-86-16,0 4-116 0,0-3-152 15,0 4-201-15,0-1-201 0,0 0-68 16,-6 0 14-16,6 4 88 0,0 1 152 0,0-1 225 16</inkml:trace>
  <inkml:trace contextRef="#ctx0" brushRef="#br0" timeOffset="67982.38">28324 7199 491 0,'-14'14'762'0,"8"-3"101"0,0 3 61 15,-8 1 26-15,8-1-250 0,-7 5-258 16,0 3-139-16,0 0-82 0,-7 1-46 0,8-2-35 15,-8 5-31-15,7-1-25 0,0-3-22 16,0 0-18-16,0 1-14 0,0-5-16 0,6 0-35 16,1 1-66-16,0-9-119 0,-1 1-163 15,0-3-198-15,7-5-233 0,0-3-122 16,7-3-22-16,-7-5 71 0,13-3 139 0,-7 1 187 16</inkml:trace>
  <inkml:trace contextRef="#ctx0" brushRef="#br0" timeOffset="68607">28702 7011 365 0,'0'-7'447'0,"-7"0"41"0,7-1 32 16,0 5-94-16,0-4-121 0,0 0-49 16,0-2 2-16,0 3 25 0,7 2 19 0,-7-3 18 15,6-1 2-15,0 1-30 0,1-1-26 16,0 5-44-16,5-4-36 0,2 0-31 0,-8-1-25 16,7 1-11-16,0 0-11 0,6 2 1 15,-5 2 4-15,-1-1 2 0,0 1-2 0,0-1-5 16,-1 4-10-16,2 0-12 0,-1 4-15 15,-6 3-12-15,5-4-12 0,1 9-11 16,-6-1-6-16,0 3-3 0,-1 1-1 0,0 3 4 16,-6 0-2-16,7 4 0 0,-14 0-2 15,7 3-1-15,-6 2-3 0,-7-2-6 0,0 4-3 16,0-3 0-16,-7 0-2 0,0-1-3 16,1-2-1-16,0-2 0 0,0-2 2 0,-1-1 3 15,0-7 8-15,7 0 13 0,0 0 17 16,0-3 15-16,7 0 21 0,-1-5 19 15,-6 4 20-15,13-7 14 0,-6 4 6 0,-1-1 10 16,7-3 2-16,0 0-109 0,7 0-48 16,-1 0 0-16,0 0 0 0,8 0 0 0,-2 0 0 15,8 0 0-15,-1 0 0 0,7 0 0 16,-6 0 0-16,13 0 0 0,-7-3 0 0,0 3 0 16,7 0 0-16,-7 0 0 0,-1 0 0 15,1 0 0-15,1 0 0 0,-1 0 0 16,-6-4 0-16,-1 4 0 0,0 0 0 0,-6 0 0 15,1 0 0-15,-8 0 0 0,0-4 0 16,1 4 0-16,0 0 0 0,-7-3 0 0,0 3 0 16,-7-3-323-16,7-2-176 0,-7 2-150 15,1-5-169-15,0 1-188 0,-1-1-80 0,0-2 18 16,-6-1 81-16,13-8 163 0,-6 4 214 16</inkml:trace>
  <inkml:trace contextRef="#ctx0" brushRef="#br0" timeOffset="69067.28">29308 6323 59 0,'0'-19'542'0,"6"5"138"16,0-4 81-16,0 3 66 0,-6 4-86 0,7-4-167 0,-7 7-151 15,7 2-116-15,-7-2-71 0,0 5-60 16,0 0-45-16,0 3-28 0,0 3-14 16,0 0-9-16,-7 8 6 0,0-3 6 0,1 6-2 15,-6 1-15-15,-2 0-15 0,1-1-7 0,-7 4-8 16,8-3-4-16,-2 4 3 0,-5-1 11 16,6-3 6-16,0-1 18 0,7 1 17 15,-8-4 21-15,8 0 14 0,0-4 15 0,6 0 20 16,0 1 12-16,0-5 10 0,0 1 0 15,6-1-8-15,7-3-15 0,6 0-39 16,1 0-126-16,7 0 0 0,-9 0 0 0,9-3 0 16,-1 3 0-16,0 0 0 0,0-4 0 15,-1 4 0-15,2 0 0 0,-7 0 0 0,-2 0 0 16,2 0 0-16,-6-3 0 0,-1 3 0 0,-7 0 0 16,0 0 0-16,2-4-105 0,-8 4-164 15,0-4-72-15,0 4-61 0,-8-2-75 16,2-3-104-16,0 1-100 0,-7 1-101 0,6-5-82 15,-6 5-39-15,-1-1 45 0,2-3 115 16,6-1 142-16,-8 1 164 0</inkml:trace>
  <inkml:trace contextRef="#ctx0" brushRef="#br0" timeOffset="69333.24">29399 6356 4 0,'0'-8'402'0,"-8"4"123"0,8 1 132 16,0 0 107-16,0-1-50 0,0 4-101 0,0-4-87 16,0 4-87-16,0 0-97 0,0 0-71 15,0 0-40-15,0 8-9 0,8-2 2 0,-8 6 18 16,6 3 14-16,0 3 13 0,-6 4 7 15,7 3-5-15,-1 0-11 0,-6 5-21 16,7-4-25-16,0 4-34 0,-7-2-130 0,6-1-50 16,0-1 0-16,0-1 0 0,-6-3 0 15,8 0 0-15,-8-1 0 0,6-3 0 0,-6-2 0 16,6-2 0-16,-6-7 0 0,0 5 0 16,0-5 0-16,0-4 0 0,7 1 0 0,-7 0 0 15,0-4 0-15,0-4 0 0,0 0 0 16,0 1 0-16,0-1-76 0,0-3-370 0,0-1-160 15,0 4-197-15,0-2-239 0,0-5-94 16,-7 3 11-16,7 0 74 0,-6 1 157 16,0 0 230-16</inkml:trace>
  <inkml:trace contextRef="#ctx0" brushRef="#br0" timeOffset="71265.66">24442 6323 345 0,'0'-12'507'0,"7"2"91"16,-7 2 82-16,0-3-76 0,0 4-95 15,0 4-119-15,0-2-103 0,6 2-77 16,-6 3-55-16,0 3-13 0,6 2-4 0,2 2 20 16,-2 0 25-16,-6 4 16 0,6 3-4 15,1 5-8-15,-7-1-11 16,6 1-10-16,1 6-9 0,-7-3-2 15,6 0 8-15,1 3-1 0,-7-5 1 16,6 2 3-16,0-8 4 0,-6 1 9 0,8-5 8 16,4-2 20-16,-5-1 15 0,12-7 10 0,-6-3-33 15,13-9-199-15,7-6 0 0,-1-3 0 16,14-9 0-16,0 1 0 0,12-4 0 16,1-4 0-16,0-3 0 0,6-1 0 0,0 5 0 15,0-4 0-15,0 3 0 0,1 0 0 0,-1 4 0 16,-14 1 0-16,8 2 0 0,-13 4 0 15,-7 1 0-15,-7 6 0 0,1 5 0 0,-13-1 0 16,-1 4 0-16,-6 4 0 0,0-1 0 16,0 1 0-16,-6 4 0 0,-1-1 0 15,-6 0 0-15,0 4 0 0,-6 0-207 0,-1 0-224 16,-6 4-69-16,0 3-93 0,0 0-103 16,-6 1-110-16,-1-1-125 0,-6 4-34 0,-1 0 37 15,2 1 106-15,-8-2 151 0,0 1 182 16</inkml:trace>
  <inkml:trace contextRef="#ctx0" brushRef="#br0" timeOffset="71785.09">24416 6304 436 0,'7'-3'600'0,"-7"-1"92"0,0 0 55 15,0-3-72-15,6 3-162 0,-6 1-155 16,0 3-126-16,0 0-79 0,6 0-38 0,-6 3-20 16,7 5 3-16,0-1 14 0,-1 7 17 15,0-2 9-15,8 6 6 0,-8 1 8 0,1-1-8 16,-1 4-2-16,1 0-2 0,-1 0-2 15,1-5-2-15,5 3 2 0,-4-6 11 16,-2 1 14-16,0-4 25 0,7-4 32 0,0-3 23 16,0-4 10-16,7-4-1 0,6-7-9 15,7-8-19-15,-1-2-195 0,13-5-29 0,1-3 0 16,7-8 0-16,-2 0 0 0,8-2 0 16,6-6 0-16,0-2 0 0,0 2 0 0,7-2 0 15,0 3 0-15,-1-1 0 0,-5 9 0 16,-1 0 0-16,-6 0 0 0,-8 10 0 0,-5 0 0 15,-7 4 0-15,-13 4 0 0,0 3 0 16,-7 4 0-16,1 0 0 0,-7 4 0 0,0-1 0 16,-6 5 0-16,5-5 0 0,-12 5 0 15,8-1 0-15,-2 1 0 0,0 3 0 0,-6 0-225 16,0 0-171-16,0 0-57 0,0 0-66 16,-6 3-81-16,0 1-85 0,-2-1-105 0,-4 2-118 15,5-2-16-15,-6 4 62 0,-6-3 116 16,5-1 142-16,2 1 174 0</inkml:trace>
  <inkml:trace contextRef="#ctx0" brushRef="#br0" timeOffset="74133.48">26461 9287 19 0,'-6'3'361'0,"6"1"87"16,-7-4 68-16,1 0 9 0,6 0 15 0,-7-4-38 15,7 1-67-15,-7-2-47 0,7 2-27 16,0-4-45-16,-6 0-51 0,6-1-40 16,0-3-22-16,0 3-26 0,0-2-25 0,6 3-25 15,-6-4-17-15,0 2-20 0,7 0-19 16,0 1-4-16,-1 0-6 0,1 1-3 0,-1 0-13 16,7 3-6-16,-6-3-6 0,5 3-7 0,2 4-7 15,-1 0-5-15,6 0 0 0,-6 4-1 16,1 0-5-16,5 3 4 0,-6 0 1 15,6 5-1-15,-5 2-4 0,-2 1 1 0,2-1 5 16,-1 5-5-16,-7 3-1 0,0-5 2 16,1 6 3-16,-7-2 7 0,-7 2 9 15,7 3 5-15,-12-1 2 0,5-3-1 0,-6 5 0 0,0-2-6 16,-1-3-10-16,-5 0-5 0,0-1-2 16,0-3 1-16,-1-3 4 0,0 0 10 0,7-3 17 15,-7-2 24-15,8-7 23 0,-2 5 21 0,2-4 17 16,5-2 13-16,-6 3 5 0,13-5-2 15,-7 0-7-15,1 4-10 0,6-4-16 0,0 0-20 16,0 0-22-16,0 0-21 0,6-4-16 16,1 4-13-16,6 0-8 0,0-5-9 0,7 5-3 15,-1 0 0-15,1-2 0 0,6 2 0 16,-6 0 0-16,12 0 0 0,-7 0 0 0,2 0 0 16,5 0 0-16,-6 0 0 0,1 0 0 15,-1 0 0-15,-6 2 0 0,-1-2 0 16,0 0 0-16,-6 0 0 0,1 0 0 0,-8 0 0 15,7 0 0-15,-13 0 0 0,7-2 0 16,-7 2 0-16,0 0 0 0,0 0-109 0,0-4-124 16,-7 4-77-16,7 0-74 0,-7-3-88 15,1 3-120-15,6-5-137 0,-6 2-156 16,6 0-88-16,0-4 2 0,0-2 76 0,0-1 144 16,0-1 179-16</inkml:trace>
  <inkml:trace contextRef="#ctx0" brushRef="#br0" timeOffset="74604.1">26846 8689 261 0,'6'-11'449'0,"-6"4"77"0,0-1 93 16,0 2 3-16,0-2-88 0,0 1-61 0,0 3-34 0,0-3-38 15,-6 2-69-15,6 3-73 0,0 2-64 16,0 0-48-16,0 0-31 0,0 2-22 0,-8 7 3 15,8 2 2-15,-6 3 17 0,6 4 11 16,-6 1 3-16,6 3-3 0,0-4-10 0,0 4-4 16,0 0-8-16,0-4-7 0,0 1-7 15,0-1-5-15,0-3-6 0,0 0-9 16,0-5-8-16,0-3-10 0,0 1-9 0,0 0-9 16,0-6-7-16,0 3-2 0,0-2-8 15,0-3-4-15,0 0-6 0,0 0-21 0,0 0-39 16,0 0-54-16,0-3-69 0,0 3-99 15,0 0-140-15,0 0-148 0,0 0-150 0,6 3-161 16,-6 1-71-16,0 0 26 0,6-1 100 16,-6 5 145-16,0-1 176 0</inkml:trace>
  <inkml:trace contextRef="#ctx0" brushRef="#br0" timeOffset="74916.56">27171 9481 433 0,'6'4'589'0,"-6"-1"96"15,7 5 83-15,-7-5-54 0,0 1-105 0,0 3-115 16,0 1-93-16,0-1-61 0,0 4-53 15,0 0-42-15,0-1-31 0,-7 5-22 16,7 0-24-16,-6-1-16 0,6 2-14 0,-7 2-19 16,1-4-24-16,0 5-23 0,-8-1-17 15,8-4-18-15,0 1-15 0,-8 0-15 0,8-1-25 16,-7-2-34-16,7-1-47 0,-2-4-61 16,2 0-89-16,6-3-123 0,-6-4-145 0,12 0-160 15,-6-4-179-15,6-3-60 0,2 0 24 16,-2-4 93-16,7-1 145 0,0-2 183 0</inkml:trace>
  <inkml:trace contextRef="#ctx0" brushRef="#br0" timeOffset="75650.73">27568 9279 270 0,'0'-3'316'15,"-6"-1"36"-15,6 0-24 0,-7 4-61 16,7-3-38-16,-6-1-14 0,6 4-1 16,0-4 6-16,0 4 11 0,0-3 20 0,-7-1 16 15,7 0 16-15,0 1-1 0,0-2-7 16,-6 2-12-16,6-4-20 0,0 3-21 0,0-2-25 15,0-2-12-15,0-1-14 0,0 7-6 16,0-9-8-16,0 4-9 0,6 0-8 0,-6-1-8 16,7 0-5-16,-1 1-12 0,1 0-10 15,-1 3-12-15,0-4-14 0,8 5-8 16,-1-1-10-16,-7 1-6 0,8-1-8 0,-2 4-6 16,2 0-6-16,-2 0-10 0,2 4-5 15,-1 3-7-15,-1 1 0 0,-5-1-2 0,6 4 0 16,-7 3 2-16,8 1 4 0,-8 0 2 15,1-1 4-15,-1 5 2 0,0-1 5 16,-6 0 3-16,7 1 4 0,-7-1 6 0,-7 1 3 16,7-1 3-16,-6 0 0 0,0 4-3 15,-1-4-4-15,1 4-5 0,-8-4-8 0,2 5-3 16,-8-5-5-16,7 0-1 0,-7 1 7 16,8-1 4-16,-8-4 8 0,7 1 13 0,0-4 13 15,0 0 11-15,-1 1 7 0,2-5 13 16,5-4 13-16,1 0-46 0,-1 2-63 15,7-2 0-15,-6 1 0 0,6-4 0 0,0 0 0 16,0 2 0-16,0-2 0 0,6-2 0 0,1 2 0 16,-1 0 0-16,7 0 0 0,1 0 0 15,5-4 0-15,-6 4 0 0,6 0 0 16,1 0 0-16,0 0 0 0,-1 0 0 0,1 0 0 16,-1 0 0-16,1 0 0 0,-1 0 0 15,-6 0 0-15,7 0 0 0,-1 0 0 0,-6 0 0 16,6 0 0-16,1 0 0 0,-6 0 0 15,-2 0 0-15,-5-3 0 0,6 3 0 0,-6 0 0 16,-7 0 0-16,6 0 0 0,-6 0 0 16,0-5 0-16,0 5 0 0,0 0 0 0,0-3-80 15,-6 0-358-15,-1-2-153 0,0 3-184 16,1-3-212-16,6-2-120 0,-7-4-7 0,7 0 65 16,-6 0 149-16,6-4 211 0,0 1 268 15</inkml:trace>
  <inkml:trace contextRef="#ctx0" brushRef="#br0" timeOffset="76900.48">27809 8767 147 0,'0'0'284'0,"-6"0"41"0,6 0-13 16,-6-4-20-16,6 4-33 0,0-4-22 0,-8 4-14 15,8-3-6-15,0 3 5 0,0-5 8 16,-6 5 15-16,6-2 13 0,0-3 3 16,0 5-4-16,0-3-23 0,0-1-27 0,0 0-32 15,0 1-25-15,6-1-17 0,-6 0-16 16,8 1-9-16,-2 3-10 0,-6-4-6 0,6 1-12 15,1-2-14-15,-1 5-7 0,1 0-6 16,-1 0-12-16,7 0-5 0,-7 0-7 16,2 0-1-16,4 5-5 0,-5-2-2 0,0 1-1 15,-1 3-7-15,0 0-1 0,-6 1-12 0,7 2 3 16,-7-2 1-16,0 3 5 0,-7 4 1 16,7-4 0-16,-6 3 8 0,0 1-3 15,-1-4-2-15,-6 4-1 0,7-4 0 0,-8 3-2 16,1-2 2-16,7 1 4 0,-7-1 13 15,0-5 6-15,7 4 15 0,-2-4 15 0,2 1 14 16,0-4 9-16,-1-1 2 0,0 1 1 16,7 0 1-16,0-1-2 0,-6-3 2 15,6 4 3-15,0-4 5 0,0 3 4 0,0-3-1 16,6 0 0-16,8 0-7 0,-8 0-13 16,8 0-17-16,-2 0-13 0,8 0-12 0,-7 4-10 15,7-4-7-15,-1 0 5 0,0 4 4 16,1-4 3-16,-1 0 4 0,1 0 1 0,6 0-2 15,-13 0-7-15,7 0-7 0,-8 0-5 16,2 0-7-16,-1-4-6 0,-7 4-4 16,0 0-16-16,2 0-30 0,-8 0-49 0,0 0-66 15,0 0-80-15,0 0-98 0,0 0-136 16,-8 4-157-16,8-1-169 0,-6 2-154 0,6-2-39 16,-6 4 39-16,6 0 118 0,-7 1 164 15,7 4 208-15</inkml:trace>
  <inkml:trace contextRef="#ctx0" brushRef="#br0" timeOffset="77150.41">28375 9521 390 0,'-6'15'769'15,"0"-4"112"-15,0-4 66 0,-1 4 40 0,0 0-213 16,-6 0-303-16,7 3-170 0,-1-3-107 16,0 3-63-16,-5 3-39 0,6 0-31 0,-2-2-26 15,-4 0-21-15,5-5-27 0,1 5-65 16,-1-4-135-16,0 0-191 0,7 1-238 0,0-5-207 16,0-4-88-16,0 1 3 0,7-4 103 15,0 0 171-15,-1-4 227 0</inkml:trace>
  <inkml:trace contextRef="#ctx0" brushRef="#br0" timeOffset="77761.56">28695 9243 90 0,'0'-8'491'0,"0"-3"109"0,0 5 91 0,0-6 75 16,0 1-116-16,7 0-144 0,-7 1-96 16,0 2-77-16,6-3-63 0,-6 3-53 0,6 1-32 15,-6-1-20-15,7 1-16 0,0 0-13 16,-7 3-11-16,6-3-8 0,7 3-10 0,-6-3-14 16,6 4-15-16,-7-2-12 0,7 2-7 15,-6 0-5-15,5 3-5 0,2-4-2 0,-8 8-4 16,7-4-3-16,0 3-2 0,-6 5-3 0,5-1 4 15,-4 0 1-15,-2 4 8 0,0 0 7 16,1 0 4-16,0 4 1 0,-1-1-3 16,-6 5-5-16,6-6-9 0,-6 7-8 0,-6-6-7 15,6 5-7-15,-6-1-3 0,-1 0-1 16,-6 0-4-16,-1 0-3 0,2 1 0 0,-1-1-3 16,0 1-1-16,-6-1-3 0,5 0 4 15,1 1 13-15,-6-5 14 0,6 1 12 0,-1 0 13 16,2-4 13-16,-2 0 8 0,8-4-1 15,-7 1-6-15,7-1-1 0,6-4-4 16,-7 5-1-16,0-8-2 0,7 3 5 0,0 1 1 16,-6-4 3-16,12 4-71 0,-6-4-3 0,14 0 0 15,-8 0 0-15,13-4 0 0,-5 4 0 16,5-4 0-16,1 4 0 0,6-3 0 16,-6-1 0-16,-1 0 0 0,7 1 0 0,-6-1 0 15,-1 1 0-15,0 3 0 0,-6-5 0 16,1 2 0-16,-2 3 0 0,-5-4 0 0,6 4 0 15,-7-3 0-15,1 3 0 0,-7 0 0 16,6 0 0-16,-6 0 0 0,0-4 0 16,0 4 0-16,0 0-74 0,0-3-302 0,-6 3-110 15,6-4-140-15,-7 0-165 0,7 1-182 16,-6-6-89-16,6 2 5 0,0 1 83 16,0-6 156-16,0 5 207 0</inkml:trace>
  <inkml:trace contextRef="#ctx0" brushRef="#br0" timeOffset="78339.53">28969 8857 321 0,'-7'-6'463'0,"7"2"65"0,-7-3 70 16,1-1-31-16,6 1-90 0,0 3-68 16,-6-3-44-16,6 3-35 0,0 1-43 0,0-5-51 15,0 5-40-15,0 0-26 0,6-2-22 16,-6-2-16-16,6 4-11 0,-6-1-18 0,7 0-16 16,0 1-11-16,5 3-6 0,-5-4-2 15,-1 0-2-15,8 4 0 0,-2-3 1 0,-4 3 2 16,4 3-1-16,1-3-4 0,-6 4-9 15,6 0-8-15,-1-1-8 0,-4 5-5 0,-2-1-12 16,0 1-8-16,1-2-2 0,-7 5-3 16,6-3-2-16,-6 3-3 0,0 0 2 0,-6 0 0 15,6 4-1-15,-13-5-2 0,7 2 1 16,-2-1 2-16,-4 3-2 0,-1-3 0 0,0 3 3 16,0-2 5-16,7-5 11 0,-8 4 7 15,8-4 15-15,-1 0 20 0,0-2 20 16,7-2 22-16,-6 0 17 0,6-3 19 0,0 4 9 15,6-4 0-15,1 0-10 0,0 4-15 16,5-8-20-16,2 4-24 0,-1 0-20 0,6 0-17 16,-6-4-10-16,7 4-9 0,-1 0-6 15,1-3-4-15,0 3-2 0,-1 0-1 16,0-3-5-16,-6 3-3 0,1 0-1 0,-2-5-1 16,-4 5-2-16,4 0-8 0,-6 0-22 15,-6-3-39-15,0 3-59 0,0 0-74 0,0 0-83 16,-6-4-97-16,-6 4-136 0,4-4-154 15,-4 4-171-15,-2-3-140 0,1-1-30 16,-6 1 42-16,6 3 128 0,-7-4 173 0,1 0 222 16</inkml:trace>
  <inkml:trace contextRef="#ctx0" brushRef="#br0" timeOffset="78745.63">28689 8778 143 0,'-14'-4'523'0,"8"0"108"0,0 1 74 16,-8-1 58-16,8-3-154 0,-7 7-154 0,6 0-106 16,1 0-80-16,-7 0-47 0,7 7-30 15,-8-3-16-15,8 7-10 0,-7-4-10 0,6 7-12 16,1 1-12-16,-7 3-14 0,6 1-10 15,0 6-3-15,1 0 1 0,0 5 7 16,-1 0 15-16,0 6 18 0,1 1 18 0,6 3 13 16,-6 0 9-16,6 1 12 0,0 3 0 15,0 0-7-15,0 0-15 0,0 3-15 0,0-3-16 16,0 4-17-16,6-8-120 0,-6 4-8 0,6-4 0 16,1-3 0-16,0-4 0 0,5 0 0 15,-5-4 0-15,6-7 0 0,0 0 0 16,1-4 0-16,4-3 0 0,2 0 0 0,0-8 0 15,5 0 0-15,-5-2 0 0,0-5 0 16,6 0 0-16,-7-5-126 0,-5 2-268 16,5-1-125-16,-6 1-151 0,6-8-190 0,-5 3-184 15,-1-2-49-15,0-2 33 0,-7-3 112 16,7 0 176-16,1 1 236 0</inkml:trace>
  <inkml:trace contextRef="#ctx0" brushRef="#br0" timeOffset="79183.02">29216 8818 336 0,'7'-15'648'0,"-7"0"113"0,6 1 83 16,0 3 30-16,2-1-189 0,-2 2-174 0,0 2-140 15,7 1-83-15,0 0-52 0,0 7-32 16,1-4-12-16,4 4-3 0,2 4-1 16,-7 3-8-16,7 0-9 0,0 4-14 0,-1 4-20 15,1 4-21-15,-2-1-17 0,-4 7-12 0,6-3-5 16,-7 7-4-16,-7 0-1 0,8 5 4 16,-8-1 2-16,-6 0 3 0,6 4 0 0,-6-1 5 15,-6 1 2-15,0-1 2 0,-2 1-30 16,-4 0-65-16,-1-1 0 0,-1 1 0 15,-6 0 0-15,8 0 0 0,-8-5 0 0,1 0 0 16,-1-1 0-16,8-6 0 0,-8-3 0 16,7 0 0-16,-1-4 0 0,8-3 0 0,0 0 0 15,0-5 0-15,-2-1 0 0,2-2 0 16,6-1 0-16,-6-1 0 0,6-5 0 0,0 0 0 16,0 0 0-16,0-5-168 0,0 2-220 15,0-5-105-15,6-3-139 0,-6-3-180 0,6 0-206 16,2-9-59-16,-8 2 25 0,6-9 90 15,6 1 161-15,-5-4 227 0</inkml:trace>
  <inkml:trace contextRef="#ctx0" brushRef="#br0" timeOffset="79714.19">29431 8363 14 0,'0'-7'437'0,"0"-4"92"0,0 4 87 15,0 0 87-15,7 0-75 0,-7-1-125 16,6 0-82-16,0 1-49 0,0 0-51 16,2 3-54-16,4-4-36 0,-5 5-28 0,13-1-25 15,-8 1-27-15,2-1-27 0,-2 4-24 16,8-4-22-16,-7 4-18 0,7 0-14 0,0 4-10 15,-8-4-6-15,1 4-8 0,1 3-2 0,-8-4-1 16,6 5-3-16,-4 3-2 0,-8-4 0 16,0 4 3-16,-8-4 4 0,2 9 4 15,0-5-2-15,-7-1 1 0,-7 5-1 0,8-4-3 16,-8 4-5-16,0-1-2 0,1-3 3 16,5 1 5-16,-4-2 6 0,10 2 3 0,-4-6 3 15,5 1 9-15,1 1 8 0,-1 0 17 16,7-5 19-16,0 1 19 0,0 0 18 15,7-1 6-15,6 1-4 0,-1-4-13 0,8 0-19 16,0 3-18-16,-1-3-15 0,7 0-9 0,-6 0-9 16,6 0-5-16,-1 0-2 0,-5-3 0 15,0 3-4-15,6 0-5 0,-7 0 0 0,-5 0-5 16,-1 0-8-16,-1 0-5 0,-5 0-5 16,0 0-14-16,-1 0-28 0,0 0-36 15,-6 0-54-15,0 3-69 0,0 2-93 0,0 2-125 16,-6-4-177-16,0 5-221 0,-1 3-178 15,0-1-51-15,1 1 25 0,0 4 105 0,-1 1 184 16,7 1 245-16</inkml:trace>
  <inkml:trace contextRef="#ctx0" brushRef="#br0" timeOffset="79948.48">29985 9437 522 0,'-14'14'792'15,"2"1"92"-15,-2 0 58 0,1 0 48 0,7 2-302 16,-7 2-277-16,0-1-155 0,-1 1-85 0,2-1-57 16,-1 1-43-16,0 1-29 0,0-3-15 15,-1 0-11-15,2-2-13 0,-2 0-46 0,8-1-120 16,0 1-181-16,-1-8-246 0,7 4-221 15,7-7-111-15,-1-1-20 0,0-6 81 16,8-1 161-16,6-3 236 0</inkml:trace>
  <inkml:trace contextRef="#ctx0" brushRef="#br0" timeOffset="80573.33">30440 9067 226 0,'0'-4'509'15,"0"-3"100"-15,0 2 85 0,0-1 19 16,0 2-142-16,0 1-112 0,7-1-78 0,-7-4-65 16,0 6-51-16,7-3-27 0,-1 2-18 15,0-5-17-15,8 4-18 0,-8-3-13 0,7 3-21 16,7-2-21-16,-8-2-21 0,2 4-15 15,5 0-11-15,-6-3-8 0,6 7-3 0,1-3 10 16,-6-1-14-16,5 4 13 0,-6-4 14 16,6 4 6-16,-5 0 3 0,-2 0-6 0,8 4 14 15,-7 0-25-15,0-1-21 0,-6 4-17 0,-1 1-14 16,0 0-10-16,1 2-10 0,0 1 2 16,-7 5 1-16,-7-2 1 0,7-1 1 0,-7 3 3 15,1 2 0-15,-7 0-3 0,6 4-2 16,-5-3-4-16,-8-1-4 0,7 1-2 0,-1-1-2 15,-4 1-2-15,4-2-3 0,-5-2 1 16,5 3 1-16,-4-7-3 0,4 4 1 0,1-4 1 16,7 0 2-16,-8-3 7 0,8-1 12 15,0-4 15-15,0 5 10 0,-2-5 25 0,8 1 22 16,0-4 21-16,-6 4-35 0,6-4-81 0,6 0 0 16,-6 0 0-16,8 0 0 0,4 0 0 15,1-4 0-15,0 4 0 0,0-4 0 0,7 4 0 16,-8-3 0-16,8-1 0 0,0 4 0 0,5-4 0 15,-5 1 0-15,0 3 0 0,6-5 0 16,-7 5 0-16,1 0 0 0,6-2 0 0,-7 2 0 16,1 0 0-16,0 0 0 0,-7-5 0 15,7 5 0-15,-8 0 0 0,1 0 0 0,-6 0 0 16,6-3 0-16,-7 3 0 0,1 0 0 0,0-3 0 16,-7 3 0-16,6 0 0 0,-6-5 0 15,0 5 0-15,0 0 0 0,-6-3-152 0,6-1-245 16,-7 0-99-16,0 1-134 0,1-1-175 15,6 1-194-15,-7-5-66 0,1 1 14 0,6 0 86 16,-7-4 160-16,7 3 224 0</inkml:trace>
  <inkml:trace contextRef="#ctx0" brushRef="#br0" timeOffset="81323.14">30890 8686 324 0,'-7'0'407'0,"7"0"56"16,-6 0-2-16,6-4-43 0,0 4-57 0,-7 0-43 16,7-4-19-16,0 4-12 0,0-3-11 15,-6 3-12-15,6-4-8 0,0 4-29 0,0 0-37 16,0 0-26-16,0-3-22 0,0 3-19 0,0-5-23 16,0 5-4-16,0-3 1 0,0 3 0 15,0-3 0-15,0-1 3 0,0 0 4 0,0 1-2 16,0 3-8-16,0-4-6 0,0 0-9 0,0 1-9 15,6-1-8-15,-6-1-4 0,0 5 2 16,7-2-1-16,-7-2 2 0,6 0-2 16,-6 4 1-16,7-3-3 0,-1-1-3 0,8 4-2 15,-8-4 0-15,7 4-1 0,0 0-2 0,-7 0-5 16,7 0-3-16,1 0-8 0,-2 0-6 16,2 4-5-16,-1 0-7 0,-7-4-4 0,7 7-4 15,-6-3-3-15,-1-2-3 0,0 7-1 16,2-6 0-16,-2 5-1 0,-6-1-2 0,0 0 4 15,0 1-1-15,0-1-1 0,-6 0 3 0,-2 4-1 16,2-4 1-16,0 0 3 0,-8 1-1 16,8 3 3-16,-7-4 1 0,0 1 6 0,0 0 2 15,0-1 1-15,6 0 3 0,-6 0 0 16,7 1 0-16,-7-5-4 0,6 4-2 0,1-2-2 16,0-2 2-16,6-3 5 0,-8 3 10 15,8 1 11-15,0-4 14 0,0 0 14 0,0 4 11 16,0-4 5-16,8 0-2 0,-2 0-5 0,7 0-7 15,0 0-11-15,0 0-6 0,7 0-2 16,-1 0-2-16,-6-4 1 0,6 4 7 0,1 0-18 16,0 0-39-16,-1 0 0 0,-6 0 0 15,6 0 0-15,-5 0 0 0,-1 0 0 0,0-4 0 16,-7 4 0-16,7 0 0 0,-13 0 0 16,14 0 0-16,-8-3 0 0,0 3 0 0,-6 0 0 15,0 0 0-15,7 0 0 0,-7-3 0 0,-7 3-143 16,7 0-177-16,-6 0-76 0,0 0-104 15,-1 0-137-15,0-5-180 0,-6 5-179 0,7-3-45 16,-7 3 26-16,0-4 103 0,-7 1 164 16,7-1 231-16</inkml:trace>
  <inkml:trace contextRef="#ctx0" brushRef="#br0" timeOffset="81843.07">30539 8599 350 0,'-8'-5'474'15,"8"-2"67"-15,-6 3 61 0,0 0-57 0,-1 1-96 16,1-1-77-16,6 0-50 0,-7 4-37 16,0-3-30-16,1 0-33 0,0 3-26 0,-8 0-17 15,8 0-6-15,0 3-11 0,-1 0-16 16,-6 5-18-16,6 3-13 0,-5 1-16 16,-2 5-8-16,2 5 0 0,-2 3 1 0,1 5 12 15,0 3 8-15,0 4 17 0,1-1 16 16,-2 5 14-16,1-1 14 0,0 4 6 0,6 0 5 15,-5 0-1-15,6 0-6 0,-2 3-2 16,2-3-10-16,0 1-1 0,6-2-5 0,0-2-65 16,6-1-94-16,-6 0 0 0,14 0 0 15,-8-4 0-15,13-2 0 0,-6-1 0 16,6-7 0-16,1 3 0 0,0-7 0 0,6 1 0 16,-1-5 0-16,2-4 0 0,-1-2 0 15,0-2 0-15,0-3 0 0,1 1 0 0,-2-5 0 16,-5-3 0-16,0 4 0 0,-2-8 0 15,2 4 0-15,-7-3 0 0,1-2 0 0,-2 2-90 16,-6 0-237-16,2-5-69 0,-2 2-89 0,0-2-132 16,1-3-157-16,0-1-192 0,-7-1-70 15,6-3 19-15,7-2 90 0,-7 0 157 0,8-1 204 16</inkml:trace>
  <inkml:trace contextRef="#ctx0" brushRef="#br0" timeOffset="82376.64">31137 8572 164 0,'0'-7'429'16,"0"4"77"-16,7-5 81 0,-7 1 23 16,0 3-71-16,6 0-58 0,1-3-47 0,-7 3-34 15,6 1-42-15,1-1-50 0,-7-4-44 0,6 8-32 16,1-3-27-16,0-1-21 0,-1 4-16 0,7 0-17 16,-6 4-17-16,5-1-15 0,1 2-7 15,1 2-5-15,-2 0-3 0,2 4-2 0,5 3 0 16,-6-3 2-16,6 8-4 0,-5-5-5 15,5 9-3-15,1-1 0 0,-8 3-5 0,8 4-2 16,-6 1-2-16,-2 3-5 0,1 0-6 0,-6 0-8 16,0 0-7-16,-1 4-3 0,0-1 6 15,-6 0 6-15,0 5 2 0,0-2 2 16,-6-2-6-16,0 4-64 0,-1-4 0 0,-6-2 0 16,6 2 0-16,-5 1 0 0,-8-6 0 0,6 5 0 15,-5-7 0-15,6 2 0 0,-6-7 0 16,5 6 0-16,2-9 0 0,-1-1 0 0,6-2 0 15,-6-5 0-15,0 1 0 0,6-4 0 0,1 0 0 16,-7-4 0-16,6 0 0 0,1-3 0 16,-1 1 0-16,1-5 0 0,0 0 0 0,6-5 0 15,-7 1-16-15,0-3-347 0,7 0-113 0,-6-4-162 16,6-4-206-16,0-3-207 0,0-1-62 16,0-2 24-16,0-5 92 0,0-3 178 15,6-1 246-15</inkml:trace>
  <inkml:trace contextRef="#ctx0" brushRef="#br0" timeOffset="82942.24">31508 8378 10 0,'-6'-7'416'0,"6"4"94"0,-6-5 102 16,6 4 91-16,0 1-90 0,0-5-110 15,6 5-89-15,-6-1-65 0,6-3-82 0,1 2-63 16,0 3-32-16,-1-6-22 0,7 4-3 16,-7 0-4-16,8 1-3 0,-2-1-9 0,2 4-8 15,5-4-8-15,-5 1-12 0,-2 3-9 16,8-4-7-16,-7 4-8 0,0 0-8 0,6 0-11 15,-13 4-9-15,8-4-9 0,-1 3-13 16,-7 1-6-16,1 0-9 0,-7-1-3 0,0 5-5 16,0 0-1-16,0 2-1 0,-7 1 1 0,1 0 1 15,-1 4 1-15,-5-4 1 0,-2 4-1 16,-5-5-1-16,-1 5 1 0,8-5-2 16,-8 5 0-16,6-4 3 0,2 0 6 0,-1 1 11 0,-1-5 9 15,8 0 15-15,0 1 14 0,0-5 19 16,6 1 20-16,-8-1 18 0,16 2 11 15,-8-2 6-15,6-3 0 0,6 4-12 0,2-4-15 16,5 0-21-16,1-4-15 0,0 4-14 0,5-3-12 16,1 3-10-16,0-5-10 0,1 2-7 15,-1 3-7-15,0-4-2 0,-1 4-7 0,-5-3-2 16,0 3-3-16,-1 0 1 0,-6-4-4 16,0 4 3-16,1 0 1 0,-8-4-6 0,0 4-16 15,1 0-38-15,-7-3-50 0,0 3-72 0,-7-4-79 16,1 0-93-16,-8 1-134 0,2-2-165 15,-1 3-192-15,-7-6-141 0,-6 0-34 16,0 5 41-16,0-5 119 0,-7-2 186 0,1 2 234 16</inkml:trace>
  <inkml:trace contextRef="#ctx0" brushRef="#br0" timeOffset="83475.75">30792 8136 360 0,'-13'-7'424'0,"6"0"45"0,-5-4 40 16,-2 3-110-16,2 5-90 0,-1-4-36 15,-1 2-6-15,2 2 2 0,-2-1 3 0,2 4-2 16,-2-3-14-16,1 6-21 0,1-3-25 0,-2 4-24 15,2 4-21-15,-2 2-15 0,1 1-13 16,0 4 1-16,-6-1-4 0,-1 9 3 16,1-1 6-16,-1 3 6 0,-6 5 11 0,6 2 7 15,-5 1 6-15,5 4 9 0,-6 3 8 0,6 1 20 16,-5 2 7-16,5 1 6 0,0 5 0 16,7-2-2-16,-7 4-8 0,8 1-62 15,-8-1-151-15,7 0 0 0,7 1 0 0,-8 2 0 16,2 1 0-16,5-4 0 0,0 5 0 15,7-1 0-15,-6 0 0 0,6-1 0 0,6 1 0 16,1 0 0-16,0-4 0 0,-1-3 0 16,7 0 0-16,0-8 0 0,0 0 0 0,7-3 0 15,0-8 0-15,-2 1 0 0,9-5 0 16,-1-3 0-16,0-4 0 0,7-3 0 0,-7 0 0 16,6-4 0-16,-7 0 0 0,2-4 0 0,-1-3 0 15,0 0 0-15,-6-1 0 0,-1-3 0 16,1 0 0-16,-8 0 0 0,2 0 0 15,-1-3-182-15,0-1-263 0,-6-3-134 0,5 0-146 0,2-5-165 16,5 1-155-16,-6-3-26 0,6-1 45 16,7-7 131-16,1 0 176 0,5-7 226 0</inkml:trace>
  <inkml:trace contextRef="#ctx0" brushRef="#br0" timeOffset="84040.33">32049 8100 407 0,'7'-7'513'0,"-7"-5"109"16,0 1 87-16,0 0-74 0,6 3-109 15,-6 1-74-15,6 1-69 0,-6-2-82 0,8 0-56 16,-8 5-33-16,6 0-23 0,-6-2-14 0,6 1-11 16,1 4-6-16,-1 4-14 0,1 1-12 15,-1 1-10-15,7 5-9 0,1 0-1 16,-2 4 0-16,1 4 2 0,0 3 1 0,0 3-5 15,1 1-2-15,-2 3-5 0,-5 8 1 0,0-1 2 16,5 8 17-16,-12 1 22 0,7 2 10 0,-1 8-1 16,1 4-9-16,-7 0-17 0,0 5-23 0,0 3-55 15,0 3-50-15,-7-1 0 0,7 0 0 0,-6 9 0 16,6-6 0-16,-7 2 0 0,1 0 0 16,0 3 0-16,-8-8 0 0,2 1 0 0,-2-9 0 15,-5-1 0-15,-1-9 0 0,0-3 0 16,-5-8 0-16,5-3 0 0,-6-5 0 0,6-2 0 15,-5-4 0-15,5-5 0 0,-6-2 0 0,6-5 0 16,1 1 0-16,5-8 0 0,-5 4 0 16,6-7 0-16,0-1 0 0,1 2 0 0,4-5 0 15,2-5 0-15,0 2 0 0,-1-4 0 0,0-1 0 16,1-6 0-16,6 3-303 0,-6-3-173 16,6-5-148-16,0-3-184 0,6-4-223 15,-6-3-75-15,6-8 18 0,1-4 82 0,0-2 160 16,5-5 225-16</inkml:trace>
  <inkml:trace contextRef="#ctx0" brushRef="#br0" timeOffset="84665.1">32348 7752 142 0,'8'-11'362'0,"-2"-4"61"16,-6 0 70-16,6 1 2 0,0-1-79 15,-6 1-27-15,7 2-16 0,0-2-10 0,-1 3-39 16,1-4-47-16,-1 4-19 0,0-3-32 15,8 2-26-15,-8 1-33 0,8 0-15 0,-2 1-11 16,1 2-29-16,1-3-13 0,-2 4-12 0,2 3-1 16,-2-3-4-16,8 3-7 0,-1 1 0 15,-5 3-3-15,5 0-3 0,1 0-8 0,0 0-9 16,-8 0-3-16,8 3-7 0,-7 1-6 16,0-1-5-16,-6 5-3 0,-1-1-1 0,0 0-1 15,0 5 5-15,-6-2 5 0,-6 5 7 16,0-5 7-16,-7 5 3 0,0 1 5 0,-6-1 8 15,-1-1 3-15,-6 0-2 0,6 2-5 0,-5-2-4 16,5-3-5-16,-7 3-7 0,8-3-6 16,0 0-5-16,5 0 0 0,1 0-1 0,1-3 1 15,5-1-2-15,0 1 5 0,1-5 16 16,6 4 16-16,0-3 19 0,0 0 19 0,13-1 13 16,0 1 4-16,6-4-6 0,7 4-15 0,0-4-12 15,7 0-35-15,-1 0-57 0,1 0 0 16,7 0 0-16,-8-4 0 0,7 4 0 15,-6-4 0-15,-1 1 0 0,1-1 0 0,-1 0 0 16,-6 4 0-16,1-3 0 0,-1 3 0 0,-7-4 0 16,-6 4 0-16,0 0 0 0,0 0 0 0,0-3 0 15,-7 3 0-15,1 0 0 0,-7 0 0 0,7 0 0 16,-7 0 0-16,0 0-235 0,0 0-186 16,0 0-171-16,-7 0-237 0,0 0-233 0,1 0-76 15,0 0 16-15,6 0 79 0,-7-4 166 16,7 0 264-16</inkml:trace>
  <inkml:trace contextRef="#ctx0" brushRef="#br0" timeOffset="88264.54">16848 9451 188 0,'0'8'244'0,"0"-1"-7"16,0-4-33-16,6 4-73 0,2-2-57 15,4-1-33-15,-5 3-18 0,12-3-10 0,-6 3-6 16,7-4-3-16,6 4-23 0,-1 1-48 16,2 3-85-16,-1-4-55 0,0 1-29 0,7-1-13 15</inkml:trace>
  <inkml:trace contextRef="#ctx0" brushRef="#br0" timeOffset="88405.13">17357 9638 131 0,'12'8'415'0,"-6"-1"87"0,1 0 89 0,0-4 39 16,-1 2-39-16,-6-2-63 0,7-3-66 15,-7 0-67-15,6 0-76 0,0 0-93 0,2-3-87 16,-2-2-60-16,0 5-38 0,8-6-34 16,-2 2-67-16,8 0-112 0,-1-2-128 15,1-2-142-15,6-1-158 0,1 3-135 16,5-5-25-16,1 1 61 0,-1 1 104 0,1-1 130 15</inkml:trace>
  <inkml:trace contextRef="#ctx0" brushRef="#br0" timeOffset="88581.79">18150 9565 416 0,'20'4'591'0,"0"-1"115"0,-7 1 62 16,-1-4-27-16,-4 0-131 0,-2 0-127 16,0 0-118-16,1 0-103 0,0-4-71 0,5 4-58 15,-5-3-44-15,6-1-35 0,0 1-32 16,0-2-51-16,6 2-102 0,1-1-136 15,-1-3-153-15,8 0-147 0,5 3-140 0,1-3-88 0,-1 3 26 16,8 1 97-16,-1-2 131 0,-1 2 135 16</inkml:trace>
  <inkml:trace contextRef="#ctx0" brushRef="#br0" timeOffset="88716.57">19016 9554 286 0,'20'8'494'15,"-13"-1"91"-15,6-4 64 0,-6-3 11 0,-1 4-100 16,0-4-114-16,1 4-100 0,-7-4-82 15,7 0-89-15,-1-4-71 0,0 4-64 16,8-4-91-16,-1 1-126 0,0-1-153 0,6 1-189 16,1-5-152-16,6 1-69 0,-7-4 17 15,14 3 85-15,-7-2 132 0</inkml:trace>
  <inkml:trace contextRef="#ctx0" brushRef="#br0" timeOffset="88872.78">19805 9583 21 0,'6'7'587'15,"0"2"138"-15,2-9 84 0,-8 0 59 16,0 0-75-16,6 0-210 0,-6-5-230 16,0 5-130-16,6-4-99 0,-6 1-107 0,7-4-121 15,6 3-134-15,0-3-149 0,7-5-153 16,-1 5-178-16,7-4-52 0,0 4 30 0,0-4 82 16,7 3 123-16,-7 1 136 0</inkml:trace>
  <inkml:trace contextRef="#ctx0" brushRef="#br0" timeOffset="89060.23">20313 9554 433 0,'13'8'774'0,"-7"2"105"0,1-6 72 0,-7 0 51 16,7-1-241-16,-7 1-266 0,6-4-154 15,-6 3-69-15,0-3-34 0,7 0-30 16,-7 0-30-16,6 0-25 0,0-3-32 0,1 3-32 16,0-4-36-16,-1 1-36 0,8 3-55 15,-8-4-70-15,7 0-79 0,-7 1-107 16,1-1-141-16,-1 1-155 0,-6-2-156 0,0-2-146 15,-6 0-36-15,-7 0 47 0,6-1 111 0,-13-2 151 16,1-2 191-16</inkml:trace>
  <inkml:trace contextRef="#ctx0" brushRef="#br0" timeOffset="90181.93">13748 7579 106 0,'0'0'314'0,"-7"0"43"0,7 0 18 0,0 0-29 15,0 0-63-15,0 0-55 0,-6 0-39 16,6 3-25-16,0 1-11 0,-6 1 13 16,6 1 19-16,0 2 29 0,-7 3 22 0,7 4 5 15,0-1 0-15,-7 4-24 0,7 1-23 16,0-1-28-16,-6 0-26 0,6 0-14 0,0 1-15 15,0 0-7-15,0-5-12 0,0 1-10 16,0-5-9-16,0 2-5 0,0-1-3 0,0-4-6 16,0-3 0-16,0-1-1 0,0 1-2 15,0-1-4-15,0-3-8 0,0 0-9 16,0 0-12-16,0 0-15 0,0-3-31 0,0 3-54 16,0-4-91-16,6 1-120 0,-6-1-132 15,0 0-152-15,0 1-170 0,7-1-64 16,0-3 30-16,-1 4 88 0,0-6 115 0,8 6 145 15</inkml:trace>
  <inkml:trace contextRef="#ctx0" brushRef="#br0" timeOffset="90918.2">14640 7675 150 0,'-6'0'290'16,"6"0"37"-16,0-3-12 0,0 3-36 0,0 0-37 16,0-4-35-16,6 4-25 0,-6-5-18 15,0 5-20-15,0-3-15 0,0 3-18 0,7-4-13 16,-7 1-9-16,7 3-3 0,-7-4-1 15,6 4-1-15,0-4-5 0,0 4 2 16,2-3 1-16,4-1 0 0,-5 1-1 0,6-1-3 16,-6 4 1-16,5 0-4 0,-5-3-9 0,6 3-10 15,0 0-10-15,0 0-3 0,0 0-5 16,-7 3-6-16,8 1-4 0,-8-1-2 16,8 1-5-16,-8 3-7 0,0-3-27 0,1 6 6 15,-1-1 7-15,-6 1 5 0,0-3 10 16,0 8 10-16,0-4 32 0,-6 3-2 0,6-2 0 15,-13 2-6-15,7 1-7 0,-8 0-8 16,1 3-4-16,0-8-7 0,7 5 5 0,-7 0 6 16,6-4 7-16,-6 0 16 0,7-4 10 15,-1 1 20-15,7-2 13 0,-7-1 15 16,7-2 15-16,0 2 2 0,0-1-2 0,0-4-10 16,0 0-24-16,7 0-14 0,0 0-19 15,5 0-16-15,2-4-9 0,5 4-10 0,-6-5 0 16,6 2-8-16,1 3-5 0,0-5-7 15,-1 2-2-15,1 0-3 0,6-1-3 16,-7 4-2-16,1 0 2 0,0-4 0 0,-1 4 1 16,-6 0 0-16,0 0 1 0,1 0 3 15,-8 0-3-15,0 0-3 0,1 0-3 0,-1 0-12 16,-6-3-23-16,0 3-46 0,0 0-87 16,0 0-128-16,-6 0-156 0,6-4-181 0,-7 0-162 15,1 4-52-15,6-4 35 0,-6-3 102 16,6 4 144-16</inkml:trace>
  <inkml:trace contextRef="#ctx0" brushRef="#br0" timeOffset="91875.59">16093 7469 211 0,'0'0'326'0,"6"-3"33"0,-6-2 13 15,0 2-48-15,0 0-52 0,7-1-32 16,-7 0-17-16,0-2-4 0,6 1 6 0,0-2-10 16,-6 3-13-16,14 1-9 0,-8-5-12 15,1 5-25-15,6-4-27 0,-7 3-12 16,7 1-20-16,-7 3-33 0,8-5-16 0,-8 5-9 15,8 0-18-15,-8 0-8 0,7 5-6 16,-7-5 8-16,1 3-8 0,0 4-5 0,-1 0 2 16,-6 1-4-16,6-1 6 0,-6 0 2 15,0 1 0-15,-6 3 1 0,0 0-4 0,-1 1 2 16,-6-6-7-16,0 5 2 0,0 0-3 16,0-4 0-16,-1 1 5 0,2 3-1 15,-1-8 0-15,6 4-2 0,1-2 4 0,-1-2 0 16,1 1 8-16,0-4 16 0,6 3 18 15,-8-3 19-15,8 0 11 0,0 0 8 0,8 0-6 16,-2 4-15-16,7-4-18 0,-7 4-18 16,7-4-12-16,6 3-7 0,-5 1-6 0,-1 0 0 15,6 2-3-15,-6 3 1 0,7 2 5 16,-7-5 5-16,0 5 7 0,0 1 8 0,-6-1 7 16,6 0 5-16,-13-1 1 0,6 5 0 15,-6-7-2-15,-6 3-4 0,6-1-1 0,-7-2 2 16,-6 3 5-16,6-4-1 0,-5-4-1 15,-2 5 3-15,2-3 10 0,-2-2 8 16,8 0 9-16,-7-3 14 0,0 4 15 0,6-4 14 16,-5 0 11-16,4 0 10 0,2-4 2 15,0 4-1-15,-1-3-11 0,1 3-13 16,6-3-18-16,-7 3-17 0,7-5-21 0,-6 2-12 16,6 3-11-16,0-5-2 0,0 5-7 15,0 0-8-15,0-3-3 0,-7 3-5 0,7 0 0 16,0 0-5-16,0 0-3 0,0 0 1 15,0 0-3-15,0 0-1 0,7 0-8 0,-7 0-12 16,0 0-18-16,0 0-30 0,0 0-36 16,0 0-46-16,0 0-64 0,0 0-90 15,0 0-119-15,0 0-133 0,0 0-164 0,-7 0-133 16,7 3-30-16,-6-3 52 0,6 0 111 16,-6 0 149-16</inkml:trace>
  <inkml:trace contextRef="#ctx0" brushRef="#br0" timeOffset="93361.63">21498 8987 187 0,'0'0'247'0,"0"0"1"16,0 0-30-16,0 0-35 0,0 0-29 16,0 0-19-16,0 0-10 0,0 0 2 0,0 0 11 15,0 0 12-15,0 0 19 0,0 0 18 0,0 0 27 16,0 0 29-16,0 0 35 0,0 0 23 15,0-5 3-15,0 5-1 0,0 0-14 16,0-3-29-16,0 3-35 0,0-4-32 0,0 4-17 16,0-4-11-16,0-3-7 0,0 4-8 15,0-1-7-15,0 0-9 0,0-3-7 0,7 4-14 16,-7-5-11-16,0 1-4 0,0-1-8 16,6 5-8-16,-6-5-10 0,7 0-8 0,-1 6-11 15,-6-6-14-15,7 0-9 0,-1 5-9 16,8-5-5-16,-8 2-5 0,7 2-2 15,0-1 0-15,0-1-4 0,0 2-1 0,0 0 0 16,7 1-2-16,-8 3-3 0,8-4 1 16,-7 4 0-16,7 0 1 0,-8 0-2 0,8 4 1 15,0-4 1-15,-7 3-1 0,7 5 1 16,-8-5-2-16,1 5 1 0,1-1 0 16,-2 4 1-16,2 0 1 0,-8-1 2 0,0 6 11 15,1-2 12-15,-7 1 5 0,7 0 5 16,-14 3 3-16,7 0 2 0,-7 1-6 0,1-1-6 15,0-1-4-15,-8 6-3 0,2-1-4 16,-2-4-2-16,-5 5-3 0,6-5-5 0,-6 3-2 16,-1-2-2-16,-7-4 0 0,9 3-4 15,-2-3 5-15,-7-1 2 0,9 1 9 16,-2-5 5-16,0 2 10 0,1-5 8 0,5 5 8 16,2-6 8-16,-8-1 9 0,13 2 12 15,-6-4 10-15,7-3 8 0,-1 4 5 0,7 0 3 16,-6-4-1-16,6 0-8 0,0 0-10 15,-6 3-76-15,6-3-8 0,0 0 0 0,0 0 0 16,0 0 0-16,0 0 0 0,0 0 0 16,0 0 0-16,6 0 0 0,-6 0 0 15,13 0 0-15,-7 0 0 0,7 0 0 0,0 0 0 16,1 4 0-16,5-4 0 0,-6 0 0 16,6 0 0-16,1 0 0 0,0 0 0 0,-1 4 0 15,1-4 0-15,6 0 0 0,-7 3 0 16,1-3 0-16,0 0 0 0,-8 0 0 15,8 4 0-15,-1-4 0 0,-5 0 0 0,-2 0 0 16,2 0 0-16,-2 0 0 0,2 0 0 16,-8 0 0-16,7 0 0 0,-7 0 0 0,2 0 0 15,-2 0 0-15,0 0 0 0,-6 0 0 0,6 0 0 16,-6 0 0-16,0 0 0 0,0 0 0 16,7 0 0-16,-7 0 0 0,0 0 0 0,0-4 0 15,0 4 0-15,0 0 0 0,0 0 0 16,-7 0 0-16,7 0 0 0,0 0 0 15,-6 0 0-15,6 0 0 0,0 0-225 0,-6-3-142 16,6 3-57-16,-6-4-68 0,6 4-87 16,0-4-93-16,0 1-99 0,0-1-122 0,0 0-33 15,0-4 51-15,0 1 110 0,0 4 138 16,6-5 168-16</inkml:trace>
  <inkml:trace contextRef="#ctx0" brushRef="#br0" timeOffset="95056.97">21981 8418 108 0,'0'0'284'15,"6"0"46"-15,-6-3 6 0,0 3-20 0,0 0-26 16,0 0-22-16,0 0-19 0,0 0-19 16,6-4-18-16,-6 4-15 0,0 0-6 0,0-4 4 15,6 1 8-15,-6-1-2 0,0 4-1 0,0-3-6 16,8-5-10-16,-8 4-16 0,0 1-15 16,0-1-3-16,-8 0-7 0,8 1-4 15,0-5-18-15,-6 5-19 0,0-1-23 0,6 1-18 16,-14-1-20-16,8 0-14 0,0 4-9 15,-7 0-2-15,6 0-3 0,-6 0-5 0,1 4-2 16,-2 3 0-16,-5 0 1 0,5 1-4 16,2 3 0-16,-2-4-2 0,2 8-1 15,-2-4 4-15,1 3 1 0,7 4 10 0,0-2 10 16,-1 2 12-16,0-4 14 0,7 4 8 16,-6-3 11-16,12 4 1 0,-6-4-1 15,7-1-2-15,6-3 2 0,-7 3 1 0,7-2-1 16,1-5-6-16,5-1-2 0,-6 3-2 0,7-6-8 15,-1 1-7-15,1 0-5 0,-1-4 2 16,-6 0 5-16,6 0-1 0,-5 0 5 16,-2-4-1-16,-4 4-2 0,4-4-2 0,-5 4-8 15,-7-3-11-15,6 3-7 0,-6-4-6 16,0 4-13-16,0-5-26 0,0 5-37 0,-6-2-56 16,-1 2-82-16,7-4-115 0,-6 0-150 15,6 1-150-15,-6-1-170 0,6 0-117 0,-8-2-13 16,8 1 62-16,0-2 130 0,8-1 156 15</inkml:trace>
  <inkml:trace contextRef="#ctx0" brushRef="#br0" timeOffset="95526.24">22345 8081 181 0,'0'-7'374'0,"0"3"59"0,0-3 57 0,0 0-47 16,0 2-76-16,-7-2-48 0,7 4-25 0,-6 0-17 15,0-2-16-15,-1 2-26 0,0 3-23 16,1 0-21-16,-7 0-20 0,7 3-18 15,-8 5-19-15,8 0-2 0,-7 2-6 0,0 5-1 16,6 4-10-16,-5-1-7 0,-2 3-9 16,8 5-4-16,-1-4-1 0,0 4-6 0,1 3 1 15,6-3-2-15,0 0-2 0,0 3-6 16,6-3-5-16,1 0-6 0,0-1-8 16,5 0-8-16,-4-2-9 0,4-1-4 0,1-4-10 15,1 0-4-15,-2-4-1 0,2 1 0 16,-8 0 2-16,7-4-1 0,-7 0 3 15,8-4 1-15,-8-3 1 0,0 3-2 0,-6-3 0 16,7 0 1-16,-7-4-3 0,7 0-6 16,-7 0-7-16,0 0-18 0,0-4-47 0,-7 4-71 15,7-8-100-15,0 5-145 0,0-5-157 16,-7 2-171-16,7-2-172 0,7 1-49 16,-7-1 37-16,0-3 112 0,7 4 141 0,-7-4 176 15</inkml:trace>
  <inkml:trace contextRef="#ctx0" brushRef="#br0" timeOffset="95854.65">22514 8308 278 0,'0'-7'472'0,"0"0"85"0,0-5 92 16,0 5-11-16,0 0-99 0,0 0-79 0,0 3-52 15,0-3-43-15,0 4-62 0,0-1-57 16,0-1-45-16,0 2-40 0,0 3-41 0,0-3-37 15,0 6-22-15,0-3-2 0,0 8 4 16,-6-1 21 0,6 4 21-16,0 0 23 0,0 4 11 0,-6 3 3 15,6 1 0-15,0 2-9 0,0 2-8 0,0-2-12 16,-8 1-12-16,8 4-12 0,0-5-16 16,0 2-15-16,0-1-16 0,0-4-13 15,0 0-11-15,0 0-6 0,8-3-4 0,-8-4-4 0,0 0-2 16,6 0 0-16,-6-3 2 0,0-5-12 0,0 1-41 15,0 0-63-15,6-4-81 0,-6-4-106 16,0 0-147-16,0-3-159 0,7-1-146 0,-1-2-160 16,1-5-39-16,-1 1 45 0,1-1 113 15,-1 0 150-15,8 1 178 0</inkml:trace>
  <inkml:trace contextRef="#ctx0" brushRef="#br0" timeOffset="96262.63">22709 8342 199 0,'0'-11'484'15,"8"4"105"-15,-8-1 103 0,0 0 25 16,6 5-123-16,-6-5-122 0,0 5-104 16,0 3-97-16,-6-4-89 0,6 4-52 0,0 4-28 15,-8-1-9-15,8 5-7 0,-6-1 3 16,0 5-12-16,-1-5-21 0,-6 4-15 0,6 0-17 16,-5 4-6-16,6-5-12 0,-8 1 1 15,1 0-5-15,6 0-2 0,-6 0 2 16,1-4 1-16,5 1 3 0,0-1 11 0,1-4 30 15,0 1 25-15,6 0 23 0,-7-1 22 16,7-3 14-16,0 0 1 0,0 0-12 0,0 0-15 16,7 0-20-16,-7 0-16 0,6-3-13 15,0 3-15-15,1 3-15 0,0-3-4 16,-1 5-5-16,0-2-4 0,7 0 3 0,-6 4-4 31,6 1 1-31,-7 0-5 0,2-1 2 0,4 4-4 16,-6-3-3-16,8 2 1 0,-8-2 0 15,1 3-2-15,-1-4-2 0,0 1 5 0,2-2-2 16,-8-2 2-16,6 3-4 0,0-3-9 16,-6 0-32-16,0 0-53 0,0-1-72 15,6 2-110-15,-6-5-147 0,0 0-158 0,7 0-155 16,-7-5-132-16,7 5-24 0,-1-7 54 16,1 3 124-16,-1 0 152 0</inkml:trace>
  <inkml:trace contextRef="#ctx0" brushRef="#br0" timeOffset="96500.59">22950 8481 335 0,'0'-5'581'0,"-6"3"120"0,6 2 87 0,-6-5-11 16,6 2-140-16,0 0-137 0,0 3-130 0,0-5-110 0,0 5-81 16,6 0-64-16,0 0-42 0,1 0-28 15,0 0-20-15,6 0-10 0,-7 0-5 0,8 0-5 16,-2 0-4-16,2 0 0 0,-2 0 1 15,1 0-4-15,-6 0-16 0,6 0-51 16,-7 0-82-16,0 0-127 0,-6-3-140 0,8-1-163 16,-2 4-170-16,-6-4-45 0,0 1 30 15,6 3 99-15,-6-3 123 0</inkml:trace>
  <inkml:trace contextRef="#ctx0" brushRef="#br0" timeOffset="96799.67">23335 8324 88 0,'-7'-8'501'0,"7"0"130"0,0 5 97 0,-6-5 66 16,6 5-130-16,0-1-157 0,0 1-136 16,0 3-120-16,0-5-88 0,0 5-43 15,0 5-20-15,0-2 1 0,0 4 10 0,0 1 6 16,0 3 14-16,0 4 0 0,0-1-10 15,0 1-11-15,0 3-10 0,-7-3-10 0,7 3-16 16,0-3-18-16,0 0-11 0,0-1-11 0,0 0-8 16,0-2-6-16,0-1-8 0,0-4-2 15,0 0-3-15,0 0-4 0,0-2-2 16,0-2-2-16,0-3-9 0,0 4-40 0,-6-4-73 16,6-4-119-16,0 1-157 0,0-2-179 15,0-2-220-15,6 0-102 0,-6-4-3 0,0 4 82 16,7-8 135-16,-7 4 168 0</inkml:trace>
  <inkml:trace contextRef="#ctx0" brushRef="#br0" timeOffset="97128.9">23472 8081 314 0,'6'-3'491'16,"-6"-5"66"-16,7 1 51 0,-1 3-45 0,7 1-123 15,-7-2-81-15,8 5-61 0,-1 5-34 16,0-2-23-16,0 1-16 0,7 7-19 0,-8 0-18 16,8 0-14-16,-7 7-9 0,7 0-1 15,-8 1-6-15,2 4 4 0,-8 2 3 0,0 0 6 16,1 4 5-16,-7-3 1 0,0 3-7 16,-7 1-8-16,7-5-11 0,-12 5-9 0,5-5-11 15,-6 1-11-15,7-4-9 0,-8 0-14 16,8-4-16-16,-7-3-17 0,7 0-16 0,-1-1-15 15,0-7-10-15,7 1-8 0,-6-1-3 16,6 0-1-16,0-3-4 0,-6 0-1 0,6-4-5 16,0 4-19-16,0-4-61 0,0 0-95 15,-7 3-145-15,0-3-224 0,1 0-298 0,-1 0-220 16,-6 0-65-16,-6 0 27 0,-1-3 109 16,1-1 205-16,-13-4 292 0</inkml:trace>
  <inkml:trace contextRef="#ctx0" brushRef="#br0" timeOffset="106116.14">13846 12661 285 0,'0'11'403'0,"0"-5"84"0,0 2 39 16,0-4-8-16,0 3 36 0,-7-7-29 15,7 4-40-15,0-4-43 0,0 0-47 16,-6 0-68-16,6-4-66 0,-7 1-46 0,7-1-24 16,-6-3-13-16,6-1-12 0,0 1-12 15,0 0-8-15,0-1-9 0,0-4-8 0,0 3-14 16,6-2-10-16,-6-1-6 0,7 1-8 15,-1 0-4-15,1 1-5 0,6-2 0 0,-1 1-3 16,2 4-7-16,5-4-3 0,-6 3-9 16,7 2-8-16,-1 2-13 0,1 0-7 15,-1 1-9-15,-5 3-6 0,6 3-8 0,-1 1-2 16,0 0-2-16,-6 2-1 0,7 6 0 16,-7 2 5-16,0 1-4 0,0 0 3 0,0 3 6 15,-6 4 11-15,-1 0 10 0,0 0 7 16,-6 4 20-16,7-1 14 0,-7 1 10 15,-7 0-2-15,7 3-9 0,-6 0-62 0,0-3-13 16,-1 3 0-16,-6 1 0 0,6-1 0 16,-12-4 0-16,6 1 0 0,-7-4 0 0,1 1 0 15,-1-2 0-15,0-3 0 0,-6 1 0 16,7-5 0-16,-7-3 0 0,6-3 0 16,1-1 0-16,-7-7 0 0,12 0 0 0,-5-4 0 15,0-3 0-15,6-4 0 0,-1-1 0 0,8-2 0 16,0-4 0-16,-1 0 0 0,0-1 0 15,7 1 0-15,0 4 0 0,7-5 0 16,0 4 0-16,-1 5 0 0,8-2 0 0,-8 5 0 16,7 4 0-16,0-1 0 0,0 4 0 15,-1 0 0-15,2 7 0 0,-1-3 0 0,6 3 0 16,-6 4 0-16,7 0 0 0,-7 0 0 16,6 0 0-16,-6 0 0 0,7 3 0 0,-6-3 0 15,-2 0 0-15,1-3 0 0,0 3 0 16,0-5 0-16,-7 6 0 0,2-7 0 0,-2 1 0 15,0-2 0-15,1 0 0 0,-7-4 0 16,6 3-285-16,-6-3-124 0,7-3-137 0,-7-1-167 16,0-6-194-16,0-2-154 0,6-3-23 15,-6 0 55-15,0-3 132 0,0-3 193 0,7-2 239 16</inkml:trace>
  <inkml:trace contextRef="#ctx0" brushRef="#br0" timeOffset="106600.41">14374 12039 74 0,'6'-5'414'0,"-6"-3"170"16,6 1 46-16,-6 0 52 0,0 3-82 0,0-3-84 16,0 3-74-16,0-3-144 0,0 4-37 0,0-1-54 15,-6-3-46-15,0 3-33 0,6 0-25 16,-8 1-6-16,2 3-7 0,0 0-17 16,-7 0-12-16,6 0-8 0,0 3 2 0,-5 1-10 15,-2 3 3-15,2 1 0 0,-1 2 2 16,-1 1 1-16,2 0 0 0,5 4 0 0,-6 4 5 15,7-6 5-15,-1 7 4 0,0-3 5 16,1 6 5-16,6-5 1 0,6 0 0 16,-6 1-5-16,7-1-5 0,0-1-10 0,5 0-5 15,2-3-5-15,-2-3-5 0,8 3 0 16,-7-6-3-16,7-1-4 0,-1 0-1 0,1-4-3 16,0-3-2-16,-2 0 0 0,2 0-2 15,-7-3-1-15,1 0-1 0,-2-1-6 16,-6 0-5-16,2 1-13 0,-2-1-37 0,0 0-67 15,-6-3-94-15,-6 4-132 0,6-5-177 16,-6 1-197-16,-2-1-210 0,-4 5-73 0,6-5 21 16,-1-4 93-16,-6 6 158 0,0-5 194 15</inkml:trace>
  <inkml:trace contextRef="#ctx0" brushRef="#br0" timeOffset="107069.04">13871 11851 75 0,'-12'-7'445'15,"-1"3"67"-15,0-3 62 0,-6-1 77 16,5 5-99-16,-6-1-105 0,8 0-68 0,-8 4-31 15,7 0-33-15,-7 0-47 0,1 0-45 16,-1 4-30-16,0 3-17 0,2 1-14 0,-9 3-8 16,7 3-13-16,2 0-13 0,-9 5-12 15,1-1-6-15,0 8-6 0,0 4-2 0,-1-1-1 16,2 8 3-16,5 3 6 0,-6 4 7 16,0 3 6-16,7 5 0 0,-1 6 4 0,0 1-4 15,8 3-8-15,5 1-2 0,1-1-7 16,6 0-5-16,0-1 5 0,6 3 13 0,1-3 8 15,5 2 7-15,2-1 4 0,5-3-109 16,1 0-29-16,0-2 0 0,-2 3 0 0,2-5 0 16,7-3 0-16,-9-5 0 0,9 0 0 15,-7-6 0-15,-1-8 0 0,0 0 0 0,1-8 0 16,-1-3 0-16,1-7 0 0,0-3 0 16,-1-9 0-16,1-3 0 0,0-3 0 15,-8-9 0-15,8 1-285 0,-1-8-141 0,-5-3-103 16,5-3-137-16,-6-4-160 0,6-4-178 15,1-1-46-15,6-2 30 0,-6-4 98 0,5-4 169 16,8 0 215-16</inkml:trace>
  <inkml:trace contextRef="#ctx0" brushRef="#br0" timeOffset="107568.92">14607 11759 224 0,'0'-14'522'0,"0"3"115"0,0-4 100 16,0 0 48-16,0 4-141 0,0 1-105 0,0-1-87 15,0 3-85-15,8 1-76 0,-8 0-67 16,0 0-53-16,0 3-45 0,6 0-34 0,0 4-21 15,1 0-13-15,6 4 0 0,0 3-1 16,-1 0 3-16,2 4 6 0,5 3 4 0,1 5 3 16,0 3 3-16,6 4 8 0,-7 3 14 15,1 8 10-15,6 3 13 0,-7 4 14 16,1 7 8-16,0 4 6 0,-1 4-5 0,0 7-7 16,-6 4-9-16,1 3-19 0,-8-1-11 15,0 6-17-15,1-1-15 0,-14-4-13 16,7-1-7-16,-12 2-6 0,5-7-9 0,-6-2-11 15,0-3-20-15,-7-3 0 0,8-4 0 0,-15-3 0 16,8-5 0-16,0-3 0 0,-1-7 0 16,0-4 0-16,1-8 0 0,-1 1 0 0,7-11 0 15,-6-1 0-15,5-7 0 0,1 1 0 16,1-8 0-16,-2-4 0 0,2 0 0 16,5-5 0-16,-6-3 0 0,6-7-91 0,1 1-349 15,0-4-158-15,6-3-172 0,0-4-193 16,6-5-125-16,-6-2-9 0,13-5 67 0,-7-3 138 15,8-3 195-15,-2-8 246 0</inkml:trace>
  <inkml:trace contextRef="#ctx0" brushRef="#br0" timeOffset="107943.85">14953 11510 336 0,'7'-11'575'0,"-7"1"124"0,6 2 96 16,0 0 6-16,-6 2-142 0,0 1-115 16,7 2-116-16,-7 0-105 0,0 3-86 0,0-5-69 15,0 5-42-15,0 5-20 0,0-2-4 16,0 5 8-16,0 3 12 0,0 4 16 0,0-1 4 15,0 0-7-15,0 5-8 0,0 3-14 16,0-4-14-16,0 0-19 0,0 1-19 0,0-1-17 16,0-3-15-16,0 3-9 0,0-8-11 15,0 5-2-15,0-4-2 0,0-3-1 16,0-1-2-16,0 0-8 0,0-3-16 0,0 0-37 16,0-4-53-16,0 0-66 0,0 0-83 15,0-4-116-15,7-4-144 0,-7 1-156 16,6 0-168-16,1-4-79 0,-7 4 7 0,6-5 84 15,7 2 137-15,-6-5 181 0</inkml:trace>
  <inkml:trace contextRef="#ctx0" brushRef="#br0" timeOffset="108303.12">15161 11499 126 0,'0'-3'489'0,"0"0"135"0,6-1 104 0,-6-1 49 15,0 2-126-15,0 3-126 0,0 0-112 16,0 0-114-16,-6 3-85 0,6-3-49 15,-6 5-31-15,-1 2-19 0,1 0-19 0,-1 0-13 16,1 1-16-16,-7 2-19 0,-1-2-15 16,2 3-12-16,5 0-8 0,-6-4-6 0,0 4-6 15,1 0 2-15,4-4 0 0,2 0 8 16,0 1 17-16,-1-3 16 0,0-2 18 0,7 0 15 16,-6 1 10-16,6 0 5 0,0-4 5 15,0 3 8-15,6 1 0 0,1-4 10 16,0 4 5-16,-1 0-2 0,8-1-12 0,-8 4-17 15,7-3-12-15,-7 0-21 0,7 3-12 16,0 0-12-16,-7-4-8 0,8 6-8 0,-1-3-6 16,-7 2-5-16,1-1-4 0,6-3-2 15,-7 3-2-15,0 0-9 0,-6-3-28 16,8 0-40-16,-8-1-60 0,6 1-76 0,-6 0-109 16,0-1-134-16,6-3-135 0,-6 0-151 15,7 0-146-15,-7 0-33 0,7-3 52 0,-1-1 110 16,0 0 148-16,1 1 185 0</inkml:trace>
  <inkml:trace contextRef="#ctx0" brushRef="#br0" timeOffset="108537.55">15331 11668 211 0,'0'-4'598'0,"0"4"142"16,0-3 98-16,0 3 37 0,0-4-138 0,0 4-161 15,0 0-167-15,6 0-120 0,0 0-78 16,1 0-45-16,0 0-30 0,6 0-16 0,-1 0-11 15,2 0-9-15,6 4-13 0,-8-4-10 16,1 0-11-16,7 3-11 0,-8-3-7 16,2 0-7-16,-1 0-6 0,0 0-6 0,-6 0-6 15,-1 0-5-15,0 0-5 0,-6 0-6 0,8 0-21 16,-8 0-39-16,0-3-61 0,0 3-96 16,0 0-132-16,0 0-160 0,-8-4-173 15,8 4-192-15,0-4-58 0,-6 1 31 0,6-1 97 16,0 1 144-16,6-1 182 0</inkml:trace>
  <inkml:trace contextRef="#ctx0" brushRef="#br0" timeOffset="108849.88">15708 11459 544 0,'0'-8'709'0,"0"1"114"0,0 0 71 15,0 3-68-15,0 1-191 0,0-1-208 16,7 4-148-16,-7 0-89 0,0 4-40 0,0 3-10 15,6 3-1-15,-6 5 14 0,7 1 5 16,0 2 1-16,-7 4-8 0,6 0-10 0,-6 3-7 16,6 1-14-16,-6 0-10 0,7 0-14 15,-7-1-16-15,7-3-14 0,-7 0-12 0,0-4-9 16,6 0-12-16,-6 1-7 0,0-8-7 16,0 0-6-16,0-4-6 0,0 0-3 15,0 1-10-15,0-5-28 0,0 1-49 0,0 0-74 16,0-4-107-16,0 0-174 0,0 0-215 15,-6 0-248-15,-1 0-120 0,0-4-15 16,1 4 60-16,0 0 147 0,-1 0 212 0</inkml:trace>
  <inkml:trace contextRef="#ctx0" brushRef="#br0" timeOffset="109577.31">16392 12297 175 0,'6'-10'546'0,"2"3"109"0,-2-4 94 0,-6 0 77 16,6 3-150-16,-6 1-130 0,6 0-110 15,-6-1-89-15,0 5-85 0,0-1-73 16,0-1-61-16,0 5-49 0,-6 5-29 0,6 2-7 16,-12 4 11-16,4 4 12 0,-4 3 13 15,-1 1 9-15,-7-1 3 0,8 4-2 0,-15 4-10 16,7 0-6-16,1-1-4 0,-7 4 4 16,6-2 2-16,-6 0 4 0,0-4 0 0,7 3 4 15,-1-4 4-15,0-4-2 0,8-3 1 16,-1-1 5-16,0-2 7 0,0-5 10 0,6 0 10 15,0-1 10-15,7-1 10 0,-6-1 4 16,6-4-3-16,-6 3-11 0,6 2-69 0,0-5-59 16,0 0 0-16,0 3 0 0,0-3 0 15,6 3 0-15,-6 1 0 0,13 0 0 16,-6 2 0-16,6-1 0 0,6 2 0 16,-6 0 0-16,7 4 0 0,-1-4 0 0,7 5 0 15,-6-2 0-15,6 5 0 0,-7-3 0 0,7 2 0 16,0 4 0-16,1-3 0 0,-1 0 0 15,0 3 0-15,-7-4 0 0,7 0 0 0,0 3 0 16,-6-3 0-16,-1-1 0 0,1-1 0 16,-1-4 0-16,1-1 0 0,-6 0 0 0,-2-4 0 15,1 2 0-15,-6-2 0 0,-1-3 0 16,1 0 0 0,-1 4 0-16,-6-4 0 0,0 0 0 0,6-4 0 15,-6 4 0-15,0 0-2 0,0 0-487 0,0-3-181 16,0 3-200-16,0-5-209 0,0 2-66 15,8-1 30-15,-2-3 94 0,0 0 166 0,8 3 226 16</inkml:trace>
  <inkml:trace contextRef="#ctx0" brushRef="#br0" timeOffset="110274.69">17375 12441 189 0,'0'-14'727'0,"0"-2"143"0,0 2 96 16,0 0 84-16,0-1-66 0,0 4-279 0,0 0-189 15,0 4-113-15,0 2-81 0,-6-1-76 16,6 6-70-16,0 0-60 0,0 3-37 0,0 5-9 16,-6 2 12-16,12 5 20 0,-6 7 18 15,0 0 8-15,0 7-6 0,6 4-14 16,-6 0-20-16,0 0-66 0,7 0-22 0,-7 4 0 15,0-4 0-15,-7 3 0 0,7-6 0 16,0 2 0-16,0-5 0 0,-6-2 0 0,6 1 0 16,0-8 0-16,0 1 0 0,0-2 0 15,0-2 0-15,0-4 0 0,0 0 0 0,0-3 0 16,0-1 0-16,0 0 0 0,-6-3 0 16,6-4 0-16,0 4 0 0,0-8 0 15,6 4 0-15,-6-4 0 0,0-3 0 0,0 0 0 16,6-1 0-16,-6-3 0 0,0-3 0 0,7-1 0 15,-7-4 0-15,7 1 0 0,-7-3 0 16,6-5 0-16,1 0 0 0,-1-3 0 16,0-1 0-16,2 1 0 0,-2 0 0 0,7-1 0 15,-6 1 0-15,5 3 0 0,1-3 0 16,1 4 0-16,5 3 0 0,0 0 0 0,1-1 0 16,-7 1 0-16,13 4 0 0,-6 0 0 15,-1 3 0-15,1 1 0 0,0 2 0 16,-1 1 0-16,1 4 0 0,-2 0 0 0,2 4 0 15,-7 3 0-15,1 0 0 0,5 3 0 16,-6 4 0-16,0 0 0 0,7 9 0 0,-8-2 0 16,2 4 0-16,-2 4 0 0,-5 4 0 0,6 2 0 15,-6 3 0-15,-1 2 0 0,-6-4 0 16,0 8 0-16,7-8 0 0,-7 4 0 0,-7 0 0 16,7-4 0-16,0 4 0 0,0-3 0 15,-6-1 0-15,6-4 0 0,0 1 0 0,0-4 0 16,-7 1 0-16,7-3 0 0,0-4 0 15,-6 2 0-15,6-8 0 0,0 2 0 16,0-5 0-16,0-3 0 0,-7 3 0 0,7-7 0 16,0 4 0-16,0-4 0 0,0 0 0 15,0-4 0-15,0 4 0 0,0-4 0 0,-7-3 0 16,1 0-792-16,-7-5-377 0,6 2-172 16,-12-5-12-16,6-4 78 0,-6-6 184 0,-7-4 338 15,6-8 352-15</inkml:trace>
  <inkml:trace contextRef="#ctx0" brushRef="#br0" timeOffset="121217.75">13956 13357 34 0,'0'0'223'15,"7"4"59"-15,-7-4 16 0,0 3-43 0,0-3-38 16,0 0 29-16,0 0-37 0,0 0-38 16,0-3-28-16,0 3-20 0,0 0-18 0,0 0-16 15,0 0-15-15,0 0-19 0,0 0-18 16,0 0-13-16,0 0-7 0,0 0-7 16,0-4-4-16,0 4-5 0,0 0 2 0,0 0 1 15,0 0-2-15,0 0 0 0,0 0-1 16,0 0 0-16,0 0-1 0,7-4-14 0,-7 4-27 15,0-3-44-15,0-1-62 0,0-1-73 16,0 3-105-16,0-6-75 0,-7 0-19 16,7 1 19-16,-7-4 50 0</inkml:trace>
  <inkml:trace contextRef="#ctx0" brushRef="#br0" timeOffset="121670.74">14074 13272 13 0,'0'5'161'0,"0"-5"15"0,0 3 4 16,0-3-9-16,0 0-22 0,0 3-18 16,-7-3-11-16,7 0-4 0,0 0-6 0,0 0-9 15,0 0-10-15,0 0-14 0,0 0-14 16,0 0-14-16,0 0-13 0,0-3-9 15,0 3-7-15,0 0-7 0,0 0-4 0,0 0-5 16,0 0-1-16,0 0-2 0,0 0 1 16,0 0 5-16,0 0 0 0,0 0 3 15,0 0-2-15,0 0 1 0,-6 0 2 0,6 0-7 16,-7 0 0-16,7 0-4 0,-6 0 0 16,6 0 2-16,-7 0-3 0,1 0-4 0,6 0-15 15,-6-3-26-15,-2 3-31 0,2-5-35 16,6 2-45-16,-6-1-49 0,-1-3-66 15,7-4-19-15,-7 0 8 0,1 0 22 0</inkml:trace>
  <inkml:trace contextRef="#ctx0" brushRef="#br0" timeOffset="123548.83">14386 14658 56 0,'6'3'239'16,"-6"-3"49"-16,0 4-13 0,8-4-43 0,-8 3 11 15,0-3-4-15,0 4-16 0,0-4-12 16,6 0 3-16,-6 4 9 0,0-4 12 0,0 0 13 16,0 3 10-16,6-3 3 0,-6 0 6 15,0 0-2-15,0 0-10 0,0 0-22 16,0 0-16-16,0 0-8 0,0 0-13 0,0 0-10 16,0 0-14-16,0 0-18 0,0-3-20 15,0-1-18-15,0 4-10 0,0-4-11 0,0 1-9 16,0-1-4-16,0-3-5 0,0-1-5 15,0 5-12-15,-6-5-8 0,6 2-7 16,0 1-5-16,-6-3-6 0,6 1-8 0,-8 4-6 16,2-5-8-16,6 1-5 0,-6 3-4 15,0-3-1-15,-2 4-3 0,-4-2 0 16,5 2 0-16,1 0 0 0,-8-1 1 0,2 4 0 16,6 0 0-16,-8 0 0 0,1 0 2 15,0 4-2-15,0-4 2 0,0 6-2 0,0-1 0 16,-7 2 0-16,7 0 0 0,-6 4-1 15,6 3-1-15,-7 2 3 0,7-2-3 0,0 5 2 16,0-1 0-16,1 1 2 0,-2 2 2 16,1 1-3-16,7-1 6 0,-1 6 10 0,1-2 7 15,6-3 7-15,0 4 9 0,0-4 21 16,0 0 10-16,6 1-4 0,1-2 3 0,6-3 3 16,-1 1 0-16,2-1-6 0,5 0 2 15,-6-4 2-15,14-1-1 0,-8 1-6 16,7-7-5-16,-6 4-11 0,6-4-12 0,0 1-7 15,-1-5-5-15,1-3-5 0,-6 4 0 16,7-4 2-16,-9 0 4 0,2 0 0 0,0-4-1 16,-7 1-3-16,-1 3-5 0,2-4-4 15,-8 0-1-15,1 1-4 0,0-1-1 16,-1 4-1-16,1-3-6 0,-7-1-19 0,0 4-44 16,0-4-74-16,0 0-78 0,0 4-90 15,0-7-121-15,0 3-151 0,-7 1-158 0,7-5-150 16,0-3-98-16,0 0-3 0,0 0 76 15,0-3 140-15,7-5 188 0</inkml:trace>
  <inkml:trace contextRef="#ctx0" brushRef="#br0" timeOffset="124283.8">14086 14401 17 0,'0'-4'250'0,"0"-3"43"16,0 3 9-16,0-4-71 0,0 2 19 15,-6 2-42-15,0-3-30 0,-1-1-10 16,7 4 16-16,-13 1 8 0,7-2 8 0,-1 3 15 15,-5-2 2-15,-2 0 9 0,1 4-3 16,0 0-9-16,0 0-16 0,-7 0-15 0,1 8-10 16,6-1-19-16,-7 0-16 0,1 8-9 15,-1 0 5-15,7 6 1 0,-6 2 0 16,6 6 0-16,-1 4-9 0,-5 3 4 0,6 8-13 16,0 1-1-16,0 2-4 0,0 0 4 15,7 9 8-15,-1-5-5 0,7 0 3 0,0 1-4 16,0-5-6-16,7 4-13 0,-1-7-16 15,7 0-12-15,-6 0-12 0,6-4-15 0,-1 1-11 16,8-8-8-16,-6 0-11 0,5-4-4 16,-6-4-2-16,0-2-1 0,7-5-1 0,-8-3 4 15,1-1-2-15,0-6-8 0,0-5-30 16,-6-3-48-16,6 0-68 0,0-7-99 0,0 0-129 16,0-8-156-16,0 0-173 0,0 1-180 15,1-9-52-15,-2-2 30 0,8-1 96 16,-7-3 145-16,7-4 193 0</inkml:trace>
  <inkml:trace contextRef="#ctx0" brushRef="#br0" timeOffset="124689.95">14607 14408 152 0,'8'-15'435'0,"-8"0"69"0,6-2 72 0,-6 5 20 16,0-2-66-16,0 3-101 0,6 3-58 16,-6-3-43-16,0 4-58 0,0 3-79 0,7 1-52 15,-7 3-32-15,6 3-20 0,8 1-1 16,-8 7 6-16,6 0 14 0,8 8 8 16,-7 3 2-16,7 3 1 0,-7 4-5 0,6 8 0 15,1 7 2-15,-1 0 9 0,-5 11 3 16,6 0-3-16,-8 7-10 0,1 5-10 0,0-6-13 15,0 6-17-15,-7-6-14 0,2 2-12 16,-8-4-7-16,6-1-6 0,-6-7-6 0,0-2-5 16,-6-6-6-16,6-2-4 0,-8-9-2 15,2-3 2-15,0-6 0 0,6-5 2 16,-7-4 4-16,1-6-3 0,-7-5-1 0,6-3-9 16,1-7-35-16,-8-4-56 0,2 0-83 15,5-7-119-15,0-4-159 0,-5 0-191 0,12-8-175 16,-7 1-119-16,7-7-8 0,0 3 69 15,7-8 135-15,-7-3 183 0</inkml:trace>
  <inkml:trace contextRef="#ctx0" brushRef="#br0" timeOffset="125064.86">14979 14189 279 0,'0'-16'386'0,"7"2"60"0,-1-4 30 15,-6 3-43-15,7 0-48 0,-7 1-18 16,0 3-3-16,6-1-12 0,-6 2-18 0,0 3-12 16,6-1-34-16,-6 5-50 0,0-4-47 15,0 2-40-15,0 5-26 0,0 5-18 0,0 2-13 16,0-1 5-16,0 10 13 0,0-1 12 15,0 2-1-15,0 5-4 0,0 0-1 16,0 0-11-16,0 3-12 0,0-2-14 0,0 3-10 16,0-4-19-16,0-1-15 0,0-2-10 15,0-1-13-15,0 1-7 0,7-5-4 0,-7 1 0 16,0-5-6-16,0-2-17 0,0-1-29 16,0-3-52-16,7 0-75 0,-7-4-103 0,0 0-128 15,0-8-125-15,6 1-118 0,0-4-91 16,-6 0-73-16,8-7 22 0,-2-1 90 15,0-3 117-15,1-3 135 0</inkml:trace>
  <inkml:trace contextRef="#ctx0" brushRef="#br0" timeOffset="125377.29">15122 14144 263 0,'7'-11'340'0,"-1"4"53"0,-6 0-33 16,7-1 9-16,-7 1-23 0,6 0-35 0,1 3-27 16,-7 0-11-16,0 4-17 0,0 4-20 15,0 0-31-15,0-1-23 0,0 5-17 0,-7 3-33 16,1-4-28-16,-1 4-28 0,1-1-17 15,-7 2-17-15,-1-1-19 0,2 0-9 16,5-1-6-16,-6 2-6 0,0-1-1 0,7-4 1 16,0 0 24-16,-2-2 19 0,2 2 23 15,6-4 16-15,0-3 9 0,0 4 15 16,0 0-3-16,6-4 1 0,2 3-1 0,-2 1 5 16,7 0 2-16,0 3-6 0,0-4-5 15,-7 5-11-15,8-5-7 0,-2 5-12 0,1-1-11 16,0 0-7-16,0 2-11 0,1-3-8 15,-2 1-13-15,-5 1-9 0,6-2-5 0,-7 2-1 16,1 0-1-16,-1-4-3 0,1-1-1 0,0 1-5 16,-7 0-25-16,6-1-43 0,-6-3-74 15,0 0-119-15,6 0-148 0,-6-3-173 16,0-1-184-16,0 0-93 0,7-3 0 0,-7-1 81 16,0 0 128-16,7-2 168 0</inkml:trace>
  <inkml:trace contextRef="#ctx0" brushRef="#br0" timeOffset="125629.2">15325 14254 92 0,'6'0'454'0,"-6"0"111"0,0 0 93 15,6 0-10-15,-6 0-42 0,6 0-133 0,1-3-107 16,-7 3-85-16,13 0-77 0,-6-4-34 16,-1 4-27-16,8 0-25 0,4-4-17 15,-4 4-18-15,-1-3-17 0,7 3-13 0,-2-4-15 16,-4 1-12-16,-1 3-11 0,0-5-6 0,0 2 0 15,-7-1-13-15,2 4-35 0,-2-3-67 16,-6 3-104-16,6-4-131 0,-6 0-162 16,-6 4-193-16,6-3-77 0,-6-1 9 0,6 0 72 15,-8 1 116-15,8-4 151 0</inkml:trace>
  <inkml:trace contextRef="#ctx0" brushRef="#br0" timeOffset="125926">15721 14012 337 0,'7'-10'485'0,"0"2"95"0,-7 1 93 15,0-1-66-15,6 1-75 0,-6 0-92 0,0 3-89 16,0 1-80-16,0 3-73 0,0 3-31 16,0 1-11-16,6 7 3 0,-6 0 16 0,7 7 14 15,-7 0 4-15,0 5-15 0,7 2-16 16,-7 1-15-16,0 3-11 0,0-3-18 15,0 3-13-15,0-7-16 0,0 3-16 0,6-2-18 16,-6-5-16-16,0 0-14 0,0-3-9 16,0-1-6-16,6-3-3 0,-6-3 0 0,0-2 0 15,0 2 1-15,0-4-4 0,0 0-30 16,0-4-55-16,0 0-88 0,7 0-141 0,-7-4-200 16,0 0-262-16,0 1-167 0,0-4-49 15,0-1 30-15,0 4 109 0,0-3 185 16,7 3 256-16</inkml:trace>
  <inkml:trace contextRef="#ctx0" brushRef="#br0" timeOffset="126488.38">16542 14397 203 0,'6'-7'460'0,"2"0"94"15,-2 2 79-15,0-1-47 0,-6 2-48 0,0 4-108 16,0-4-69-16,0 8-47 0,-6 0-44 15,0 2-26-15,-8 6-11 0,8 2-23 16,-14 4-31-16,7 1-34 0,-7 4-27 0,1-2-21 16,-7 2-25-16,6 2-21 0,-6-3-14 15,0 3-11-15,1-3-9 0,-2 5-7 0,1-6-3 16,0 1 0-16,0-4-4 0,7 0 1 16,-1 1-2-16,6-7 21 0,2-2 30 0,-1 1 37 15,6-7 34-15,1 3 30 0,-1-4 28 16,7-3 3-16,0 5-11 0,0-5-30 15,7 0-23-15,-1 0-15 0,1 3-11 0,6 1-6 16,-1 3 3-16,8 4 6 0,0 0 1 16,-1 0-5-16,1 3-9 0,6 5-8 0,0-1-9 15,7 1-10-15,-7-2-8 0,7 6-9 16,-1-1-6-16,1 0-11 0,-1 0-9 0,1-1-11 16,-1-3-4-16,-6 5 0 0,1-4 0 15,-1-1 0-15,-1-1 0 0,-5-2 0 16,0 0 0-16,-8-4 0 0,1-4-10 0,1 1-51 15,-8-1-42-15,0-3-65 0,1-1-88 16,-7-3-112-16,0-3-154 0,0-1-212 0,0-7-263 16,0 0-96-16,0-4 6 0,-7-2 71 15,7-2 153-15,0-3 230 0</inkml:trace>
  <inkml:trace contextRef="#ctx0" brushRef="#br0" timeOffset="127050.76">17572 14401 182 0,'0'-15'380'0,"-8"1"59"0,8-1 59 16,-6-1-51-16,6 2 6 0,0-4-22 16,-6 3-25-16,6 1-26 0,0 3-22 0,-7 0-27 15,7 0-55-15,0 4-62 0,0 0-33 16,0 2-27-16,-7 2-34 0,7 3-25 0,0 8-9 16,0-1 6-16,0 4 16 0,0 3 28 15,0 8 29-15,0 5 19 0,0 5 7 16,7 0-1-16,-7 9-4 0,7 4-14 0,-7-1-14 15,0 3-17-15,6 4-15 0,-6 1-19 16,0-2-9-16,0-2-11 0,0-4-12 0,0 0-10 16,6-4-11-16,-6-6-8 0,0-2-12 15,0-2-9-15,0-8-7 0,0-1-4 0,0-6-1 16,0 1-1-16,8-6-2 0,-8-3-2 16,0-3-16-16,0-4-41 0,-8 0-67 0,8-4-84 15,0 1-97-15,0-5-127 0,0 2-152 16,0-2-161-16,0-4-166 0,0 1-95 0,8-3 1 15,-2-4 78-15,0 3 141 0,7-3 185 16</inkml:trace>
  <inkml:trace contextRef="#ctx0" brushRef="#br0" timeOffset="127503.75">17890 14723 262 0,'7'-15'453'0,"-7"4"68"0,0-3 57 0,0-1-27 15,-7 5-36-15,1-5-72 0,6 4-63 16,-7-5-47-16,0 6-37 0,-5 2-73 0,-2-3-49 16,2 4-43-16,5-1-24 0,1 5-12 0,-1 0-7 15,-6 3-9-15,7 0-4 0,-8 3-3 16,2 0 4-16,5 5 3 0,-6 3 0 16,6 4 0-16,-5 0-6 0,4-1 3 0,2 9-2 15,0-2-4-15,0 5 1 0,6-1-4 16,0 5 4-16,0-4 1 0,6 3 0 15,0-4 1-15,0 1 2 0,8-4 2 0,-1 0-1 16,0 1 0-16,0-9-1 0,7 4-2 16,-1-7-3-16,1 0-3 0,-1-1-7 0,7-5-6 15,0-2-4-15,-6-6-1 0,6 3 1 16,-7-8 8-16,7-3 14 0,-6 0 14 0,0-3 9 16,-7-5 2-16,6-2-1 0,-12-1-10 15,5-8-18-15,-5 1-18 0,-7 0-17 0,0-5-16 16,-7 1-9-16,1 4-4 0,-7 4-2 15,0-1-1-15,-6 4-1 0,-1 4 0 0,0-1 0 16,1 8-2-16,-1 0-2 0,0 3-22 16,2 5-35-16,-2 0-51 0,0 3-69 15,7 3-76-15,0 5-89 0,6 2-88 0,1-2-114 16,6 6-133-16,0-2-144 0,6 2-112 16,1-3-12-16,6 4 57 0,0-4 122 0,0 0 170 15,7 3 204-15</inkml:trace>
  <inkml:trace contextRef="#ctx0" brushRef="#br0" timeOffset="128175.47">18470 14716 425 0,'13'-14'541'0,"-7"2"108"0,1-6 102 0,0 4-79 16,-7-5-94-16,0 1-92 0,0 3-85 15,-7-4-79-15,0 4-78 0,1 1-48 0,-1 3-38 16,1 0-33-16,-7 0-21 0,0 8-18 15,-1-1-21-15,-5 0-10 0,0 8-9 16,0 0-7-16,-1 3-4 0,0 0-1 16,7 8 0-16,-7-4 3 0,1 4 3 0,6 3 8 15,0 1 2-15,0 2 4 0,6 2 5 16,1-2-1-16,0 2-4 0,6 2-6 0,6-3-3 16,-6 0-4-16,6 0-8 0,8-4 1 15,-8 4 5-15,7-8 2 0,7 1-2 0,-8-4-2 16,8 0 2-16,-7-4-4 0,7-2-4 15,0-5 0-15,-1 0 11 0,0-5 10 0,-6-2 4 16,1-4 8-16,5 0 8 0,-12 1 3 16,5-9-9-16,1 4-8 0,-6-3-6 15,0 0-7-15,-1 0-6 0,0-1 2 0,1 4 2 16,-7 1 3-16,7 3-1 0,-7-1-2 0,0 6-8 16,0 2-11-16,0 0-9 0,0 1-8 15,0 3-5-15,0 0-4 0,0 3-3 16,0 5 0-16,0-2 2 0,0 9 2 0,0 0-1 15,0 3 2-15,6 7 2 0,-6 2 3 16,0 2 3-16,6 1 4 0,-6 2 8 16,7 2 7-16,-7-2 2 0,6 1 5 0,-6 4 2 15,7 0 1-15,0-4-3 0,-7 4-2 16,6-2-5-16,0-1-4 0,-6-1-4 0,8 0-16 16,-2-8-3-16,-6 4 0 0,0-7 0 15,0 1 0-15,-6-5 0 0,6-4 0 16,-8 1 0-16,2-4 0 0,0-3 0 0,-8-5 0 15,8 1 0-15,-7-1 0 0,0-6 0 0,-6-1 0 16,-1 1 0-16,1-8 0 0,-7 3 0 16,-1-7 0-16,1 5 0 0,-6-9 0 0,5 4 0 15,-5 1 0-15,-1-5 0 0,1 1 0 16,6 4 0-16,0-1 0 0,-1 0 0 16,8 1 0-16,0 3 0 0,-1 0 0 0,13 0 0 15,-5 0-110-15,12 3-358 0,0-3-121 16,6 4-140-16,7-1-164 0,0-2-155 0,13-1-22 15,1 0 54-15,5-1 116 0,7-2 172 16,-7 3 223-16</inkml:trace>
  <inkml:trace contextRef="#ctx0" brushRef="#br0" timeOffset="129260.63">19206 14419 287 0,'0'-4'366'16,"0"4"59"-16,0 0-32 0,0-3 20 15,0-1-1-15,0 0-9 0,0 4-8 0,0-3-4 16,0-1-17-16,0 0-20 0,0 1-45 16,0-1-50-16,0 4-44 0,0-3-45 0,0 3-38 15,0 0-34-15,-7 0-27 0,7 0-24 16,0 3-4-16,0 1 4 0,0 7 12 0,0-4 13 16,0 7 14-16,0 5 11 0,0-1-1 15,0 0-4-15,0 4 2 0,7 4-6 16,-7 0-8-16,0 0 0 0,0-1 1 0,6 2 1 15,-6-2-2-15,7-3 4 0,-1 4 8 16,-6-9 3-16,6 5 0 0,-6-7 2 0,0 0 2 16,8 0-1-16,-8-4-1 0,0-4 9 15,0 0 14-15,0-3 15 0,0-1 10 16,0-3 5-16,0 0-63 0,0 0-87 0,-8-7 0 16,8 4 0-16,-6-5 0 0,6 1 0 15,-6-4 0-15,6 0 0 0,-7-4 0 0,1 0 0 16,-1-3 0-16,7 0 0 0,-6 0 0 15,6-1 0-15,0-3 0 0,-7 5 0 0,7-6 0 16,7 4 0-16,-7-2 0 0,0 2 0 16,6 1 0-16,1 3 0 0,-1-3 0 0,7 4 0 15,-7-2 0-15,8 2 0 0,-1-1 0 16,0 5 0-16,0-2 0 0,0 1 0 16,6 0 0-16,-5 4 0 0,5-1 0 0,1 2 0 15,0-2 0-15,5 5 0 0,-5-5 0 0,0 4 0 16,-8 4 0-16,8-3 0 0,-7 3 0 15,7 0 0-15,-8 0 0 0,-5 3 0 0,6 1 0 16,-7 0 0-16,7 3 0 0,-6 4 0 16,0 0 0-16,5 0 0 0,-12 7 0 15,8 1 0-15,-2 3 0 0,0-1 0 0,-6 5 0 16,6 0 0-16,-6 0 0 0,7 3 0 16,-7-4 0-16,0 1 0 0,7 4 0 0,-7-5 0 15,0-3 0-15,0 0 0 0,6 0 0 16,-6-4 0-16,0-3 0 0,7 0 0 15,-7-4 0-15,0-4 0 0,0 4 0 0,0-7 0 16,0-1 0-16,0 1 0 0,6-4 0 0,-6 3 0 16,0-3 0-16,0 0-149 0,-6 0-424 15,6 0-218-15,-7 0-250 0,1 5-127 0,-1-5-5 16,-6 0 68-16,1 3 143 0,-2 1 226 16,1 3 300-16</inkml:trace>
  <inkml:trace contextRef="#ctx0" brushRef="#br0" timeOffset="130011.37">18926 15335 6 0,'-7'0'344'0,"1"0"89"0,6 0 69 16,-7-3-11-16,1-2 22 0,-1 2-19 15,7 0-52-15,-7-2-41 0,7-2-32 0,-6 4-29 16,6-1-46-16,0-3-51 0,0 3-33 16,0-3-23-16,0 3-18 0,0-3-20 0,0 3-17 15,0-3-16-15,6 3-12 0,-6 0-16 16,7-2-9-16,-7 6-5 0,7-5-4 16,-1 2-1-16,1 3 0 0,-1-4 2 0,8 4 2 15,-8 4 8-15,6-4 7 0,2 3 7 16,-8 2 3-16,7-2-1 0,1 4-3 15,-8 0-7-15,6 1-13 0,-4-1-13 0,-2 4-11 16,0-4-6-16,1 4-3 0,-7 1-1 16,7-6-2-16,-7 5 3 0,-7 0 1 0,7 1 2 15,-7-1-3-15,1 0-4 0,-8-1-3 16,2 2-5-16,-1-1-5 0,0 0-4 0,0-1-4 16,-7 1 5-16,8-3 6 0,-2 2 10 15,1-2 11-15,0 0 11 0,0-1 9 0,7 0 7 16,-8-4-67-16,8 2-8 0,0-1 0 15,-1-1 0-15,7 1 0 0,-6-4 0 0,6 3 0 16,0-3 0-16,0 0 0 0,0 0 0 16,6 0 0-16,1 0 0 0,5-3 0 0,2 3 0 15,-2 0 0-15,8-4 0 0,0 4 0 16,5-3 0-16,2 3 0 0,5-4 0 0,-6-1 0 16,7 5 0-16,-7-3 0 0,0 0 0 15,0 3 0-15,1-4 0 0,-2 0 0 16,-5 1 0-16,-8 3 0 0,2-3 0 0,-1-2 0 15,0 5 0-15,-7-3 0 0,-6 3 0 16,7-5 0-16,-14 1 0 0,7 4 0 0,-12-3 0 16,5 0-369-16,-6 3-401 0,-1-4-340 15,-5 0-132-15,6 1-7 0,-6 3 73 16,-1-4 141-16,1 0 249 0,-1 1 368 0</inkml:trace>
  <inkml:trace contextRef="#ctx0" brushRef="#br0" timeOffset="133335.79">13891 16298 278 0,'7'-3'374'0,"-7"0"68"0,6-2 8 16,-6-2 7-16,7 3 16 0,-7-3-10 16,0 0-8-16,6 0-10 0,-6 0-17 0,0 2-42 15,0-2-62-15,0 4-50 0,0-1-42 0,0 0-49 16,0 4-44-16,0-3-40 0,0 3-37 15,0 3-25-15,0 1 3 0,0 3 14 0,0 8 18 16,0-1 27-16,0 8 26 0,0 3 20 16,0 6-1-16,0 2-6 0,0-1-12 15,0 2-21-15,7 3-20 0,-7-5-18 0,0 5-16 16,6-5-13-16,-6-2-5 0,0-1-6 0,7 0-1 16,-7-3-5-16,7-3-5 0,-7-6-3 0,6 3-5 15,-6-6-2-15,0-3-4 0,0 0-10 16,6-4-33-16,-6-4-51 0,0-3-66 15,0 0-77-15,0-7-84 0,0 0-114 0,0 0-123 16,7-9-127-16,-7 2-113 0,7-4-91 0,-1-1-6 16,0-3 77-16,7 0 129 0,-6 1 163 15</inkml:trace>
  <inkml:trace contextRef="#ctx0" brushRef="#br0" timeOffset="133773.18">14204 16343 128 0,'6'-8'410'0,"1"2"93"15,-7 1 71-15,7 2-45 0,-7-1-21 0,0-1-112 16,6 5-82-16,-6-3-50 0,0 6-33 0,0 2-28 16,-6-1-17-16,6 4-11 0,-7 2-11 15,7 0-28-15,-7 2-26 0,-6 3-25 16,7-1-11-16,-7 1-10 0,6 3-16 0,-5-4-14 16,-8 1-9-16,7 0-7 0,0 4-6 0,0-9 0 15,-7 5-2-15,7-3 1 0,0-2 6 16,0-3 17-16,1 1 19 0,4-5 24 0,-4 5 28 15,5-8 25-15,0 3 15 0,1 1 4 16,6-4-1-16,-7 3-15 0,7-3-18 0,0 0-23 16,-6 0-19-16,6 0-23 0,0 0-17 0,0 4-15 15,6-4-11-15,-6 4 4 0,7-1 10 16,-1 1 15-16,1 4 13 0,6-4 14 0,-7 6 18 16,8 1 15-16,-1 1 9 0,6-2 7 15,-6 5 6-15,1-1 9 0,-2 1-3 0,1 0-8 16,7-1-14-16,-7 5-16 0,0-8-15 15,-7 3-16-15,8 1-13 0,-2-5-10 0,-5-1-11 16,-1-2-6-16,1 0-2 0,-7-3-6 0,7 3 0 16,-7-7 0-16,6 3 0 0,-6-3-21 15,0 0-43-15,0 0-61 0,0-3-79 0,0-1-100 16,0 1-131-16,0-5-165 0,0 1-176 16,6-5-188-16,-6 2-86 0,7-1 8 0,0 0 86 15,-1-1 161-15,0 2 202 0</inkml:trace>
  <inkml:trace contextRef="#ctx0" brushRef="#br0" timeOffset="134038.75">14471 16636 21 0,'6'3'510'0,"-6"1"180"0,0-4 112 0,0 4 72 16,0-4-89-16,0 0-127 0,0 3-152 0,7-3-147 15,-7 0-85-15,13 0-49 0,-6 0-35 16,5 0-33-16,2-3-31 0,-2 3-24 0,8-4-20 15,-1 4-19-15,1-4-14 0,-6 1-7 16,5 3-1-16,1-5 0 0,-8 5 5 16,2-2 10-16,-2-3 6 0,-5 2 5 0,-1 3-1 15,1-4-7-15,0 4-10 0,-7 0-20 0,6-4-31 16,-6 4-60-16,0 0-74 0,-6-3-90 16,6 3-121-16,-7 0-155 0,0-4-163 0,7 4-170 15,-6 0-95-15,6 0 1 0,0-4 75 0,0 4 136 16,0-3 170-16</inkml:trace>
  <inkml:trace contextRef="#ctx0" brushRef="#br0" timeOffset="134399.94">15064 16416 395 0,'0'-11'529'15,"0"-1"110"-15,0-2 96 0,0 3-57 0,0-3-91 16,0 3-86-16,0 3-68 0,0-3-75 0,0 4-69 16,-7-1-56-16,7 5-54 0,0-1-46 15,0 0-43-15,0 4-31 0,0 4-27 16,0 0-2-16,7 2 9 0,-7 6 17 0,0 3 31 16,6 2 23-16,-6 6 19 0,7-1 6 0,-7 4 5 15,6 3-2-15,-6-4-12 0,0 5-8 16,7-1-12-16,-7 0-14 0,0-2-15 0,0-2-12 15,6 1-13-15,-6-5-9 0,0 1-5 16,0-3-3-16,6-5-2 0,-6-3-4 0,0 1-5 16,8-2-4-16,-8-6-2 0,0 4 2 15,0-5-5-15,0-3-2 0,0 0-10 0,0 0-31 16,0 0-58-16,0-3-76 0,0-2-111 0,0-2-168 16,0 0-242-16,0 0-268 0,0-4-118 15,0 3-17-15,0-6 59 0,0 3 145 16,0 0 235-16</inkml:trace>
  <inkml:trace contextRef="#ctx0" brushRef="#br0" timeOffset="135171.9">16471 16211 293 0,'6'-5'393'0,"0"3"62"0,-6-3 7 0,7-2-37 15,0 3-7-15,-1-3-19 0,-6 3-21 16,6 1-18-16,1 0-22 0,-7-1-24 0,6-1-43 15,-6 2-40-15,0-1-33 0,0 4-23 16,0 0-23-16,0-3-26 0,0 3-21 0,0 3-31 16,0-3-20-16,-6 4-9 0,-1-1-4 0,-5 6 6 15,-2-3 3-15,2 5 9 0,-8 5 0 16,1-6-6-16,-1 9-7 0,-6-4-12 16,-1 2-8-16,-5 2-10 0,6 3-2 0,0-4-7 15,-7 4-1-15,8-3 1 0,-9 2-3 0,9-6 0 16,-1 3-2-16,6-3 5 0,1 0-2 15,6-5 0-15,0-2 5 0,-1-1 10 0,8 0 8 16,0-2 5 0,-1-2 4-16,0 1 2 0,7-1-2 0,0 1-4 15,0-4 11-15,0 4 16 0,0-2 14 16,7 7 7-16,0-6 9 0,5 5 13 0,2 3 6 16,-1-5 0-16,0 6 11 0,6-1 8 0,1 3 3 15,6 2-7-15,-7-2-11 0,7 0-8 16,-6 1-9-16,6 4-5 0,7-1-3 0,-7 0-1 15,-1 5-44-15,8-6-43 0,-7 3 0 0,6-6 0 16,-5-1 0-16,-1 6 0 0,0-8 0 16,0 1 0-16,1-2 0 0,-9-2 0 0,2 3 0 15,-7-8 0-15,1 1 0 0,-2-1 0 16,-6 2 0-16,2-5 0 0,-2 0 0 0,0 0 0 16,-6-5 0-16,7 2 0 0,-7-1-55 0,0 1-271 15,0-5-111-15,0 1-160 0,-7 0-220 16,7 0-226-16,0-5-72 0,7 1 17 15,-7 1 82-15,13-1 165 0,-6-5 254 0</inkml:trace>
  <inkml:trace contextRef="#ctx0" brushRef="#br0" timeOffset="135767.59">17793 16372 134 0,'6'-4'375'0,"-6"1"81"0,6-6 77 16,-6 2-23-16,0 1 44 0,0-6-43 15,7 5-42-15,-7-5-28 0,0 6-28 0,0-2-52 16,0 2-55-16,-7 1-31 0,7-2-27 0,0 0-36 16,0 3-44-16,0 0-42 0,0 4-35 15,0 0-36-15,-6 8-22 0,6-1-1 0,0 8 13 16,0 2 18-16,0 10 16 0,0-1 25 16,0 7 15-16,0-4 0 0,0 7-6 0,0-3-8 15,0 4-13-15,6-1-16 0,-6 1-13 16,0 0-11-16,0-4-11 0,0 0-7 0,7 0-6 15,-7-7-5-15,0-1-6 0,0-3-4 0,0-4-3 16,0-3-1-16,0-4-3 0,0 0-1 16,0-4-6-16,0-3-30 0,7-1-60 0,-7 1-83 15,0-8-100-15,6 1-145 0,1-4-176 16,5-8-187-16,-5 4-177 0,6-7-48 0,0-1 31 16,7-2 109-16,0-1 161 0,-2 0 207 0</inkml:trace>
  <inkml:trace contextRef="#ctx0" brushRef="#br0" timeOffset="136167.26">18183 16523 10 0,'0'-12'465'0,"0"1"132"0,0 4 106 15,-6 0 73-15,-7-5-78 0,7 5-113 0,-8-1-123 16,8 1-110-16,-7 4-87 0,6-1-61 0,-6 4-47 16,7 0-36-16,-8 0-22 0,2 4-12 15,5 3-5-15,-6 0 2 0,7 4-7 0,-1 1-5 16,1 2-3-16,-1 1-3 0,0 3-4 15,7 0-3-15,-6 4-2 0,6 1-1 0,0-2-2 16,0 5-1-16,0-4 7 0,6 3 4 16,-6-3 8-16,7 0 3 0,0 0 9 0,6-4 8 15,-7 1 8-15,7-4 6 0,0 0 2 0,0-5 8 16,-6-2 6-16,12-1 1 0,-6-3-5 16,0-1-1-16,7-3-2 0,-1-3-6 0,-6-5-2 15,6 1 2-15,-5 0-87 0,-1-5-22 16,0-2 0-16,-7 0 0 0,1-2 0 0,-1-2 0 15,1-4 0-15,-7 0 0 0,0 0 0 16,-7-3 0-16,1-1 0 0,-1 4 0 0,-5 1 0 16,-2-2 0-16,-6 5 0 0,8 3 0 0,-8 4 0 15,1 0 0-15,-1 4 0 0,1 0 0 16,-1 7 0-16,0-4-234 0,8 8-111 0,-8-2-42 16,7 7-47-16,7-1-66 0,-1-2-96 15,7 2-104-15,0 3-103 0,0 0-94 0,7-1 2 16,6 1 69-16,-1-4 131 0,2 2 157 15</inkml:trace>
  <inkml:trace contextRef="#ctx0" brushRef="#br0" timeOffset="136730.6">18496 16602 126 0,'19'-6'475'0,"-5"-3"134"16,-2 2 101-16,1-4-2 0,-6-3-10 0,0 2-116 16,-1 2-110-16,-6 0-101 0,0-2-79 15,0 1-58-15,0 0-49 0,-6 3-40 0,-8 6-37 16,8-6-26-16,-13 8-20 0,5 0-16 15,-5 3-13-15,6 4-8 0,-6 1-4 0,-1 3-5 16,6 0-3-16,2 4-1 0,-8-1-3 16,14 5 1-16,-7-5-5 0,7 5 0 0,6-1 0 15,-8-4-2-15,8 1 0 0,0 0 1 0,8-4 3 16,-2 0 0-16,7-4 1 0,-7 0 1 16,7-3-1-16,0-4-2 0,1 0 0 0,-2-4-1 15,2-3 1-15,5 0 9 0,-13-1 14 16,8-2 17-16,-2-1 13 0,-5 0 17 0,0-4 9 15,-1 4 8-15,-6-3 3 0,6 2 5 16,-6 1 4-16,7 4-2 0,-7 0-6 0,0 3-13 16,0-3-17-16,0 7-23 0,0 0-21 15,0 0-12-15,0 3-10 0,0 5-4 0,0 2 2 16,6 5 2-16,-6 3 0 0,7 1 6 0,-7 7 12 16,13 0 19-16,-7 2 14 0,8 5 13 0,-8 1 9 15,7-2 3-15,0 5-2 0,-6-4-10 16,5 3-10-16,2 1-10 0,-8-4-6 0,0 3-2 15,1-2-2-15,0-1-2 0,-7-8 0 16,6 1 0-16,-6-4 2 0,0-4 5 0,0-3 9 16,0-1-28-16,-6-2-21 0,-1-5 0 15,0-3 0-15,-5-1 0 0,-2-3 0 0,-5-3 0 16,-1-1 0-16,2-3 0 0,-2 0 0 16,0-1 0-16,-6-7 0 0,0 4 0 0,6 0 0 15,-6 0 0-15,0-3 0 0,7 3 0 0,-7 0 0 16,12 0 0-16,-5 3 0 0,6-2 0 15,0-1 0-15,7 3-204 0,6 0-277 0,0-2-137 32,12-1-153-32,1 3-170 0,13-2-122 0,-6-2-5 0,13 5 63 0,-1-4 142 0,1 0 191 15,-1 3 230-15</inkml:trace>
  <inkml:trace contextRef="#ctx0" brushRef="#br0" timeOffset="137300.25">19440 16434 350 0,'-6'-4'494'0,"-1"1"104"0,1-1 71 0,-1 0-19 15,1-3-61-15,-1 0-87 0,-5 3-72 0,4-4-74 16,2 1-73-16,-7 4-55 0,6-4-42 15,-6-1-27-15,1 5-22 0,-8-1-15 0,7-1-10 16,0 5-13-16,-6 0-5 0,5 0-7 16,-6 5-5-16,1 2 3 0,0 4 1 0,-8 3 6 15,8 1 7-15,0 4 11 0,-8 3 9 16,8 0 5-16,0 0 4 0,6 3 3 0,-1 0-3 16,2 1-3-16,-2 1-3 0,14 1 1 15,-6-2-1-15,6 4 1 0,6-5 4 0,0 4-7 16,8-3-120-16,-1 4 0 0,13-5 0 15,-6-3 0-15,12 0 0 0,-6-4 0 0,7 0 0 16,6 1 0-16,-7-8 0 0,1 0 0 0,6-4 0 16,-7-2 0-16,2-2 0 0,-9-3 0 15,1 0 0-15,0-3 0 0,0-2 0 0,-6 2 0 16,-1-1 0-16,-12-1 0 0,6 3 0 16,-7-2 0-16,1 0 0 0,-1 1 0 0,-6-1 0 15,0 1 0-15,-6-2 0 0,-1 3-463 0,1-3-226 16,0 1-264-16,-1 1-194 0,0-5-43 0,-5 1 43 0,5-3 111 15,0-2 196-15,7-2 295 0</inkml:trace>
  <inkml:trace contextRef="#ctx0" brushRef="#br0" timeOffset="137760.04">19922 16098 22 0,'0'-5'521'16,"0"-2"148"-16,-6 0 97 0,-1 3 77 0,0-3-61 15,7 0-150-15,-6 2-162 0,6 3-132 0,-6-3-88 16,6 5-71-16,0-3-58 0,0 6-25 16,0 2-10-16,0 2 19 0,0 4 34 15,0 7 37-15,0 0 33 0,0 4 23 0,6 3 23 16,-6 8 8-16,6 1 8 0,1 2 4 0,-7 8-9 16,7-3-41-16,-1 2-225 0,-6-2 0 0,7-1 0 15,-7 4 0-15,6-7 0 0,1 2 0 16,-7-2 0-16,7-3 0 0,-7-2 0 15,6-2 0-15,0-8 0 0,-6-1 0 0,6-3 0 16,-6-6 0-16,0-1 0 0,8-4 0 0,-2 0 0 16,-6-7 0-16,6-3-404 0,1-1-117 0,-1-7-147 15,8 1-170-15,-8-6-186 0,6-4-54 16,8-3 21-16,0 1 93 0,-7-4 156 16,13 4 224-16</inkml:trace>
  <inkml:trace contextRef="#ctx0" brushRef="#br0" timeOffset="138135.03">20313 16452 88 0,'0'-7'567'0,"0"-1"157"0,0-2 111 0,0 2 45 16,-7 1-44-16,1 0-162 0,-1 0-186 15,1 2-139-15,0 2-97 0,-1-1-68 0,0 4-41 16,1 0-24-16,-8 4-4 0,8 7-2 0,-7-4 5 16,7 8 8-16,-1-1-2 0,-6 1-11 15,7 4-19-15,6 3-10 0,-6 0-16 0,6 0-17 16,0 0-14-16,0 3-10 0,6-3-1 15,-6 1 5-15,13-5 12 0,-7 0 13 0,7 0 13 16,-6-3 15-16,5-4 10 0,8 0 7 0,-6-4-1 16,5-3-3-16,1-1-6 0,-1-6-9 15,1-1-9-15,-1 0-38 0,8-7-35 0,-8 4 0 16,-6-4 0-16,6-3 0 0,-5 2 0 16,-2-6 0-16,1 4 0 0,-6-5 0 0,-1-2 0 15,-6-2 0-15,0 1 0 0,-6 4 0 0,-1-4 0 16,-6 0 0-16,1 4 0 0,-2-1 0 15,-5 4 0-15,-1 5 0 0,0 2 0 0,-6 1 0 16,7 0 0-16,-1 7 0 0,1 0-261 16,-1 0-167-16,8 3-72 0,-2 5-120 0,8-1-146 15,0 0-169-15,6 0-85 0,0 5 12 0,6-5 67 16,7 0 149-16,0 1 195 0</inkml:trace>
  <inkml:trace contextRef="#ctx0" brushRef="#br0" timeOffset="138672.13">20815 16496 329 0,'12'-10'672'0,"-4"-2"129"0,-2 1 92 0,-6-7-1 15,0 3-89-15,0-3-211 0,-6 4-168 0,-2 2-104 16,2-2-79-16,-7 3-62 0,0 4-41 16,-6-1-33-16,-1 8-25 0,7 0-16 0,-7 8-11 15,0-1-14-15,2 8-5 0,4 2-9 16,1 2-5-16,0 3-4 0,6 0-2 0,1 3 1 15,0-2-4-15,6-1-1 0,0 0-2 16,6-1-1-16,0-3 1 0,8-3-1 0,-1 0 1 16,-1-3 0-16,2-5 0 0,5-4 0 15,1 1 6-15,-7-4 17 0,6-4 15 0,1-4 24 16,-7 6 21-16,0-10 23 0,0 1 10 0,1-3 2 16,-8-1-2-16,0 0-3 0,0 1 3 15,1-1 6-15,0 5 9 0,-7-2-34 0,6 1-105 16,-6 7 0-16,0-3 0 0,0 4 0 15,0-2 0-15,0 10 0 0,7-2 0 0,-7 4 0 16,0 3 0-16,0 10 0 0,6-3 0 0,0 6 0 16,2 3 0-16,-8 3 0 0,6 0 0 15,-6 4 0-15,6 1 0 0,-6-2 0 0,0 0 0 16,0 2 0-16,-6-5 0 0,6 4 0 16,-6-4 0-16,6 1 0 15,-8-1 0-15,2-3 0 0,0-5 0 16,-1 2 0-16,1-2 0 0,6-5 0 0,-7-2 0 15,0 1 0-15,-5-4 0 0,6 0 0 0,-2-8 0 16,-4 5 0-16,-2-8 0 0,1 3 0 16,-7-6 0-16,2 3 0 0,-2-8 0 0,-7 5 0 15,9-5 0-15,-2 1 0 0,0-3 0 16,1-2 0-16,5 1 0 0,2-3-379 0,-2-1-308 16,14-4-239-16,7-3-217 0,0 1-52 15,13-9 40-15,-2 1 113 0,15-1 191 0,-1-3 265 16</inkml:trace>
  <inkml:trace contextRef="#ctx0" brushRef="#br0" timeOffset="139343.85">21440 16206 168 0,'6'-10'358'0,"-6"-1"69"0,7 0 78 0,-7-1-9 15,6 5 8-15,-6-3 12 0,0 2 12 0,0 1-6 16,0 4-31-16,7-1-62 0,-7-1-103 16,0 2-85-16,-7 3-61 0,7 0-43 0,0 3-22 15,0 6 3-15,-6 1 18 0,6 5 29 0,0 0 22 16,-7 6 7-16,7-3-1 0,0 9-10 15,0-2-19-15,0 1-21 0,0 2-17 0,0 3-7 16,0-2-5-16,7-3-2 0,-7-1-2 16,0 1-4-16,6-1-28 0,-6-6-78 0,0 3 0 15,0-8 0-15,0 0 0 0,0 2 0 16,0-9 0-16,0 0 0 0,0 0 0 0,0-3 0 16,0-1 0-16,0 2 0 0,0-5 0 15,0 0 0-15,0-5 0 0,0 2 0 0,0-4 0 16,0-1 0-16,0-2 0 0,0-6 0 0,-6 2 0 15,6 0 0-15,0-5 0 0,0 2 0 16,-7-6 0-16,7 4 0 0,0 1 0 0,-6-3 0 16,6 2 0-16,6 5 0 0,-6-5 0 15,0 4 0-15,7-4 0 0,-1 9 0 0,7-5 0 16,1 1 0-16,-2-1 0 0,1 5 0 0,7-2 0 16,0 1 0-16,-1 4 0 0,7 0 0 15,-6 0 0-15,0 2 0 0,-2 2 0 0,2 3 0 16,-1 0 0-16,1 0 0 0,-7 3 0 0,7 4 0 15,-7 1 0-15,0 3 0 0,0 4 0 16,-6 0 0-16,5 6 0 0,-5 1 0 0,-1 1 0 16,1 5 0-16,0-1 0 0,-1 2 0 15,0-4 0-15,-6 4 0 0,7-2 0 0,-7-2 0 16,0 1 0-16,7-4 0 0,-7-1 0 16,0-2 0-16,6-1 0 0,-6-4 0 0,0 2 0 15,0-5 0-15,0-4 0 0,0 1 0 0,0-5 0 16,6 1 0-16,-6-1 0 0,0-3 0 15,0 0 0-15,0 0 0 0,0 0 0 0,0-3-440 16,0 3-406-16,0-4-307 0,-6 1-109 16,0-2 2-16,-8 5 92 0,2 0 173 0,-2 5 290 15</inkml:trace>
  <inkml:trace contextRef="#ctx0" brushRef="#br0" timeOffset="139999.95">21056 17093 13 0,'-8'0'409'0,"8"0"131"15,-6 0 132-15,0-3 55 0,0-1-15 0,-1 1-66 16,0-5-90-16,7 5-90 0,-6-5-98 16,6 5-71-16,-7-4-49 0,7-1-29 15,0 0-25-15,0 1-17 0,0 3-9 0,0-3-11 16,0-1-10-16,7 5-19 0,-7-4-20 0,6 3-13 16,-6 0-16-16,7 1-9 0,0-1-14 15,-1 1-3-15,6-1-1 0,-4 4-6 0,-2-4-3 16,0 4-4-16,8 4 1 0,-8-4 0 15,7 4 2-15,-7-1 0 0,8 1 1 0,-8 3 0 16,7 0-3-16,-6 0-5 0,-1 1-5 0,7 3-4 16,-7 0-3-16,1 1-2 0,-7-2-5 0,7 1-2 15,-7 4-2-15,6-4 0 0,-12 3 0 16,6 1-9-16,-7-4 9 0,0 4 7 16,1-4 7-16,0 1 2 0,-7 1 3 0,-1-1 13 15,8-5-5-15,-7 4-26 0,0 0-13 0,7-4 0 16,-7 1 0-16,6-5 0 0,0 1 0 0,1-1 0 15,0 1 0-15,6 0 0 0,-8-4 0 16,8 3 0-16,0-3 0 0,0 0 0 16,0 0 0-16,0 0 0 0,8 0 0 0,-2-3 0 15,0 3 0-15,8 0 0 0,-1-4 0 0,6 4 0 16,0-4 0-16,8 1 0 0,-8-1 0 0,8 4 0 16,-2-3 0-16,-5-2 0 0,6 2 0 15,-6 3 0-15,-1-4 0 0,1 1 0 16,-8 3 0-16,2-4 0 0,-1 4 0 0,-7 0 0 15,0-4 0-15,1 4 0 0,0 0 0 0,-7-3 0 16,0 3 0-16,0 0 0 0,-7-4 0 16,0 4 0-16,1 0-486 0,-7 0-408 0,7-3-287 15,-8 3-101-15,2-9 27 0,5 7 89 16,-6-6 198-16,0-3 314 0</inkml:trace>
  <inkml:trace contextRef="#ctx0" brushRef="#br0" timeOffset="142439.43">15213 17812 185 0,'-6'-4'361'0,"0"-3"57"0,-1 3 24 0,0 0-70 16,1-3 7-16,0 2-7 0,6 3 9 0,-8-6 7 15,8 4 11-15,-6 1 5 0,0-1-10 16,6 0-55-16,0 2-59 0,-7-3-47 0,7 5-44 16,0 0-35-16,0 0-26 0,-6 5-6 0,6 1 7 15,-7 5 17-15,1-1 37 0,6 10 23 0,-7 5 8 16,1 1 2-16,0 3-3 0,6 4-9 15,-8 1-24-15,8 2-16 0,-6 0-17 0,6 0-20 16,-6-2-18-16,6 3-96 0,0-1-13 0,0-7 0 16,0 5 0-16,0-5 0 0,6-4 0 15,-6 1 0-15,0-3 0 0,6-5 0 16,-6-4 0-16,0-2 0 0,0-2 0 0,0-3 0 16,0-3-85-16,0 0-210 0,0-8-82 15,0 0-92-15,0-7-124 0,-6-4-148 0,12-2-125 16,-6-9-112-16,0 0-9 0,8-3 57 15,-2 0 132-15,0-4 186 0,7-1 192 0</inkml:trace>
  <inkml:trace contextRef="#ctx0" brushRef="#br0" timeOffset="142798.72">15278 17958 203 0,'20'-15'428'0,"-7"1"91"0,1-1 86 16,-2 5-19-16,-6-2 0 0,1 1-65 0,6 0-64 16,-6 3-62-16,-1 5-63 0,0-1-71 0,-6 4-51 15,8 0-32-15,-2 7-21 0,-6 1-13 16,0 3-7-16,-6 0-16 0,-2 3-19 0,2 2-22 15,0 1-13-15,-7-2-14 0,-1 4-8 0,2-1-12 16,-8-3-7-16,1-1-6 0,5 1-6 16,-5-1-2-16,0 1-6 0,5-4-3 0,-5 0-1 15,6-4 1-15,0 1 5 0,-1-1 14 0,8-3 20 16,-7 0 17-16,7-1 14 0,6 1 10 0,-7-4 5 16,1 4-8-16,6-4-13 0,0 3 2 15,0 0 7-15,6 1 13 0,1 1 14 0,6 1 16 16,-1-2 15-16,2 7-3 0,6-4-8 0,-1 2-11 15,1 1-9-15,-1 1-5 0,0 0 0 0,1 0 2 16,7 0-92-16,-9 4-8 0,9-1 0 16,-7 1 0-16,6 0 0 0,-7-1 0 0,1 1 0 15,-2 0 0-15,-4-4 0 0,-1 3 0 16,0-2 0-16,0-2 0 0,-7-3 0 16,8 1 0-16,-8-5 0 0,-6 1 0 15,6-1-225-15,1 1-227 0,-7-4-174 0,7 0-240 16,-1-4-210-16,1 1-68 0,-1-4 16 15,14-4 90-15,-8 0 186 0,15-4 279 16</inkml:trace>
  <inkml:trace contextRef="#ctx0" brushRef="#br0" timeOffset="143253.57">16418 18006 174 0,'6'-8'708'15,"2"1"143"-15,-8 0 84 0,6-1 65 16,-6 1-95-16,0 3-284 0,0 1-221 0,0-1-128 16,0 0-79-16,0 4-62 0,0-3-50 0,0 6-34 15,0-3-20-15,0 4-9 0,-6 0-4 16,-2 3 1-16,2 4 5 0,0 0 5 0,-8 0 2 16,8 4 7-16,-7-5 4 0,0 5 2 0,-6-3 1 15,-1 2 5-15,7-3 0 0,-7 3-2 0,1-2-2 16,0-1-2-16,-1 0 1 0,1-1 3 15,-1-2 7-15,6-1 8 0,2 0 9 0,-1 1 7 16,6-5-1-16,1 1-5 0,-1 1-9 0,1-3-13 16,6-2 0-16,-6 4 14 0,6 0 20 0,6 3 27 15,0 1 27-15,1-1 32 0,6 0 2 16,0 4-169-16,7 0 0 0,-1 4 0 0,0-4 0 16,8 3 0-16,-8 1 0 0,7 0 0 15,0-4 0-15,0 4 0 0,0-1 0 16,1 0 0-16,-1-2 0 0,-1 2 0 0,-5-3 0 15,0-4 0-15,-1 1 0 0,-6-1 0 16,0 1 0-16,-7-5 0 0,8 0 0 0,-8 2 0 16,0-5 0-16,-6 0 0 0,7 0 0 15,-7 0 0-15,-7 0-143 0,7-8-527 16,-6 5-314-16,6-5-216 0,-6 1-60 0,6-1 43 16,0-2 115-16,6 2 229 0,0-3 320 15</inkml:trace>
  <inkml:trace contextRef="#ctx0" brushRef="#br0" timeOffset="143772.06">17805 17874 309 0,'-6'-12'455'0,"6"-2"79"0,-6-1 71 16,6 0-20-16,-7-2-28 0,0 2-59 0,1 0-39 15,0-2-30-15,-1 1-36 0,0 1-52 0,1 4-40 16,-1 1-23-16,1 2-12 0,0-3-14 0,-2 4-22 16,8 4-35-16,-6-5-34 0,6 8-37 15,-6 0-24-15,6 8-15 0,-6 2 0 0,6 5 18 16,0 4 24-16,0 6 29 0,0 4 18 0,0 4 20 16,6 0 1-16,0 7-195 0,0 0 0 15,8 1 0-15,-8-1 0 0,1 0 0 0,-1-3 0 16,1 0 0-16,0-1 0 0,-1-3 0 0,0 0 0 15,1-4 0-15,0-3 0 0,-7 0 0 16,6-4 0-16,-6-3 0 0,6-5 0 16,-6-3 0-16,7 1 0 0,-7-6 0 0,0-2 0 15,7 0 0-15,-7-8-449 0,6 0-187 16,1 1-177-16,-1-9-183 0,7 2-120 16,-6-2 9-16,5-1 75 0,2-6 157 0,-1 4 198 15,0-3 243-15</inkml:trace>
  <inkml:trace contextRef="#ctx0" brushRef="#br0" timeOffset="144135.88">18079 18061 336 0,'0'-7'626'0,"6"-5"132"0,-12 1 93 0,6 4-41 15,0-5-62-15,-6 6-167 0,-1 2-167 16,7-3-112-16,-7 3-76 0,1 4-54 0,0 0-35 16,-1 0-22-16,-6 4-8 0,6 3 3 0,1 0 4 15,0 4 3-15,-8 0 1 0,8 4-2 16,0 3-3-16,-1-3-5 0,7 7-5 0,-7-4-8 0,7 5-5 15,7-2-2-15,-7 1 3 0,13-3 1 16,-7 3 0-16,8-5-1 0,-2 2 4 16,8-4-1-16,-1 0-3 0,1-1 0 0,6-7 0 15,0 1-83-15,1-5-8 0,-2 2 0 16,-5-10 0-16,6 2 0 0,0-5 0 0,-7 1 0 16,1-4 0-16,-7 0 0 0,0 0 0 15,0-4 0-15,-7 0 0 0,-6-2 0 0,7 2 0 16,-14-7 0-16,7 3 0 0,-6-3 0 0,-7 1 0 15,0-1 0-15,-6 3 0 0,-1 1 0 0,7 4 0 16,-13-2 0-16,6 5 0 0,1 8 0 16,-1-4 0-16,0 7 0 0,1 0-101 0,0 3-264 15,-1 4-47-15,7-3-42 0,7 7-58 0,-8-4-84 16,8 5-88-16,6-5-89 0,0 4-105 16,0 0-12-16,6-3 62 0,1-1 121 0,0-4 143 15,5 5 162-15</inkml:trace>
  <inkml:trace contextRef="#ctx0" brushRef="#br0" timeOffset="144649.9">18522 18079 77 0,'19'-7'542'0,"-6"-1"166"15,-6-2 109-15,6-2 43 0,-13 1-35 0,6 0-152 16,-6 0-169-16,0 0-136 0,-6 4-86 0,6-4-66 16,-6 7-47-16,-8-3-38 0,8 3-28 0,-7 1-23 15,0 3-16-15,-6 3-12 0,-1 1-13 0,7 7-8 16,-7 0-7-16,8 0-6 0,-8 4-9 15,13 3-5-15,-6-4-1 0,0 5-2 0,7 3-1 16,0-4-3-16,6 1 3 0,0-1 1 0,0-4 2 16,0 1 0-16,6 0 2 0,0 0 1 15,7-5 0-15,-6-2 0 0,6-1 1 0,-1-3 1 16,2-4 0-16,-1 0 3 0,-6-4 9 0,12-3 9 16,-13-1 9-16,8 0 13 0,-2 2 15 15,2-5 16-15,-8-4 4 0,0 4 5 0,1 0 3 16,-1 4 3-16,1-5 3 0,-7 6-7 0,7-2-10 15,-7 5-14-15,0-1-16 0,6 0-19 0,-6 4-18 16,0 0-13-16,0 8-6 0,0-1-2 16,0 0 3-16,6 8-1 0,-6-1-1 0,8 6 9 15,-8 1 4-15,6 5 9 0,0-4 7 0,0 7 9 16,-6 0 10-16,7 1 7 0,-7 2 7 16,0-2 9-16,7-1 11 0,-7 4-25 0,-7-4-53 15,7 1 0-15,0-5 0 0,-7-2 0 16,1-2 0-16,0-3 0 0,0-3 0 15,-2-5 0-15,2-2 0 0,0 0 0 16,-8-4 0-16,1-1 0 0,1-6 0 0,-8-1 0 16,7-4 0-16,-7 0 0 0,1-2 0 15,0-1 0-15,-1 5 0 0,0-6 0 16,1 1 0-16,5 3-122 0,-5 2-394 16,12-6-211-16,1 5-256 0,6 0-156 0,6-4-30 15,1 0 45-15,6 0 109 0,7-3 222 16,-1 1 306-16</inkml:trace>
  <inkml:trace contextRef="#ctx0" brushRef="#br0" timeOffset="145056.01">19231 18079 56 0,'0'-18'529'0,"0"-1"156"16,0 4 102-16,0-3 74 0,-6 4-104 0,6-1-130 15,-6 0-169-15,-1 4-136 0,1 5-83 0,-1-3-61 16,-6-1-51-16,1 6-32 0,-2 1-20 16,-5-2-11-16,6 5-7 0,-7 5 0 0,-6-2 3 15,7 1 4-15,-1 6 4 0,1-1-4 0,-1 5 1 16,0 0 1-16,1 1 3 0,-1 3 9 16,8 0 9-16,-8 4 15 0,7-3 12 0,6 3 9 15,0 0 10-15,1-1 5 0,6-2 3 0,-6 3 2 16,12 0 1-16,-6-4 4 0,13 1 2 15,0-1 1-15,0 0-42 0,7-3-109 0,6 3 0 16,0-7 0-16,-1 0 0 0,9 1 0 16,-2-6 0-16,1-1 0 0,-7-2 0 15,7 1 0-15,-8-8 0 0,-5 4 0 16,0-3 0-16,-1-2 0 0,-6 2 0 0,0 3 0 16,-7-3 0-16,8-2 0 0,-14 5 0 15,6-2 0-15,0 2-27 0,-6-5-536 0,0 5-259 16,7-3-296-16,-7-1-112 0,7 0 8 15,-1-3 87-15,0 3 160 0,7 1 261 16</inkml:trace>
  <inkml:trace contextRef="#ctx0" brushRef="#br0" timeOffset="145431.09">19799 17830 399 0,'-14'-15'644'0,"8"-3"103"16,-1 2 76-16,1 2-26 0,-8 1-117 15,8 1-168-15,6 1-136 0,-6 0-73 0,0 3-47 16,6 1-49-16,0 4-36 0,0-1-30 0,-7 0-25 16,7 1-20-16,0 3-23 0,0 0-1 15,0 3 24-15,0 5 29 0,0 2 31 0,0 9 31 16,0-1 35-16,7 8 19 0,-7 3 8 0,0 0 4 15,6 8-17-15,-6-1-223 0,6 1-13 16,0 0 0-16,-6 0 0 0,8-5 0 0,-2 5 0 16,-6-4 0-16,6 0 0 0,1 0 0 15,-1-7 0-15,1 3 0 0,-7-7 0 0,7 0 0 16,-1-4 0-16,-6 1 0 0,6-9 0 16,-6 1 0-16,6-6 0 0,2 2 0 15,-2-7-4-15,0-4-523 0,8 1-234 0,-8-8-250 16,7-1-156-16,1-2-21 0,4-4 59 15,-4-1 129-15,-1 1 224 0,7 0 277 0</inkml:trace>
  <inkml:trace contextRef="#ctx0" brushRef="#br0" timeOffset="145790.39">20079 18054 41 0,'0'-8'567'0,"-7"0"169"0,7 5 116 0,-6-5 83 15,-1 1-82-15,0 4-152 0,7-2-210 0,-6 2-148 16,6 3-85-16,-6 0-46 0,-2 0-25 0,8 8 1 15,-6-1 16-15,6 4 18 0,-6 0 2 16,6 4-14-16,-6 3-14 0,6 1-28 0,6-1-29 16,-6-1-34-16,6 6-27 0,0-5-22 0,2 4-15 15,-2-7-8-15,7 3-4 0,-6-4 1 16,6 1 5-16,-1-4 7 0,2 0-27 16,5-7-15-16,-6 4 0 0,6-5 0 0,-5-3 0 15,6-3 0-15,-8-2 0 0,1-2 0 0,7 0 0 16,-14 0 0-16,8-4 0 0,-8-1 0 0,7 2 0 15,-13-5 0-15,7 1 0 0,-7-5 0 16,-7 1 0-16,7-1 0 0,-13 1 0 0,-1-4 0 16,8 4 0-16,-13 0 0 0,6 0 0 0,-6 2 0 15,-8 5 0-15,8 1 0 0,-1 5 0 0,-6-1 0 16,7 6 0-16,-8 0-177 0,7 3-192 16,2 0-47-16,4 5-62 0,1-1-92 0,7 1-120 15,0-1-132-15,6 0-121 0,0 0-19 0,6 1 56 16,7 3 120-16,0-7 172 0,0 7 194 0</inkml:trace>
  <inkml:trace contextRef="#ctx0" brushRef="#br0" timeOffset="146321.53">20528 18101 198 0,'7'-11'628'0,"-1"0"140"15,-6 0 107-15,0-3 28 0,-6 2-49 0,6-3-200 16,-14 5-184-16,8-1-116 0,-1 3-89 0,-6 1-68 15,0 3-63-15,1 1-38 0,-8 6-27 16,0 1-22-16,7 3-16 0,-7 4-11 0,1 0-4 16,6 4-5-16,0 4-3 0,0-5-1 0,6 4-2 15,1 1-1-15,0-1-3 0,6-4 0 0,0 5 2 16,0-5 1-16,6 1 1 0,0-4 2 0,1-1 2 16,0-2 2-16,6 0-2 0,-7-4-1 0,7-4-1 15,0 0-2-15,1-4-2 0,-8 0-1 16,7-3 1-16,0 0 1 0,-7-5 9 0,7 1 14 15,1 0 10-15,-8 0 12 0,0-3 10 16,1-1 12-16,-1 4 6 0,1-3 8 0,-1 2 7 16,-6 2-1-16,7 2-2 0,-7 1-9 0,0 3-14 15,6 1-23-15,-6-2-16 0,0 5-14 16,0 5-10-16,0-2-5 0,0 5 2 0,0 3 10 16,0 4 9-16,0-1 6 0,0 4 5 0,0 4 5 15,0 0 5-15,0 0-2 0,0 4 5 0,0 0 13 16,-6 3 11-16,6 0 16 0,-7 1 21 15,7-2-79-15,-6 2-25 0,-1-4 0 16,1-1 0-16,-1-3 0 0,1-3 0 16,0-1 0-16,-2-3 0 0,2-1 0 0,0-6 0 15,-1-1 0-15,1 0 0 0,-1-7 0 16,-6 0 0-16,1-3 0 0,-2-5 0 0,1 1 0 16,-6-4 0-16,-1 4 0 0,1-8 0 15,-1 5 0-15,1-5 0 0,-1-1 0 16,6 2 0-16,2-1 0 0,-1 4-193 15,13-4-447-15,0 1-260 0,6-1-242 0,7 4-81 16,7-3 27-16,0-1 94 0,5 5 203 0,1-2 275 16</inkml:trace>
  <inkml:trace contextRef="#ctx0" brushRef="#br0" timeOffset="146899.6">21068 17929 95 0,'-6'-18'651'16,"0"3"168"-16,6 0 113 0,-8-4 91 16,2 5-66-16,0-1-179 0,6 5-222 0,-6 2-143 15,-1 1-97-15,7 0-85 0,0 3-78 0,0 4-61 16,-7 0-42-16,7 4-20 0,7 3-5 0,-7 3 11 16,7 9 17-16,-7-1 17 0,6 4 16 0,0 5 10 15,0-2 1-15,2 4-5 0,-8-3-3 16,6 2 4-16,0-2 18 0,1 0 10 0,0 0 5 15,-7-4-126-15,6-1 0 0,-6 2 0 0,7-5 0 16,-7 0 0-16,0-4 0 0,0 2 0 0,0-5 0 16,0-4 0-16,0 1 0 0,0-1 0 15,6-4 0-15,-6 1 0 0,0 0 0 0,0-4 0 16,0 0 0-16,0 0 0 0,0-4 0 0,0 0 0 16,0-3 0-16,0-1 0 0,6 2 0 15,-6-9 0-15,0 4 0 0,0-4 0 0,7-2 0 16,-7-3 0-16,0 3 0 0,7-2 0 0,-7-3 0 15,6 4 0-15,0-4 0 0,-6 3 0 0,7 1 0 16,0 0 0-16,-1 3 0 0,7 0 0 0,-7 1 0 16,8 0 0-16,-2-1 0 0,2 4 0 15,-1 0 0-15,0-1 0 0,6 5 0 0,-5 3 0 16,-2 1 0-16,2 3 0 0,-1 0 0 0,-1 3 0 16,2 5 0-16,-2 0 0 0,-5 2 0 0,6 5 0 15,-6-1 0-15,-1 1 0 0,0 3 0 16,1 1 0-16,0-2 0 0,-7 2 0 0,0 4 0 15,6-5 0-15,-6 0 0 0,0 4 0 0,6-7 0 16,-6 3 0-16,0-4 0 0,0-3 0 0,8 4 0 16,-8-8 0-16,0 5 0 0,0-5 0 0,6 0 0 15,-6-3 0-15,0 0 0 0,0-1 0 0,0 1 0 16,0-4 0-16,0 4-171 0,0-4-428 16,0 0-242-16,-6 3-270 0,-2-3-96 0,2 0 12 15,0 3 83-15,-1 2 175 0,0 2 255 0</inkml:trace>
  <inkml:trace contextRef="#ctx0" brushRef="#br0" timeOffset="147492.03">20997 18544 408 0,'-26'0'738'15,"0"0"139"-15,6 0 104 0,1-3 13 16,-1-5-108-16,7 5-238 0,0-4-153 0,0 3-100 16,7-4-75-16,0 5-57 0,-2-1-43 15,8-3-32-15,0 4-33 0,0-5-26 16,8 3-20-16,-8 3-15 0,12-6-16 0,-6 4-13 16,8 0-6-16,-8 1 2 0,7 3-33 15,1-4-28-15,-2 4 0 0,1 0 0 16,-6 0 0-16,6 4 0 0,-1-4 0 0,-4 3 0 15,-2 5 0-15,6 0 0 0,-4-1 0 16,-2 4 0-16,0 0 0 0,-6 4 0 0,7-1 0 16,-7 1 0-16,0 3 0 0,0-4 0 15,-7 6 0-15,7-3 0 0,-6 1 0 16,0-3 0-16,-2 4 0 0,-4-5 0 16,6 1 0-16,-8-5 0 0,1 2 0 0,7-1 0 15,-8-4 0-15,8 0 0 0,0 0 0 0,0-2 0 16,-2-2 0-16,2-3 0 0,0 3 0 15,6-3 0-15,0 5 0 0,0-5 0 16,0 0 0-16,6 0 0 0,0-5 0 16,8 5 0-16,-2-3 0 0,8 3 0 0,-1-3 0 15,7-2 0-15,1 5 0 0,-1-4 0 16,0 1 0-16,7 3 0 0,-7-4 0 16,-7 4 0-16,7-3 0 0,-6-1 0 15,0 4 0-15,-8-3 0 0,1 3 0 0,0-4 0 16,0 4 0-16,-7-4 0 0,2 4 0 15,-2 0 0-15,0 0 0 0,-6 0 0 0,7-3 0 16,-7 3 0-16,0-4-130 0,0 1-528 16,-7-2-291-16,7-2-230 0,0-4-64 15,7 4 40-15,-7-7 103 0,7-1 210 0,-1 1 292 0</inkml:trace>
  <inkml:trace contextRef="#ctx0" brushRef="#br0" timeOffset="148041.26">22397 18086 26 0,'0'-7'527'0,"-6"0"163"0,6-4 117 15,0 4 88-15,-7-9-65 0,7 5-125 0,0 1-147 16,0-1-111-16,0 0-63 0,7 0-41 16,-7 3-27-16,0-3-14 0,0 8-12 0,0-5-16 15,0 5-25-15,0 0-30 0,0-2-38 0,0 5-41 16,-7 0-132-16,7 0-8 0,0 8 0 0,0 3 0 16,0 3 0-16,0 5 0 0,0 3 0 15,0 3 0-15,0 1 0 0,0 4 0 0,0-1 0 16,7 3 0-16,-7 1 0 0,6 1 0 0,-6-2 0 15,6 2 0-15,1-2 0 0,0 2 0 16,-1-5 0-16,0 0 0 0,2-3 0 16,-2-5 0-16,0-3 0 0,-6-2 0 0,7-5 0 15,-1 0 0-15,-6-4 0 0,7-3 0 16,-7-1 0-16,0-3 0 0,0 0-34 16,0-3-456-16,0-1-194 0,0-3-216 0,-7-1-202 15,1 1-57-15,6-3 32 0,-7-3 94 16,1-1 191-16,-8 3 253 0</inkml:trace>
  <inkml:trace contextRef="#ctx0" brushRef="#br0" timeOffset="148306.89">22267 18299 99 0,'-13'0'627'0,"0"-4"174"16,0 1 130-16,-1-5 96 0,8 4-32 0,0 1-150 16,-1-5-186-16,0 5-124 0,7-1-88 0,7-3-81 15,0 3-68-15,5 1-53 0,8-2-39 16,0 2-96-16,5 3-110 0,8-3 0 0,0 3 0 15,6 0 0-15,0 0 0 0,0 0 0 0,1 0 0 16,-8 0 0-16,7 0 0 0,-7 0 0 0,1 0 0 16,-7 0 0-16,0 0 0 0,1-4 0 0,-9 4 0 15,2-4 0-15,-1 1 0 0,-5 3 0 16,-1-4 0-16,0 4 0 0,-7-4 0 0,1 4 0 16,-1-4 0-16,-6 4 0 0,7 0-315 0,-7-3-236 15,0 3-159-15,7 0-193 0,-7 0-176 0,6 0-37 16,-6-5 40-16,6 5 116 0,8-2 179 15,-2 2 248-15</inkml:trace>
  <inkml:trace contextRef="#ctx0" brushRef="#br0" timeOffset="148704.03">23641 17925 252 0,'0'-26'694'0,"0"1"136"0,-7-5 104 0,7 4 90 0,-6 1-97 16,6 3-236-16,-7 0-134 0,7 4-75 0,-6-1-55 31,6 5-48-31,0 3-42 0,-6 0-32 0,6 0-34 0,0 7-190 0,0-3-81 0,0 3 0 16,0 4 0-16,0 0 0 0,0 0 0 0,0 8 0 0,6-1 0 16,-6 8 0-16,0 7 0 0,6-1 0 15,-6 12 0-15,0 4 0 0,7 0 0 0,-7 7 0 16,6-1 0-16,-6 2 0 0,7 2 0 0,-7 0 0 15,0 2 0-15,7-2 0 0,-7-3 0 16,0 0 0-16,0 0 0 0,0-4 0 16,0-3 0-16,0 0 0 0,0-8 0 0,0 0 0 15,0-6 0-15,0-5 0 0,-7-4 0 16,7-2 0-16,0-2 0 0,0-2 0 0,7-5 0 31,-7-3 0-31,0 0 0 0,0-3 0 16,0-5 0-16,0-2 0 0,0-2-133 0,-7 1-666 15,0-8-358-15,7 5-150 0,-6-4-8 16,-7 0 89-16,7-1 163 0,-1 1 300 16,-6 0 357-16</inkml:trace>
  <inkml:trace contextRef="#ctx0" brushRef="#br0" timeOffset="151579.1">2865 12701 279 0,'0'4'360'0,"0"-1"41"16,-6 1-34-16,6-1-64 0,0 1-32 15,0-4-41-15,0 3-7 0,0-3 38 0,0 0 58 16,0 0 31-16,0-3 19 0,0 3 2 0,0-4-16 16,0 1-47-16,0-4-56 0,0 3-28 15,0-3-20-15,0-4-13 0,0 3-14 0,0-3-10 16,0 0-4-16,-7-1-4 0,7 3-9 16,0-2-10-16,-7-1-15 0,1 1-18 0,0 0-16 15,-1 1-18-15,-6-2-19 0,0 5-13 16,-1 3-10-16,-4-3-9 0,4 3-6 0,-11 4-4 15,5 0-5-15,-6 4-4 0,-1 3 2 16,1 4-1-16,1 1-3 0,-1 2 2 0,-7 4-1 16,7 1-1-16,0 3-1 0,0 3 1 0,7 1 10 15,-7 4 9-15,6-2 9 0,7 6 13 16,-7-5 12-16,8 7 8 0,-2-3 1 0,8 1 1 16,-1 2-6-16,0-3-3 0,7 3-3 15,0-2-3-15,7 2-1 0,-7-3-1 0,13 0 4 16,-7 0 3-16,14 1 2 0,-7-6 4 0,13-2 5 15,0 1-7-15,0-7-58 0,1 3 0 16,5-9 0-16,-6 1 0 0,13-4 0 0,-6 0 0 16,-1-7 0-16,7-1 0 0,1 1 0 0,-8-8 0 15,7 1 0-15,0-5 0 0,-7-3 0 16,8-4 0-16,-7 1 0 0,-1-4 0 0,-7-1 0 16,2-3 0-16,-1 0 0 0,-6-3 0 15,-1-5 0-15,1 5 0 0,-8-5 0 0,-5 1 0 16,6-4 0-16,-13 0 0 0,6 1 0 15,-6-5 0-15,0 0 0 0,-6 1 0 0,0-1 0 16,-1 0 0-16,-6 1 0 0,0-1 0 0,0 0 0 16,-6 4 0-16,-1 0 0 0,-6 0 0 15,-1 1 0-15,9 2 0 0,-15 4 0 0,7 1 0 16,0 3 0-16,-1 4 0 0,8-1 0 16,-7 4 0-16,6 5 0 0,-6-2 0 0,7 9 0 15,-1-1 0-15,0 4 0 0,2 4 0 0,4-1 0 16,-5 9 0-16,5-2 0 0,8 5 0 15,0 0 0-15,0 3-352 0,6 1-125 0,0 2-83 16,6 2-110-16,0-5-122 0,7 3-155 0,0 2-55 16,7-9 25-16,-7 5 84 0,7-5 150 15,-1 1 192-15</inkml:trace>
  <inkml:trace contextRef="#ctx0" brushRef="#br0" timeOffset="152167.93">3581 12122 48 0,'8'-4'395'0,"-8"1"107"0,0 0 100 0,6-6 12 15,-12 6 30-15,6 0-79 0,0-5-83 0,-8 5-72 0,8-5-71 16,-6 5-68-16,0-6-57 0,-1 7-35 16,0-2-24-16,1 0-17 0,-7 1-14 0,7 3-12 15,-8-4-9-15,2 4-6 0,5 4 5 16,-6-4 6-16,-7 7 12 0,1-3 11 0,5 3 4 15,-5 4 1-15,0 4-9 0,0-4-8 0,-8 7-8 16,7 0-5-16,1 4 7 0,0 8 5 16,-1-1 7-16,-6 8 5 0,7 3 8 0,-1 7 7 15,7 1 4-15,-7 7-65 0,8 0-84 0,-2 3 0 16,1 1 0-16,6-5 0 0,7 5 0 16,-6 0 0-16,12 0 0 0,1 0 0 0,0-5 0 15,5 5 0-15,8-3 0 0,0-6 0 0,-1 1 0 16,14 1 0-16,-7-8 0 0,6-1 0 15,1-5 0-15,-1-6 0 0,1-3 0 16,7-3 0-16,-15-3 0 0,8-5 0 0,0-4 0 16,-14-3 0-16,7-3 0 0,-6-5 0 0,-8 0 0 15,8 2 0-15,-13-5 0 0,-1-5 0 16,0 2 0-16,2 0 0 0,-8-5 0 16,-8 2 0-16,8-6 0 0,-6 1-76 0,0 0-437 15,-1-4-190-15,1-3-197 0,6-1-199 16,-7-2-48-16,7-2 39 0,0-2 101 0,0 3 182 15,7-4 239-15</inkml:trace>
  <inkml:trace contextRef="#ctx0" brushRef="#br0" timeOffset="153181.82">3836 12415 144 0,'0'-7'387'0,"0"0"85"0,-7-4 89 0,7 4-6 15,0-5 32-15,0 1-45 0,0 4-42 0,-7 0-34 16,7-5-46-16,0 6-70 0,0 1-62 16,0 2-51-16,0-5-48 0,0 8-42 0,0-3-42 15,0 6-37-15,0 1-22 0,0 3 13 16,7 9 21-16,-7 2 36 0,7 3 33 0,-1 9 29 16,1-1 18-16,-1 8-5 0,0 0-14 15,1 3-22-15,0 0-21 0,-1 4-23 16,0-4-17-16,1 0-20 0,0 1-17 0,-1-4-14 15,1-1-13-15,-1-3-9 0,0-4-5 16,2 1-2-16,-2-8-2 0,-6-4-3 0,6 0-2 16,0-3 0-16,-6-4 3 0,0-4 0 15,8 0-1-15,-8-3 1 0,0 0-23 0,0-4-52 16,0-4-79-16,0 4-104 0,-8-7-128 16,8 3-191-16,0-6-210 0,0-2-187 0,8 1-100 15,-8-3 6-15,6 2 77 0,0-2 164 16,7 0 215-16</inkml:trace>
  <inkml:trace contextRef="#ctx0" brushRef="#br0" timeOffset="153626.46">4226 12708 190 0,'6'-11'515'0,"2"0"145"0,-2 0 108 0,0 0-13 16,-6 0-8-16,0-3-118 0,7 3-115 15,-7-3-108-15,-7 2-74 0,7 5-58 0,-6-1-45 16,0-2-42-16,6 5-37 0,0 2-34 0,-8-1-29 16,8 4-27-16,-6 4-22 0,-7-1-15 15,0 9-7-15,7-5-2 0,-7 8 6 16,7 3 5-16,-8-1 12 0,8 6 5 0,-1-1 5 16,-6 4 2-16,13-1 5 0,-6 4 3 15,6-2 0-15,6-2 5 0,-6 4 6 16,6-7 5-16,8 4-1 0,-8-7 0 0,14 3 0 15,-7-8 0-15,0 1-2 0,6-1-1 0,1-6 0 16,0-1-5-16,-1-4-3 0,1-3-3 16,6-3 4-16,-7-1 12 0,1-3 1 0,0-4-75 15,-1 0 0-15,-6-4 0 0,0-3 0 16,-7-1 0 0,0-1 0-16,2-3 0 0,-8-3 0 0,0 1 0 15,-8-5 0-15,2 1 0 0,0 0 0 16,-7-1 0-16,0 5 0 0,-6-1 0 0,-1 8 0 15,0-1 0-15,1 5 0 0,-1 3 0 16,-6-1 0-16,7 9 0 0,-1-1 0 0,0 4-230 16,7 0-178-16,-6 7-57 0,12 1-64 15,1 3-84-15,0 0-76 0,-2 1-81 0,8 2-79 16,8-3-37-16,-2 3 50 0,0 1 109 16,7-5 133-16,0 2 153 0</inkml:trace>
  <inkml:trace contextRef="#ctx0" brushRef="#br0" timeOffset="154259.23">4670 12683 177 0,'12'-11'469'15,"8"0"149"-15,-14-9 132 0,7 7 2 16,-13-6-2-16,0-3-87 0,0 4-78 0,0 0-103 16,-13-5-93-16,7 9-64 0,-8 0-57 15,2-2-48-15,-2 6-40 0,-5 2-38 0,-1 1-34 16,2 7-35-16,-2 0-22 0,0 7-20 15,7 5-13-15,-7 1-9 0,1 7-8 16,6 2 2-16,0 3 1 0,0 4-1 0,6-2 0 16,1 5 0-16,6-3 5 0,0-3-1 15,6 0-2-15,1-1-1 0,6 1 0 16,0-4-3-16,0-4 2 0,6-3 0 0,-5-1 1 16,5-3-1-16,1-3 0 0,0-5 3 15,-2-3-1-15,2 0-2 0,-7-3 1 0,7-5 3 16,-8 2 7-16,2-6 13 0,-8 1 16 15,1-3 15-15,-1-1 26 0,1-3 23 0,0 0 7 0,-1 2-1 0,-6 2-4 16,6-5-1-16,-6 9-14 0,6-1-17 16,-6 0-11-16,0 3-36 0,0 5-30 15,8-1 0-15,-8 4 0 0,0 4 0 0,6 2 0 16,-6 2 0-16,6 7 0 0,1-1 0 16,-1 5 0-16,1 3 0 0,0 4 0 0,-1 0 0 15,6 2 0-15,2 5 0 0,-1 4 0 16,0-4 0-16,-6 7 0 0,5-3 0 15,2 0 0-15,-8 3 0 0,7-3 0 0,-6-1 0 16,-7 1 0-16,6 0 0 0,-6-8 0 16,-6-1 0-16,-1-2 0 0,0 1 0 0,1-9 0 15,0 0 0-15,-8-7 0 0,8 0 0 0,-7-4 0 16,0-3 0-16,-6-1 0 0,-1-6 0 16,0-1 0-16,1-3 0 0,-7-4 0 15,-7-3 0-15,1 2 0 0,-1-6 0 0,1 4 0 16,-1-5 0-16,1 1 0 0,6-1 0 15,-1 1 0-15,8 0 0 0,0 4-114 16,5-1-370-16,8 0-159 0,6-4-182 0,6 1-196 16,0 4-93-16,8-8 16 0,5 3 80 15,7-3 160-15,0-3 219 0</inkml:trace>
  <inkml:trace contextRef="#ctx0" brushRef="#br0" timeOffset="154571.66">5191 12323 119 0,'6'-21'644'0,"-6"-1"147"0,0 4 105 16,6-5 93-16,-6 9-67 0,-6-1-181 0,6 1-171 16,0 2-98-16,0 1-79 0,0 8-78 15,0-5-73-15,0 5-77 0,0 3-64 0,0 0-41 16,0 7-11-16,6 4 7 0,-6 8 22 15,7 1 32-15,-1 7 38 0,1 6 33 0,-1 0-32 16,1 7-149-16,5 1 0 0,-4 2 0 16,-2 2 0-16,7-1 0 0,-7-1 0 0,1 1 0 15,-1-3 0-15,1-5 0 0,-1-3 0 16,1-4 0-16,0 1 0 0,-7-8 0 0,6 0 0 16,0-4 0-16,-6-6 0 0,0-2 0 15,7-3 0-15,-7 1 0 0,7-8 0 16,-7 0 0-16,6-5-211 0,-6-1-417 0,7-5-263 15,5 0-250-15,-5-7-76 0,6-5 30 16,1-2 95-16,-2 3 192 0,8-3 262 0</inkml:trace>
  <inkml:trace contextRef="#ctx0" brushRef="#br0" timeOffset="154979.5">5639 12444 137 0,'-6'-3'627'0,"6"-5"155"0,-6 5 99 15,6 0 33-15,-6-2-77 0,6 2-195 16,-8 3-217-16,2 0-125 0,6 3-72 0,-6 2-36 16,-1 1-12-16,7 5-7 0,-7 1-1 15,7 6-8-15,-6-1-9 0,6 3-18 0,6 5-21 16,-6-3-18-16,7 4-19 0,0-1-11 16,-1-2-11-16,8-2-5 0,-2 1 1 0,1-3-2 15,0-1-1-15,6-3-4 0,1-1-4 16,0-7-7-16,-1 1-10 0,1-5-6 0,0 2-2 15,-1-5 2-15,1-5 11 0,-1 2 19 16,0-5 31-16,1-3 36 0,-7 1 27 0,1-2-143 31,-8-2 0-31,6-4 0 0,-12-4 0 0,7-4 0 0,-7-3 0 0,-7 0 0 0,1-5 0 16,0 2 0-16,-8 2 0 0,2 1 0 16,-1-1 0-16,-7 9 0 0,0-2 0 0,1 5 0 15,-7 4 0-15,6 2 0 0,0 6 0 16,-5 1 0-16,5 5 0 0,0 5 0 0,1-2-292 15,6 5-177-15,6 2-120 0,7 1-151 16,0 4-181-16,7 0-125 0,0 3-15 16,6-4 53-16,7 1 131 0,-2-5 192 0,9 7 245 15</inkml:trace>
  <inkml:trace contextRef="#ctx0" brushRef="#br0" timeOffset="155559.85">6219 12452 98 0,'7'-15'597'0,"-7"0"143"0,6-3 107 16,-12 0 84-16,6-4-80 0,-7 4-158 16,1-5-176-16,-8 6-105 0,2 2-74 0,-2-4-62 15,-5 5-58-15,6 3-45 0,-6 0-37 16,-1 3-28-16,7 5-29 0,-7 3-23 16,0 3-16-16,8 8-15 0,-1 0-10 0,0 4-7 15,6 3-3-15,-5 5 0 0,12-1 2 16,0-1-2-16,0 5-2 0,6 0 2 0,0-5-1 15,7 4-2-15,1-2-2 0,4-2 0 16,-4-1 0-16,6-6-3 0,-1-3 1 16,1 0 0-16,-8-7 1 0,8-1 0 0,-7-3 0 15,0-3 2-15,0-1 2 0,-7-3 5 16,8-5 13-16,-8 2 19 0,1-5 19 0,-7 1 23 16,6-5 18-16,-6 1 15 0,0 3 5 15,0-3-1-15,0 3-5 0,0 1-10 0,0 7-16 16,0-5-55-16,0 5-33 0,0 3 0 15,7 1 0-15,-7-1 0 0,0 8 0 0,0-1 0 16,6 5 0-16,-6 2 0 0,7 5 0 16,-1 7 0-16,0 0 0 0,2 5 0 15,-2 5 0 1,0 0 0-16,1 5 0 0,-1 0 0 16,1 0 0-16,0 2 0 0,-1-2 0 0,0 4 0 15,-6-4 0-15,0 3 0 0,0-4 0 16,0-2 0-16,-6-1 0 0,6-4 0 0,-13-4 0 15,6 1 0-15,-6-8 0 0,1 1 0 16,-2-6 0-16,1-1 0 0,-6-4 0 16,6-1 0-16,-7-7 0 0,0 0 0 0,1-4 0 15,-1 1 0-15,-6-5 0 0,1-4 0 16,-1 2 0-16,0 0 0 0,6-6 0 0,-7 2 0 16,1 0 0-16,14-1 0 0,-8 0 0 0,7 1 0 15,7-5 0-15,6 1-439 0,6 0-247 16,0-1-224-16,8-3-214 0,5-4-52 15,7 1 43-15,0-4 106 0,1-1 177 0,5 0 249 16</inkml:trace>
  <inkml:trace contextRef="#ctx0" brushRef="#br0" timeOffset="156122.57">6584 12221 84 0,'6'-14'644'0,"1"-2"180"0,-7 6 128 16,6-1 97-16,-6 0-74 0,7 4-137 15,-7-1-229-15,0 1-151 0,0 3-114 0,0 0-86 16,0 4-80-16,0 0-68 0,0 0-46 16,7 8-30-16,-7-5 5 0,0 9 20 0,6 2 25 15,0 4 20-15,-6 5 13 0,7-2 16 16,0 5 6-16,-7 0-44 0,6 0-95 0,0 2 0 16,-6 2 0-16,7-4 0 0,-7 3 0 15,7-4 0-15,-1 1 0 0,-6-5 0 0,7 2 0 16,-7-4 0-16,0-1 0 0,0-7 0 15,0-1 0-15,6-2 0 0,-6-1 0 16,0-3 0-16,0 0 0 0,0-4 0 0,-6 0 0 16,6-4 0-16,0-3 0 0,0-5 0 15,0-2 0-15,0-1 0 0,-7 0 0 0,7-6 0 16,-6-2 0-16,6-2 0 0,0-4 0 16,0 0 0-16,0-1 0 0,6 0 0 15,1 1 0-15,-7 0 0 0,12 4 0 0,-4 3 0 16,4 0 0-16,-6-1 0 0,14 5 0 0,-7 4 0 15,7-1 0-15,0 4 0 0,-1 0 0 16,1 1 0-16,6 6 0 0,-7-1 0 16,7 2 0-16,-6 6 0 0,6 2 0 0,-7 2 0 15,1 0 0-15,6 8 0 0,-7 0 0 16,-5 3 0-16,4 1 0 0,-4 2 0 0,-1 2 0 16,0-2 0-16,-6 5 0 0,-1-4 0 15,0 4 0-15,1-5 0 0,0 5 0 0,-7-4 0 16,6 0 0-16,-6-4 0 0,0 1 0 0,0-1 0 15,-6-3 0-15,6-4 0 0,0 3 0 16,-7-6 0-16,7-2 0 0,-7-1 0 16,7-5 0-16,-6 0-27 0,0-5-557 0,-1-5-283 15,0-1-284-15,1-7-97 0,-1-5 21 16,7 1 95-16,0-7 180 0,7-3 277 16</inkml:trace>
  <inkml:trace contextRef="#ctx0" brushRef="#br0" timeOffset="156483.96">7209 11528 26 0,'-6'-18'577'0,"6"4"162"0,0-4 107 16,6 7 70-16,0-5-72 0,2 6-146 16,4 2-203-16,1 1-126 0,7 3-76 0,0 4-37 15,-1 4-21-15,13 3-20 0,-6 4-16 16,7 7-5-16,-1 1-4 0,1 7 1 15,-1 7-1-15,1 3-4 0,7 8 6 0,-8 4 10 0,1 3-64 16,-7 4-138-16,0 4 0 0,-1-1 0 16,-5 4 0-16,-7 4 0 0,-6-3 0 15,-7 2 0-15,0-2 0 0,-7-1 0 0,-6-3 0 16,1 0 0-16,-8-5 0 0,0-7 0 16,1 2 0-16,-1-5 0 0,0-7 0 0,1-5 0 15,6-2 0-15,0-8 0 0,-1 0 0 16,2-8 0-16,5-3 0 0,1 1 0 0,-1-5 0 15,7-4 0-15,-6 1 0 0,6-4 0 16,0 0 0-16,0-4 0 0,0-4-267 0,0 1-382 16,0-4-224-16,0 0-251 0,0 1-75 15,0-2 31-15,-7-2 98 0,7 3 179 16,-6-4 241-16</inkml:trace>
  <inkml:trace contextRef="#ctx0" brushRef="#br0" timeOffset="157048.54">6037 13609 116 0,'-13'-11'541'16,"0"0"126"-16,0 1 88 0,-1-5 42 0,8 4-33 15,-6-4-141-15,4 4-123 0,2-3-77 16,0 6-35-16,-1-4-33 0,1 6-42 0,6 2-49 16,-7 0-45-16,7 1-42 0,-7 3-46 15,7 3-27-15,0 9-10 0,0 2 16 0,0 5 30 16,7 6 39-16,-7 5 39 0,7 7 7 15,-1 2-137-15,1 2-88 0,-1 6 0 0,0 1 0 16,2 0 0-16,4 4 0 0,-6-5 0 16,2 0 0-16,4 1 0 0,-5-8 0 15,-1 0 0-15,8-4 0 0,-8-6 0 0,0 0 0 16,0-9 0-16,2-6 0 0,-8 0 0 16,6-4 0-16,-6-3 0 0,0-5 0 0,-6 0 0 15,6-6-329-15,-8 0-172 0,-4-2-134 16,6-2-144-16,-8 0-158 0,8-4-105 15,-13 0-6-15,5 0 64 0,2 4 144 0,-8-4 193 16,0 3 232-16</inkml:trace>
  <inkml:trace contextRef="#ctx0" brushRef="#br0" timeOffset="157316.03">5704 14155 90 0,'-6'4'644'0,"0"-4"162"0,0 0 98 15,-2 0 75-15,2-4-80 0,6 4-160 16,0 0-212-16,-6 0-123 0,6 0-68 0,6 0-23 15,0 4-19-15,2 1-14 0,10 1-8 16,-4 5 10-16,5-3-8 0,1 2-126 0,6 1-148 16,0 0 0-16,0 4 0 0,0-4 0 15,0 0 0-15,0 0 0 0,0 0 0 16,-7-4 0-16,7 4 0 0,-6-4 0 0,0 2 0 16,-7-7 0-16,-1 6 0 0,2-5 0 15,-1 1 0-15,-6-4 0 0,-7 0 0 0,6 0-399 16,1 0-172-16,-7-4-167 0,6-7-179 15,0 0-166-15,-6 0-29 0,7-6 54 0,0-6 132 16,5 2 191-16,-5-2 224 0</inkml:trace>
  <inkml:trace contextRef="#ctx0" brushRef="#br0" timeOffset="157557.82">6278 14005 133 0,'6'-11'637'0,"1"4"164"16,-7-4 104-16,6 4 42 0,-6-1-51 0,0 5-174 15,-6 3-184-15,6 3-84 0,-13 5-36 16,7-1-10-16,-8 7 10 0,1 5-21 0,-6 3-48 15,6-1-181-15,-7 5-168 0,7 4 0 16,-6-5 0-16,-1 1 0 0,7-1 0 16,0 1 0-16,0-3 0 0,7-5 0 0,-7 0 0 15,6-4 0-15,0-3 0 0,1 0 0 16,0 0 0-16,6-7 0 0,0 3 0 0,-8-3 0 16,8-4 0-16,0 4-60 0,0 0-437 15,8-4-186-15,-8 0-262 0,6 0-195 16,0-4-43-16,-6 4 48 0,0 0 116 0,7 4 198 15,-14-2 284-15</inkml:trace>
  <inkml:trace contextRef="#ctx0" brushRef="#br0" timeOffset="158014.64">5275 15349 321 0,'0'-6'523'16,"-7"-2"131"-16,7 0 107 0,-6 5-58 16,6 0-41-16,0-2-107 0,0 1-111 0,-6 4-108 15,6 0-74-15,0 0-47 0,0 9-20 16,0-3 1-16,6 10 21 0,-6-1 26 16,6 6 17-16,-6 1 7 0,7 7 1 0,-1 3-12 15,1 2-16-15,6 3-22 0,-7-1-20 16,1 1-19-16,6 0-161 0,-7-4-18 0,8 0 0 15,-8-5 0-15,1 1 0 0,-1-6 0 16,0-1 0-16,1 0 0 0,-7-7 0 16,7-1 0-16,-1-6 0 0,-6-1-119 0,0 0-283 15,0-7-126-15,-6 0-145 0,-1-7-172 16,0-3-186-16,1-5-51 0,-7-4 34 0,0-3 110 16,0-3 169-16,0-5 217 0</inkml:trace>
  <inkml:trace contextRef="#ctx0" brushRef="#br0" timeOffset="158373.94">5086 15522 22 0,'-13'-4'529'0,"0"-3"163"0,0 4 92 0,7-1 81 16,-2-4-80-16,2 5-119 0,0-5-180 15,6 2-142-15,6-2-76 0,0 3-71 0,8-2-55 16,-1 0-43-16,7 0-27 0,6-1-16 16,0 1-13-16,-1 0-4 0,9 0-9 0,-2-1-8 15,1-2-8-15,-1 2-4 0,-6 1-1 16,7-1 5-16,-14 5 11 0,1-5 22 0,0 5 26 15,-8 0 24-15,1-1 25 0,-6-1 22 16,-1 5 11-16,-6-3 5 0,7 3-1 16,-7 0-7-16,6-3-19 0,-6 3-21 0,0 0-24 15,0 0-26-15,6 3-22 0,-6 0-6 16,0 6 8-16,8-3 14 0,-2 9 29 0,0-1 35 16,1 5-23-16,-1 3-97 0,7 3 0 15,-6 1 0-15,6 0 0 0,-6 3 0 0,5 0 0 16,-5-3 0-16,0 3 0 0,5-3 0 15,-12-3 0-15,7-3 0 0,-1-1 0 16,1-4 0-16,-7-5 0 0,0 2 0 0,7-5 0 16,-14-3 0-16,7-4-330 0,-7-4-162 15,1-3-134-15,-1-5-138 0,1-2-150 0,0-7-116 16,-8-5-7-16,2-3 66 0,-8-8 130 16,7 0 174-16,-7-7 219 0</inkml:trace>
  <inkml:trace contextRef="#ctx0" brushRef="#br0" timeOffset="158498.99">5372 15273 257 0,'-6'-15'539'0,"-7"0"108"0,7 5 64 0,-1-1-57 16,0 0-71-16,1 4-163 0,6 2-151 0,-6-3-131 16,6 5-122-16,0 0-131 0,6-1-138 15,0 4-151-15,1-4-169 0,0 4-89 16,6-3 3-16,6 3 55 0,-6-4 88 0,7 4 125 16</inkml:trace>
  <inkml:trace contextRef="#ctx0" brushRef="#br0" timeOffset="159487.29">5568 15211 393 0,'0'7'494'0,"6"0"71"16,-6-3 44-16,0 0-6 0,0-1-71 16,0 4-70-16,0-2-45 0,7 1-23 0,-7 5-40 15,6-3-38-15,1 6-26 0,0 1-28 16,5 4-24-16,-4-2-20 0,4 6-16 16,1 2-14-16,0 1-17 0,0 3-9 0,-7 1-2 15,8-2-8-15,-8 6-10 0,7-5-7 16,-6 0-6-16,-1 1-7 0,-6-4-2 0,7 0 2 15,-1-6 6-15,-6-1-17 0,6-4-111 16,-6-1 0-16,0-6 0 0,0 3 0 16,8-8 0-16,-8 0 0 0,-8-6 0 0,8 0 0 15,0-5 0-15,0-3 0 0,-6 0 0 16,0-7 0-16,-1-4 0 0,7-3 0 0,-6-1 0 16,-1-7 0-16,7 0 0 0,-7 3 0 15,7-2 0-15,0 3 0 0,0-1 0 0,7 5 0 16,-7-1 0-16,7 8 0 0,-1-1 0 15,1 1 0-15,-1 4 0 0,8-2 0 0,-8 6 0 16,6-1 0-16,-4 0 0 0,4 7 0 16,-5-3 0-16,6 7 0 0,-6-4 0 0,5 4 0 15,2 4 0-15,-2 3 0 0,2 0 0 16,-1 4 0-16,-1 0 0 0,2 1 0 0,-2 5 0 16,-5 3 0-16,6-3 0 0,0 1 0 15,-7 5 0-15,8-2 0 0,-8 1 0 0,0 1 0 16,8-1 0-16,-8 0 0 0,1 0 0 15,-7-1 0-15,6-3 0 0,1 1 0 16,-7-4 0-16,0 0 0 0,7-4 0 0,-7-2 0 16,0 0 0-16,0-1 0 0,0-5 0 15,0-3 0-15,0 3 0 0,0-3 0 0,-7-3 0 16,0 3 0-16,1-8 0 0,6 1 0 16,-7 0 0-16,1-8 0 0,0 0 0 15,-2-3 0-15,2-1 0 0,6-2 0 0,-6-5 0 16,6-3 0-16,0 0 0 0,0-1 0 0,0-3 0 15,6 4 0-15,0 0 0 0,2 3 0 16,-2 0 0-16,7 4 0 0,0 4 0 0,0 0 0 16,7 0 0-16,-8 7 0 0,8 0 0 15,-7-1 0-15,7 9 0 0,-8-2 0 16,8 10 0-16,-7-2 0 0,0 5 0 0,0 3 0 16,1 4 0-16,-2 0 0 0,1-1 0 0,0 4 0 15,0 0 0-15,-7 0 0 0,8-2 0 16,-1 1 0-16,0-2 0 0,0-4 0 0,7 4 0 15,-8-7 0-15,2-1 0 0,-1-4 0 16,6-3 0-16,-6 0 0 0,7-7 0 16,-7 4 0-16,0-5 0 0,0-3 0 0,-7 0 0 15,0-3 0-15,2-2 0 0,-8-1 0 16,-8-2 0-16,2 1 0 0,-7-1 0 16,0 5 0-16,0-1 0 0,1 4 0 0,-8 4 0 15,6 0 0-15,-5 7 0 0,-1 0 0 0,8 3 0 16,-8 5 0-16,7 3 0 0,0 4 0 15,6-1 0-15,1 4 0 0,0 4 0 0,6 0 0 16,0 0 0-16,6 0 0 0,0 0 0 16,1 0 0-16,13-4 0 0,-8 0 0 0,8 0 0 15,0-5 0-15,-1-3 0 0,13 0 0 16,-5-5 0-16,5-1 0 0,1-8 0 16,-1 4 0-16,8-8 0 0,-8 1 0 0,1 0 0 15,-1-4 0-15,1 2 0 0,-14 3 0 0,1-5 0 16,0 3 0-16,-8 5 0 0,2-4 0 15,-8 3 0-15,0 0 0 0,1 4 0 16,-14-3 0-16,7 3 0 0,-12 3 0 0,-2-3-393 16,2 4-336-16,-8 0-285 0,7-1-172 15,-1-3-34-15,-4 4 55 0,4-4 125 0,-5-4 226 16,5 4 314-16</inkml:trace>
  <inkml:trace contextRef="#ctx0" brushRef="#br0" timeOffset="160130.68">7659 14829 126 0,'0'-3'361'0,"0"-1"67"0,0 0 54 16,0-3-68-16,0 4 14 0,0-5-20 0,0 1-14 16,0 0-6-16,0 0-5 0,0-1-3 15,-7 1-21-15,7-5-49 0,0 5-39 0,-7-4-27 16,1 0-20-16,6 4-21 0,-6-1-18 16,-8 2-14-16,8-3-16 0,-7 3-14 0,0 2-8 15,0 4-11-15,-1-4-8 0,-5 8-11 16,6 0-9-16,-6 2-12 0,-1 6-11 0,1 2-7 15,-1 6-5-15,0 1 4 0,1 5 10 16,6 6 9-16,0 2 5 0,7-2 10 0,-1 2 4 16,0 2 2-16,14 1 2 0,-7-5 6 15,7 2-39-15,6-5-72 0,-1 0 0 16,8 0 0-16,-7-7 0 0,13 0 0 0,-6-3 0 16,6-1 0-16,0-7 0 0,-1 1 0 0,2-9 0 15,5 0 0-15,-6-3 0 0,0-3 0 16,1-5 0-16,-1 1 0 0,-7-4 0 15,1 0 0-15,0 4 0 0,-8-4 0 0,2 3 0 16,-8-3 0-16,0 4 0 0,1-1 0 16,-1 5 0-16,-6-4 0 0,0 3 0 0,0-3-313 15,0 3-262-15,0 0-172 0,0-2-175 16,0-3-161-16,0 3-29 0,0-2 50 16,7-3 118-16,-7 4 190 0,7-4 230 0</inkml:trace>
  <inkml:trace contextRef="#ctx0" brushRef="#br0" timeOffset="160570.25">7913 14936 343 0,'0'-12'495'0,"0"-2"98"16,-7 0 117-16,7-1-37 0,0 4-50 15,-6-4-73-15,-1 4-59 0,0 0-61 0,7 4-88 16,-6-1-72-16,-7 1-61 0,6 4-38 16,1 3-28-16,-7 0-18 0,0 3-9 15,0 4-7-15,0 1 1 0,0 6-3 0,-1 1-2 16,2 0-7-16,-1 3-6 0,6 1-5 15,-6 3-9-15,7 3-5 0,0-3-5 0,6 4 1 16,0-5 5-16,0 5 5 0,6-4 4 16,0 0-1-16,7 0 2 0,-6-4-3 0,12 1-8 15,-5-9-5-15,5 5 1 0,-6-7 6 16,13-2 4-16,-7-1-15 0,7-5-64 16,1-5 0-16,-1-1 0 0,0-2 0 0,-1-3 0 15,-5 0 0-15,6-3 0 0,-6-5 0 16,-7 5 0-16,-1-4 0 0,-4-1 0 0,-2-3 0 15,0 0 0-15,-12-3 0 0,0-5 0 16,-2 1 0-16,-4-1 0 0,-8 5 0 0,1-4 0 16,-1 7 0-16,0 3 0 0,-5 1 0 15,-1 4 0-15,6 2 0 0,-6 4 0 16,0 6 0-16,0 2 0 0,6 0 0 0,1 2 0 16,6 6 0-16,-1-3 0 0,2 2-22 15,5 4-356-15,1 0-62 0,6-1-55 0,6-2-70 16,1 3-97-16,5-4-112 0,2 1-119 15,6-5-47-15,-8-3 34 0,15 0 99 16,-8-3 146-16,0-2 181 0</inkml:trace>
  <inkml:trace contextRef="#ctx0" brushRef="#br0" timeOffset="161367.96">8049 14771 227 0,'7'-7'529'0,"6"-5"152"0,-7 1 87 0,-6 0-5 16,6 0-10-16,-6 0-97 0,0 0-109 15,8 1-92-15,-8 2-38 0,0 1-63 0,0 0-58 16,0 3-59-16,0 1-53 0,0 3-54 15,0 0-48-15,6 3-31 0,-6 4-12 0,6 1 9 16,1 6 12-16,-7 1 13 0,6 3 17 16,1 4 11-16,0 4 2 0,-1 3-7 0,0 0-10 15,1-3-4-15,0 3-4 0,-1-3-2 16,0 0 0-16,1-4-23 0,-7 0-53 16,7-5 0-16,-7 2 0 0,6-4 0 0,-6-5 0 15,0-2 0-15,0 0 0 0,0-1 0 16,7-3 0-16,-7-1 0 0,0-3 0 0,0 0 0 15,-7-7 0-15,7 3 0 0,-6-2 0 16,-1-7 0-16,7 3 0 0,-7-5 0 16,1 1 0-16,0-5 0 0,-8-3 0 0,14 0 0 15,-6 1 0-15,0-1 0 0,6-1 0 16,-7 2 0-16,7-2 0 0,7 5 0 0,-7 0 0 16,6-1 0-16,0 5 0 0,8-1 0 15,-2 0 0-15,2 1 0 0,-1 3 0 0,-1-1 0 16,2 6 0-16,-2-2 0 0,8 1 0 0,-7 3 0 15,1 4 0-15,-2 0 0 0,2 4 0 16,-2 0 0-16,-5 3 0 0,6 3 0 16,0 2 0-16,-7-1 0 0,8 3 0 0,-8 1 0 15,0 4 0-15,1-1 0 0,0 0 0 16,-1 0 0-16,1 1 0 0,-7-1 0 0,6-3 0 16,0 3 0-16,-6-4 0 0,7-3 0 15,-7 0 0-15,7 1 0 0,-7-5 0 16,0 0 0-16,0 1 0 0,0-5 0 0,0 1 0 15,0-1 0-15,0-3 0 0,0 0 0 16,0 0 0-16,-7-3 0 0,7 3 0 0,-7-7 0 16,1-1 0-16,0 1 0 0,6-3 0 15,-7-2 0-15,1-2 0 0,-1-5 0 0,0 1 0 16,7-5 0-16,-6 2 0 0,6-1 0 16,0 0 0-16,0 4 0 0,6-1 0 0,-6 1 0 15,7-1 0-15,6 4 0 0,-6 1 0 16,5 0 0-16,2 3 0 0,-2 0 0 15,8 0 0-15,-7 3 0 0,0 0 0 0,0 6 0 16,1 2 0-16,-2 0 0 0,1 0 0 16,0 2 0-16,0 6 0 0,-7 3 0 0,8 0 0 15,-8 1 0-15,1 2 0 0,6 4 0 16,-7 0 0-16,1 1 0 0,-1-1 0 0,1 3 0 16,-7-1 0-16,7-2 0 0,-1 0 0 0,-6 0 0 15,6-3 0-15,-6 0 0 0,7-4 0 16,-7-1 0-16,0-2 0 0,7 0 0 15,-7-2 0-15,0-1 0 0,0-5 0 0,6 3 0 16,-6-3 0-16,0 0-8 0,0-3-447 16,6-2-187-16,-6-1-214 0,7-2-228 0,0 0-75 15,-1-2 23-15,7-1 86 0,1 0 177 16,-2-1 239-16</inkml:trace>
  <inkml:trace contextRef="#ctx0" brushRef="#br0" timeOffset="165032.42">8791 14558 177 0,'0'-7'343'16,"0"3"71"-16,0-3 31 0,0 3-47 0,-6 1 45 16,6-5-3-16,0 5-6 0,0-1-16 15,-6 0-11-15,6 1-29 0,-7 0-54 0,7-2-67 16,0 5-61-16,0 0-54 0,0 0-45 16,0 0-25-16,0 8-8 0,0-1 3 15,7 8 16-15,-7 3 26 0,6 3 23 0,8 9 8 16,-8 3-4-16,7 8-8 0,6-1-4 15,-6 4-17-15,7 4-17 0,0-4-15 0,-1 3-11 16,1-3-13-16,0-4-18 0,-2 0-10 16,-4 1-8-16,-1-8-5 0,-1 0-3 15,2-4-2-15,-8-7-5 0,0 1-16 0,2-9-19 16,-2 1-42-16,-6-8-66 0,0 1-95 16,-6-8-129-16,-2 0-129 0,-4-8-144 15,6 1-141-15,-14-8-100 0,7 1 4 0,-7-5 85 16,0-4 120-16,8-2 148 0</inkml:trace>
  <inkml:trace contextRef="#ctx0" brushRef="#br0" timeOffset="165331.31">8766 14789 8 0,'-7'-15'489'16,"1"-3"111"-16,-1 3 81 0,1-3 71 0,0 0-68 16,6 0-166-16,-8-1-129 0,8-3-79 15,0 5-57-15,8-3-43 0,-2-2-27 0,7 1-24 16,0 2-16-16,6 1-18 0,1 0-19 15,6 0-22-15,0 2-20 0,0 3-20 0,6 5-15 16,-6 0-5-16,0 5-1 0,7 3 3 16,-13 3 6-16,6 5 8 0,-7 2 16 15,-5 1 16-15,-2 8 19 0,-6-1 16 0,2 1 16 16,-8-1 11-16,0 3-3 0,-8 2-13 0,2-2-20 16,-6 6-21-16,5-5-22 0,-13 0-19 15,8-1-17-15,-8 1-16 0,6 4-33 16,-5-8-43-16,-1 1-53 0,2-4-65 0,4-1-91 15,1-7-125-15,0 1-141 0,6-8-154 16,1-4-164-16,0-3-60 0,-1-4 25 0,7-7 97 16,7 0 150-16,-1-5 183 0</inkml:trace>
  <inkml:trace contextRef="#ctx0" brushRef="#br0" timeOffset="165832.66">9085 14419 218 0,'12'-22'533'0,"-4"0"123"16,4 0 100-16,-5 0 1 0,-7 5-51 0,6-3-120 15,1 6-101-15,-7-1-79 0,0 4-66 16,0 0-57-16,0 4-57 0,0 4-55 16,0-2-49-16,0 2-43 0,0 6-28 0,7 2-15 15,-7 5-6-15,0 1 11 0,0 7 13 16,0 4 14-16,0 8 8 0,6-1 2 16,0 4-4-16,1 3-9 0,0 1-12 0,-1 0-10 15,7 0-8-15,0-4-5 0,0-1-2 16,7-1 0-16,-8-2 1 0,8-8 0 0,0-3 4 15,-1 1 7-15,1-8 7 0,-1-4 2 16,7-2-3-16,-6-10-3 0,0 1-7 16,5-7-7-16,-5-3-7 0,-7-4-3 0,7-1 4 15,-7 1 12-15,0-8 10 0,-1 4 8 0,-4-3 4 16,-8-1 0-16,0 0-2 0,0 0-11 16,-8 4-9-16,2 4-9 0,0 0-5 0,-7 4-7 15,6 6-6-15,-6 1-5 0,0 3-4 16,0 4-4-16,0 0-1 0,0 7 0 15,0 0 1-15,7 5 6 0,-8 2-1 0,8 4 0 16,0 1 2-16,-2 4 1 0,8-2 4 16,0 5 1-16,0-1 11 0,8 1 9 0,-8 0 7 15,6 0 13-15,7-5 3 0,-6 2-51 16,6-2 0-16,-7-3 0 0,14 1 0 0,-8-8 0 16,2 0 0-16,5-4 0 0,1-3 0 15,0-4 0-15,-1-4 0 0,7-3 0 0,-6-1 0 16,-1-2 0-16,0-2 0 0,1-1 0 15,-1-3-207-15,-5 1-251 0,-1 0-131 16,-1 1-165-16,-5-4-178 0,0 0-133 0,5-1-15 16,-4-3 58-16,4 0 137 0,-5 0 200 15,6-3 239-15</inkml:trace>
  <inkml:trace contextRef="#ctx0" brushRef="#br0" timeOffset="166083.47">9990 14298 77 0,'0'-15'626'0,"7"4"163"16,-7 1 117-16,0-1 98 0,-7 0-55 0,7 4-124 15,-7-5-213-15,1 9-129 0,0-1-96 16,-8 4-81-16,8 0-78 0,0 4-59 0,-1 3-33 16,-6 4-15-16,6 4 3 0,1 3-2 15,0 0-6-15,-1 4-11 0,0 4-14 0,1 0-76 16,6-1-15-16,-6 1 0 0,6-1 0 16,-7-3 0-16,7 1 0 0,-7-2 0 0,7 1 0 15,0-7 0-15,0 0 0 0,-6-1-22 16,6-6-174-16,0 2-74 0,0-6-88 15,0 0-101-15,0-4-130 0,0-4-151 0,0-3-172 16,0 0-97-16,-7-4 3 0,1 0 78 0,6-4 147 16,-6-3 192-16</inkml:trace>
  <inkml:trace contextRef="#ctx0" brushRef="#br0" timeOffset="166317.74">9769 14341 40 0,'-7'-6'590'0,"7"-2"159"0,-6 1 112 0,0 1 91 16,6-3-48-16,-8 2-182 0,8 3-205 15,-6 4-142-15,6-3-100 0,0 3-65 0,6 3-39 16,2 1-16-16,4 0 1 0,1 3 9 16,7 4 7-16,0 0-13 0,-1 4-18 15,0-4-23-15,1 4-27 0,-1-1-22 0,1 4-16 16,-7-3-12-16,7 0-13 0,-8-1-13 16,8-3-7-16,-7 4-22 0,0-4-39 15,-6-3-57-15,5-2-72 0,-4 3-81 0,-2-3-114 16,0-6-149-16,8 0-172 0,-8-3-183 15,0 0-105-15,1-9-9 0,-1 5 65 0,1-8 141 16,-7 0 195-16</inkml:trace>
  <inkml:trace contextRef="#ctx0" brushRef="#br0" timeOffset="166536.41">10172 14236 216 0,'8'-11'677'0,"-8"0"155"0,-8 4 115 0,8-4 63 15,0-1-47-15,-6 9-199 0,6-5-188 16,0 5-131-16,-6-1-102 0,6 4-82 0,0 0-65 15,6 7-39-15,-6 1-16 0,6 2 0 0,2 6 7 16,-2-2 3-16,0 8-8 0,0-3-63 16,8 2-80-16,-8 1 0 0,1 0 0 15,-1-3 0-15,0 3 0 0,2-4 0 0,-2 0 0 16,-6-3 0-16,6-4-121 0,-6 0-159 16,0-4-102-16,-6 1-119 0,6-5-164 0,-6-6-201 15,-2-1-163-15,2-3-42 0,0-4 41 16,-7-4 109-16,-1 0 192 0,8-3 245 0</inkml:trace>
  <inkml:trace contextRef="#ctx0" brushRef="#br0" timeOffset="166694.01">10101 14083 96 0,'-6'-12'597'0,"-1"1"117"16,0 3 66-16,1-3 50 0,-7 4-112 0,7 0-229 16,-2 3-203-16,8-3-146 0,-6 3-142 0,6 1-164 15,0 3-189-15,0-4-202 0,6 4-157 16,2 0-49-16,4-3 31 0,-5-2 94 0,6 5 145 15</inkml:trace>
  <inkml:trace contextRef="#ctx0" brushRef="#br0" timeOffset="166990.82">10342 13855 392 0,'0'-15'682'0,"0"1"125"0,0-1 101 15,0 0 20-15,-6 1-112 0,6-2-195 16,0 6-123-16,-8 2-89 0,8 1-76 0,0 0-72 15,0 3-66-15,0 1-43 0,0 3-19 16,8 3-2-16,-8 6 10 0,6-3 26 0,0 8 33 16,7 5 22-16,-6-1-27 0,6 8-195 15,-1-1 0-15,-4 5 0 0,4 3 0 0,-5 4 0 16,6-1 0-16,-6 4 0 0,-1 1 0 16,7-1 0-16,-6 0 0 0,-1-7 0 0,0-3 0 15,1 3 0-15,0-8 0 0,-1 4 0 16,1-3 0-16,-1-5 0 0,-6-5 0 0,7-1 0 15,-7-4-179-15,0-4-261 0,6 0-135 16,-6-3-155-16,0-8-176 0,-6 0-151 16,6-3-30-16,-13-4 52 0,6 0 129 15,1-4 197-15,-8 1 238 0</inkml:trace>
  <inkml:trace contextRef="#ctx0" brushRef="#br0" timeOffset="167538.62">10336 14214 60 0,'-14'-4'604'0,"8"-3"152"0,0 0 97 0,6-5 73 15,-7 1-89-15,7 2-152 0,0-8-221 16,7 7-130-16,-1-5-83 0,6 1-60 0,2-1-48 16,5 0-38-16,1 5-29 0,0-1-17 15,6 0-12-15,-1-1-5 0,8 5-13 16,-7 3-10-16,0 1-6 0,0-1-3 0,-6 4 2 16,-1 4 3-16,1-1 17 0,-7 5 25 15,0 2 25-15,-6 1 24 0,5 5 19 0,-5-1 8 16,0-1 0-16,-1 0-11 0,7 5-19 15,-6-5-18-15,-1-3-20 0,1 0-15 0,-1 0-12 16,7-4-12-16,-6 0-6 0,5 1-5 16,-4-8-2-16,4 0 0 0,-5 0 7 0,6-3 0 15,0-4 5-15,-7-1 8 0,8-7 11 16,-8 4 10-16,0-7 3 0,8 0 9 0,-8-4 1 16,-6-1-11-16,6 1-56 0,-6 4 0 15,0-4 0-15,0 7 0 0,0-3 0 16,0 8 0-16,0-1 0 0,0 3 0 0,0 1 0 15,0 3 0-15,0 4 0 0,0 0 0 16,0 4 0-16,0 3 0 0,0 4 0 0,7 7 0 16,-7 0 0-16,6 8 0 0,1 3 0 15,-7 5 0-15,7-1 0 0,-1 3 0 16,0 0 0-16,1 6 0 0,6-6 0 0,-7 0 0 16,1 0 0-16,-1 1 0 0,8-3 0 0,-8-1 0 15,0-7 0-15,2-1 0 0,-8-3 0 16,6-4 0-16,-6-3 0 0,0-4 0 15,-6-4 0-15,6 1 0 0,-8-5 0 0,2 4 0 16,-7-7 0-16,0 4 0 0,-6 0 0 0,-1-4 0 16,0 3 0-16,1-3 0 0,-7 4 0 15,0 0 0-15,0-1-105 0,-1-3-586 16,-5 0-372-16,6 5-186 0,0-5-40 0,-6 0 55 16,6 0 128-16,-7 0 249 0,1 0 372 15</inkml:trace>
  <inkml:trace contextRef="#ctx0" brushRef="#br0" timeOffset="170431.31">7307 16056 167 0,'-7'-10'374'16,"7"-2"59"-16,-6-2 53 0,6 3-47 0,-6-4 16 15,-2 1-23-15,2 2 2 0,0 2 5 16,6-1-6-16,-6 4-33 0,-1-2-71 0,7 7-83 16,0-3-70-16,-7 5-50 0,7 5-24 15,0-3-10-15,0 10 3 0,7 6 24 0,-7 1 22 16,7 6 14-16,-1 4 3 0,0 5 1 15,8-1-11-15,-2 3-15 0,-5 1-17 0,6 3-18 16,0 1-21-16,0-4-18 0,0 0-14 16,-7-5-13-16,8 0-11 0,-8 2-7 0,1-9-5 15,5 2-5-15,-5-6-7 0,-7 2-27 16,7-9-39-16,-1 0-42 0,-6-6-53 0,6 2-75 16,-6-6-114-16,0-4-128 0,-6 0-134 0,6-4-130 15,0 1-138-15,-6-4-27 0,-1-4 64 16,0 0 127-16,-5 0 155 0,5 3 165 0</inkml:trace>
  <inkml:trace contextRef="#ctx0" brushRef="#br0" timeOffset="170634.41">7209 16474 325 0,'-13'0'515'0,"0"5"104"0,0-5 85 0,0 0-50 16,0 0-66-16,7 0-108 0,-1 0-91 0,0 0-78 16,1 2-52-16,6-2-35 0,-6 5-20 15,6 2-13-15,6 0-4 0,0-1-2 0,1 3-8 16,6 2-21-16,0 0-24 0,0-5-18 0,6 6-23 15,-5-5-22-15,6 4-22 0,-1 0-18 16,-6-3-9-16,6-1-22 0,-5 0-32 16,-2 0-52-16,1 1-66 0,1 0-89 0,5-6-117 15,-6-2-133-15,0 0-132 0,0 0-129 0,0-2-99 16,0-6 3-16,0 0 70 0,-7 1 119 16,8-3 150-16</inkml:trace>
  <inkml:trace contextRef="#ctx0" brushRef="#br0" timeOffset="170806.32">7515 16471 4 0,'0'-8'522'0,"0"4"145"0,0 1 96 0,0-1 71 16,-6 1-60-16,6-1-163 0,0 4-172 16,-6-3-128-16,6 3-77 0,0 3-57 15,-8 1-51-15,2 3-38 0,6 0-25 0,0 4-15 16,-6 1-18-16,6 2-32 0,0 1-61 0,0 3-108 16,0 0-167-16,0 0-201 0,-7 5-231 15,7-2-99-15,0 2-13 0,-6 2 70 0,6 1 146 16,0 4 190-16</inkml:trace>
  <inkml:trace contextRef="#ctx0" brushRef="#br0" timeOffset="171306.21">7379 17489 526 0,'-7'-15'707'16,"0"-3"91"-16,1-4 63 0,-7 0-46 16,0 0-153-16,0 0-215 0,-7 0-122 15,0 5-69-15,8 1-51 0,-8 1-48 0,-5 4-43 16,5 4-37-16,0 0-28 0,1 7-21 0,-1 0-14 16,0 4-7-16,1 3-5 0,-1 4-1 15,8 0-2-15,-2 3 0 0,2 1 0 0,-2 0 1 16,8 3-1-16,6 1 1 0,-7-5-1 15,7 4-1-15,7 0 0 0,-1-3 3 0,1 0 0 16,6-1 0-16,7 2 4 0,-1-2 10 0,-6 1 4 16,13-4 6-16,-7 3 7 0,8-3 11 15,-8 4 7-15,8 0 2 0,-2-1 10 0,-5 1 7 16,0 0 9-16,-1 3 7 0,-6-4 10 0,6 5 9 16,-12-1 8-16,6-3 9 0,-13 3 3 0,6 0 3 15,-6 1 2-15,-6-1-4 0,0-3-5 16,-1 0-10-16,-6-1-10 0,0-3-12 0,-7 0-13 15,0-3-11-15,2-1-12 0,-9-4-9 0,1 1-21 16,0-4-22-16,0-4 0 0,0-3 0 16,0-1 0-16,0 1 0 0,0-4 0 0,6 0 0 15,1 1 0-15,-1-1-2 0,8 0-109 0,-2 3-57 16,1-4-69-16,7 6-65 0,-1-2-62 0,7 1-72 16,0-4-88-16,13 0-102 0,-6 4-118 0,5-4-145 15,2 0-35-15,6 0 45 0,-1-4 97 0,-6 0 142 16,12 5 173-16</inkml:trace>
  <inkml:trace contextRef="#ctx0" brushRef="#br0" timeOffset="171602.99">7404 17329 395 0,'7'-20'543'0,"-7"3"118"0,7-2 96 0,-14 4-62 15,7-3-68-15,0 3-91 0,-7 1-85 16,7-1-82-16,0 4-63 0,-6 0-53 0,6-1-35 15,0 6-22-15,-6-2-22 0,6 5-27 0,0-1-24 16,0 0-26-16,0 4-26 0,0 4-19 16,0 0-3-16,0 10 17 0,0 1 31 15,6 3 28-15,-6 5 22 0,6 5 19 0,1 2 2 16,0-1-11-16,-1 8-19 0,7-4-12 0,-6 3-13 16,6 1-14-16,0-1-30 0,-7 1-69 0,7-4 0 15,-7 0 0-15,8-4 0 0,-8-3 0 16,7 0 0-16,-6-4 0 0,-1 0 0 0,1-8 0 15,-7 1 0-15,6-4-175 0,-6-4-85 0,6-3-87 16,-6 0-90-16,8-8-104 0,-2-2-115 0,0-6-125 16,-6 1-146-16,7-8-46 0,0 1 45 15,-1-3 107-15,0-5 148 0,1 0 171 0</inkml:trace>
  <inkml:trace contextRef="#ctx0" brushRef="#br0" timeOffset="171933.03">7639 17452 239 0,'-6'-3'503'16,"-1"-4"142"-16,7 7 108 0,-7-5-39 0,1 5-33 15,-1-3-107-15,1 6-111 0,0 2-102 16,-1-2-72-16,7 4-49 0,-7 1-31 16,7 6-18-16,0 1-12 0,0-4-18 0,0 7-16 15,7-3-11-15,0 3-12 0,-1-3-14 0,0 3-12 16,7-3-8-16,1-4-5 0,-2 0-4 0,2-1 1 16,-2 2 6-16,2-8 5 0,5-1 8 0,-5 1 7 15,4-8 7-15,-4 1 5 0,-1-1 1 16,7-8-2-16,-8 5 0 0,2-7-29 0,-8 3-88 15,7-4 0-15,-7-3 0 0,1 3 0 0,-7 1 0 16,0-5 0-16,-7 5 0 0,1-4 0 0,-7-1 0 16,0 4 0-16,-6 0 0 0,-1 1 0 0,-7 3 0 15,9 4 0-15,-9 3 0 0,7 1 0 16,-6-2 0-16,7 5 0 0,-1 0 0 0,1 5-108 16,6-2-282-16,-1 1-66 0,2-1-75 15,5 1-99-15,7 0-121 0,0-1-133 0,0 1-83 16,7-4 7-16,-1 0 80 0,8-4 137 0,-2 4 181 15</inkml:trace>
  <inkml:trace contextRef="#ctx0" brushRef="#br0" timeOffset="173056.76">7848 17306 141 0,'0'0'564'0,"0"0"158"0,0-4 105 0,-7 4 20 15,7 0-40-15,-7-4-141 0,1 4-176 16,-1 4-140-16,1-4-92 0,6 4-61 0,-6-1-46 15,6 5-39-15,0-1-14 0,-7 4 0 0,14 0 2 16,-7 4-4-16,6 0-2 0,0-1-2 16,1 4-5-16,6 1-8 0,0 3-4 0,0-4 2 15,0-4-1-15,0 5-2 0,0-5 32 0,6 1-14 16,-5-4-10-16,-2 0-7 0,2 0-2 16,-1-7 1-16,-1 0-30 0,2-4 14 0,-2 0 7 15,-4-4 5-15,4 0 0 0,-5-3-4 0,6-4-5 16,-13 4-3-16,7-4-39 0,-1-1-19 15,-6-2 0-15,0 3 0 0,0-4 0 0,-6-3 0 16,6 4 0-16,-7-1 0 0,7 0 0 16,-7 1 0-16,1 3 0 0,-1 0 0 0,7 0 0 15,-6 0 0-15,0 3 0 0,6 4 0 0,-8-3 0 16,8 3 0-16,0 4 0 0,0-2 0 16,0 2 0-16,0 0 0 0,0 2 0 0,8 6 0 15,-2-1 0-15,0 3 0 0,1 6 0 0,6-1 0 16,-6-1 0-16,5 1 0 0,2 3 0 15,5 0 0-15,-6 1 0 0,0-1 0 0,0-3 0 16,6-1 0-16,-5 1 0 0,-1-4 0 0,-7 0 0 16,7-4 0-16,0 1 0 0,-7-5 0 0,2-3 0 15,4 0 0-15,-5-3 0 0,-1-1 0 16,1-3 0 0,-7-4 0-16,7 0 0 0,-1-3 0 0,-6-5 0 15,0 1 0-15,0-5 0 0,-6 2 0 16,6-2 0-16,0 2 0 0,-7 2 0 0,7 1 0 15,-7-1 0-15,7 8 0 0,0-3 0 16,-6 6 0-16,6 1 0 0,0 0 0 0,0-1 0 16,0 5 0-16,6-1 0 0,1 4 0 0,6-3 0 15,-7 3 0-15,8 0 0 0,-2 0 0 16,1 3 0-16,1-3 0 0,5 0 0 0,-6 0 0 16,7 0 0-16,-1-3 0 0,-6-1 0 15,6 0 0-15,-5-3 0 0,5 3 0 0,-12-3 0 16,6-1 0-16,-7 1 0 0,0 0 0 15,-6 0 0-15,0-4 0 0,0-1 0 0,-6 1 0 16,0-3 0-16,-1 2 0 0,1-2 0 0,-7 3 0 16,0 0 0-16,-1 4 0 0,2 0 0 15,-2 3 0-15,2 0 0 0,-1 4 0 0,-1 0 0 16,2 4 0-16,5 0 0 0,0 3 0 0,1 4 0 0,0 4 0 0,-1-1 0 16,7 8 0-16,0-4 0 0,0 8 0 15,7 0 0-15,-1 0 0 0,0-1 0 0,1 2 0 16,6-6 0-16,0 5 0 0,0-9 0 15,0 2 0-15,7-4 0 0,-1 0 0 0,-6-8 0 16,13 0 0-16,-7-7 0 0,1-4 0 0,0 1 0 16,5-4 0-16,-5-5 0 0,0 1 0 15,-7-3 0-15,0-4 0 0,0-1 0 0,-7 1 0 16,1-3 0-16,0-6 0 0,-1-2 0 0,-6-1 0 16,6 5 0-16,-6-1 0 0,7 4 0 15,-7 0 0-15,0 4 0 0,7 3 0 0,-7 4 0 16,6 0 0-16,1 4 0 0,-1 0 0 15,0 3 0-15,8 4 0 0,-1 4 0 0,6 3 0 16,0 5 0-16,1-2 0 0,0 5 0 0,-1 3 0 16,1 3 0-16,-7-2 0 0,6 4 0 15,-6-2 0-15,-6 2 0 0,0-2 0 0,-1-3 0 16,-6 4 0-16,-6-7 0 0,6 3 0 16,-7-6 0-16,0-1 0 0,-6-4 0 0,7 0 0 15,0-7 0-15,-1 0 0 0,0-3 0 0,1-12 0 16,0 0 0-16,6-11 0 0,0-2 0 0,0-9 0 15,6-7 0-15,7-8 0 0,6-3 0 16,-6 0 0-16,13 0 0 0,0 4 0 0,7-4 0 16,-1 8 0-16,1 3 0 0,-1 3 0 15,-5 5 0-15,5 3 0 0,1 7 0 0,-7 1 0 16,0 6 0-16,-6 1 0 0,6 6 0 0,-13 2 0 16,7 6 0-16,-8 4-314 0,1 4-328 0,1 3-209 15,-8 5-220-15,6 2-84 0,-4 5 19 16,-2-1 73-16,7 3 165 0,-13 5 222 15</inkml:trace>
  <inkml:trace contextRef="#ctx0" brushRef="#br0" timeOffset="173649.81">9977 17329 275 0,'45'36'760'0,"-5"-3"125"0,-1-8 67 0,-19 1 36 0,-1-4-152 15,-13-1-292-15,-6 1-203 0,-6 1-94 16,-7-1-34-16,-13 0-5 0,0-1-3 0,-13 1-2 15,-7 4-6-15,-13 0-4 0,1-4-7 0,-14 3-5 16,-6 6-12-16,-7-6-10 0,-6 4-12 0,-13-4-16 16,-7 4-19-16,-12 1-53 0,-14 0-59 15,0-4 0-15,-13 2 0 0,0-2 0 0,-12 3 0 16,5-4 0-16,1 2 0 0,6-5 0 0,7 0 0 16,12-4 0-16,8 0 0 0,19-2 0 0,19-3 0 15,7-1 0-15,20-5 0 0,5 4 0 0,14-7 0 16,13 3 0-16,6-3 0 0,20-1 0 15,0 0 0-15,20-3 0 0,13 0 0 0,12-3 0 16,7 0 0-16,20-5 0 0,6-3 0 0,20-3 0 16,13-1 0-16,13-4 0 0,6-3 0 0,6 1 0 15,14-1 0-15,0-4 0 0,12 1 0 16,-5-2 0-16,6 2 0 0,-7 3 0 0,1 0 0 16,-7 0 0-16,-8 3 0 0,-5 6 0 0,-13-3 0 15,-14 9 0-15,-5-4 0 0,-14 3 0 0,-6 5 0 16,-13-1 0-16,-14 4 0 0,-6 0 0 15,-12 0 0-15,-8 7 0 0,-13-2 0 0,-12 2 0 16,-14 7 0-16,-12 2 0 0,-20-3 0 0,-7 6 0 16,-19 3 0-16,-14 0 0 0,-12 4 0 0,-13 3 0 15,-13 0 0-15,-13 0 0 0,0 1 0 0,-14-1 0 16,8 0 0-16,-8 1 0 0,8-1 0 16,12 0 0-16,7-3 0 0,19-4 0 15,13-3 0-15,20-1 0 0,7-4 0 0,19-3 0 16,13 0 0-16,12-3 0 0,8 2 0 15,19-6 0-15,20 0 0 0,6-8 0 0,26 0 0 16,20-6 0-16,25-5 0 0,21-7 0 16,18 0 0-16,14-4 0 0,26 0 0 0,6 1 0 15,7 0 0-15,13-1 0 0,-7 4 0 0,1 0 0 16,-13 3 0-16,-1 4 0 0,-13 5 0 0,-13 3-526 16,-5-1-426-16,-8 1-273 0,-14-1-74 15,-11 1 36-15,-14-4 118 0,-6 0 213 0,-14-4 329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47:38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12687 7374 189 0,'0'4'286'0,"0"0"45"0,0-4-38 15,0 3-27-15,0-3 7 0,0 3-14 16,0-3 4-16,0 0-4 0,0 0 21 0,0 0 27 16,0 0 20-16,0 0 6 0,0 0-21 15,0 0-10-15,0 0-36 0,0 0-46 0,0-3-43 16,0 3-31-16,0-3-25 0,0-1-18 15,0 0-13-15,0-3-12 0,-7 3-1 0,7-3 0 16,0 0-3-16,-6 3-1 0,6-3 1 16,-7-1 8-16,0 2-4 0,1-2-11 15,0 3-5-15,-2 2-8 0,2-1-6 0,0 1-16 16,-7-1-9-16,6 4-5 0,-6 0-4 16,1 0-5-16,-2 7-2 0,1-3 0 0,-6 4 0 15,6 0-1-15,-7 2 1 0,7 5 4 16,-6-1-1-16,6 5 11 0,-1-1 9 15,2 0 10-15,-2 5 9 0,2-3 5 0,-2 7 11 16,8-2 0-16,6 1 1 0,-7 3-1 0,7-3-2 16,7 4-1-16,-7-5-7 0,6 4-4 15,8-3-5-15,-8-1-7 0,6 1-2 16,8 0-4-16,-6-4-1 0,5 0-2 0,7-4-3 16,-6 0-4-16,5-3-3 0,1-5-6 15,7-2 0-15,-7-3-3 0,0-1-1 16,7-4 1-16,-7-4 0 0,0-4 7 0,0 0 7 15,-7-3 12-15,1 0 10 0,0-3 11 16,-1-5 10-16,-5 1 1 0,5 0 0 0,-13-8-7 16,7 1-8-16,-6-1-7 0,-1-3-4 0,1 3 4 15,-7-3 4-15,0 0 3 0,-7 3-54 16,1 0 0-16,-7-3 0 0,0 7 0 0,-6-3 0 16,-1-2 0-16,0 5 0 0,-5 1 0 15,-2-1 0-15,-5 0 0 0,6 7 0 16,0-3 0-16,-1 7 0 0,7-1 0 0,2 5 0 15,-9 0 0-15,7 7 0 0,8 0 0 16,-8 3 0-16,7 5 0 0,0 2 0 0,0 3 0 16,7-3-174-16,-1 5-180 0,0 3-76 15,7 0-92-15,7-3-129 0,0 3-163 0,-1-4-166 16,7 1-43-16,7-4 35 0,-8 0 98 16,8-2 167-16,0-6 217 0</inkml:trace>
  <inkml:trace contextRef="#ctx0" brushRef="#br0" timeOffset="453.03">13396 7044 441 0,'7'-14'534'0,"-7"0"92"15,0-2 97-15,0-2-51 0,-7 3-121 0,1 1-80 16,0-1-57-16,-2 5-58 0,2-2-68 16,0 2-45-16,-8 2-42 0,8 1-27 0,-7 2-20 15,0 3-17-15,0 4-18 0,1 3-16 16,-8-2-12-16,7 5-12 0,-7 3-2 0,0 4 0 16,1-1 0-16,-1 7 6 0,1 2 10 15,6 2 11-15,-7 5 5 0,7 3-1 16,-6 3 4-16,6 5 3 0,-1-1-3 0,8 4 1 15,-7 4 7-15,7-4 8 0,6 3 0 16,-7 1-5-16,7-1-9 0,0 1-93 0,7 0-21 16,-1 0 0-16,7-5 0 0,1 1 0 15,5-3 0-15,-6 3 0 0,6-7 0 16,1-2 0-16,6-1 0 0,-7-5 0 0,1-3 0 16,0-4 0-16,-1-4 0 0,-6-3 0 15,6-5 0-15,1-2 0 0,-7-5 0 0,0 1 0 16,0-8 0-16,1 4-208 0,-2-6-208 15,-6-3-133-15,2-1-160 0,-2-5-170 0,0 1-160 16,1-1-30-16,-1-3 45 0,1-4 112 16,0 3 179-16,-1-3 222 0</inkml:trace>
  <inkml:trace contextRef="#ctx0" brushRef="#br0" timeOffset="1093.6">13638 7422 50 0,'0'-11'533'16,"0"-3"143"-16,-7 2 96 0,7 1 83 0,0 4-82 16,0-4-139-16,0 4-155 0,-7-1-114 15,7 5-83-15,0-1-72 0,0 0-57 0,-6 4-43 16,6 0-26-16,0 4-10 0,0 3 5 16,6 1 14-16,-6 3 7 0,0 0 11 15,0 3 9-15,7 1 12 0,-7 3 2 0,0 5 2 16,7-6 10-16,-7 9 12 0,6-4 4 15,-6 4-2-15,6-4 4 0,-6 3-1 0,0 1-8 16,0-3-27-16,6-2-128 0,-6-2 0 16,0-1 0-16,0-4 0 0,0 1 0 0,8-4 0 15,-8-1 0-15,0-2 0 0,0 0 0 16,0-5 0-16,0 1 0 0,0-4 0 0,0-4 0 16,0 1 0-16,0 0 0 0,-8-5 0 15,8-4 0-15,-6-2 0 0,0 3 0 16,0-7 0-16,-1 0 0 0,0-1 0 0,1 1 0 15,6-5 0-15,-7 6 0 0,7-2 0 16,0 4 0-16,0-3 0 0,7 0 0 0,-1 0 0 16,8 3 0-16,-2-4 0 0,2 1 0 15,5 3 0-15,1-3 0 0,-1 4 0 0,7-5 0 16,-6 5 0-16,6 3 0 0,0 0 0 16,-7 0 0-16,7 3 0 0,-6 2 0 0,-1 1 0 15,7 2 0-15,-12 3 0 0,5 3 0 16,0 2 0-16,-6 1 0 0,1 2 0 0,-2 3 0 15,2 3 0-15,-8 5 0 0,7-1 0 16,-6 0 0-16,-1 0 0 0,1 4 0 16,-1 1 0-16,0-1 0 0,2-1 0 0,-2 2 0 15,-6-2 0-15,6 2 0 0,-6-6 0 16,7 6 0-16,-7-9 0 0,0 1 0 16,6 0 0-16,-6-4 0 0,0 0 0 0,0-4 0 15,0 0 0-15,-6-3 0 0,6-1 0 0,0 1 0 16,-7-4 0-16,7 0 0 0,-12-4 0 15,4 1-119-15,-4-5-414 0,5 1-210 0,-6-4-234 16,0 0-162-16,7-7-23 0,-8 0 52 16,8-5 125-16,0-2 204 0,-1-4 275 15</inkml:trace>
  <inkml:trace contextRef="#ctx0" brushRef="#br0" timeOffset="1484.88">14132 6916 95 0,'13'-14'584'0,"-6"-4"130"0,0-1 91 16,5 1 79-16,2 3-71 0,-2-4-206 15,1 5-146-15,1 0-91 0,-2 2-63 0,8 2-56 16,-7-1-44-16,7 7-33 0,-8 0-23 16,8 4-23-16,0 4-15 0,-1 0-15 0,1 7-13 15,0 4-6-15,-1 2-6 0,1 5 3 16,-2 8 21-16,2 2 25 0,7 5 21 0,-7 4 11 15,-2 6 6-15,-4 2 0 0,5 5-14 16,-5 0-12-16,-2 2-134 0,-6-1 0 0,-6-3 0 16,-6 2 0-16,0-3 0 0,0 1 0 15,-14-5 0-15,7 1 0 0,-7-5 0 0,8 1 0 16,-8-3 0-16,0-1 0 0,1-3 0 16,-1-5 0-16,0-2 0 0,7-4 0 0,1-1 0 15,-2-2 0-15,8-9 0 0,0 1 0 16,-2-4 0-16,2-4 0 0,0 1 0 0,6-5 0 15,-7 1 0-15,7-4 0 0,0 0 0 16,-6 0 0-16,6-4 0 0,0 1 0 16,-7 3 0-16,7-4-4 0,-7 0-596 0,-5 0-302 15,-2 1-275-15,2-1-92 0,-15 4 29 16,1-4 110-16,0 8 194 0,-6 0 294 0</inkml:trace>
  <inkml:trace contextRef="#ctx0" brushRef="#br0" timeOffset="7639.63">12882 11353 90 0,'0'0'220'0,"0"0"43"15,0 0-34-15,0 0-43 0,0 0 8 0,0-4 2 16,0 4-20-16,0 0-21 0,6 0-9 16,-6 0-11-16,0-3-10 0,7 3-7 15,-7 0-7-15,0 0-5 0,0 0-2 0,0 0-4 16,0 0-1-16,0 0 1 0,0 0 2 16,0 0 9-16,0 0 9 0,0 0 10 0,0 0 12 15,0 0 5-15,0 0 1 0,0 0-6 16,0 0-7-16,0 0-8 0,0 0-12 15,0 0-11-15,0 0-7 0,0 0-6 0,0 0-10 16,0 0-8-16,0 0-7 0,0 0-5 16,0 0-8-16,0 0-5 0,0 0-6 0,0 0-4 15,0 0-11-15,0 3-4 0,0-3-3 16,0 0-5-16,0 0-2 0,0 0 0 16,0 0 1-16,0 0-4 0,0 0-1 0,0 0 2 15,0 0 1-15,0 0-2 0,0 0 2 16,0 0 1-16,0 0-1 0,0 0-4 0,0 0 1 15,0 0-1-15,0 0 0 0,0 0 1 16,0 0 0-16,0 0 2 0,0 0 0 16,-7 0-1-16,7 0-3 0,0 0 0 0,0 0 0 15,0 4-3-15,0-8 1 0,0 4-2 16,0 0 4-16,0 0 0 0,0 0 1 0,0 0 4 16,0 0 0-16,0 0 1 0,0 0 0 15,0 0 0-15,0 0 0 0,0 0 4 0,0 0 6 16,0 0 0-16,0 0 2 0,0 0 0 15,0 0 1-15,0 0-2 0,0 0-6 16,0 0-2-16,0 0-4 0,0 0-1 0,0 0-2 16,0 0-5-16,0 0 3 0,0 0-3 15,0 0 4-15,7 0-2 0,-7 0 2 0,0-3 2 16,0 3-3-16,0 0-2 0,0 0-2 16,0 0-1-16,0-4-2 0,0 4 0 0,0 0 2 15,0 0 1-15,0 0 0 0,0 0 5 16,0 0 2-16,0 0-1 0,0 0 1 0,0 0 3 15,0 0 1-15,0 0 0 0,6 0 0 16,-6 0 2-16,0 0 1 0,0 0-3 16,0 0-5-16,0-3-1 0,0 3-2 0,0 0 0 15,0-5 0-15,0 5 2 0,0 0 4 16,0 0 1-16,0 0 7 0,0 0 2 0,0-3 1 16,0 3 3-16,0 0 1 0,0 0-2 15,0 0-2-15,0 0-2 0,0 0 0 16,0 0-3-16,0 0-4 0,0 0 3 0,0 0-3 15,0 0-4-15,0 0-2 0,0 0-1 16,0 0 0-16,0 0-1 0,0 0-4 0,0 0 4 16,0 0-2-16,0 0-3 0,0 0-1 15,0 0-2-15,0 0 1 0,0 0-1 0,0 0 2 16,0 0-1-16,0 0-2 0,0 0 3 16,0 3-1-16,0-3-1 0,0 0 2 15,0 0 0-15,0 0 0 0,0 0 0 0,0 0 0 16,0 0 0-16,0 0-1 0,0 0 2 15,0 0 0-15,0 0-1 0,0 0 4 16,0 0-2-16,7-3 0 0,-7 3 1 0,0 0-1 16,6-5-1-16,1 5 0 0,-7-3 0 15,7 3 1-15,-7 0 0 0,6-3-1 0,-6 3-1 16,6 0-1-16,-6-4 1 0,0 4-1 16,7 0-3-16,-7 0 3 0,0 0 1 0,0 0 0 15,0 0-1-15,0 0 0 0,0 0-1 16,0 0 0-16,0 0 0 0,0 0 0 15,0 0 2-15,7 0-1 0,-7 0 0 0,0 0-1 16,0 0 2-16,0 0 2 0,0 0-3 16,0 0-1-16,0 0-4 0,0 0 4 0,0 0-2 15,0 0 2-15,0 0 1 0,0 0 2 16,0 0 4-16,0 0-3 0,0 0-2 0,-7 0 1 16,7 0 0-16,0 0-1 0,0 0 2 15,0 0 0-15,0 0-2 0,0 0 0 0,0 0-2 16,0 0-1-16,0 0 2 0,0 0 0 15,0 0 2-15,0 0 0 0,0 0 2 16,0 0 0-16,0 0-3 0,0 0 1 0,0 0-1 16,0 0-2-16,0 0 1 0,0 0 0 15,0 0 1-15,0 0-2 0,0 0 0 0,0 0 2 16,0 0-2-16,0 0 0 0,0 0 0 16,0 0 1-16,0 0 0 0,0 0-1 0,0 0 2 15,0 0 8-15,0 0-4 0,0 0 0 16,0 0-2-16,0 0 1 0,0 0-2 15,0 0-7-15,0 0 3 0,0 0 1 0,0 0 1 16,0 0 0-16,0 0 1 0,0 0 0 16,0 0 1-16,0 0-1 0,0 0 2 0,0 0-2 15,0 0 0-15,0 0-2 0,0 0 2 16,0 0-1-16,0 0 0 0,0 0-4 16,0 0 3-16,0 0 0 0,0 0 0 0,7 0-2 15,-7 0 1-15,0 0 3 0,0 0-1 16,0 0 0-16,-7 0-4 0,7 0 6 0,0 0 2 15,0 0 1-15,0 0 1 0,0 0-1 16,0 0 2-16,0 0-2 0,0 0-4 16,0 0 0-16,0 0 3 0,0 0 0 0,0 0 0 15,0 0 2-15,0 0 2 0,0 0 1 16,0 0-1-16,0 0 0 0,0 0 2 0,0 0 0 16,0 0 1-16,0 0 1 0,0 0-2 15,0 0 4-15,0 0 0 0,0 0-1 0,0 0-1 16,0 0 1-16,0 0 0 0,0 0-3 15,0 0 0-15,0 0-1 0,0 0 1 16,0 0-7-16,0 0 2 0,0 0 4 0,0 0-1 16,0 0-1-16,0 0 0 0,0 0 4 15,0 0-3-15,0 0-3 0,0 0-1 0,0 0 0 16,0 0-1-16,0 0 3 0,0 0-2 16,0 0 0-16,0 0 1 0,0 0 0 0,0 0-2 15,0 0 2-15,0 0-2 0,0 0 3 16,0 0 0-16,0 0 2 0,0 0 0 0,0 0 0 15,0 0 0-15,0 0 0 0,0 0-2 16,0 0-2-16,0 0 0 0,0 0 0 0,0 0 0 16,0 0 0-16,0 0 0 0,0 0 1 15,0 0-1-15,0 0-2 0,0 0-1 16,0 0 0-16,0 0 7 0,0 0-4 0,0 0 1 16,0 0 0-16,0 0-1 0,0 0-2 15,0 0-2-15,0 0 2 0,0 0-1 16,0 0 3-16,0 0-1 0,0 0-1 0,0 0 2 15,0 0 8-15,0 0-3 0,0 0-4 16,0 0-2-16,0 0-2 0,0 0 1 0,0 0-9 16,0 0 4-16,0 0 2 0,0 0 2 15,0 0 0-15,0 0-1 0,0 0 0 0,0 0 0 16,0 0 0-16,0 0-1 0,0 0 1 16,0 0 2-16,0 0 0 0,0 0-4 15,0 0 0-15,0 0 2 0,0 0-1 0,0 0 0 16,0 0 2-16,0 0-6 0,0 0 5 15,0 0 2-15,0 0 0 0,0 0 1 0,0 0-3 16,0 0 7-16,0 0-3 0,0 0 4 16,0 0-4-16,0 0-3 0,0 0 0 15,0 0 0-15,0 0 2 0,0 0-6 0,0 0 4 16,0 0 2-16,0 0 2 0,0 0-1 16,0 0-3-16,0 0 0 0,0 0 1 0,0 0-2 15,0 0 1-15,0 0 0 0,0 0 0 16,0 0 0-16,0 0 0 0,0 0 0 15,0 0-1-15,0 0-1 0,0 0 0 0,0 0 2 16,0 0-2-16,0 0 2 0,0 0 1 16,0 0-1-16,0 0 2 0,0 0-2 0,0 0 1 15,0 0-1-15,0 0 2 0,0 0-1 16,0 0-1-16,0 0 1 0,0 0 1 0,0 0-2 16,0 0-2-16,0 0 0 0,0 0 1 15,0 0 0-15,0 0-1 0,0 0 1 0,0 0 1 16,0 0 0-16,0 0 0 0,0 0-1 15,0 0 0-15,0 0 1 0,0 0-2 16,0 0 1-16,0 0 1 0,0 0 1 0,0 0-1 16,0 0 0-16,0 0 3 0,0 0-3 15,-7 0 0-15,7 0 0 0,0 0 3 0,0 0-1 16,0 4-2-16,0-4 0 0,0 0-1 16,0 0-1-16,0 0 0 0,0 0-2 0,0 0 2 15,0 0 1-15,0 0 2 0,0 0 1 16,0 0 1-16,0 0-2 0,0 0 0 15,0 0 1-15,0 0-2 0,0 0 0 0,0 0 0 16,0 0 0-16,0 0 0 0,0 0 0 16,0 0-1-16,0 0 2 0,0 0-1 0,0 0 2 15,0 0 0-15,0 0-2 0,0 0 1 16,0 0 0-16,0 0 1 0,0 0-1 16,0 0-1-16,0 3 0 0,0-3 0 0,0 0 0 15,0 0-1-15,0 0 0 0,0 0 1 16,0 0-1-16,0 0 1 0,0 0-1 15,0 0 0-15,0 0-1 0,0 0-1 0,0 0 3 16,0 0-1-16,0 0 1 0,0 0 3 16,0 0 0-16,0 0 0 0,0 0-1 0,0 0 1 15,0 0-2-15,0 0-2 0,0 0 1 16,0-3-1-16,0 3 1 0,0 0-1 0,0 0 1 16,0 0 1-16,0 0-1 0,-6 0 2 15,6 0-1-15,0 0 2 0,0 0-4 0,0 0-1 16,0 0 0-16,0 0 1 0,0 0 1 15,0 0-3-15,0 3 3 0,0-3-1 0,0 0 2 16,0 0-2-16,0 0 1 0,0 0-1 16,0 0-1-16,0 0 2 0,0 0-2 0,0 0 2 15,0 0-2-15,0 0 1 0,0 0 1 16,0 0 0-16,0 0 2 0,0 0-2 16,0 0 1-16,0 0-1 0,0 0 1 0,0 0-1 15,0 0 0-15,0 3-1 0,0-3 1 16,0 0 0-16,0 0 0 0,0 0-2 0,0 0 1 15,0 5 1-15,0-5-1 0,0 0 0 16,0 0 1-16,0 0-2 0,-6 0 2 16,6 0 0-16,0 3 3 0,0-3-1 0,0 0-2 15,0 0 4-15,0 0-4 0,0 0 0 16,0 0-3-16,0 0 3 0,0 0 3 0,0 0-3 16,0 0 3-16,0 0-3 0,0 0 0 15,0 0 0-15,0 0-2 0,0 5 1 16,0-5 1-16,0 0 3 0,0 0 0 0,0 0-3 15,0 0 0-15,0 0-1 0,0 0 1 16,0 0-3-16,0 0 2 0,-7 0 1 0,7 0 2 16,0 0-1-16,0 0 0 0,0 0-1 15,0 0 1-15,0 0-2 0,0 0-1 16,0 0 2-16,0 0-2 0,0 0 3 0,0 0-1 16,0 0 0-16,0 0 0 0,0 0-2 15,0 0 2-15,0 0-2 0,0 0 0 0,0 0 1 16,0 0 1-16,0 0 3 0,0 0-1 15,0 3 2-15,0-3-1 0,0 0-3 16,0 0-1-16,0 0-1 0,0 0 1 0,0 0-2 16,0 0 3-16,0 0 0 0,0 0 0 15,0 0 0-15,0 0 0 0,0 0 1 16,0 0-1-16,0 0 2 0,0 0-1 0,0 0 2 16,0 0-4-16,0 0-1 0,0 0-1 15,0 0 1-15,0 0 0 0,0 0 2 0,0 0 2 16,0 0-1-16,0 0 1 0,0 0 0 0,0 0-1 15,0 0-1-15,0 0-1 0,0 0 0 16,0 0-2-16,0 0 1 0,0 0 2 0,0 0 0 16,0 0 0-16,0 0 0 0,0 0 2 15,0 0-1-15,0 0-1 0,0 0 1 16,0 0 2-16,0 0-2 0,0 0 0 0,0 0-1 16,0 0 0-16,0 0 0 0,0 0-1 15,0 0 1-15,0 0 3 0,0 0-1 16,0 0 0-16,0 0-3 0,0 0 8 0,0 0-4 15,0 0-4-15,0 0 2 0,0 0-1 16,0 0 1-16,0 0-7 0,0 0 2 0,0 0 2 16,0 0-1-16,0 0 3 0,0 0 0 15,0 0-1-15,0 0 1 0,0 0 0 0,0 0 0 16,0 0-1-16,0 0 1 0,0 0-1 16,0 0 2-16,0 0 0 0,0 0-1 15,0 0 0-15,0 0 2 0,0 0-1 0,0 0-1 16,0 0-1-16,0 0 2 0,0 0 0 15,0 0-2-15,0 0 1 0,0 0-1 16,0 0 1-16,0 0-1 0,0 0 1 0,0 0 0 16,0 0 0-16,0 0 0 0,0 0 0 15,0 0 0-15,0 0-1 0,0 0 1 0,0 0-2 16,0 0 2-16,0 0 1 0,0 0 0 0,0 0-1 16,0 0 1-16,0 0 1 0,0 0-2 15,0 0 0-15,0 0 0 0,0 0 1 16,0 0-1-16,0 0-3 0,0 0 2 0,0 0 0 15,0 0 2-15,0 0-3 0,0 0 0 16,0 4 1-16,-7-4 1 0,7 0-1 0,0 0 0 16,0 3 1-16,0-3 2 0,0 0-1 15,0 0 0-15,0 0-2 0,0 4 1 16,-6-4 0-16,6 0-2 0,0 0 1 0,0 0 1 16,0 0 1-16,0 0-1 0,0 0 1 15,0 0 1-15,0 0 0 0,0 0-1 0,0 0-1 16,0 0 1-16,0 0-1 0,0 4 1 15,0-4 0-15,0 0 0 0,0 0 0 0,0 0 4 16,0 0-1-16,0 0 0 0,0 0-1 16,0 0-1-16,0 0 0 0,0 0-6 0,0 0-1 15,0 0 3-15,0 0 2 0,0 0-3 16,0 0 2-16,0 0 1 0,0 0 2 0,0 0-2 16,0 0-1-16,0 0 1 0,0 0 0 15,0 0-1-15,0 0 2 0,0 0 0 16,0 0 1-16,0 0-1 0,0 0 2 0,0 0-1 15,0 0-2-15,0 0 0 0,0 0 0 16,0 0 1-16,0 0-1 0,0 0 2 0,0 0 0 16,0 0 1-16,0 0 4 0,0-4 6 15,0 4 10-15,0 0 8 0,0 0 7 0,0 0 4 16,0 0 0-16,0 0-4 0,0 0-5 16,0 0-2-16,0 0-5 0,0 0 0 15,0-4 2-15,0 4-1 0,0 0 0 0,0 0 1 16,0 0-1-16,0 0 0 0,0 0 2 15,0 0 0-15,0-3-1 0,0 3-2 16,0 0-2-16,0 0-2 0,0 0-5 0,0-4-2 16,0 4-3-16,0 0-1 0,0 0-3 15,0 0-1-15,0 0-2 0,0 0-1 0,0 0 0 16,0 0-3-16,0 0 1 0,-7 0 1 16,7 0 1-16,0 0 4 0,0 0 5 0,0 0 4 15,0 0 3-15,0 0 4 0,0 0 4 16,0 0-2-16,0 0-1 0,0 0 0 15,0 0-2-15,0 0-3 0,0 0-2 0,0 0-1 16,0 0-3-16,0 0-5 0,0 0-2 16,0 0-2-16,0 0-1 0,0 0-5 0,0 0 0 15,0 0 1-15,0 0 0 0,0 0 0 16,0 0 0-16,0 0 3 0,0 0-1 16,0 0 0-16,0 0-1 0,0 0 0 0,0 0-1 15,0 0 1-15,0 0-1 0,7 0 1 16,-7 0 0-16,0 0 0 0,0 0 1 0,0 0 0 15,0 0-1-15,0 0 0 0,0 0 1 16,0 0-1-16,0 0 0 0,0-3 0 0,0 3 0 16,0 0 0-16,0 0 0 0,0 0 1 0,0 0-1 15,0 0-1-15,0 0 2 0,0 0-7 0,0 0 4 16,0 0-1-16,0 0 1 0,0 0 4 16,0 0-3-16,0 0 7 0,0 0-4 15,0 0 1-15,0 0-4 0,0 0-1 0,0 0 0 16,0 0-1-16,0 0 2 0,0 0-2 15,0 0 2-15,0 0-1 0,0 0 0 16,0 0 1-16,0 0-1 0,0 0 1 16,0 0 1-16,0 0 0 0,0 0 0 15,0 0-1-15,0 0 1 0,0 0 0 0,0 0 4 16,0 0 0-16,0 0-5 0,0 0 2 16,0 0-1-16,0 0 1 0,0 0-5 0,0 0 1 15,0 0 1-15,0 0 1 0,0 0-1 16,0 0-1-16,0 0 1 0,0 0 0 0,0 0 1 15,0 0 0-15,0 0 0 0,0 0 0 16,0 0 0-16,0 0 0 0,0 0 0 16,0 0 0-16,0 0 0 0,0 0-1 0,0 0 1 15,0 0 0-15,0 0-1 0,0 0 1 16,0 0-4-16,0 0 3 0,0 0-1 16,0 0 0-16,0 0 1 0,0 0-1 0,0 0 1 15,0 0 0-15,0 0 1 0,0 0-2 16,0 0-1-16,0 0-3 0,0 0 8 0,0 0-1 15,0 0-1-15,0 0 1 0,0 0 1 16,0 0 4-16,0 0-3 0,0 0-1 0,0 0 1 16,0 0-3-16,0 0 2 0,0 0-2 15,0 0 0-15,0 0-1 0,0 0 1 0,0 0 0 16,0 0-1-16,0 0 1 0,0 0 0 16,0 0 0-16,0 0 0 0,0 0-1 0,0 0-1 15,0 0 1-15,0 0 0 0,0 0 2 16,0 0-2-16,0 0 1 0,0 0 1 15,0 0-1-15,0 0 0 0,0 0-2 0,0 0 2 16,0 0 1-16,0 0-1 0,0 0-1 16,0 0 0-16,0 0 0 0,0 0-1 0,0 0 2 15,0 0 0-15,0 0-1 0,0 0 0 16,0 3 0-16,0-3 0 0,0 0 1 0,0 0-3 16,0 0 2-16,0 0-1 0,0 0 1 15,0 0 1-15,0 0-2 0,0 0 3 16,0 0-1-16,-7 0 1 0,7 0 2 0,0 0-1 15,0 0 0-15,0 0-2 0,0 0 0 16,0 0-2-16,0 0 0 0,0 0 1 0,0 0 0 16,0 0 0-16,0 0-1 0,0 0-1 15,0 0 1-15,0 0 0 0,0 0-1 16,0 0 3-16,0 0 1 0,0 0-1 0,0 4-1 16,0-4 1-16,0 0 0 0,0 0 1 15,0 0-1-15,0 0 2 0,0 0-1 16,0 0 0-16,0-4 0 0,0 4 0 0,0 0-1 15,0 0 1-15,0 0-1 0,0 0-1 16,0 0 0-16,0 0 1 0,0 0-1 0,0 0 1 16,0 0 2-16,0 0-1 0,0 0 0 15,0 0-2-15,0 0 4 0,0 0-2 16,0 0-1-16,0 0 0 0,0 0 0 0,0 0 0 16,0 0-2-16,0 0 0 0,0 0 1 0,0 0 1 15,0 0 0-15,0 0 0 0,0 0 0 16,0 0 0-16,0 0-1 0,0 0 1 15,0 0-1-15,0 0 0 0,0 4 1 0,0-1-1 16,0-3 1-16,0 4-1 0,0-8 0 0,0 4 1 16,0 0-2-16,0 0 1 0,0 0 1 15,0 0 0-15,0 0 0 0,0 0 6 16,0 0-3-16,0 0-2 0,0 0 0 0,0 4-2 16,0-4 1-16,0 0-6 0,-6 0 3 15,6 4 3-15,0-4-1 0,0 0 2 0,0 0-1 16,0 0 0-16,0 3 0 0,0-3-1 15,0 0 1-15,0 0 0 0,0 0 0 16,0 0 0-16,0 0 0 0,0 0 0 0,0 0 0 16,0 0 0-16,0 0 1 0,0 0 0 15,0 0 0-15,0 0 0 0,0 0-1 0,0 0 0 16,0 0 0-16,0 0 2 0,0 0-1 16,0 0-1-16,0 0 0 0,0 0 0 15,0 0 0-15,0 0-2 0,0 0 1 0,0 0 1 16,0 0-1-16,0 0-1 0,0 0 1 15,0 0 1-15,0 0 0 0,0 0 0 0,0 0 2 16,0 0 1-16,0 0 0 0,0 0-1 16,0 0 0-16,0 0 1 0,0 0 1 15,0 0-2-15,0 0 2 0,0 0 0 0,0-3 2 16,0 3-1-16,0 0-2 0,0-4 0 16,0 4-1-16,0-4-1 0,0-3-1 0,0 4 0 15,-7-5 0-15,7 0 0 0,0 1-1 16,-6 0 0-16,-1-5 0 0,1 5-1 0,6 0 0 15,-6 0 1-15,-8-1-1 0,8 5 1 16,-1 0-1-16,1-6 1 0,-1 9 1 16,1-3-4-16,-1 0 1 0,-5-1 1 0,4 4 1 15,-4 0 1-15,5 0-1 0,0 0 1 16,-5 0 1-16,-1 4-2 0,6-1 0 0,-6 0 0 16,7 1 1-16,-8 1 0 0,2 1-1 0,5 2 1 0,-6-1-1 15,0 4 1-15,-1 4-1 0,8-4 1 0,-6 8 5 16,5-1 5-16,-6 3 4 0,6-2 1 15,1 3 6-15,0 3 2 0,-2-2 3 16,2-1 2-16,6 3 7 0,0 1 7 0,0-1 6 16,0 1 5-16,6 0 7 0,-6 3-45 0,8-7-15 15,-2 3 0-15,0-3 0 0,7 4 0 16,1-8 0-16,-8 5 0 0,14-5 0 0,-8-4 0 16,2 1 0-16,5-4 0 0,1 0 0 0,-1 0 0 15,1-4 0-15,-1-4 0 0,0 1 0 16,8 1 0-16,-8-5 0 0,8-5 0 15,-8-2 0-15,0 0 0 0,8 0 0 0,-8-4 0 16,0-4 0-16,1 0 0 0,-1-3 0 16,-5 0 0-16,5-1 0 0,-6-3 0 0,0 0 0 15,1 0 0-15,-8-3 0 0,0 3 0 16,-6-4 0-16,0 0 0 0,0 1 0 0,-6-1 0 16,-8 1 0-16,2-4 0 0,-1 2 0 15,-7 2 0-15,0 0 0 0,1-1 0 0,-1 4 0 16,1 0 0-16,-7 3 0 0,6 1 0 15,1 3 0-15,0 1 0 0,-1 3 0 0,0-1 0 16,7 6 0-16,-7-2 0 0,8 5 0 16,-8 3 0-16,7 0 0 0,-7 0 0 0,8 3 0 15,-2 5 0-15,2-2 0 0,-1 6-229 16,6-1-299-16,-6 0-179 0,13 3-220 0,-6-3-173 16,12 0-37-16,-6-3 42 0,13 3 112 15,0-7 189-15,0-1 265 0</inkml:trace>
  <inkml:trace contextRef="#ctx0" brushRef="#br0" timeOffset="8094.56">13376 10982 391 0,'8'-18'509'0,"-8"4"77"0,-8-1 99 16,8-2-45-16,-6 0-67 0,6 3-83 0,-6 1-48 16,0 1-40-16,-2 1-60 0,2 0-64 15,6 3-43-15,-6 1-31 0,-7 4-31 0,-1-1-26 16,8 4-27-16,-6 4-19 0,-8-1-15 16,7 9-7-16,-7 2-3 0,0 0 4 0,1 8 11 15,-1 5 11-15,1 5 9 16,0 4 4-16,-1 6 10 0,7-2 7 0,-7 7 7 15,0 0 2-15,8 5 15 0,-1 3 12 0,-1 3 5 16,8 1-74-16,0 0-99 0,0 3 0 16,6 0 0-16,6-3 0 0,0 0 0 0,0-5 0 15,1-2 0-15,6-4 0 0,0-4 0 16,-7-9 0-16,8 2 0 0,-1-3 0 16,6-5 0-16,-6-4 0 0,1-2 0 0,-2-1 0 15,8-8 0-15,-7 1 0 0,0-4 0 16,0-4 0-16,1 0 0 0,-2-7 0 0,-6 4 0 15,8-8 0-15,-8 1 0 0,1-1-160 16,-1-3-304-16,-6-1-166 0,0-2-186 0,6-1-230 16,2 0-76-16,-8-9 18 0,6 7 75 15,-6-6 162-15,6-3 223 0</inkml:trace>
  <inkml:trace contextRef="#ctx0" brushRef="#br0" timeOffset="8438.24">13585 11378 326 0,'-6'-18'701'0,"0"-3"106"15,6 2 82-15,-8 0 79 0,2 1-164 16,0 0-214-16,6 3-119 0,-7 4-57 0,1-3-41 16,6 7-48-16,0-1-55 0,0 1-59 15,-7 3-52-15,7 4-41 0,0 0-23 0,0 7-1 16,0 8 12-16,0 3 13 0,7 5 20 15,-7 5 19-15,0 2-104 0,6 3-54 0,-6 3 0 16,7 5 0-16,-7-1 0 0,6 0 0 16,-6 4 0-16,6-4 0 0,-6 1 0 0,0-1 0 15,8-3 0-15,-8-4 0 0,6-7 0 16,-6-1 0-16,0-3 0 0,0 0 0 16,0-7 0-16,0-4 0 0,0-1 0 0,0-2-2 15,-6-5-478-15,6-3-214 0,0-3-246 16,0-9-207-16,0-2-47 0,6-4 50 0,-6-4 119 15,12-3 201-15,2-4 272 0</inkml:trace>
  <inkml:trace contextRef="#ctx0" brushRef="#br0" timeOffset="8830.35">13748 11451 58 0,'-7'-7'611'0,"7"0"147"0,-6 0 85 0,0-1 66 16,-1 1-71-16,0 4-196 0,1-2-205 15,6 5-115-15,-6 0-53 0,-1 0-34 0,1 8-25 16,6-1-18-16,-7 4-15 0,7 0-16 16,0 4-18-16,0 4-18 0,0 2-26 0,7 1-18 15,-1 4-12-15,1-1-7 0,-1 4-6 16,0 5-6-16,1-5-4 0,6 0-3 0,-7-3-8 16,8 0-7-16,-1 0-8 0,-1-8-1 31,2 1-6-31,-2-2-3 0,2-5-3 0,5-5-1 15,1 0-1-15,-8-7-3 0,8 0 3 16,0-7 3-16,-1 0 11 0,-5-8 13 0,5 1 16 16,-6-1 18-16,-7-7 14 0,7-1 8 15,-6-3-3-15,-7-3-11 0,0 0-13 16,-7-4-17-16,-6 0-44 0,1 0 0 0,-2 1 0 16,2 2 0-16,-8 5 0 0,0-2 0 0,1 9 0 15,-7 0 0-15,6 7 0 0,-5 0 0 16,5 4 0-16,0-1 0 0,1 8 0 15,-1 0 0-15,0 4 0 0,8 0-35 0,-1 3-225 16,-1 4-99-16,14 0-114 0,-6 4-141 16,6-4-162-16,6 4-180 0,1-4-79 0,0 3 12 15,6-2 75-15,-1 2 149 0,8-3 202 16</inkml:trace>
  <inkml:trace contextRef="#ctx0" brushRef="#br0" timeOffset="9470.91">14250 11507 175 0,'19'-11'625'0,"1"-7"132"16,-8-1 103-16,2 1 81 0,-8-4-110 15,0 3-175-15,1-3-142 0,-7 4-81 0,0 0-62 16,-7 2-44-16,1 2-42 0,0-1-40 16,-8 5-35-16,2 2-34 0,-1 1-32 0,-7 3-29 15,0 4-27-15,1 8-25 0,-1-1-20 16,1 4-15-16,6 4-12 0,-7 2-5 15,7 6-4-15,0 3-2 0,0-1-2 0,13 5 0 16,-6 2 0-16,6-1 0 0,6-3 0 16,1-2-6-16,-1-1-4 0,7 1-10 0,0-7-1 15,7-1-5-15,-7-3-3 0,6-8 4 16,1 0 3-16,-7-7 7 0,7 0 4 16,-8-3 3-16,8-1 4 0,-7-3 2 0,-7-4 6 15,8 0 11-15,-8-3 13 0,0-2 16 0,-6-2 17 0,0 3 18 0,0-3 15 16,0 4-33-16,0-1-64 0,-6 0 0 15,6 5 0-15,0-2 0 0,-6 4 0 16,6 2 0-16,-6 1 0 0,6 2 0 0,-8 3 0 16,8 3 0-16,-6 2 0 0,6 6 0 0,-6-5 0 15,6 9 0-15,-7 4 0 0,7-1 0 16,0 4 0-16,0 3 0 0,0 6 0 0,0 1 0 16,7 5 0-16,-7-1 0 0,6 1 0 15,0 3 0-15,8-3 0 0,-8-1 0 16,0 1 0-16,1 0 0 0,-7-4 0 0,7-4 0 15,-1 0 0-15,-6 1 0 0,0-5 0 16,-6-2 0-16,6-2 0 0,-14-2 0 16,8-5 0-16,-6 1 0 0,-2-5 0 0,1 2 0 15,-7-5 0 1,1-3 0-16,-7-2 0 0,6 3 0 16,-6-10 0-16,-6 5 0 0,-1-2 0 0,1-2 0 15,-1-3 0-15,1 0 0 0,-7 0 0 0,6 2 0 16,7-2 0-16,0 0 0 0,6-1 0 15,1 1 0-15,6-1 0 0,6 1 0 0,1-4-446 16,6 0-255-16,6 1-243 0,7-9-203 16,7 1-47-16,12 0 53 0,-6-9 115 15,13 2 198-15,0-4 265 0</inkml:trace>
  <inkml:trace contextRef="#ctx0" brushRef="#br0" timeOffset="10078.04">14562 11430 84 0,'7'-15'648'0,"5"0"152"0,-4 1 107 0,-2 3 87 16,0-4-48-16,0 8-222 0,-6-4-191 0,8 3-110 15,-8 5-80-15,6-5-69 0,-6 5-59 0,6-1-53 16,-6 4-43-16,0 0-20 0,7 4-2 16,-1-1 7-16,1 5 5 0,0 3 9 0,5 4 9 15,-6 3 10-15,2 0-4 0,-2 4-38 0,7 0-95 16,-13 3 0-16,6-3 0 0,1 4 0 15,-7 0 0-15,7-4 0 0,-7 0 0 16,0-1 0-16,6-2 0 0,-6 0 0 0,0-5 0 0,0 1 0 16,0-5 0-16,0 2 0 0,0-5 0 0,0-3 0 15,0 3 0-15,0-7 0 0,0 4 0 16,0-4 0-16,0 0 0 0,0-4 0 16,-6 0 0-16,6-3 0 0,-7-3 0 0,7-2 0 15,-7 1 0-15,1-7 0 0,6 3 0 16,0-2 0-16,0-6 0 0,0 4 0 0,0-2 0 15,6 3 0-15,1-5 0 0,0 6 0 16,5-3 0-16,8 3 0 0,-7 2 0 0,7-4 0 16,-1 4 0-16,0-3 0 0,8 7 0 15,-8-3 0-15,8 3 0 0,-8 0 0 0,0 0 0 16,1 3 0-16,-1 5 0 0,1-5 0 16,-7 8 0-16,0-3 0 0,0 3 0 0,1 3 0 15,-8 1 0-15,7 0 0 0,-7 2 0 16,1 7 0-16,-1 1 0 0,1 1 0 0,-7 3 0 15,6 0 0-15,-6 0 0 0,0 4 0 16,6-4 0-16,-6 4 0 0,0 1 0 16,8-2 0-16,-8 2 0 0,0-2 0 0,0-2 0 15,0-1 0-15,0-3 0 0,0 0 0 16,0-1 0-16,0 1 0 0,0-5 0 0,0 2 0 16,0-5 0-16,0 0 0 0,0 1 0 0,0-5 0 15,0 4 0-15,0-3 0 0,0-4 0 16,0 4 0-16,-8-4 0 0,2-4 0 15,0 4-225-15,6-4-390 0,-7-3-240 0,1 0-267 16,6-4-85-16,0 1 30 0,0-5 96 16,6 0 168-16,-6-3 242 0</inkml:trace>
  <inkml:trace contextRef="#ctx0" brushRef="#br0" timeOffset="10476.54">15259 11111 59 0,'0'-22'570'0,"0"-3"118"0,0-2 99 0,7 2 82 32,-1 0-61-32,0-1-190 0,1 4-153 15,6 4-80-15,0 3-66 0,-7 0-50 0,8 0-34 16,-2 8-23-16,8 0-21 0,-7-1-14 16,1 8-11-16,4 0-15 0,-4 0-13 0,5 8-12 15,1 4-7-15,0-2-2 0,-8 7 7 16,8 10 15-16,-7 2 17 0,1 4 14 15,-2 1-37-15,1 10-133 0,0-5 0 0,0 9 0 16,-7 0 0-16,2 2 0 0,-2 6 0 16,-6-1 0-16,0 0 0 0,0 4 0 0,-6-1 0 15,-2 0 0-15,2 1 0 0,-7-4 0 16,0-4 0-16,0-2 0 0,1-10 0 0,-2 1 0 16,1-6 0-16,0-5 0 0,0-3 0 15,-1-5 0-15,8-6 0 0,0-1 0 0,0-1 0 0,-1-7 0 16,0 2 0-16,7-8 0 0,-6 3 0 0,6-3 0 15,-7-3 0-15,1 3 0 0,0 0 0 16,-8-4-108-16,2 0-658 0,-2 4-368 16,-12-4-171-16,1 2-19 0,-8-3 81 0,0 5 169 15,-13 0 289-15,0 0 368 0</inkml:trace>
  <inkml:trace contextRef="#ctx0" brushRef="#br0" timeOffset="13466.71">13611 14847 122 0,'7'5'276'0,"-7"-2"33"0,6-3-13 15,-6 4-43-15,0-1 0 0,7 1-23 0,-7 0-8 16,0-1 7-16,0 1 8 0,7 0 9 15,-7-1 14-15,0 1 9 0,6-1-4 16,-6 2-1-16,6-2-5 0,-6 5-7 0,0-5-27 16,6 0-22-16,-6 5-15 0,0-5-19 15,8 2-12-15,-8-1-17 0,6-1-6 0,-6 0-2 16,0 1 3-16,0-4 10 0,0 4 12 16,0-4 16-16,0 0 6 0,0 0 1 0,0-4-2 15,0 4-17-15,0-7-19 0,0 4-29 16,0-6-23-16,0-2-23 0,0 5-20 15,-6-10-12-15,6 6-14 0,0-5-9 0,-8 1-5 16,2-1-1-16,6 0 0 0,-6 4 2 16,0 0 1-16,-1 4 1 0,0-4-1 0,-6 3-2 15,7 5 0-15,-8-4-2 0,2 3-1 16,-2 4-3-16,2 0-1 0,-1 0 3 16,-7 4 1-16,7 3-3 0,0 4 2 0,0 4 7 15,0 3 6-15,0 4 13 0,-1 7 10 16,2 1 14-16,6-2 13 0,-1 6 4 0,0 2-2 15,1-3-9-15,6 4-8 0,0 0-3 16,0-1-1-16,6 1 2 0,8 0 4 0,-2 0-35 16,2-5-18-16,5-3 0 0,1 0 0 15,-1 1 0-15,0-5 0 0,8-2 0 16,-1-5 0-16,0-4 0 0,-7 0 0 0,7-5 0 16,0-1 0-16,1-5 0 0,-1-6 0 15,0-2 0-15,-1-3 0 0,1 1 0 0,-6-7 0 16,0-1 0-16,-1 1 0 0,1-4 0 15,-7-5 0-15,0-3 0 0,-7 1 0 0,7-4 0 16,-13-1 0-16,0 1 0 0,0-3 0 16,-6-2 0-16,-7 1 0 0,0 4 0 0,0 0 0 15,-7-1 0-15,1 1 0 0,-1 6 0 16,0 2 0-16,-6-1 0 0,7 4 0 0,-1 3 0 16,1 4 0-16,0 0 0 0,-1 3 0 15,1 5 0-15,-1-1 0 0,7 1 0 16,0 3 0-16,0 0 0 0,-1 3 0 0,2 4 0 15,6-2-212-15,6 6-183 0,-8 0-62 0,16 0-74 16,-2-1-102-16,0 1-130 0,8 4-148 16,-2-8-60-16,8 1 19 0,-1-1 85 15,1-3 143-15,6-4 188 0</inkml:trace>
  <inkml:trace contextRef="#ctx0" brushRef="#br0" timeOffset="13911.92">14354 14752 355 0,'6'-18'469'15,"0"-4"72"-15,-6 3 91 0,8-2-32 16,-8-1-105-16,0 4-63 0,0 0-31 0,0-1-43 16,-8 4-56-16,8 1-50 0,-6-1-38 15,6 4-26-15,-6 0-23 0,-1 0-9 0,1 4-18 16,-1-1-18-16,-6 4-8 0,7 1-1 0,0 3 1 15,-8 0 0-15,1 0 2 0,7 3 4 16,-8 6 0-16,2-3 0 0,-2 5-1 0,2 4 1 16,-8 3 8-16,7 4 8 0,0 4 8 15,0 3 2-15,-7 4 4 0,7 7 2 16,0 1-3-16,0 7-8 0,7-5-46 0,-8 5-93 16,8 3 0-16,6-3 0 0,-6 3 0 15,6-3 0-15,6-1 0 0,0 1 0 0,2-4 0 16,-2 0 0-16,7-1 0 0,0-1 0 15,0-3 0-15,7-2 0 0,-8-1 0 0,8-3 0 16,-1-3 0-16,7-4 0 0,-6-4 0 16,0-4 0-1,-1-3 0-15,1-4 0 0,-1-3 0 0,-6-1 0 16,6-7 0-16,1 0 0 0,-6-5 0 0,-2 3 0 16,-5-6 0-16,-1 0 0 0,1-3 0 15,0 0-133-15,-1 0-317 0,-6 0-129 16,6-3-148-16,-6-1-180 0,6 1-148 0,2-4-21 15,-2 3 52-15,0-7 119 0,8 3 179 16,-1-3 236-16</inkml:trace>
  <inkml:trace contextRef="#ctx0" brushRef="#br0" timeOffset="14287.32">14745 15041 140 0,'0'-14'510'0,"0"-4"122"0,0 0 114 15,-7-5 85-15,7 5-136 0,0 1-119 0,0-3-86 16,0 6-79-16,0-4-69 0,0 7-43 16,0-4-25-16,0 7-22 0,0-2-18 15,0 6-25-15,0-3-32 0,-7 3-37 0,7 0-35 16,0 4-26-16,0 4-14 0,0 3 3 16,0 4 14-16,0 4 22 0,7 3 19 0,-7 5 18 15,0 2 13-15,0 1 2 0,0 7-8 16,0-4-140-16,-7 8-8 0,7-4 0 0,0 0 0 15,0-1 0-15,0 1 0 0,0-3 0 16,0-1 0-16,0-3 0 0,0-1 0 0,0-3 0 16,0 1 0-16,0-9 0 0,0 1 0 15,0-4 0-15,0-4 0 0,0 0 0 0,0-3 0 16,0-1 0-16,0-3 0 0,0-3 0 16,0-4 0-16,0-1 0 0,7 1-181 15,-7-7-332-15,0-2-178 0,0-1-211 0,7-6-194 16,-1-2-41-16,0 0 43 0,1-1 103 15,0-5 175-15,-1 2 250 0</inkml:trace>
  <inkml:trace contextRef="#ctx0" brushRef="#br0" timeOffset="14740.25">14868 14496 147 0,'7'-14'514'16,"-7"-2"115"-16,6-2 106 0,-6 4 82 0,6-1-141 16,2 4-124-16,-8-4-88 0,12 5-83 15,-5 2-80-15,-1 1-56 0,7 3-35 0,0 1-26 16,1 3-19-16,5 0-4 0,1 7 2 16,-1 3-2-16,8 2-1 0,-8 6 9 15,7 4-2-15,0 7-6 0,0 5 3 0,-1 2 9 16,-5 7 7-16,6 6-10 0,1 2 8 15,-8 4-14-15,0 4-164 0,-5-1 0 0,5 5 0 16,-5-5 0-16,-8 4 0 0,0-3 0 0,-6 3 0 16,0-3 0-16,0-4 0 0,-6 4 0 15,0-8 0-15,-8 0 0 0,1 0 0 16,0-7 0-16,-6 0 0 0,5-7 0 0,2-5 0 16,-2-2 0-16,1-8 0 0,1-3 0 15,5-1 0-15,-6-8 0 0,7 1 0 16,6-3 0-16,-8-5 0 0,2 1 0 0,6-4 0 15,-6 0 0-15,6 0 0 0,0-4 0 16,0 1 0-16,0 3 0 0,0-3 0 0,0-2 0 16,0 1 0-16,0 4 0 0,6-3 0 15,-6 3-47-15,6-7-698 0,-6 3-379 0,0-3-181 16,0 0-27-16,-6 0 76 0,0-5 164 16,-1-2 283-16,-6 3 378 0</inkml:trace>
  <inkml:trace contextRef="#ctx0" brushRef="#br0" timeOffset="33784.01">19760 7854 13 0,'12'-7'385'0,"-5"-1"82"0,6-3 61 15,-6-4 24-15,-1 1-33 0,0 0-71 0,0-1-55 16,2 0-44-16,-8 1-22 0,6-1-25 15,-6 4-42-15,0-4-36 0,0 4-38 0,-6 4-27 16,6-3-28-16,-8 6-23 0,2-4-27 16,-6 4-24-16,5 4-19 0,-13 0-9 0,8 7-7 15,-2-2-3-15,-5 5 6 0,-1 5 9 16,-6-1 11-16,6 8 10 0,1 1 6 16,-7 3 2-16,6-1 9 0,8 8 4 0,-8 0-3 15,7 1 0-15,0 1 0 0,6 2-2 16,1-5-8-16,6 5-8 0,0-3-1 15,6-5-5-15,8 0-1 0,5-4-3 0,1 2 0 16,0-5-1-16,5 0-3 0,7-7-5 16,1-1-6-16,7-3-5 0,5-1-4 0,-7-5-7 15,9-2-3-15,-2-6-1 0,-5-2-1 16,5-2 8-16,-7-4 16 0,-4-3 20 16,-2-4 23-16,-6-1 21 0,0-3 17 0,-6 0 10 15,-8-7 0-15,2 0-8 0,-1-4-11 16,-13-4-7-16,6 0-6 0,-12 1 0 0,-1 3-5 15,1-3-42-15,-8 2-45 0,-5 5 0 0,6 0 0 16,-13 0 0-16,7 6 0 0,-7 4 0 16,-1 1 0-16,-5 4 0 0,-1 3 0 0,7 0 0 15,-6 7 0-15,5 4 0 0,1 0 0 16,1 4 0-16,-1 3 0 0,6 4-36 16,7 4-225-16,-7-1-94 0,14 1-105 0,0 4-149 15,-2 3-160-15,16-4-195 0,-2 4-80 16,0-4 11-16,7 0 76 0,7-3 157 0,0-5 199 15</inkml:trace>
  <inkml:trace contextRef="#ctx0" brushRef="#br0" timeOffset="34471.26">20762 7628 23 0,'0'-9'270'16,"0"6"44"-16,0-5 31 0,0 2-81 15,0-2-24-15,-6 0-57 0,6 1-51 16,0 4-43-16,-6-5-30 0,6 5-20 0,0-1-17 15,-7 0-7-15,7 4-5 0,0-3-3 16,0 3-6-16,0 0 2 0,0-4-1 0,0 4-1 16,0-3 3-16,0 3 11 0,0-5 22 15,-7 5 30-15,7-3 37 0,0-1 37 16,0 1 48-16,0-1 35 0,0-3 39 0,-6-1 28 16,6 5 7-16,0-4-2 0,-7-1-20 15,1 1-18-15,-1 3-33 0,0 1-40 0,1 0-22 16,0-1-21-16,0-1-20 0,-8 5-16 15,1 5-8-15,0-1-5 0,0 2-3 16,1 5 3-16,-8 7 9 0,6 1 12 0,-5 6 14 16,6 9 7-16,-6 3 4 0,5 3-1 15,1 3-5-15,0 5-14 0,0 0-15 0,7 2-12 16,6-1-16-16,-6-6-12 0,12 5-12 16,-6-7-12-16,6-5-8 0,7 1-7 15,0-5-6-15,0 1-6 0,7-3-1 0,0-4-2 16,-1-5-3-16,1-2-1 0,0-1-7 15,-2-7-23-15,2 0-53 0,-1-7-72 0,-5-1-99 16,5-6-138-16,1-5-153 0,0 1-144 16,-2-7-132-16,2-1-120 0,-7-7-2 0,1 0 82 15,6-5 131-15,-8 0 151 0,1-7 174 16</inkml:trace>
  <inkml:trace contextRef="#ctx0" brushRef="#br0" timeOffset="34962.53">20945 7839 394 0,'0'-17'599'0,"0"2"106"15,0 0 89-15,0 1-15 0,-7 2-160 0,7 1-137 16,0 0-119-16,0 8-94 0,0-2-85 16,0 2-65-16,0 3-36 0,0 8-13 0,7-5 7 15,-7 8 12-15,6 4 17 0,-6 3 20 16,6 4 7-16,-6 4-1 0,8-1-7 0,-8 5-7 16,0 3-9-16,6-4-10 0,-6 0-8 15,0 0-12-15,0-2-7 0,0-2 0 0,0-3-2 16,0-4 4-16,0-3 5 0,0-1 13 15,0-6 16-15,0 3 23 0,0-8 25 0,0 1 10 16,0-1 1-16,0-6-13 0,0-1-48 16,0-3-106-16,0 0 0 0,-6-8 0 15,6 1 0-15,0-4 0 0,0-5 0 0,6 2 0 16,-6-6 0-16,6 2 0 0,0 3 0 16,2-4 0-16,-2 5 0 0,7-1 0 0,0 2 0 15,6-1 0-15,-5 6 0 0,5-3 0 16,1 4 0-16,-1 3 0 0,0 0 0 0,-5 3 0 15,5 1 0-15,1 4 0 0,-8-1 0 16,2 4 0-16,-1 0 0 0,-7 4 0 16,7 3 0-16,0 4 0 0,-7 0 0 0,2 4 0 15,-2 2 0-15,0 1 0 0,1 5 0 0,-7 3 0 16,7-4 0-16,-7 3 0 0,0 1 0 16,0-4 0-16,0-1 0 0,0 1 0 15,0-3 0-15,0-4 0 0,0 0 0 0,0-5-79 16,0 1-130-16,-7-3-97 0,7-8-112 15,0 3-139-15,-7-6-127 0,7-5-134 0,0-6-147 16,0-1-40-16,0-3 51 0,0-8 123 16,7-4 150-16,0-2 176 0</inkml:trace>
  <inkml:trace contextRef="#ctx0" brushRef="#br0" timeOffset="35181.14">21387 7594 201 0,'7'-26'599'0,"0"5"127"0,-1 2 82 15,0 1 54-15,2 0-172 0,-2 7-179 0,7-1-152 16,-7 4-109-16,7 5-53 0,0 3-24 15,1 3-8-15,5 5 11 0,0 7 26 0,1 7 30 16,-1 4 13-16,-5 3 16 0,5 4 0 16,1 8-11-16,-8 2-24 0,2 5-31 0,-8 4-20 15,7-2-28-15,-13 5-25 0,0 0-24 16,0-3-38-16,-7-1-60 0,1-7 0 16,-6 0 0-16,-8-4 0 0,6-8 0 0,-5 2 0 15,-1-8 0-15,1-5 0 0,-1 2 0 16,1-9-196-16,0-2-128 0,-1-1-172 15,0-8-212-15,7-3-232 0,7-3-161 0,-8-5-23 16,2-2 53-16,5-6 137 0,0-2 204 16,7-4 259-16</inkml:trace>
  <inkml:trace contextRef="#ctx0" brushRef="#br0" timeOffset="35587.75">23015 7711 56 0,'0'-4'422'16,"-6"1"116"-16,0-1 106 0,6 4 31 16,0-3-35-16,-6 3-111 0,6 0-92 0,0 0-77 15,0 3-69-15,-8 4-46 0,8 8-12 16,0-1 18-16,0 9 15 0,8-1 17 0,-8 7 11 16,0 4-1-16,0 0-19 0,0 4-33 15,0-1-45-15,0-3-50 0,0 1-44 0,0-1-37 16,0-4-28-16,0-4-16 0,0 1-11 15,0-4-37-15,0-7-61 0,0-1-79 0,0-3-97 16,0-1-152-16,0-5-174 0,0-5-183 16,0-5-189-16,-8-1-55 0,8-5 27 0,-12-4 114 15,5-3 159-15,-6-4 202 0</inkml:trace>
  <inkml:trace contextRef="#ctx0" brushRef="#br0" timeOffset="35799.15">22840 7972 62 0,'-13'-4'563'0,"0"4"147"16,7-4 90-16,-1 0 71 0,0 4-93 0,7 0-181 15,7 0-165-15,0 4-115 0,12-4-63 16,1 4-49-16,6-4-27 0,6 4-22 16,1-4-23-16,6 0-15 0,7 0-22 0,5 0-15 15,2-4-14-15,-1 4-17 0,-1-4-20 16,-4 0-13-16,-2 1-12 0,-13-1-22 16,1 0-36-16,-7 1-48 0,0 0-70 0,-6 3-116 15,-7-5-145-15,0 2-162 0,-7 3-173 16,1-4-112-16,-1 1-16 0,0-1 74 0,2 4 124 15,-2-7 165-15</inkml:trace>
  <inkml:trace contextRef="#ctx0" brushRef="#br0" timeOffset="36220.94">24129 7778 145 0,'14'-12'603'0,"-8"5"119"0,-6-3 89 0,0-3 65 15,-6 6-123-15,-1-4-210 0,0 8-162 16,-6-5-97-16,1 5-68 0,-2 3-55 16,-5 0-23-16,-1 0-17 0,8 3 2 0,-8 8-5 15,6 0-4-15,-5 1-1 0,6 10-5 16,0 0-5-16,7 3-17 0,0 4-7 0,-2 1-1 16,8 4-3-16,8-6-2 0,-2 5-6 15,0-4 0-15,7-3-3 0,7-4 0 0,0 0 7 16,-2-7 3-16,9 0 4 0,-1-5 4 15,0-2-1-15,7-5-2 0,-1-3-9 0,1-3 0 16,-1-1 3-16,1-3 11 0,-7-5 16 16,0-2 20-16,-7-4 3 0,1 0-123 0,-7-4 0 15,0-4 0-15,0 0 0 0,-6-3 0 16,-7 0 0-16,0-1 0 0,-7 1 0 0,0 4 0 16,-5-1 0-16,5 8 0 0,-12-1 0 15,5 4 0-15,-11 4 0 0,5 0 0 16,0 7 0-16,-5 1 0 0,5 3-64 0,-6 3-314 15,6 1-102-15,1 3-131 0,5 0-147 16,2 1-151-16,-2 0-120 0,8-1-12 0,-1 0 68 16,7 1 143-16,0-4 188 0,7-1 215 15</inkml:trace>
  <inkml:trace contextRef="#ctx0" brushRef="#br0" timeOffset="36536">24781 7579 72 0,'13'-22'573'0,"-7"4"126"0,0 0 95 16,-6-4 78-16,0 4-79 0,0-2-195 0,-6 6-167 15,6-1-105-15,-6 1-81 0,-7 7-66 16,6 0-49-16,-6 3-34 0,1 4-17 16,-2 4-9-16,-5 3-5 0,6 4 3 0,-7 8 7 15,7-2 3-15,-7 9 0 0,7 7 13 0,1 4 18 16,-2 3 8-16,2 8 5 0,-2-4-4 15,8 6-5-15,-1 2-19 0,1-1-22 0,6 1-19 16,0-8-17-16,6 0-6 0,1-7-5 16,-1-2-3-16,8-5-5 0,-8 0-3 15,14-5-1-15,-8-3-4 0,8-4-7 0,-7-3-34 16,7 0-61-16,-7-8-89 0,6 1-115 16,-6-8-183-16,7 0-191 0,-1-8-190 15,1 1-131-15,0-8-13 0,-1-2 60 0,0-6 153 16,1-3 179-16,-1-3 213 0</inkml:trace>
  <inkml:trace contextRef="#ctx0" brushRef="#br0" timeOffset="36754.72">25035 7722 398 0,'0'-18'682'0,"0"3"117"0,-6 1 95 16,6-1 39-16,0 0-199 0,0 5-197 16,0 3-136-16,-8-2-100 0,8 6-89 0,0 0-66 15,0 3-28-15,0 3-2 0,0 5 17 16,8 3 29-16,-8 7 33 0,6 1 24 15,-6 2 12-15,6 8-8 0,0 1-27 0,2 3-32 16,-8 0-31-16,6 3-23 0,-6-4-32 16,0 2-24-16,0-1-32 0,0-4-22 0,-6 0 0 15,6-2 0-15,0-6-23 0,-8-2-112 16,8-4-105-16,0-1-112 0,8-7-187 0,-2-3-196 16,7 0-186-16,0-12-143 0,6 1-12 15,1-4 52-15,-1-7 153 0,7-4 195 0,-6-1 220 16</inkml:trace>
  <inkml:trace contextRef="#ctx0" brushRef="#br0" timeOffset="37091.35">25360 7792 145 0,'-6'-11'597'0,"6"0"122"0,-7 0 95 15,1 4 62-15,0-1-130 0,-2 5-193 0,2 3-160 16,0 0-91-16,-7 0-65 0,6 8-38 16,1 2-12-16,-7 1 2 0,7 7 1 15,-2 1-1-15,2 2-13 0,6 5-11 0,0 0-24 16,0 0-27-16,0-1-31 0,6 1-28 15,2-4-13-15,4 0-10 0,1-4-9 0,1 1-8 16,4-6 1-16,2-5-1 0,7 0 0 16,-8-5-2-16,7-3 2 0,0-3 16 0,0-5 17 15,0 0 21-15,-6-5 23 0,-1-3 19 16,-5-2 17-16,5-4-2 0,-13 0-14 16,7-3-18-16,-6-1-22 0,-7 0-20 0,-7 0-52 15,1 1 0-15,-1 3 0 0,-6 0 0 0,1 8 0 16,-2-1 0-16,-5 5-40 0,-1 5-100 15,0 2-89-15,1 3-105 0,0 0-141 0,-1 3-171 0,13 5-156 16,-5-1-150-16,5 0-79 0,7 5 18 16,0-5 99-16,0-4 168 0,13 5 186 0</inkml:trace>
  <inkml:trace contextRef="#ctx0" brushRef="#br0" timeOffset="37591.23">25836 7799 25 0,'20'-11'528'0,"-1"1"153"0,-13-2 106 0,1-2 82 15,0 3-63-15,-7-4-157 0,0 4-159 16,-7 0-128-16,0 0-92 0,-12 4-69 0,-1 3-60 16,0 0-40-16,1 4-22 0,-7 4-13 15,6 3-7-15,-5 4-6 0,5 4-3 0,7-1-9 16,0 9-13-16,0-1-8 0,6 0-7 16,1 0-4-16,6 3-2 0,0 1-1 0,6-9-2 15,8 6-6-15,-8-4-9 0,7-4-4 16,7-5-7-16,-1-3-6 0,0-3-3 0,1 0 1 15,6-8 7-15,-7 0 3 0,1-3 2 16,0 0 8-16,-1-4 7 0,-5-4 5 0,-2 1 10 16,-5-1 16-16,6 0 22 0,-7 0 16 15,-6 1 19-15,7-1 15 0,-7 5 5 16,0 1-5-16,0 3-16 0,0 2-13 0,0 0-21 16,0 4-18-16,0 0-13 0,0 8-10 15,-7-2-1-15,7 9 4 0,0 4 19 16,0-1 22-16,0 8 18 0,0 3 34 0,0 4 29 15,0 4 13-15,7-1-9 0,6 1-17 16,-6 0-15-16,-1 3-32 0,0-6-26 0,8-2-12 16,-8 0 3-16,-6-6 8 0,6 0 13 15,-6-4-44-15,7-3-16 0,-7-5 0 16,-7-3 0-16,7 1 0 0,-6-2 0 0,0-6 0 16,-8 3 0-16,8-7 0 0,-14 0 0 15,1-4 0-15,-1 1 0 0,1-5 0 0,-7 2 0 16,6-6 0-16,-6 5 0 0,0-4 0 15,7-1 0-15,-7 2 0 0,6-5 0 0,1 1 0 16,5 2 0-16,8-2 0 0,0 0-380 16,6-1-284-16,6 0-208 0,7-3-241 0,7-5-72 15,6 1 30-15,6 0 102 0,1-7 194 16,6 0 229-16</inkml:trace>
  <inkml:trace contextRef="#ctx0" brushRef="#br0" timeOffset="38046.17">26252 7715 357 0,'8'-11'714'0,"4"0"126"16,-6 0 88-16,-6 1 55 0,8 1-216 0,-8 6-253 16,6-1-173-16,-6 1-108 0,6 6-59 15,-6 4-29-15,7 2 6 0,-7 5 23 0,6 0 28 16,-6 4 24-16,7 8 6 0,-7 0-9 16,7 3-23-16,-1 0-35 0,-6 4-28 15,6-3-36-15,-6 3-29 0,0-8-23 0,6 1-13 16,-6 0-6-16,0-8-6 0,0 1 1 15,0-6 18-15,0-5 30 0,0 3-41 0,0-7-32 16,0 0 0-16,0-8 0 0,0 0 0 0,0-7 0 16,-6-4 0-16,0 1 0 0,6-9 0 15,-6-2 0-15,6 0 0 0,-7-4 0 0,7 0 0 16,7-5 0-16,-1 5 0 0,0-4 0 16,8 4 0-16,-2 4 0 0,1-2 0 0,7 5 0 15,0 8 0-15,-1 0 0 0,1 2 0 16,6 5 0-16,0 3 0 0,0 4 0 0,7 4 0 15,-8 3 0-15,1 1 0 0,-6 6 0 16,6 4 0-16,-7 4 0 0,1 0 0 16,-7 4 0-16,7 0 0 0,-7 3 0 0,0 0 0 15,-7 0 0-15,0-3 0 0,2 0 0 16,-8-1 0-16,0-3 0 0,0 0 0 0,-8-4 0 16,2-2 0-16,0-5 0 0,-1-1-70 15,-6-2-363-15,7-5-213 0,-1-3-219 0,-6-7-237 16,13 0-72-16,-13-8 35 0,13-4 99 15,-6-2 193-15,6-5 231 0</inkml:trace>
  <inkml:trace contextRef="#ctx0" brushRef="#br0" timeOffset="38296.11">26838 7506 24 0,'8'-18'668'0,"-2"-1"155"16,0 1 103-16,1 3 71 0,6 1-8 0,0 6-316 15,7 1-222-15,-8 7-108 0,8 4-54 16,6 7-18-16,-7 3 2 0,7 8 8 0,-6 4 12 15,7 3 0-15,-1 8-12 0,-7 4-25 16,7-1-196-16,-6 4-60 0,-1-1 0 0,-6 2 0 16,0-1 0-16,-7-1 0 0,-6 1 0 15,0-3 0-15,0-4 0 0,-6-5 0 0,-7-3 0 16,-7-3 0-16,1 0 0 0,0-8 0 16,-1 1 0-16,-7-5 0 0,9-3 0 15,-2 0-186-15,-7-8-310 0,15 2-154 0,-8-5-153 16,7 0-190-16,0-8-99 0,-6 4 9 15,5-7 83-15,2-3 159 0,-2-1 193 0,8-3 256 16</inkml:trace>
  <inkml:trace contextRef="#ctx0" brushRef="#br0" timeOffset="38764.87">28089 7591 517 0,'0'-9'668'15,"7"3"103"-15,-7-2 66 0,0 5-66 16,0-1-184-16,0 4-155 0,0 0-110 0,0 7-58 16,0 1-15-16,7 7 5 0,-7 2 21 15,6 6 8-15,0 6-6 0,1-3-18 0,6 6-28 16,-6 2-36-16,5-1-43 0,8 0-41 15,-7-1-34-15,-7-2-25 0,8 3-23 16,-2-8-19-16,2 1-37 0,-8-4-60 0,0-4-75 16,1-3-85-16,-7-8-120 0,7 0-150 15,-7-2-144-15,0-5-137 0,-7-5-143 0,-6-6-29 16,1 0 59-16,-2-3 124 0,1-4 155 16,-7-1 186-16</inkml:trace>
  <inkml:trace contextRef="#ctx0" brushRef="#br0" timeOffset="38940.44">28057 7861 40 0,'-20'-4'485'0,"1"-3"137"0,5 4 115 15,2-1 95-15,-2 0-64 0,8 1-125 16,-1-1-116-16,1 4-109 0,6-4-94 16,6 1-72-16,7 3-62 0,1 0-40 0,6-3-25 15,5 3-7-15,7 0-5 0,8 0-8 16,-1 0-11-16,6 3-15 0,7-3-19 0,-5 0-15 16,4 0-17-16,-5 0-14 0,-7 0-4 15,0-3-8-15,-7 3-10 0,-6 0-23 0,1-4-35 31,-14 4-58-31,6-5-89 0,-13 5-138 0,8-3-161 16,-8 0-172-16,1-1-194 0,-7 0-64 16,0 1 23-16,6-5 107 0,-6 1 151 0,7 4 184 15</inkml:trace>
  <inkml:trace contextRef="#ctx0" brushRef="#br0" timeOffset="39331.03">29164 7542 226 0,'6'-10'656'0,"-12"2"112"0,0 1 74 16,-1-4 53-16,0 4-159 0,1 3-244 15,-7-3-170-15,0 7-100 0,0 0-62 0,-1 4-40 16,2-1-22-16,-1 5-9 0,0 2-4 16,0 5 5-16,7 4 1 0,-2 2 0 0,2 2-5 15,0 2-3-15,12 1-5 0,0 0-8 16,2-1-9-16,4 0-9 0,1 1-8 15,7-4-10-15,0 0-3 0,5-3 5 0,1-4 8 16,7-5 9-16,-1 1 9 0,2-4 16 16,-9-7 15-16,7 4 18 0,1-8 16 15,-7 1 25-15,0-5 28 0,-6-3 20 0,-1 1 9 16,1-5-10-16,-8-3-74 0,-4-1-125 16,-2-3 0-16,0-4 0 0,-12 5 0 0,6-4 0 15,-6-2 0-15,-8 6 0 0,-5-1 0 0,-1-1 0 16,0 9 0-16,-5-1 0 0,-1 0 0 15,0 8 0-15,0 0 0 0,-1 3-72 0,1 0-313 16,7 4-105-16,-1 4-137 0,8 0-146 16,5-1-143-16,7 1-113 0,0 0-2 15,7 3 70-15,5-4 147 0,8 2 188 0,-1-2 202 16</inkml:trace>
  <inkml:trace contextRef="#ctx0" brushRef="#br0" timeOffset="39681.01">29867 7441 78 0,'7'-19'601'16,"-1"4"140"-16,0-4 100 0,-6 2 81 0,0-5-76 15,-6 3-208-15,0 0-187 0,-7 5-109 0,6 0-76 16,-12 3-54-16,5 0-37 0,2 3-24 0,-8 5-13 16,1 3-9-16,5 7-10 0,-5 0-5 0,0 8-1 15,-1 3 4-15,7 9-2 0,-7-2-4 16,8 8-2-16,-2 3-5 0,8 4-9 15,-7 5-14-15,7 2 8 0,6-3 5 0,0 4-2 16,0-1-1-16,0 0-2 0,6-2 0 16,0-1-51-16,1-4-38 0,6-2 0 0,0-6 0 15,-1-3 0-15,8-3 0 0,-6-5 0 16,5 1 0-16,1-6 0 0,-1-6 0 0,1-2 0 16,6-1 0-16,-6-7 0 0,5 0 0 15,-5-4-143-15,6-3-152 0,-7-5-78 16,1-1-90-16,6-3-140 0,-6-5-150 0,-1-5-160 15,-6 0-93-15,6-3 0 0,-5 0 72 16,-1-1 157-16,0 5 190 0</inkml:trace>
  <inkml:trace contextRef="#ctx0" brushRef="#br0" timeOffset="39939.25">30134 7605 206 0,'-6'-11'624'0,"6"-1"150"0,0 2 119 15,-7 3 65-15,7-1-108 0,0 1-169 0,-6 4-178 16,6-2-123-16,0 5-76 0,0 0-39 15,0 5-9-15,0 5 11 0,0 1 22 16,0 7 19-16,6 1-7 0,1 4-30 0,-7-2-210 16,6 5-61-16,1-1 0 0,-7 1 0 0,6-3 0 15,-6 2 0-15,7 0 0 0,-7-6 0 0,0 2 0 16,0-3 0-16,0-3 0 0,6-1 0 0,-6-6 0 31,0 1 0-31,7-3-346 0,-7-6-187 0,7-3-164 16,-1 0-159-16,0-9-199 0,1-3-52 15,0 0 33-15,-1-7 116 0,0 1 179 16,1-5 210-16</inkml:trace>
  <inkml:trace contextRef="#ctx0" brushRef="#br0" timeOffset="40189.19">30421 7213 160 0,'6'-19'632'0,"7"2"137"15,-6 1 98-15,6 2 65 0,-7 3-114 16,8 4-214-16,-2 7-153 0,2 0-87 0,-1 11-42 15,-1 3-5-15,2 9 7 0,-2 6 11 0,2 7 0 16,-1 1-2-16,-7 8-12 0,0-2-38 16,8 8-259-16,-14 0-24 0,6 1 0 0,-6 3 0 15,-6 0 0-15,0-4 0 0,-8 0 0 16,1 1 0-16,0-5 0 0,-6-3 0 0,-1 0 0 16,1-4 0-16,-1-7 0 0,0 0 0 15,1-8 0-15,6-2 0 0,0-4 0 0,7-5 0 16,-2-3 0-16,2-7 0 0,0-1 0 15,0-6-276-15,6-1-303 0,-7-3-207 0,0-4-237 16,-6-1-122-16,0-2-7 0,-6-4 68 16,-14 3 143-16,1-4 221 0,-14 1 288 15</inkml:trace>
  <inkml:trace contextRef="#ctx0" brushRef="#br0" timeOffset="40892.16">19381 11924 278 0,'0'8'532'0,"-6"-5"110"0,6 1 86 0,0-4-24 16,0 4-105-16,6-4-121 0,2-4-113 31,4 4-91-31,8 0-68 0,-1-4-50 0,1 4-35 0,6-3-30 0,0-1-19 0,7 4-14 15,-1-4-17-15,7 1-10 0,0-2-10 32,0 3-7-32,7-3-7 0,-7 2-6 0,-7 0 1 15,1-2-6-15,-7 5-24 0,-6-3-40 0,-8 3-65 0,2 0-100 0,-14 0-125 32,0 0-125-32,-7 3-122 0,-6-3-121 0,-7 5-19 0,1 1 55 0,-1-1 98 0,-6-3 117 31</inkml:trace>
  <inkml:trace contextRef="#ctx0" brushRef="#br0" timeOffset="41160.08">19434 12089 354 0,'-13'11'529'0,"6"-8"99"0,1 6 98 16,-1-6-20-16,7-3-94 0,-6 3-82 16,6-3-71-1,0 4-65-15,0-4-73 0,6 0-58 16,7 0-53-16,-6-4-41 0,12 4-26 0,-5 0-19 15,5 0-12-15,7 0-14 0,0 4-8 16,0-4-13-16,0 0-12 0,1 0-11 0,-2 0-11 16,1 0-11-16,0 0-11 0,-6 0-7 15,-1 0-6-15,1 0-7 0,-8 0-19 0,2-4-34 16,-8 4-60-16,1 0-83 0,-1-3-121 16,1 0-156-16,-7-1-156 0,0-1-176 0,7-1-105 15,-7-2-3-15,0 1 76 0,6-4 133 16,-6 0 162-16</inkml:trace>
  <inkml:trace contextRef="#ctx0" brushRef="#br0" timeOffset="41599.69">20052 11594 517 0,'0'-14'666'0,"-6"-4"91"15,-8 3 77-15,8 1-31 0,0 2-189 0,0 1-163 16,-1 0-109-16,7 8-75 0,-7-4-70 15,1 2-54-15,6 5-38 0,-7 0-22 16,7 5-8-16,7 2 4 0,-1 4 14 0,1 3 7 16,0 1 4-16,11 3-9 0,2 4-16 15,0 0-21-15,6 0-17 0,7 4-15 0,-1 3-5 16,7-3-9-16,0-1-1 0,7 5-1 16,-7-4-4-16,6-5 2 0,-5 5-9 0,-1-4 0 15,0-1 1-15,-13-2 0 0,0 4 1 16,-6-9 0-16,-8 4 2 0,-12 1 2 0,0-1-1 15,-6 0 7-15,-7 0 4 0,0 4 10 16,-13-3 13-16,0 3 16 0,-7-1 21 0,1 2 18 16,-7 3 17-16,6-5 14 0,-6 2 7 15,0-3 10-15,0 3 4 0,0 0-1 0,6-5-6 16,1-4-15-16,6 1-14 0,0-1-26 16,6 2-60-16,1-9-23 0,5 4 0 15,2-4 0-15,5-3 0 0,0 3 0 0,1-4 0 16,-1 2 0-16,7-5 0 0,0 3 0 15,0-3-48-15,0 0-137 0,0 0-104 0,7 0-126 16,-1 0-174-16,1-3-182 0,6-2-216 16,-1 2-91-16,2-4 11 0,-1-1 80 15,0-3 162-15,6-4 203 0</inkml:trace>
  <inkml:trace contextRef="#ctx0" brushRef="#br0" timeOffset="43885.17">22293 11745 12 0,'0'3'215'0,"6"-3"51"0,-6 0 11 0,7 0-38 0,-7 0-8 15,6 0 10-15,-6-3-8 0,7 3-16 0,-7-4 0 16,7 4 1-16,-7-4 11 0,6 1 21 16,-6-1 14-16,6 0 10 0,-6 0-2 15,0-3-2-15,7 4-21 0,-7-1-24 0,0-3-25 16,0-1-16-16,0 5-14 0,0-4-13 16,0-4-10-16,0 3-10 0,-7 1-8 0,7-4-7 15,-6 0-6-15,6 4-3 0,-6-4-2 16,-1 0-8-16,0-1-5 0,-6 1-11 0,7 0-8 15,-8 1-8-15,2 2-4 0,-1 1 0 16,0 0-2-16,0 0 3 0,-7-1-1 0,7 4-4 16,0 1-8-16,-6 3-6 0,5-4-7 15,2 4-7-15,-8 4-7 0,7-1-2 0,-7 1-3 16,0 4-3-16,2-1-3 0,4 4-1 16,-5 0 0-16,-1-1 8 0,8 5 3 15,-2 4 6-15,-5-1 9 0,5 4 11 0,2 0 8 16,-2 3 6-16,2 1 10 0,-1 0 7 15,6 3 2-15,0 5 0 0,-5-5 3 0,5 0-1 16,0 0-4-16,1 4-2 0,6-3-21 16,-6 2-61-16,6-3 0 0,0 5 0 15,0-1 0-15,0-1 0 0,6 2 0 0,0 3 0 16,1-5 0-16,0 1 0 0,-1 4 0 16,7-5 0-16,0 2 0 0,0-1 0 0,1-1 0 15,4 2 0-15,2-6 0 0,-1 2 0 16,1-1 0-16,0-3 0 0,6-4 0 0,-7 1 0 15,7-2 0-15,7-3 0 0,-7 1 0 16,7-5 0-16,-1-3 0 0,7 0 0 16,-7 0 0-16,8-3 0 0,-1-4 0 0,0-1 0 15,1 0 0-15,-2-3 0 0,1 0 0 16,-6-3 0-16,-1 0 0 0,7-6 0 0,-5 2 0 16,4 0 0-16,-5 0 0 0,6-8 0 15,-7 4 0-15,1-3 0 0,-1-1 0 16,-6-3 0-16,7-1 0 0,-7-3 0 0,0 0 0 15,1-3 0-15,-1 3 0 0,-1-5 0 0,1 2 0 16,-6-4 0-16,0 3 0 0,-1-2 0 16,-6-2 0-16,6 0 0 0,-5 1 0 0,-8-3 0 15,1 3 0-15,-1-1 0 0,0 0 0 16,-6 1 0-16,0 0 0 0,-6 0 0 0,0-1 0 16,-1 5 0-16,1-5 0 0,-1 5 0 15,-6-5 0-15,0 0 0 0,6 1 0 16,-12 0 0-16,6-4 0 0,0 4 0 0,-7 0 0 15,8-1 0-15,-8 1 0 0,1-1 0 16,5 5 0-16,-6 0 0 0,1 3 0 0,-7-4 0 16,6 4 0-16,-5 0 0 0,5 4 0 15,-6-4 0-15,0 4 0 0,7-1 0 0,-7 4 0 16,-1-3 0-16,1 4 0 0,0 2 0 16,-7-2 0-16,7 6 0 0,-6-2 0 0,-1 2 0 15,1 5 0-15,-1-1 0 0,-6 0 0 16,7 4 0-16,-1 4 0 0,1-4 0 15,-1 7 0-15,7 1 0 0,0-1 0 0,-6 4 0 0,5 0 0 16,7-1 0-16,1 5 0 0,0-4 0 16,-1 3 0-16,7 1 0 0,0 1 0 15,0-1 0-15,7-1 0 0,-1 0-142 0,7 1-383 16,7 0-181-16,5-1-178 0,8-3-202 16,6 4-48-16,0-8 40 0,7 4 100 0,6-3 185 15,0-1 221-15</inkml:trace>
  <inkml:trace contextRef="#ctx0" brushRef="#br0" timeOffset="44571.56">23733 10953 220 0,'0'-7'421'0,"-8"0"73"15,8 0 74-15,-6-4-32 0,0 4-10 16,6-6-61-16,-7 7-54 0,7-2-35 15,-6-3-44-15,-1 4-55 0,0 0-52 0,1-1-28 16,-7 1-15-16,6 3-8 0,1-2-8 0,0 1-12 16,-8 1-10-16,8 4-13 0,-1 0-4 15,-5 0-6-15,5 4-2 0,-6 1 7 16,7 1 3-16,-8 5 12 0,1 4 13 0,0 0 1 16,0 2 4-16,1 6 2 0,-2-1 9 15,-5 7 10-15,-1 4 0 0,0 4 6 0,1 0-102 16,0 3-84-16,-1 0 0 0,-6 4 0 15,7 0 0-15,5 3 0 0,-5-2 0 0,5 6 0 16,-4-3 0-16,4 4 0 0,1 2 0 16,7 0 0-16,-8 2 0 0,8-1 0 15,0 0 0-15,-1 0 0 0,7-1 0 0,-7 2 0 16,7-5 0-16,-6 0 0 0,6 1 0 16,0-5 0-16,0 1 0 0,0-4 0 0,0 0 0 15,6-1 0-15,1 2 0 0,0-1 0 16,-1-4 0-16,8 0 0 0,-2-3 0 0,8-1 0 15,-1 1 0-15,1-7 0 0,6 2 0 16,0-7 0-16,0 5 0 0,0-7 0 0,6-2 0 16,1 1 0-16,-7-7 0 0,7-1 0 15,-7 1 0-15,0-4 0 0,0-4 0 16,-7 1 0-16,1-5 0 0,-7 2 0 0,0-5 0 16,0 3 0-16,-6-3 0 0,-1-3 0 15,1 3 0-15,-7-5 0 0,0 2 0 0,6-5 0 16,-6 1 0-16,0-4 0 0,0 4 0 15,0-8-83-15,0 1-479 0,6-2-218 16,2-2-215-16,4 1-159 0,1-9-19 0,0-1 60 16,6-1 145-16,1-6 220 0,6 2 255 15</inkml:trace>
  <inkml:trace contextRef="#ctx0" brushRef="#br0" timeOffset="45436.68">24143 11778 231 0,'-7'-22'571'0,"0"3"109"0,1 1 95 15,6 3 72-15,-7-2-167 0,7 2-149 0,0 4-99 0,0 0-64 16,0 0-59-16,0 3-37 0,0 1-20 16,0 0-5-16,0 4-9 0,0-2-14 0,0 2-19 15,0 3-27-15,0-5-33 0,7 5-33 16,-7 0-24-16,0 5-8 0,0-2 5 0,0 5 12 15,0 3 21-15,6 4 26 0,-6-1 17 16,0 4-40-16,0 8-121 0,7-1 0 16,-7 0 0-16,0 6 0 0,0 1 0 0,0-2 0 15,7 2 0-15,-7 1 0 0,0 1 0 16,6-5 0-16,-6 4 0 0,6-4 0 0,-6 3 0 16,0-1 0-16,7-2 0 0,-7-3 0 15,0-1 0-15,-7-3 0 0,7 0 0 0,0 0 0 16,0-7 0-16,-6-1 0 0,6-3 0 15,0 0 0-15,0-3 0 0,-6-1 0 0,6-4 0 16,0 1 0-16,0 0 0 0,0-4 0 16,0 0 0-16,-7-4 0 0,7 0 0 15,0-2 0-15,0-3 0 0,0 3 0 0,-7-5 0 16,7-4 0-16,0 0 0 0,-6 1 0 16,6-6 0-16,0 3 0 0,-7-5 0 0,7 0 0 15,-6-4 0-15,6 5 0 0,-6-5 0 16,6-3 0-16,0 2 0 0,-8-2 0 0,8 4 0 15,0-4 0-15,0 2 0 0,8 2 0 16,-8-4 0-16,6 7 0 0,0-4 0 16,1 5 0-16,6-1 0 0,0 2 0 0,0 3 0 15,0 2 0-15,0 0 0 0,7 1 0 16,0 2 0-16,-2 2 0 0,2 3 0 0,0-1 0 16,-1 5 0-16,1-1 0 0,-1 1 0 0,1-1 0 15,0 4 0-15,6 0 0 0,-7 0 0 16,1 4 0-16,0-1 0 0,-1-3 0 15,0 4 0-15,-6 3 0 0,7-3 0 0,-7-1 0 16,0 5 0-16,0-2 0 0,7 3 0 16,-14 1 0-16,7 1 0 0,0 0 0 0,-7 4 0 15,7-1 0-15,-6 5 0 0,0-1 0 16,-1 5 0-16,-6-2 0 0,6 5 0 16,-6-5 0-16,7 6 0 0,-7-2 0 0,-7 5 0 15,7-1 0-15,0 0 0 0,-6 0 0 16,6 1 0-16,0-5 0 0,-6 4 0 0,-1 1 0 15,7-5 0-15,-7-2 0 0,7-2 0 16,0 1 0-16,-6-3 0 0,6-5 0 0,0 0 0 16,0-2 0-16,0-1 0 0,0-3 0 15,0-2 0-15,0 1 0 0,0-2 0 0,0-5 0 16,0 3 0-16,0-3 0 0,0 4 0 16,0-4 0-16,0-4 0 0,0 1 0 15,0-2 0-15,0-2 0 0,0 1 0 0,0-6-183 16,0-2-500-16,6-1-244 0,1-3-237 15,0-4-64-15,5 0 46 0,-5-4 113 0,6 0 201 16,0-3 247-16</inkml:trace>
  <inkml:trace contextRef="#ctx0" brushRef="#br0" timeOffset="45952.93">24846 11048 155 0,'6'-6'473'15,"1"-2"96"-15,6-2 91 0,0-2 51 0,0 5-94 16,6-1-104-16,1 5-60 0,-1-4-45 16,1 2-43-16,0 5-42 0,5-3-33 0,-5 6-24 15,6-3-19-15,1 5-15 0,-1 2-19 16,-1 0-16-16,1 4-15 0,-6 1-13 0,6-2-18 15,1 4-25-15,-1 6-18 0,-1-3-16 16,-5 5-11-16,6 0-7 0,-7 4 18 0,1 3 30 16,0 5 35-16,6 1-12 0,-7 6-145 15,7 7 0-15,0 3 0 0,0 3 0 0,1 9 0 16,-2 3 0-16,1 4 0 0,0-1 0 16,-6 1 0-16,-1 0 0 0,-5-1 0 15,-2 1 0-15,2-4 0 0,-8 0 0 0,-6-3 0 16,0-2 0-16,-6-2 0 0,-1 0 0 15,-6-8 0-15,0-4 0 0,-6-2 0 0,-1-5 0 16,1-4 0-16,-1-2 0 0,0-5 0 16,1-4 0-16,-1 1 0 0,1-5 0 0,-1-2 0 15,7-1 0-15,0-3 0 0,0-4 0 16,0 0 0-16,7-4 0 0,-1 1 0 0,1-4 0 16,-1-1 0-16,7 1 0 0,-7-4 0 0,7 4 0 15,7-4 0-15,-7-4 0 0,7 4 0 16,-7-7 0-16,6 3 0 0,-6-4-426 15,7-2-431-15,-7-1-316 0,0 0-106 0,0-8 20 16,-13 4 100-16,-1-7 188 0,-5 1 266 16</inkml:trace>
  <inkml:trace contextRef="#ctx0" brushRef="#br0" timeOffset="46762.89">21172 10166 182 0,'-19'-22'341'0,"-1"3"52"0,8 5 55 0,-2-4-41 15,2 3-49-15,5 0-16 0,-6 3 2 16,13 2-15-16,-7 3-34 0,1 4-46 0,6-2-49 15,-6 3-21-15,6 2-18 0,-8 7-2 16,8-1 4-16,0 8 17 0,0 9 24 16,-6 3-5-16,6 3-1 0,0 11 2 0,0 4 2 15,0 8 1-15,0 7 0 0,6 3 4 0,-6 3-4 16,0 5-8-16,0 3-9 0,0 8-5 16,0 3-5-16,0 4 20 0,0 4 16 15,-6 0 16-15,6 3 0 0,6 4-188 0,-6 2-40 16,14 3 0-16,-1 2 0 0,0-3 0 0,6-1 0 15,7 1 0-15,1-1 0 0,-8-3 0 16,8 3 0-16,-2-2 0 0,-5-1 0 0,0-4 0 16,-1-3 0-16,1-1 0 0,-8-3 0 15,2-4 0-15,-2 1 0 0,2-8 0 16,-8-1 0-16,-6 1 0 0,0-7 0 0,0-4 0 16,-6-4 0-16,-1-3 0 0,0-5 0 15,-5-2 0-15,5-4 0 0,-6-8 0 0,7-4 0 16,-1-2 0-16,1-8 0 0,-1-5 0 0,0-3 0 0,7 1 0 0,-6-8 0 15,6-4 0-15,-6 4 0 0,6-8 0 16,0 1 0-16,0 0 0 0,0-1 0 0,0-3 0 16,0 0 0-16,0-3 0 0,6-5 0 15,0 1 0-15,-6-7 0 0,7-1-352 16,0-3-290-16,-1-8-179 0,7-3-191 0,-7-4-117 16,8-11 3-16,-2-7 81 0,2-12 157 15,-1-2 205-15,-1-13 247 0</inkml:trace>
  <inkml:trace contextRef="#ctx0" brushRef="#br0" timeOffset="47992.74">21355 10125 292 0,'-19'-18'388'0,"5"-1"38"15,-5 2 31-15,-1 2-89 0,8 0-105 0,-8 5-30 16,7-2 11-16,0 1 16 0,0 4 12 16,7 0 10-16,-2 0-13 0,2 2-23 0,0 2-49 15,-1-1-46-15,7 4-37 0,0-3-24 16,0 3-13-16,0 0-8 0,7 3 12 0,5-3 10 15,2 4 10-15,5-1-5 0,1-3-4 16,6 0 0-16,13 0-5 0,7-3-6 0,5-1-7 16,8 1-2-16,13-1-6 0,0 0-6 15,5 1-4-15,15-5 3 0,6 1 4 0,6-1 3 16,13 1 3-16,13 0-3 0,7-4-3 16,6 4-8-16,13-5-12 0,1 5-15 15,5 0-5-15,14 1-5 0,1-3-10 0,-1 6-5 16,6-2-3-16,-7 2 3 0,8 0-3 15,-1-1 0-15,-6 0-7 0,7 4 4 0,-14-3 5 16,0 0-1-16,0-2 0 0,-13 2 5 16,1-1 18-16,-7 0 11 0,-7 1 11 0,-13-4 9 15,-12-1 9-15,-1 5 4 0,-13-4-3 16,-7-1-8-16,-5 1-5 0,-14-1 0 16,-6 1 0-16,-14 0 3 0,-5 0 13 0,-8 2 16 0,-13-2 12 15,-5 0 5-15,-1-1 2 0,-6 1-8 16,-8-1-16-16,-5 1-10 0,6 0-10 0,-7 0-10 15,-6 0-4-15,0-1 0 0,0 5-3 16,0-2-9-16,0 2-10 0,-6 3-8 16,-1-3-5-16,1 6-6 0,-7 0-2 0,7 2-2 15,-8 2 0-15,1 4 0 0,-6 3-1 16,6 1 1-16,-1 3 2 0,2 8 5 0,-8 0 5 16,7 3 6-16,7 4 8 0,-8 4 3 15,8 3 0-15,0 8 0 0,-2-1-4 0,2 8-1 16,6 0 0-16,-6 8-18 0,-1 2-6 15,7 2 0-15,0 2 0 0,0 4 0 0,0 4 0 16,0 4 0-16,0 2 0 0,0 6 0 16,0 2 0-16,7 1 0 0,-7 0 0 0,6-1 0 15,-6 4 0-15,6 5 0 0,-6-1 0 16,8-1 0-16,-8 5 0 0,0-4 0 0,6 3 0 16,-6 1 0-16,0 0 0 0,6-1 0 15,-6 1 0-15,0-1 0 0,0-3 0 0,0-4 0 16,0 1 0-16,0-5 0 0,0 1 0 15,-6 0 0-15,0-5 0 0,6 1 0 16,-8-3 0-16,2-4 0 0,0-5 0 0,-1-2 0 16,1-5 0-16,-1-3 0 0,1-4 0 0,-1-7 0 15,7 0 0-15,-6-11 0 0,0 0 0 16,-2-8 0-16,2-3 0 0,6-3 0 16,-6-8 0-16,-1 0 0 0,1-4 0 0,-7-4 0 15,6 1 0-15,-6-4 0 0,-6 0 0 16,-1-4 0-16,1-2 0 0,-15-2 0 0,2 0 0 15,-1-3 0-15,-12 0 0 0,-7 0 0 16,1-3 0 0,-15 0 0-16,0-4 0 0,-11 2 0 0,-8-2 0 15,0-4 0-15,-6 4 0 0,-7-5 0 16,-12 5 0-16,-1-4 0 0,-6 4 0 0,-13-4 0 16,0 3 0-16,-8-2 0 0,-4 3 0 15,-2-1 0-15,-6 1 0 0,-6 0 0 0,6-1 0 16,-13 4 0-16,7 1 0 0,-7 0 0 15,0-2 0-15,1 3 0 0,-8 2 0 0,7 0 0 16,1 0 0-16,5 0 0 0,1 2 0 16,6 3 0-16,7-2 0 0,0 0 0 0,6 5 0 15,0-2 0-15,14 2 0 0,-1 1 0 16,6-3 0-16,7 2 0 0,14-5 0 0,-1 5 0 16,13-5 0-16,0 1 0 0,14 0 0 15,6-1 0-15,6 1 0 0,14-1 0 16,5-3 0-16,2 4 0 0,11 0 0 0,9-4 0 15,-2 0 0-15,6 3 0 0,1-3 0 16,7 4 0-16,-7-1 0 0,13-3 0 0,-7 5 0 16,7-2 0-16,-6 1 0 0,6-1 0 15,0 1 0-15,0 3-20 0,0-3-629 0,0 0-309 16,0-1-243-16,6-3-72 0,1 0 37 16,-7-3 112-16,0-8 224 0,0 0 306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48:52.7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15761 4627 121 0,'6'0'395'0,"7"0"83"15,-6 0 81-15,-1-8-3 0,1 0 19 0,-1 1-63 16,0-4-53-16,-6 0-44 0,7 1-41 16,-7-1-65-16,7 0-46 0,-7 0-37 0,0 0-21 15,-7 0-10-15,7 0-22 0,-7 0-25 16,1 0-22-16,-7 4-23 0,7-1-18 0,-8 0-22 16,2 6-13-16,-8-3-7 0,7 2-6 15,-7 3-4-15,0 3-3 0,2 2 3 16,-9 2 2-16,7 0 10 0,-6 4 5 0,1 8 9 15,5-2 4-15,-6 2 6 0,7 3 4 16,-1 3 2-16,6 0 2 0,2 2 1 0,-1 2 4 16,6 4 7-16,1 1 1 0,6-2 3 15,0 5 0-15,6-1-1 0,1 1-5 16,6-4-11-16,-1 0-5 0,8 0-11 0,0-1-5 16,7-5-9-16,-2-2-3 0,7 1-19 15,2-8-24-15,-2 1 0 0,1-5 0 0,6-7 0 16,-1 4 0-16,1-11 0 0,1 0 0 0,-8-3 0 15,1-5 0-15,-1-3 0 0,1-4 0 16,-7-3 0-16,0-3 0 0,0-5 0 0,-6 0 0 16,-1-8 0-16,-6-2 0 0,1 0 0 15,-2-5 0-15,-5 4 0 0,-7-2 0 16,0 2 0-16,-13 0 0 0,7 0 0 0,-8 5 0 16,1-1 0-16,-6 4 0 0,-1 3 0 0,1 0 0 15,-7 4 0-15,6 4 0 0,-6 0 0 16,0 3 0-16,0 3 0 0,0 5 0 15,0 0 0-15,-1 7 0 0,8 0 0 0,-7 4 0 16,0 4 0-16,6-1 0 0,1 0 0 16,6 4-305-16,0 3-136 0,7 1-60 0,-2 0-100 15,16-1-116-15,-8-3-162 0,12 3-99 16,1-5-6-16,7-3 52 0,6-2 123 0,0 0 179 16,0-4 231-16</inkml:trace>
  <inkml:trace contextRef="#ctx0" brushRef="#br0" timeOffset="452.91">16633 4146 425 0,'6'-18'542'0,"2"-3"123"15,-8 2 90-15,0 1-67 0,0 0-111 0,-8 0-98 16,8-1-68-16,-6 5-86 0,6-2-57 15,-6 5-45-15,0 4-32 0,-2 0-28 16,2 0-31-16,-7 2-36 0,7 5-21 0,-8 5-15 16,2-1-11-16,-8 3 1 0,7 3 5 15,-7 8 19-15,1 1 14 0,6 4 17 16,-7 2 14-16,1 8 11 0,5 3 9 0,-4 1 6 16,4 3 8-16,8 4 11 0,-7 3 20 15,-1 2 21-15,8 5 16 0,0 1-4 0,0 4-199 16,6 4-18-16,-8-1 0 0,16 0 0 15,-8-1 0-15,6-1 0 0,0 3 0 0,7-9 0 16,-6 0 0-16,12-2 0 0,-5-4 0 0,4-1 0 16,9-6 0-16,-1-4 0 0,0-1 0 15,0-3 0-15,7-8 0 0,-7 2 0 16,7-6 0-16,-7-2 0 0,-1-5 0 0,1-3 0 16,0-7 0-16,1 0 0 0,-8-4 0 15,0-4-118-15,-5-3-329 0,-1-4-137 0,-1 0-141 16,2-8-161-16,-8-2-163 0,0-1-25 15,8-4 48-15,-8-7 124 0,1-1 171 16,-1-3 222-16</inkml:trace>
  <inkml:trace contextRef="#ctx0" brushRef="#br0" timeOffset="1086.79">16972 4557 484 0,'0'-15'686'16,"0"1"131"-16,0-1 85 0,-6 0-56 0,6 1-101 15,0 3-155-15,0 4-146 0,0 0-105 16,0-1-74-16,-7 4-66 16,7 0-61-16,0 1-49 0,0 3-39 15,0 3-27-15,0 1-1 0,7 8 10 0,-7-2 13 16,6 9 13-16,-6-1 17 0,0 4 22 16,0 3 16-16,0 4 14 0,6 0 16 15,-6 1 12-15,0 3 9 0,-6-4 10 0,6 4 11 16,0 1-4-16,0-6-178 0,0 2-3 0,0-1 0 15,-6-7 0-15,6 1 0 0,0-5 0 16,0 0 0-16,0-3 0 0,0-4 0 0,0-4 0 16,0 0 0-16,0-3 0 0,0 0 0 15,0-1 0-15,0-3 0 0,0-3 0 0,0-1 0 16,0-3 0-16,0-4 0 0,-7 0 0 16,7-4 0-16,0-3 0 0,0 0 0 0,0-5 0 15,-7 1 0-15,7 0 0 0,-6 0 0 0,6-3 0 16,0 3 0-16,0-4 0 0,0 4 0 15,6-4 0-15,-6 1 0 0,7-1 0 16,0 1 0-16,5 2 0 0,2-3 0 0,-2 1 0 16,8 3 0-16,-7 5 0 0,7-6 0 15,-1 4 0-15,1 5 0 0,-1-1 0 16,0 4 0-16,1 0 0 0,-7 0 0 0,7 4 0 16,0 4 0-16,-8-1 0 0,8 4 0 15,-7 0 0-15,7 4 0 0,-8 3 0 0,8 0 0 16,-7 4 0-16,0 4 0 0,0-1 0 15,-7 4 0-15,8 5 0 0,-8-1 0 0,0 4 0 16,1-1 0-16,0 4 0 0,-1-4 0 0,-6 2 0 16,7 2 0-16,-7-4 0 0,6 1 0 15,-6 0 0-15,0-4 0 0,6 0 0 16,-6-4 0-16,0 0 0 0,8-3 0 0,-8 0 0 16,0-4 0-16,0 0 0 0,6-3 0 15,-6-1 0-15,0-4 0 0,0 1 0 0,0-4 0 16,0-4 0-16,0 1 0 0,0-4 0 15,0-1-241-15,0-7-404 0,0 1-244 0,0-5-248 16,0-3-71-16,0-3 33 0,6-5 98 16,-6-3 183-16,7 0 256 0</inkml:trace>
  <inkml:trace contextRef="#ctx0" brushRef="#br0" timeOffset="1446.08">17590 3901 520 0,'7'-22'699'16,"0"0"111"-16,-1 0 78 0,1 0-61 16,5 4-126-16,-4 3-205 0,-2 1-129 0,6 2-89 15,2 1-61-15,-1 5-44 0,0 6-23 16,0 0-14-16,7 3-2 0,-1 8 1 16,7 4 1-16,-6 3-8 0,6 8-16 0,-1 6-3 15,-5 5-6-15,6 7 6 0,1 7 17 16,-1 9 25-16,-1 1 22 0,-5 6 3 0,6-1-1 15,-13 2-13-15,7 6-162 0,-14-4 0 16,0-1 0-16,1 1 0 0,-7-8 0 16,-7 0 0-16,1-6 0 0,-7-5 0 0,0-4 0 15,0-6 0-15,-1-5 0 0,-4-3 0 16,4-8 0-16,1 1 0 0,1-8 0 0,-2 1 0 16,8-8 0-16,-7 1 0 0,6-2 0 15,1-2 0-15,-1-5 0 0,1 1 0 0,-1-4 0 16,0 0 0-16,7 0 0 0,-6 0-438 15,0-4-394-15,-1 1-314 0,0-5-117 16,-5 1 1-16,5-4 89 0,-6 4 178 0,0-1 283 16</inkml:trace>
  <inkml:trace contextRef="#ctx0" brushRef="#br0" timeOffset="2308.17">18294 5653 463 0,'0'-11'624'0,"0"0"122"0,0 0 99 0,0 0-46 16,0 0-105-16,0-1-101 0,0 5-105 15,0 0-70-15,0-1-63 0,0 1-65 0,0 3-52 16,0 1-55-16,-6 3-45 0,6 3-21 16,0 5 1-16,0 3 18 0,0 3 32 0,0 11 32 15,0 6 29-15,6-2 0 0,-6 7-109 16,0 1-120-16,6 0 0 0,-6 3 0 0,7-4 0 16,0 1 0-16,-7 0 0 0,6-4 0 15,0 0 0-15,1 0 0 0,-1-7 0 0,1-4 0 16,0-4 0-16,-7-4 0 0,6 1 0 15,-6-8-154-15,6 1-205 0,-6-8-77 0,0 0-91 16,-6-4-105-16,6-7-97 0,-6 0-86 16,-1 0-57-16,-6-4-21 0,-6 0 62 15,-1 1 119-15,0-1 128 0,1 1 169 0,-1 3 225 16,-6 1 226-16,7 1 166 0,-1 2 126 16,0 0 109-16,1-1 98 0,6 5 56 0,0-5 14 15,7 5-21-15,-1-5-40 0,0 5-58 16,7-1-81-16,7-3-116 0,0 0-88 15,-1 0-47-15,14-5-32 0,-1 5-13 0,1-4-4 16,12-1-6-16,-5 2 3 0,11-1 1 16,-5-4 6-16,-1 1 0 0,7 3 5 0,-6-4 10 15,-7 4 12-15,0 0 11 0,0 1 15 16,-13 2 13-16,7 1 10 0,-7-1 1 16,-6 0-13-16,-1 5-20 0,0 3-27 0,-6-3-30 15,0 6-22-15,-6 0-31 0,-7 9-43 16,0-1 0-16,-7 7 0 0,7 0 0 0,-13 1 0 15,6 3 0-15,-5 3 0 0,5-3 0 0,0 4 0 16,-6 0 0-16,7-5 0 0,-1 5 0 16,8-4 0-16,-8-3 0 0,7-1 0 0,0 0 0 15,6-7 0-15,1 0 0 0,0 0 0 16,6-4 0-16,-8-3 0 0,8-4 0 16,0 0-90-16,0-4-282 0,0-3-93 0,0-4-131 15,0-3-142-15,0-5-143 0,0-4-128 16,0 2-23-16,-6-5 54 0,0 1 135 0,-1-1 180 15,1 4 212-15</inkml:trace>
  <inkml:trace contextRef="#ctx0" brushRef="#br0" timeOffset="2542.17">18099 5778 271 0,'-7'-8'549'15,"0"1"150"-15,7 3 100 0,-6 0-37 16,6 1-64-16,-6-2-129 0,6 5-136 0,6 0-103 16,0 5-54-16,1 2-13 0,6 4 16 15,7 0 27-15,-1 3 14 0,7 5 0 0,0 3-10 16,7-1-22-16,-1 6-28 0,1-2-26 15,-1 4-27-15,1-3-189 0,6-1-18 0,-7 1 0 16,2 0 0-16,-2 0 0 0,1-5 0 16,-1-6 0-16,-5 4 0 0,-2-9 0 15,-5 1 0-15,-8-4 0 0,2-3 0 0,-2 1 0 16,-5-5 0-16,0 0 0 0,-1-5 0 16,-6-2 0-16,-6 3-157 0,-1-3-469 0,0 0-257 15,-5 0-266-15,-8-1-83 0,1 1 30 0,-7 3 98 16,0-3 203-16,-13 7 257 0</inkml:trace>
  <inkml:trace contextRef="#ctx0" brushRef="#br0" timeOffset="3481.03">16093 8059 8 0,'0'-10'320'0,"0"-1"78"0,0-1 60 16,0 2-43-16,0-5 27 0,0-4-35 0,0 5-23 15,0-5-20-15,0 5-12 0,0-1-17 16,-7 1-25-16,1-1-28 0,-1 0-40 16,1 0-31-16,-1 4-28 0,0 4-19 0,1-4-18 15,-7 4-21-15,6 4-22 0,-12-1-17 16,6-1-12-16,0 10-9 0,-7-1-7 0,1-1-3 16,-1 8 2-16,0 0 3 0,-5 7 3 15,5 0 7-15,0 8 10 0,-6 0 12 0,7 3 10 16,-1 4 10-16,1 3 12 0,0 1 4 15,5 0 1-15,1-1-4 0,1 5-4 16,4-1-11-16,2 4-11 0,6-4-7 0,6 1-6 16,2-5-10-16,4 5-5 0,1-9 0 15,7 2-1-15,0-1 6 0,6-8 5 0,-1 1 13 16,9-3-79-16,-2-2-15 0,1-6 0 16,-1-4 0-16,1-4 0 0,6-7 0 0,-7 0 0 15,7-7 0-15,1-4 0 0,-8-4 0 16,7-4 0-16,-7-3 0 0,-5 0 0 15,-1-7 0-15,0-4 0 0,-7 1 0 0,1-5 0 16,-8-4 0-16,2-2 0 0,-14-2 0 0,6-2 0 16,-12-2 0-16,-1 2 0 0,0 4 0 15,-11-1 0-15,4 3 0 0,-5 5 0 16,-1 3 0-16,-6 4 0 0,6 4 0 0,-5 2 0 16,-1 4 0-16,-1 5 0 0,1 3 0 0,0 3 0 15,7 5 0-15,-7 3 0 0,0 3 0 16,6 5 0-16,1 3 0 0,5-1 0 0,2 5 0 15,-2-1 0-15,8 6-303 0,-1-2-163 16,7 4-112-16,7-4-136 0,-1 4-165 0,1-7-144 16,6 3-27-16,7-7 41 0,-7 0 123 15,6-1 183-15,0-5 226 0</inkml:trace>
  <inkml:trace contextRef="#ctx0" brushRef="#br0" timeOffset="3965.89">16842 7513 226 0,'0'-14'533'0,"0"-4"114"0,-7 3 90 0,7-4 0 16,-7 4-72-16,7-3-127 0,-6 4-98 15,0-1-74-15,-1 1-57 0,1 3-39 16,-1 0-31-16,0 0-24 0,1 3-24 0,6 2-22 16,-6-2-26-16,-1 3-27 0,0 5-27 15,1 5-19-15,-7-2-8 0,6 8 1 16,-6 4 10-16,-7 3 14 0,2 7 16 0,-2 5 10 16,1 3 5-16,-1 8 11 0,0 6 10 15,1 5 10-15,-1 6 21 0,0 8 11 0,1 0-77 16,-1 7-104-16,8-3 0 0,-2 3 0 15,8 0 0-15,0-3 0 0,6 3 0 0,0 1 0 16,6-1 0-16,7-1 0 0,0 2 0 16,6-1 0-16,1-3 0 0,6-4 0 0,0-7 0 15,1-1 0-15,-1-7 0 0,6 1 0 16,-7-8 0-16,8-4 0 0,-7-8 0 0,0-1 0 16,1-10 0-16,-1-2 0 0,0-9 0 15,0 2 0-15,-7-9 0 0,1-3 0 16,-1-3 0-16,1-4 0 0,-8-1 0 0,2-3 0 15,-8 0 0-15,1-3-333 0,0 3-204 0,-1-4-169 16,-6-3-204-16,0-1-173 0,0-3-41 16,7 1 41-16,-7-5 117 0,6-7 190 15,0 4 256-15</inkml:trace>
  <inkml:trace contextRef="#ctx0" brushRef="#br0" timeOffset="5062.92">17193 7972 213 0,'0'-4'330'0,"0"0"53"0,0 0-15 15,0 4 14-15,0-7 23 0,0 3-6 16,0 1-10-16,-6 0-7 0,6-2-8 16,-7 2-23-16,7-1-29 0,0 1-49 0,0-1-42 15,0 0-35-15,0 1-26 0,0 3-18 16,0-4-12-16,0 4-14 0,0-4-13 15,0 4-12-15,0 0-12 0,0-3-12 0,0 3-9 16,0 0-3-16,0 0 1 0,0 0 3 16,0 0 12-16,0 0 19 0,0 0 19 0,0 0 12 15,0 0 14-15,0 0 6 0,0 0-1 16,0 0-6-16,0 0-9 0,0 0-6 0,0 0-11 16,0 0-10-16,0-3-12 0,0 3-16 15,0 0-15-15,0 0-20 0,0 0-15 0,0 3-13 16,0-3-9-16,0 3-3 0,0 1-4 15,0 3 0-15,0 4 1 0,-6 1 3 0,6 5 5 16,0 2 10-16,-7 3 12 0,7-1-3 16,0 8-29-16,0 1 0 0,-6 0 0 15,6-1 0-15,0 5 0 0,0-7 0 0,0 4 0 16,0-2 0-16,6-3 0 0,-6-1 0 0,7-3 0 16,-7 0 0-16,6-4 0 0,-6-3 0 15,0 0 0-15,7-4 0 0,-7 0 0 0,0-5 0 16,0-1 0-16,0-1 0 0,0-1 0 15,0-6 0-15,0-1 0 0,0-4 0 16,0-3 0-16,0 0 0 0,0-3 0 0,-7-5 0 16,7 1 0-16,-6-4 0 0,6 0 0 15,-7 0 0-15,7 0 0 0,-6 1 0 0,-1-2 0 16,7 0 0-16,0 2 0 0,0-1 0 16,0 4 0-16,0-4 0 0,7 0 0 0,-1 0 0 15,1-1 0-15,6 2 0 0,7-5 0 16,-8 4 0-16,14-3 0 0,1 3 0 0,-1 0 0 15,0 3 0-15,7 1 0 0,-8-1 0 16,1 5 0-16,0 3 0 0,0 1 0 0,-6 1 0 16,-1-1 0-16,1 6 0 0,-7 1 0 15,0 3 0-15,0 0 0 0,-7 0 0 0,8 7 0 16,-2 0 0-16,-5 1 0 0,6 6 0 16,-6 1 0-16,5 3 0 0,-4 0 0 15,-2 5 0-15,6 2 0 0,-4 1 0 0,-2-1 0 16,0 4 0-16,1-2 0 0,-1-2 0 15,-6 0 0-15,7 1 0 0,0 0 0 0,-7-5 0 16,6 2 0-16,-6-1 0 0,0-4 0 16,6 1 0-16,-6-5 0 0,0 4 0 0,0-3 0 15,6-4 0-15,-6 0 0 0,0 1 0 16,0-2 0-16,0-2 0 0,0 3 0 0,0-4 0 16,0 1 0-16,0-5 0 0,0 4 0 15,0-3 0-15,0-4 0 0,-6 3 0 0,6 1 0 16,0-4 0-16,0 4 0 0,0-4 0 15,0 0 0-15,0 0 0 0,0 0 0 16,0 4 0-16,0-4 0 0,0 0 0 0,0 0 0 16,0 0 0-16,0 0 0 0,0 3 0 15,0-3 0-15,0 0 0 0,0 0 0 0,0-3 0 16,0 3 0-16,0 0 0 0,0 0 0 0,0 0 0 16,0-4 0-16,0 0 0 0,0 4 0 15,0-7 0-15,0 3-377 0,0-3-192 16,0-4-211-16,6 0-273 0,-6 0-100 0,8-3-4 15,-2-2 64-15,0-2 152 0,1 3 241 16</inkml:trace>
  <inkml:trace contextRef="#ctx0" brushRef="#br0" timeOffset="6298.84">17109 7554 86 0,'0'0'151'0,"-7"-4"-34"16,7 4-37-16,-6 0-30 0,6 0-30 15,0-3-36-15,-7 3-38 0,7 0-51 16,0 3-28-16,-6-3-13 0</inkml:trace>
  <inkml:trace contextRef="#ctx0" brushRef="#br0" timeOffset="6786.04">16900 7663 231 0,'0'0'404'0,"-6"-3"75"16,6-4 51-16,0 3 15 0,-7-3 0 0,7 0-43 15,0 3-35-15,0-3-30 0,-6-1-38 16,6 5-67-16,-7-2-46 0,7 2-36 15,0 0-33-15,0-2-37 0,0 2-36 0,-6 3-39 16,6 0-32-16,0 3-31 0,0 2-11 16,0 6 10-16,0 4 22 0,0 2 27 15,0 10 25 1,6 1 28-16,-6 8 17 0,0 9-1 0,7-1-10 16,-1 7-11-16,-6 4-17 0,7 0-16 15,-7 0-14-15,0 0-7 0,0 3-4 0,0-2-5 16,0 2-5-16,0-7-6 0,-7 1-6 15,7-5-5-15,0-2-3 0,0-2 3 0,-6-6-23 16,6-4-30-16,0-4 0 0,0-8 0 16,0-1 0-16,0-6 0 0,0-3 0 0,0-4 0 15,0 1 0-15,0-5 0 0,0-3 0 16,0 0 0-16,0-7 0 0,0 3-301 16,0-6-176-16,0-1-185 0,6 0-202 0,1-9-206 15,-1 7-54-15,7-9 32 0,7 3 95 16,-7-3 184-16,13 0 237 0</inkml:trace>
  <inkml:trace contextRef="#ctx0" brushRef="#br0" timeOffset="7401.14">17610 8044 344 0,'7'-11'471'0,"-7"-3"72"0,6-1 49 15,-6 1-28-15,0-1-100 0,0 0-76 0,0 1-48 0,0-1-35 16,0 4-42-16,-6-3-39 0,6 2-33 16,-7 1-31-16,1 4-25 0,-1-4-23 0,0 3-14 15,-5 1-12-15,-2 4-4 0,-5-1 5 16,-1 0 8-16,8 1 6 0,-14 3 7 0,6 0 5 16,1 3 2-16,-7 1-3 0,-1 0-10 15,7 3-13-15,-6 0-14 0,7 4-13 16,-7 3-11-16,6 3-2 0,1 0 0 0,-1 1 6 15,1 4 12-15,0 4 13 0,5-1 17 16,1 2 8-16,7 2 4 0,-7 0 4 0,6 4-1 16,1-1 0-16,6 2-10 0,-6-1-4 15,12 3 3-15,-6-3-1 0,6 1 2 0,1-2-1 16,6 2 9-16,0-2-53 0,-1-3-57 16,8-3 0-16,0 0 0 0,6-4 0 15,0-4 0-15,0 0 0 0,0-7 0 0,6 1 0 16,-5-9 0-16,5 2 0 0,-6-10 0 15,1 2 0-15,-1-5 0 0,-1-7 0 0,1 4 0 16,-6-7 0-16,-7 0 0 0,7-8 0 16,-8 0 0-16,2 1 0 0,-2-4 0 0,-4-4 0 15,-2 0 0-15,-6 0 0 0,6-1 0 16,-6 2 0-16,-6-1 0 0,0 4 0 0,-2-5 0 16,2 2 0-16,-6 3 0 0,4-1 0 15,-4 0 0-15,-1 4 0 0,-1 1 0 0,-4 7 0 16,4 0 0-16,1 3 0 0,0 1 0 15,0 6 0-15,0 2 0 0,-6 6 0 16,5 0 0-16,-5 3 0 0,6 4 0 0,0 4-19 16,-1 0-352-16,2 7-82 0,12-3-89 15,-7 3-111-15,14 3-132 0,-1-2-154 0,8-1-67 16,5 1 19-16,0-1 91 0,8-3 153 16,-1 0 193-16</inkml:trace>
  <inkml:trace contextRef="#ctx0" brushRef="#br0" timeOffset="8107.81">18170 8103 179 0,'20'-10'653'15,"-7"-2"142"-15,-1-6 102 0,-4-1 60 0,-2 1-84 16,0-4-214-16,-6 0-177 0,0 0-101 16,0 0-65-16,0 1-43 0,0 3-32 0,-6-1-24 15,0 0-23-15,-2 5-27 0,-4 3-28 16,-1-3-34-16,0 5-30 0,0 3-26 0,-7-2-17 15,-6 8-14-15,7-3-8 0,-7 6-2 16,0 1-3-16,-1 3-2 0,7 1 0 0,-5 6 2 16,5 4 3-16,0 1 1 0,2 3 3 15,-2 7 6-15,7 0 4 0,6 1 5 0,0-2 3 16,1 3 4-16,6-2 1 0,0-3 1 16,6-1-2-16,1 0-2 0,6-2-1 15,-6-1-3-15,13-9 1 0,-8 3-1 0,8-1-2 16,-1-4-10-16,1-7-16 0,6-1 0 15,-6-3 0-15,5-3 0 0,-5-1 0 0,6-7 0 16,-6 0 0-16,-1-4 0 0,-5 0 0 16,5-7 0-16,-6-4 0 0,0 1 0 0,-7 0 0 15,0-5 0-15,2 5 0 0,-8-2 0 0,6 6 0 16,-6 3 0-16,0-1 0 0,0 4 0 16,0 1 0-16,0 3 0 0,0 4 0 15,0 0 0-15,0 2 0 0,0 2 0 0,0-2 0 16,0 5 0-16,0 5 0 0,-6-2 0 15,6 6 0-15,0-3 0 0,0 9 0 0,-8 4 0 16,8-2 0-16,0 9 0 0,0-1 0 16,8 5 0-16,-8-1 0 0,6 4 0 0,-6 4 0 15,6-3 0-15,1 5 0 0,0-2 0 0,5 3 0 16,-5 4 0-16,6 0 0 0,-6-4 0 16,5 5 0-16,2-2 0 0,-8-2 0 15,0-1 0-15,1-1 0 0,-7-2 0 0,0-3 0 16,0-1 0-16,-7-4 0 0,1-3 0 15,0-4 0-15,-8 0 0 0,2-8 0 16,-2 0 0-16,1 1 0 0,-6-7 0 0,0 0 0 16,-1-2 0-16,0-6 0 0,-5 5 0 0,-8-5 0 15,0-5 0-15,0 2 0 0,1 0 0 16,-1-5 0-16,1 4 0 0,-1-3 0 0,1 4 0 16,5-6 0-16,1 6 0 0,1-4 0 15,-1 3 0-15,12-3 0 0,-5 3 0 16,6-3 0-16,6 0 0 0,1-4 0 0,6 0-108 15,6 0-518-15,7-4-254 0,7-4-272 16,6-2-86-16,7-5 32 0,5 0 99 0,2-6 199 16,-1 2 250-16</inkml:trace>
  <inkml:trace contextRef="#ctx0" brushRef="#br0" timeOffset="8703.54">18645 7238 282 0,'0'-7'458'15,"-6"-4"87"-15,6 4 71 0,-6 0-29 16,6 0-56-16,0-1-73 0,0 1-57 0,0 0-36 16,0-1-37-16,0 5-27 0,0-2-28 15,0 3-13-15,0-3-24 0,0 2-35 0,6-1-34 16,-6 0-31-16,6 4-23 0,8 0-10 16,-2 4-4-16,2 0 2 0,-1-1 10 0,7 9 7 15,-2-4 8-15,9 6-1 0,-7 1-1 16,6-1-3-16,0 4-8 0,-1 4-6 0,1 0-8 15,7 0-9-15,-1 4-8 0,1 3-7 16,-7 3 8-16,14 2 32 0,-8 5 16 16,1 6-121-16,-1 6-10 0,7 8 0 0,0 3 0 15,-6 9 0-15,-1 2 0 0,1 4 0 16,-7 3 0-16,-6 0 0 0,-8 1 0 0,-4-4 0 16,-8 3 0-16,-8-3 0 0,-4-4 0 0,-15 1 0 15,1-4 0-15,-6-4 0 0,-7-8 0 16,-7-3 0-16,7-7 0 0,-6 0 0 0,-1-8 0 15,7-3 0-15,0-5 0 0,-1-3 0 16,8 1 0-16,-1-8 0 0,7-4 0 16,1 1 0-16,-1-9 0 0,6 1 0 15,7 0 0-15,0-7 0 0,0 4 0 0,7-5 0 16,-8 1 0-16,14-1 0 0,-6-3 0 16,6 0 0-16,-6 4 0 0,6-4 0 0,-7-4 0 15,7 4 0-15,0-3 0 0,-7-1 0 0,7 1 0 16,0-2 0-16,-6-2-441 0,-1-4-466 15,1 4-292-15,-1-7-105 0,0 3 25 16,-5-4 108-16,-2-1 211 0,2 3 319 0</inkml:trace>
  <inkml:trace contextRef="#ctx0" brushRef="#br0" timeOffset="10109.31">18020 13287 15 0,'0'-18'465'0,"7"-1"107"0,-7 2 89 15,0-6 74-15,0 2-68 0,0-2-144 0,0-3-90 16,0 1-67-16,0-1-57 0,0 1-50 0,0 2-40 16,0-2-29-16,0 3-24 0,-7-4-13 15,7 8-7-15,0 0-1 0,-6 2 0 16,0 3-5-16,6 1-13 0,-8 2-17 0,-4-2-16 16,6 5-17-16,-8 3-13 0,1 1-11 0,1 0-3 15,-8 6 0-15,0 0 2 0,1 1 6 16,-7 6 5-16,0 2 5 0,6 3 4 0,-6 7 7 15,0-4 4-15,6 8 4 0,-6 3 4 16,7 0 1-16,-1 4-4 0,8 4-6 16,-8 0-2-16,6 3-1 0,2 4-5 0,5 0-2 15,1 0-35-15,-1 0-37 0,7 3 0 16,0-3 0-16,0 0 0 0,7 0 0 0,-1 0 0 16,1 1 0-16,5-1 0 0,2-5 0 15,6 3 0-15,-1-3 0 0,1 1 0 0,6-3 0 16,-1-3 0-16,1-2 0 0,0-3 0 15,1-3 0-15,5-5 0 0,1-2 0 0,-7-4 0 16,6-5 0-16,1-2 0 0,-1-8 0 16,7-3 0-16,-6-4 0 0,6-9 0 15,-6 2 0-15,6-5 0 0,-13-2 0 0,6-5 0 16,-5-1 0-16,-1 0 0 0,-7-4 0 0,1-1 0 16,0-5 0-16,-8 4 0 0,1-7 0 15,0 3 0-15,-6-3 0 0,-7-4 0 0,6 3 0 16,-6-2 0-16,-6-2 0 0,-1 1 0 0,1 0 0 0,-7 0 0 15,0 4 0-15,-1 0 0 0,2 0 0 16,-8 3 0-16,1 4 0 0,-7 0 0 0,6 5 0 16,-6 1 0-16,7 1 0 0,-1 5 0 15,-6 6 0-15,7-3 0 0,-8 7 0 0,8-1 0 16,-8 5 0-16,1 4 0 0,7 3 0 16,-7 3 0-16,0 1 0 0,6 4 0 15,-5-1 0-15,5 4 0 0,7 3-132 0,0 1-327 16,0-1-152-16,6 1-174 0,7 4-203 15,7-6-108-15,6 4 0 0,7-7 65 0,-2-3 145 16,9 1 213-16,5-5 265 0</inkml:trace>
  <inkml:trace contextRef="#ctx0" brushRef="#br0" timeOffset="10738.86">19180 12129 100 0,'6'-11'393'0,"-6"1"87"0,0 2 81 16,0-3-11-16,0 0 11 0,0 4-77 15,-6-4-60-15,0 4-51 0,-2-1-53 0,2 4-56 16,0-3-43-16,-7 4-29 0,0-2-20 16,-7 5-12-16,1 0-4 0,-1 0-4 0,1 5-9 15,-7 3-6-15,0-2-8 0,6 5-5 16,-7 4-4-16,9 0-1 0,-9 7 1 0,7-1-1 16,-6 9 10-16,7 0 7 0,-1 2 3 15,0 5-2-15,2 2 6 0,4 10 4 16,-5-2-2-16,-1 4 2 0,8 5 10 15,-2-2 15-15,1 6-7 0,0 1-165 0,0-2 0 16,7 3 0-16,-8 4 0 0,8 4 0 0,6 0 0 31,-6-1 0-31,6 4 0 0,-7 1 0 0,7-5 0 0,0 5 0 0,7-5 0 0,-7 1 0 16,6-1 0-16,0-3 0 0,8-4 0 16,-8 5 0-16,7-5 0 0,0-4 0 0,0 1 0 15,1-5 0-15,-2 1 0 0,2-7 0 16,-2-4 0-16,8 1 0 0,-7-9 0 0,7-3 0 15,-8 0 0-15,8-8 0 0,-1-2 0 16,1-5 0-16,6 0 0 0,1-7 0 0,-1 0 0 16,-1-4 0-16,1-3 0 0,-6 0 0 15,6-4 0-15,-7-4 0 0,1 4 0 0,0-4 0 16,-1 1 0-16,-6-1 0 0,-6 0 0 16,5-3 0-16,-4 4 0 0,-2-2 0 0,-6-1 0 15,0 2 0-15,0-3 0 0,0-1 0 16,-6 1 0-16,6 0-492 0,-8-5-231 0,8 1-275 15,0 0-169-15,0-7-32 0,0 0 52 16,0-4 123-16,8-4 216 0,-8 1 307 16</inkml:trace>
  <inkml:trace contextRef="#ctx0" brushRef="#br0" timeOffset="11629.62">19525 12990 379 0,'-6'-14'487'16,"-8"-1"57"-16,8 0 66 0,-1 5-51 0,1-5-63 15,-7 3-57-15,6 2-29 0,1 0-8 16,0 2-26-16,-2-1-49 0,8 3-49 0,-6 2-39 15,6 0-38-15,-6 1-43 0,6 0-35 16,0 3-27-16,0 3-14 0,-7 0-1 16,7 1 11-16,0 6 23 0,0 2 26 0,0 7 29 15,0-1 13-15,0 4 0 0,7 3-5 16,-7 4-13-16,0 1-13 0,6-1-24 0,-6 4-20 16,6-3-16-16,-6 3-9 0,8-1-5 15,-8 2-42-15,6-5-36 0,-6 1 0 0,0-5 0 16,6 0 0-16,-6-2 0 0,0-5 0 15,7-3 0-15,-7-1 0 0,0-3 0 0,0-4 0 16,0 0 0-16,0-2 0 0,0-5 0 16,7 0 0-16,-7 0 0 0,-7-8 0 0,7 1 0 15,0-1 0-15,0-6 0 0,-7-1 0 32,7 1 0-32,0-8 0 0,-6-1 0 0,0-2 0 15,6-1 0-15,-8 1 0 0,2-5 0 16,6 4 0-16,0-3 0 0,-6 4 0 0,12-2 0 0,-6-1 0 0,0 2 0 0,14 0 0 15,-8 5 0-15,7-5 0 0,0 0 0 32,6 4 0-32,1-3 0 0,6 6 0 0,0-3 0 15,1 4 0-15,-2 3 0 0,7-3 0 0,1 7 0 16,-7-4 0-16,6 8 0 0,-5 0 0 16,-1 0 0-16,0 2 0 0,-6 5 0 0,5 0 0 0,-11 5 0 0,5 2 0 0,1 0 0 15,-7 4 0-15,6 3 0 0,-5 1 0 16,-2 7 0-16,1-4 0 0,1 8 0 0,-2-4 0 31,2 4 0-31,-2 0 0 0,-5 3 0 0,6-4 0 0,-6 4 0 0,5 1 0 0,-5-4 0 31,0 3 0-31,-1-3 0 0,0-1 0 0,1 1 0 0,-7-4 0 0,7 0 0 0,-7-4 0 32,6 0 0-32,-6-4 0 0,0 3 0 15,0-8 0-15,0-1 0 0,0 0 0 0,0-6 0 0,0 3 0 0,0-1 0 0,0-4 0 16,0 3 0-16,0-3 0 0,0 0 0 15,0 0 0-15,0-3 0 0,0-1 0 0,-6-3-60 16,6-1-466-16,0-3-216 0,0 0-224 16,6-4-174-16,1 1-33 0,5-1 54 0,8-3 124 15,0-1 207-15,-1 1 263 0</inkml:trace>
  <inkml:trace contextRef="#ctx0" brushRef="#br0" timeOffset="12006.93">20782 12602 313 0,'0'-15'470'0,"0"5"94"0,0-5 97 0,6 0-42 0,-6 4-46 0,0 0-61 31,7 4-52-31,-7 0-55 0,0-1-73 15,0 5-70-15,0-1-69 0,0-1-51 0,0 5-33 16,0 5-11-16,0 2 6 0,0 4 28 16,-7 3 44-16,7 9 41 0,0 3 33 0,-6 6 16 15,6 0 2-15,0 10-15 0,-6 2-17 16,-2 3-11-16,8 1-11 0,-6 7-77 0,6 0-137 16,0 0 0-16,0-1 0 0,0 2 0 15,6-6 0-15,-6 2 0 0,8-4 0 0,-2-1 0 16,0-7 0-16,1-3 0 0,-1-7 0 15,1-1 0-15,0-7 0 0,-7-3 0 0,6-5 0 16,-6-8 0-16,6 3 0 0,-6-6 0 16,0-3 0-16,8-3 0 0,-8-6 0 0,0-1-163 15,0-5-342-15,6-3-160 0,0 0-157 16,0-4-159-16,8 0-93 0,-1-3 11 16,7 3 77-16,-8-1 146 0,8 1 195 0,5 0 231 15</inkml:trace>
  <inkml:trace contextRef="#ctx0" brushRef="#br0" timeOffset="12471.45">21192 13078 27 0,'6'-12'562'16,"2"6"167"-16,-8-1 113 0,6 0 82 15,-6 0-78-15,6 2-144 0,-6 1-213 0,0 4-142 16,0-3-82-16,0 6-51 0,-6 1-24 16,0 3-12-16,-2 1 4 0,2 3 5 15,0 4-4-15,6 3-6 0,-7 0-17 0,0 1-14 16,7 6-14-16,0 1-16 0,0 3-17 0,0 1-14 15,0-1-7-15,7-1-5 0,0-2-1 16,-1 1-1-16,8 1 5 0,-2-5-37 0,1 3-39 16,7-9 0-16,-8 3 0 0,15-3 0 0,-7-7 0 15,6 2 0-15,0-7 0 0,-1-2 0 16,1-3 0-16,1-3 0 0,5-5 0 0,-6-1 0 0,0-1 0 16,-6 0 0-16,-1-6 0 0,1-2 0 15,-7 0 0-15,0-4 0 0,0-4 0 0,1-4 0 16,-8 3 0-16,-6-4 0 0,0-2 0 15,0 1 0-15,-6-2 0 0,-8 5 0 0,1 0 0 16,0 0 0-16,-6 3 0 0,5 1 0 0,-12 2 0 16,7 5 0-16,-1 0 0 0,-6 3 0 15,0 4 0-15,7 0 0 0,-7 4 0 0,6 3 0 16,1 1 0-16,-7 6 0 0,12-3 0 16,-5 7 0-16,6 0 0 0,0 1-23 0,-1 7-322 15,8-4-69-15,6 7-65 0,0 0-92 16,6 0-122-16,2 1-148 0,4 4-124 15,8-6-17-15,-1-2 50 0,7 3 117 0,7-4 169 16,-1 1 214-16</inkml:trace>
  <inkml:trace contextRef="#ctx0" brushRef="#br0" timeOffset="13096.34">22169 13152 223 0,'19'-19'666'16,"-5"5"138"-16,-8-8 99 0,8 0 68 0,-14 0-96 15,6-4-200-15,-6 4-154 0,-6 0-90 16,6 0-64-16,-8 4-54 0,-4 0-47 0,-2-1-43 16,2 4-41-16,-8 1-33 0,1 6-27 15,-1-3-25-15,1 8-24 0,-7 0-21 0,6 6-14 16,-6 4-16-16,7 3-7 0,-7 2-3 16,6 7-3-16,0 3 1 0,7 3 2 0,1 1 1 15,-2 0 2-15,8 2-2 0,-1 2 0 16,7-1-3-16,0 1-2 0,7-5-1 0,5 1-2 15,2-5 0-15,-2 2-3 0,8-1 1 16,-1-8 0-16,1 1 2 0,0-8 1 16,6 1 1-16,-7-8 1 0,7-3 0 0,-6-2 4 15,-1-2 5-15,1-8-17 0,-7 1 0 16,7-4 0-16,-8-1 0 0,2 1 0 0,-8-4 0 16,0 0 0-16,2 4 0 0,-2-1 0 15,0 5 0-15,-6-1 0 0,0 4 0 0,7 4 0 16,-7 0 0-16,0 0 0 0,0 2 0 15,0 1 0-15,0 4 0 0,0 4 0 0,0 3 0 16,-7 8 0-16,7 0 0 0,0 7 0 16,-6 4 0-16,6 7 0 0,0 4 0 0,0-1 0 15,0 8 0-15,-6 1 0 0,6 2 0 16,6-4 0-16,-6 5 0 0,0-4 0 16,6 0 0-16,1 0 0 0,-7-4 0 0,6 1 0 15,-6-1 0-15,7-6 0 0,-7-2 0 16,0-3 0-16,0 0 0 0,0-3 0 0,-7-4 0 15,7-3 0-15,-6-1 0 0,-1-4 0 16,1-3 0-16,0 0 0 0,-2-3 0 16,-4-1 0-16,-2-3 0 0,2-1 0 0,-1 1 0 15,-7-8 0-15,0 4 0 0,1-3 0 0,-7-5 0 16,-6 0 0-16,-1-2 0 0,1 3 0 16,-1-5 0-16,-7 2 0 0,1-5 0 0,1 5 0 15,5-2 0-15,1 1 0 0,5 0 0 16,7 0 0-16,2 0 0 0,4 0 0 15,1 0 0-15,0 0-169 0,13-4-383 0,7 1-179 16,-1-1-218-16,13-2-165 0,1-3-33 16,6-2 54-16,7 0 127 0,6 0 179 0,7-3 262 15</inkml:trace>
  <inkml:trace contextRef="#ctx0" brushRef="#br0" timeOffset="13785.76">22755 12916 311 0,'0'-10'755'0,"0"-7"142"0,7 0 106 15,-7 3 93-15,0 3-138 0,0 0-261 16,0 4-176-16,0 0-113 0,0 0-90 16,0 3-87-16,0 1-72 0,6-2-58 0,-6 5-43 15,0 5-24-15,0 2-5 0,6 4 4 16,-6 7 14-16,8 0 13 0,-2 4 11 0,0 8 18 15,1-1 17-15,-7 4 22 0,7 3-47 16,-7 1-81-16,6 3 0 0,-6-3 0 0,6 3 0 16,-6-3 0-16,7 0 0 0,-7-5 0 0,6 1 0 15,-6-7 0-15,0 0 0 0,0-8 0 32,0 0 0-32,7-3 0 0,-7-8 0 0,0 5 0 0,0-9 0 0,0 1 0 0,0-1 0 15,0-3 0-15,-7-3 0 0,7-1 0 16,0-4 0-16,0-2 0 0,-6-5 0 0,6 1 0 15,-7-8 0-15,7 0 0 0,-6-3 0 16,6-6 0-16,-6-2 0 0,-1-3 0 16,7 3 0-16,0-4 0 0,0 1 0 0,0-1 0 31,0 5 0-31,7-2 0 0,-1 1 0 0,0 4 0 0,7 0 0 0,1 4 0 0,5 2 0 31,0 1 0-31,1 0 0 0,7 3 0 0,-9 5 0 0,9-1 0 0,-1 5 0 0,0 2 0 16,0 4 0-16,-1 0 0 0,-5 4 0 15,7 4 0-15,-8 0 0 0,7 4 0 0,-6 2 0 16,-1 1 0-16,0 4 0 0,-5 3 0 16,-1 0 0-16,7 8 0 0,-8-4 0 0,-6 8 0 15,8-5 0-15,-8 4 0 0,1 5 0 16,-1-6 0-16,1 6 0 0,0-5 0 0,-7 4 0 16,0 0 0-16,6-3 0 0,-6-1 0 15,0 0 0-15,6-4 0 0,-6 0 0 0,0-2 0 16,0-2 0-16,0-1 0 0,0-3 0 15,0-2 0-15,0 0 0 0,0-4 0 0,0-3 0 16,0-1 0-16,0 0 0 0,0 0 0 16,0-7 0-16,0 4 0 0,0-4 0 15,0-4 0-15,0-3 0 0,7 0-253 0,-7-8-476 32,0 0-340-32,7-6-171 0,-7-1-20 15,6-8 66-15,-6 1 139 0,6-4 239 0,1 0 342 0</inkml:trace>
  <inkml:trace contextRef="#ctx0" brushRef="#br0" timeOffset="14223.58">23374 12233 100 0,'0'-26'628'0,"6"0"140"0,1 4 98 0,0 3 65 15,6 1-86-15,-1 4-208 0,8 3-183 0,-6 3-95 16,5 1-42-16,7 7-7 0,-6 0-2 15,5 7-5-15,1 1-3 0,0 7 0 0,0-1-16 16,-6 7-21-16,6 5-45 0,-7 0-218 16,1 8 0-16,-1-2 0 0,-5 9 0 31,-1 2 0-31,6 5 0 0,-6 2 0 0,1 10 0 16,-2-2 0-16,-5 5 0 0,6-1 0 15,0 4 0-15,-7 0 0 0,-6 1 0 0,7-3 0 16,-14 2 0-16,1-2 0 0,-1-7 0 0,1 2 0 15,-7-8 0-15,-6 1 0 0,5-4 0 16,-5-8 0-16,6 0 0 0,-6-4 0 16,-1-2 0-16,0-6 0 0,7-2 0 0,0 0 0 15,0-8 0-15,0-2 0 0,6-2 0 16,-6-3 0-16,13-4 0 0,-6 0 0 16,0-2 0-16,-1-2 0 0,7 1 0 0,0-4 0 15,-7 3 0-15,7-3 0 0,0 0 0 16,7 0 0-16,-7-3 0 0,0 3 0 0,7-4 0 15,-1 4 0-15,-6-3 0 0,6-2-250 16,1-2-694-16,-7 0-285 0,6 0-117 0,1-4 17 16,-7-4 117-16,0 0 226 0,0 1 362 15</inkml:trace>
  <inkml:trace contextRef="#ctx0" brushRef="#br0" timeOffset="27145.4">10608 9188 217 0,'0'4'362'0,"0"-1"38"15,0-3-7-15,0 4-85 0,0-4-51 16,0 0-64-16,0 0-34 0,8 0-5 0,-8 0 19 15,6 0 35-15,0 0 40 0,8 0 25 16,-8-4 9-16,13 4 0 0,-5-3-23 0,5-1-39 16,1 0-44-16,6 1-38 0,0-2-23 15,0 3-14-15,7 2-10 0,5-5 3 0,1 2-3 16,0 3-5-16,7-4-7 0,-1 4-12 16,8-4-3-16,5 4-14 0,7-3-11 0,7 3-11 15,0 0-14-15,-1 0-1 0,8 0-6 16,-1 0 0-16,0 3 0 0,0 1 0 15,0-4 1-15,7 4 1 0,-1-1 3 0,1 4-3 16,0-2-2-16,0 2 1 0,-1-3 0 16,1 3 2-16,0-5 2 0,-8 7 5 0,2-6 4 15,6 5 4-15,-7-5 5 0,0 1 4 16,0 0 1-16,-6-1 3 0,-1 0 7 0,-6-3 10 16,-6 5 5-16,-6-5 7 0,-2 0 5 15,-11 3 5-15,-8-3 2 0,1 0-1 0,-7 4-4 16,-7-4-5-16,-6 0-3 0,0 0-6 15,0 0-10-15,-6 0-8 0,-1 0-7 0,1 0-7 16,-7 0-3-16,6 0-6 0,-6 0 1 16,0 0-4-16,-6 0 0 0,6 0-4 15,-7 0-2-15,-6 0-3 0,0 0-3 0,-7 0 0 16,1 0-2-16,-7 0-1 0,-13 0 0 16,-1 4-2-16,-5-4 1 0,-7 0-1 0,1 3-1 15,-15-3 0-15,1 0-3 0,-7 4 4 16,1-4 0-16,-1 0-1 0,-6 4 1 0,-7-4-1 15,6 0 0-15,-12 0-4 0,7 3-3 16,-7-3-1-16,6 0 1 0,-6-3 3 0,6 3 0 16,7-4 3-16,-7 4-1 0,1-4 1 15,-8 4 1-15,8-3-3 0,-1-1 0 0,-6 0-2 16,6 4 0-16,0-3 6 0,2-2 1 16,4 2-1-16,1 3 0 0,0-3 4 15,-1-1 0-15,1 4-4 0,7 0-1 0,-1-4-2 16,1 4 1-16,12 0-2 0,0 4 2 15,7-4-2-15,0 0 2 0,12 4 0 0,2-1 1 16,5-3 0-16,1 3-1 0,12 2 4 16,-5-5-1-16,11 3 0 0,-5 1-1 0,12 0 1 15,-6-1 0-15,7 1-1 0,6 0-1 16,-6-1-3-16,6 1 1 0,0 0-2 0,6-1-2 16,-6 0-2-16,6 2 2 0,7-2 0 15,0 1 2-15,0-1 1 0,13-3 4 0,0 4 0 16,7-4 1-16,6-4 0 0,7 4 0 15,5-3 0-15,15 3-2 0,-1-4 0 16,13-4 2-16,0 5 1 0,6 0 2 0,8-5-2 16,-1 5 3-16,7-1-3 0,0 0-4 15,-1 1-2-15,1-1 0 0,-7 0 5 0,0 4 0 16,-6-3 3-16,-1 3 3 0,-5 0 0 16,6 0-1-16,-8 0-5 0,-4-5-6 0,4 5 2 15,-4 0 1-15,-2 0 1 0,-12 5 1 16,6-5 2-16,-13 0 5 0,-1 0-1 0,-5 0 1 15,-7-5 0-15,-6 5-1 0,-7 0 1 16,0 0 0-16,-7 0 2 0,-5 0-6 16,-2 0 3-16,-5 0 2 0,0 0-4 0,-7 0 2 15,0 0-5 1,0 0-7-16,-14 0-27 0,2 0-79 0,-2-3-164 16,-5 3-276-16,-13 0-312 0,-1 0-159 15,-7-3-64-15,-5-5 30 0,-7 2 138 16,-1-6 261-16</inkml:trace>
  <inkml:trace contextRef="#ctx0" brushRef="#br0" timeOffset="34401.49">10687 6894 25 0,'0'0'343'0,"0"0"73"0,0 0 57 0,0 0-17 15,0 0-45-15,0 0-84 0,0 0-82 0,0 0-66 16,0 4-55-16,0 4-19 0,0-1 20 16,6 0 14-16,1 4 22 0,-7 4 19 15,7 2 18-15,-1-1-17 0,1 5-42 0,-1-2-26 16,0 3-26-16,8 0-19 0,-8 0-17 15,0 3-12-15,-6-3-10 0,8 5 0 0,-8-6-4 16,0 2-3-16,0-6-1 0,0 1 3 16,-8 1-1-16,2-4-7 0,-7-4-4 0,6-1-8 15,-12-2 1-15,6-1-46 0,0-7-93 16,-7 0-105-16,1-4-136 0,-1 1-143 0,0-8-167 16,1-4-46-16,6-3 43 0,-6-4 83 0,5-7 121 15</inkml:trace>
  <inkml:trace contextRef="#ctx0" brushRef="#br0" timeOffset="34526.55">10557 6736 197 0,'0'-10'327'0,"0"-1"20"16,0 0 9-16,0 4-111 0,6-5-112 0,-6 9-66 16,7-1-56-16,-1 1-69 0,-6 3-88 15,7 3-102-15,6 1-53 0,-7-1-27 0,8 1 6 16</inkml:trace>
  <inkml:trace contextRef="#ctx0" brushRef="#br0" timeOffset="34792.01">10869 6759 145 0,'0'-4'450'15,"7"1"86"-15,-7-1 89 0,6 0 30 16,-6 1-123-16,0 3-122 0,0-5-95 15,0 5-78-15,0 0-84 0,0 5-50 0,0-2-12 16,0 5-5-16,0 3 8 0,0-1 9 16,0 5 6-16,0 3-4 0,-6 4-19 0,6 0-15 15,0 0-19-15,-7 0-8 0,7 4-18 16,-6-4-12-16,6 3-13 0,0-6-29 16,-6 4-63-16,6-6-97 0,-7-2-103 0,7 0-106 15,0-4-114-15,-7-4-101 0,7 0-68 16,-6-7 27-16,6 0 69 0,-6 0 90 0,6-7 107 15</inkml:trace>
  <inkml:trace contextRef="#ctx0" brushRef="#br0" timeOffset="34948.73">10811 6972 182 0,'-7'-5'350'16,"7"-2"54"-16,0 4 44 0,0-5-72 0,7 5-78 16,-7-1-55-16,6 0-40 0,0 1-47 15,-6-1-38-15,14 1-38 0,-8 3-21 0,8-5-21 16,-8 5-19-16,13 0-14 0,-5-3-30 15,-2 3-59-15,8 0-87 0,-7 0-105 0,7-4-136 16,-8 4-69-16,2 0-17 0,-2-3 35 16,2-1 77-16</inkml:trace>
  <inkml:trace contextRef="#ctx0" brushRef="#br0" timeOffset="35166.97">11169 6799 200 0,'0'-4'401'0,"7"1"63"15,-7-4 52-15,0 7-54 0,0-4-115 16,0 4-91-16,0 0-74 0,0 0-60 16,0 4-45-16,0-1-24 0,0 4-7 0,0 4 6 15,6 0 3-15,-6 0 2 0,6 3-3 16,-6 3-10-16,8-4-14 0,-8 1-12 0,6 2-10 16,-6 2-14-16,0-7-30 0,0 4-61 15,6-4-86-15,-6-1-112 0,-6-2-145 0,6-1-88 16,-6 0-24-16,-2-3 31 0,8-4 72 15</inkml:trace>
  <inkml:trace contextRef="#ctx0" brushRef="#br0" timeOffset="35291.91">11104 6928 70 0,'0'-8'325'0,"0"4"36"0,0 1 34 16,7-4-46-16,-1 3-104 0,7-4-87 0,-6 5-58 15,5-4-43-15,8-1-79 0,-1 4-91 16,7-3-148-16,1 1-80 0,5-3-39 15,7 1-15-15,1-2 35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49:40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17069 5195 14 0,'-6'-4'157'0,"6"4"1"0,-6-5-56 0,6 3-45 15,0 2-29-15,-7-4-28 0,7 4-29 16,-7-4-23-16,1 4-16 0,0-3-19 0,-1 3-18 16,7 0-8-16</inkml:trace>
  <inkml:trace contextRef="#ctx0" brushRef="#br0" timeOffset="562.36">17037 5176 183 0,'0'0'287'0,"6"-3"38"0,1-1-7 15,-7 4-29-15,7-8-27 0,-7 6 0 16,6-3 21-16,-6-2 27 0,6-1 22 16,-6 1-3-16,0-3-9 0,0 2-28 0,0-3-36 15,0 4-26-15,0-4-43 0,-6-1-30 16,6 2-15-16,-6-1 1 0,6 3-6 15,-7-2-16-15,0 2-7 0,1 5 5 0,0-5-1 16,-1 4-16-16,1 0-15 0,-1 1-17 16,-6 3-15-16,7 0-22 0,-8 3-12 0,-5 1-10 15,6 3 9-15,-6 4-4 0,-1 1 10 16,-6 6 6-16,7-4 5 0,-8 9 12 16,8-2 3-16,-8 9 10 0,8-1 1 0,-7 1 6 15,13 2 4-15,0 2-4 0,-1 3-8 16,2-1-5-16,12 0-3 0,0-3-7 0,0 4 1 15,6-4-6-15,8 0-1 0,-2 0 0 16,8 1 2-16,-1-9-2 0,7 4-4 0,1-7 4 16,5 0-2-16,1-4 0 0,-1-3-3 15,7-4 1-15,-7-3-1 0,8-6-1 0,-1 3 4 16,0-5 1-16,-7-5 6 0,8 3 5 16,-7-10 7-16,-1-3 6 0,-6 0 5 0,7-6 2 15,-7-2 2-15,-7 2-1 0,7-8-5 16,-13-1-6-16,0-3-7 0,0 1-3 15,1-5-3-15,-14 0-6 0,0-3-3 0,0 4-2 16,-8 2-30-16,-4-3-6 0,-1 4 0 16,-7 4 0-16,0 4 0 0,-5-1 0 0,-1 0 0 15,0 8 0-15,-1 0 0 0,1 7 0 16,0-4 0-16,0 7 0 0,1 5 0 0,5 3 0 16,-6 0 0-16,6 0 0 0,1 8-76 15,5-1-148-15,2 0-86 0,5 4-108 0,1 0-133 16,6 0-121-16,0 0-133 0,6 0-108 15,7 1-63-15,7-2 28 0,6 1 107 0,0-5 152 16,-1-1 178-16</inkml:trace>
  <inkml:trace contextRef="#ctx0" brushRef="#br0" timeOffset="937.25">17819 4920 217 0,'13'-22'378'15,"-7"-4"56"-15,7 4 54 0,-13-4-40 16,7 5-61-16,-1-1-21 0,-6 0-24 16,0 3-28-16,0 1-33 0,0 3-48 0,-6 5-42 15,6-2-55-15,-7 5-25 0,0 0-16 16,1 3-12-16,0 4-11 0,-1 0-20 0,-6 0 10 16,0 7 4-16,0 4 2 0,0 4 15 15,-7-1 11-15,7 12 25 0,-7 0 8 0,2 6 2 16,-2 5 16-16,1 4 4 0,5 3 5 15,2 3 1-15,-8 1 3 0,13 3 7 0,-6 0 6 16,6 5-5-16,1-1 2 0,6-4-6 16,0 4-8-16,6-4-19 0,1 0-23 15,6 1-20-15,0-5-22 0,1-3-15 0,4 0-17 16,2-4-11-16,0-6-7 0,5-2-7 16,-5-2-3-16,0-5-5 0,-1-3-5 0,7-7-4 15,-6 0-5-15,-7-9-19 0,7 2-56 16,-8-8-91-16,8-3-117 0,-7-8-159 0,7 0-192 15,-8-8-203-15,2-3-171 0,5-7-30 16,-5 0 57-16,-2-8 129 0,8 1 178 0,-7-6 211 16</inkml:trace>
  <inkml:trace contextRef="#ctx0" brushRef="#br0" timeOffset="1530.85">18118 5202 123 0,'0'-16'470'0,"0"3"95"16,0 1 97-16,-6 2 45 0,6-2-130 15,0 5-127-15,-7 0-99 0,7 4-83 0,0-2-84 16,-6 5-54-16,6 5-34 0,0-2-1 16,0 4 8-16,6 4 12 0,-6 5 10 0,7-2 13 15,-7 8 9-15,6 0-18 0,-6 3-9 16,7 5-4-16,-7-1-2 0,6 4-2 16,-6 0 3-16,7-4 7 0,-7 4 2 0,0-3-2 15,6-1 2-15,-6-4 0 0,0-3-5 16,0 0-2-16,6-4 1 0,-6-3 6 15,0-4 15-15,0-1 20 0,0-1 18 0,8-6 9 16,-8-3-1-16,0 0-17 0,0-3-97 16,0-8-71-16,0 3 0 0,0-7 0 0,0-3 0 15,0 0 0-15,0-4 0 0,-8-3 0 16,8-1 0-16,0 0 0 0,0-3 0 0,0 3 0 16,0-3 0-16,0 3 0 0,0 4 0 15,8-4 0-15,-2 8 0 0,0-4 0 0,1 4 0 16,6 0 0-16,0 3 0 0,7-1 0 15,-1 3 0-15,-6 1 0 0,6 5 0 0,1-4 0 16,0 7 0-16,-1 1 0 0,1-1 0 16,0 4 0-16,5 4 0 0,-5-1 0 15,0 1 0-15,-1 4 0 0,0 2 0 0,1 2 0 16,-7-1 0-16,7 3 0 0,-8 5 0 16,1-1 0-16,-6 4 0 0,6 0 0 0,-7 3 0 15,2-2 0-15,-2 6 0 0,0-4 0 0,0 1 0 16,-6-1 0-16,7 2 0 0,-7-6 0 15,0 2 0-15,0-2 0 0,0 2 0 16,0-6 0-16,0-2 0 0,0 0 0 0,0-4 0 16,0 0 0-16,0-4 0 0,0-3 0 15,0 0 0-15,0-4 0 0,-7 0 0 0,7-4-156 16,-6-3-319-16,6-2-205 0,-6-1-226 16,6-5-213-16,0-3-52 0,-6-3 53 15,6-2 120-15,6-3 196 0,-6-3 238 0</inkml:trace>
  <inkml:trace contextRef="#ctx0" brushRef="#br0" timeOffset="1868.32">18809 4682 216 0,'6'-15'586'0,"0"-4"79"0,1 1 58 15,0 4 46-15,6 2-177 0,-7 1-198 0,14 4-119 16,-8 3-63-16,8 4-36 0,0 0-30 0,5 11-14 15,2 0-5-15,-1 8 1 0,0 6 8 16,0 5 13-16,0 10 21 0,7 8 27 16,-7 7 32-16,-1 8 26 0,2 6 25 0,-8 1 6 15,0 6-7-15,-5 1-24 0,-1 4-41 16,-6 0-41-16,-7-2-37 0,-7-1-34 0,0-1-18 16,-5-11-9-16,-8-4-45 0,7-7-30 15,-7-4 0-15,0-10 0 0,8-4 0 16,-1-8 0-16,-7-4 0 0,7-3 0 0,0-4 0 15,7-3 0-15,-8-8 0 0,8 4 0 16,-7-7 0-16,7-4 0 0,-8 4-36 0,2-8-307 16,-2 4-207-16,-5 0-264 0,-1 0-283 15,0-4-103-15,2 4 14 0,-9 0 88 0,1-2 186 0,6 2 259 0</inkml:trace>
  <inkml:trace contextRef="#ctx0" brushRef="#br0" timeOffset="2602.51">18411 6517 350 0,'7'-14'563'0,"-7"-1"106"0,0 0 89 15,0 3-28-15,0 2-116 0,0-1-119 16,-7 5-110-16,7 1-91 0,0 1-73 16,0 4-46-16,0 4-25 0,0 1-4 0,0 5 13 15,0 5 28-15,7 7 28 0,-7 0 16 16,6 3 0-16,0 1-15 0,-6 4-11 0,8 2-21 15,-2 0-26-15,0 2-27 0,1-5-25 0,0 4-24 16,-1-4-23-16,0-3 11 0,1 0-31 16,-1-1-16-16,1-3-15 0,0-3-13 0,-1-4-12 15,-6-1-50-15,6-3-41 0,-6-4-80 16,0-3-103-16,0-4-139 0,-6 0-152 16,0-7-140-16,-1 0-107 0,-6-5-81 0,0 2-22 15,-7-5 79-15,0-4 123 0,1 6 137 16,-7-4 217-16,6 7 258 0,-6 0 221 0,1-2 150 15,5 5 104-15,0-1 88 0,1 1 28 16,6 4 24-16,0-4 8 0,7 2-13 16,-2 1-13-16,2 1-25 0,6 0-43 0,0-1-78 15,6 0-73-15,2-3-51 0,4 3-47 16,8-4-40-16,-1 1-33 0,7-4-34 0,0 4-24 16,1-7-12-16,12 2-2 0,-7-2 0 15,1-1 9-15,-1 4 12 0,1 0 18 16,-1-4 15-16,-12 7 10 0,6-1 13 0,-13 1 2 15,0 5-4-15,-6-2-13 0,-1 3-5 16,-6 2-10-16,0 2-4 0,-6 3-1 0,-7 6-1 16,-1-2 10-16,2 8 2 0,-8 0 2 15,0 2-3-15,-5 2-3 0,5 5-6 0,0-3-8 16,1 6-4-16,-1-4-5 0,0 0-8 16,8-2-7-16,-1 2-5 0,0-7-5 0,0 1-8 15,7-1-5-15,-2-3-3 0,2-4-5 16,6-4-1-16,-6 1-5 0,6-5-6 0,6 0-28 15,-6-6-61-15,0 0-88 0,6-5-126 16,2-6-164-16,-8-1-163 0,6-3-163 16,-6 0-159-16,6-5-27 0,-6 1 65 0,0-4 134 15,-6 1 151-15,0 3 181 0</inkml:trace>
  <inkml:trace contextRef="#ctx0" brushRef="#br0" timeOffset="2874.74">18274 6609 357 0,'-6'-12'506'0,"-1"1"99"16,1 4 103-16,0 0-33 0,6 3-98 0,0 1-106 15,6 3-75-15,-6 0-62 0,6 0-61 16,7 3-50-16,1 4-13 0,5 4 12 16,7 5 7-16,0-2 3 0,7 8-4 0,-1 0 0 0,8 3-7 15,-1 1-7-15,-1-1-11 0,9 5-17 16,-2-1-23-16,0-2-31 0,1 1-29 16,-1-6-25-16,1 0-24 0,-7 0-19 0,-7-7-15 15,1 0-8 1,-13-4-4-16,0-5-6 0,-1-2-9 15,-13 1-9-15,1-5-31 0,0 0-75 0,-7-5-111 16,0-2-175-16,-7 0-234 0,-6 0-280 16,0-1-181-16,-7 1-37 0,1-4 50 0,-1 4 146 15,-6 0 221-15,-6-1 280 0</inkml:trace>
  <inkml:trace contextRef="#ctx0" brushRef="#br0" timeOffset="3606.55">18158 9024 275 0,'6'-20'402'0,"-6"-2"64"0,6 1 15 16,-6-2-17-16,0-2-31 0,-6 0-35 0,6-6-26 15,-6 3-23-15,6 2-28 0,-8 1-36 16,-4-2-49-16,5 6-38 0,-6-2-34 0,0 9-26 16,0-1-18-16,-6 5-21 0,-1 2-9 15,-6 1-10-15,-1 7-9 0,-5 0-5 16,-1 7-7-16,1 4-3 0,-1 4 0 0,-5 6-2 15,5 2 2-15,1 3 10 0,5 6 15 16,-5 1 12-16,12 3 12 0,1 1 4 0,-1 4-1 16,8 3-1-16,4-4-9 0,2 1-11 15,12-1-11-15,-6-3-8 0,14 0 1 16,-2-1 0-16,8-3 4 0,7-4 2 16,-1-4 3-16,6 2-1 0,7-6-10 0,0-6-8 15,0 0-11-15,13-8-9 0,1-3-7 16,-1-4-6-16,-1-8 0 0,2-2 5 0,-1-5 17 15,-13-4 17-15,6-2 11 0,-12-5 13 16,-1-4 13-16,-12-3 3 0,0-3-15 0,-7-5-30 16,0 1-60-16,-13-4 0 0,-7 0 0 15,1-4 0-15,-7 5 0 0,-7-2 0 16,-6 5 0-16,-7 4 0 0,1 7 0 0,-1 0 0 16,-6 6 0-16,1 4 0 0,5 9 0 0,-7 2 0 15,8 5 0-15,-1 6 0 0,1 1 0 16,6 7 0-16,-1 4 0 0,2 7 0 15,5 0-173-15,7 0-144 0,6 3-150 0,1 1-201 16,6 0-203-16,6 0-199 0,1-1-50 16,13-7 39-16,0 1 120 0,-2-5 197 0,15-3 232 15</inkml:trace>
  <inkml:trace contextRef="#ctx0" brushRef="#br0" timeOffset="3936.07">18913 8594 240 0,'13'-29'563'16,"0"3"69"-16,-7-3 75 0,-6 0 63 0,0-1-193 15,-6 5-151-15,0-1-97 0,-1 0-42 16,0 8-44-16,1 0-42 0,-1-1-30 16,1 8-37-16,-1 4-24 0,-6 3-26 0,0 4-28 15,0 8-11-15,-6 3 0 0,-1 7 11 16,6 8 16-16,-11 7 32 0,5 6 29 0,0 10 18 15,2 2 4-15,-2 8 15 0,0 3 16 16,7 4 6-16,1 3 1 0,-2 0-7 0,8 2-5 16,-1-2-21-16,7-3-26 0,7-4-27 15,-1-3-25-15,8-5-16 0,-2 2-12 0,8-8-11 16,-1-4-10-16,1-8-8 0,0 1-8 16,-1-8-7-16,7-4-7 0,-6-2-12 0,-1-9-8 15,7 1-10-15,0-8-52 0,-6-7-84 16,6 0-113-16,-1-7-147 0,-5-4-182 0,0-7-198 15,-1-5-176-15,1-5-90 0,0-2 24 16,-7-7 107-16,-1-3 161 0,-5-4 193 16</inkml:trace>
  <inkml:trace contextRef="#ctx0" brushRef="#br0" timeOffset="4467.2">19166 8953 269 0,'0'-22'499'0,"0"-3"96"0,0 2 92 15,0 2 35-15,0-1-125 0,0 3-89 0,0 1-48 16,0 3-60-16,0 5-67 0,-6 2-73 15,6 1-57-15,0 7-45 0,0 0-31 0,0 4-13 16,0 7-1-16,6-1 11 0,-6 9 13 16,0 6 14-16,0 0 12 0,0 6 7 0,8 5 2 15,-8 1-5-15,0 3-9 0,-8 0-11 16,8 1-13-16,0-1-8 0,8-4-8 0,-8 1-6 16,0-4-2-16,0-4-3 0,6-4-57 15,-6-2-50-15,0-4 0 0,0-5 0 16,0-3 0-16,6-4 0 0,-6-3 0 0,0-8 0 15,0 1 0-15,7-12 0 0,-7 1 0 16,0-9 0-16,0-2 0 0,0-5 0 16,0-6 0-16,0 0 0 0,0-6 0 0,6 3 0 15,1 2 0-15,-1 0 0 0,1 0 0 0,5 8 0 16,2-4 0-16,6 4 0 0,-1 4 0 16,1-1 0-16,6 4 0 0,-1 0 0 0,9 4 0 15,-2 3 0-15,-7 1 0 0,9 2 0 16,-2 8 0-16,-6 1 0 0,0 3 0 0,0 7 0 15,-6 0 0-15,-1 8 0 0,-6 4 0 16,0 6 0-16,1-3 0 0,-8 7 0 16,0 0 0-16,0 5 0 0,-6-1 0 0,7 4 0 15,-7 0 0-15,0-1 0 0,7 0 0 0,-7 0 0 16,0-2 0-16,0-1 0 0,0 0 0 16,-7-8 0-16,7 0 0 0,0-6 0 15,0-1 0-15,-7-3 0 0,7-4 0 0,0-7 0 16,0 0 0-16,0-8 0 0,0-3-410 15,-6-4-224-15,6-7-202 0,0-5-225 16,0-2-91-16,-6-8 21 0,6-4 89 0,6-11 156 16,-6 1 225-16</inkml:trace>
  <inkml:trace contextRef="#ctx0" brushRef="#br0" timeOffset="4766.37">19707 8583 235 0,'-6'-29'617'0,"6"-4"111"15,6 0 86-15,-6 0 72 0,7 4-144 16,6 0-202-16,0 3-108 0,-1 0-71 0,8 5-57 15,0 2-45-15,-1 8-33 0,1-1-22 16,6 9-15-16,1 3-7 0,-2 3 1 0,8 9 0 16,-8 6 3-16,8 8 5 0,-1 10 9 15,8 5 10-15,-7 10-5 0,-1 8-91 16,-6 7-114-16,1 3 0 0,-8 4 0 0,0 4 0 16,0 4 0-16,-5-1 0 0,-8 0 0 15,8 1 0-15,-14-3 0 0,0-1 0 0,0-8 0 16,-14-7 0-16,8-4 0 0,-8-6 0 15,-5-8 0-15,0-7 0 0,6-8 0 0,-7-4 0 16,0-2 0-16,1-9 0 0,-1 1 0 16,-6-8 0-16,1 1 0 0,5-5 0 0,-6-3 0 15,0 0 0-15,-1-3 0 0,9-1-100 16,4 0-595-16,1-3-305 0,0-4-211 0,6-3-55 16,7-5 50-16,0-6 128 0,14-4 215 0,-1-8 320 15</inkml:trace>
  <inkml:trace contextRef="#ctx0" brushRef="#br0" timeOffset="5234.97">23068 8400 61 0,'-6'7'402'0,"-1"1"103"16,7-1 105-16,-7-3 42 0,7-1-1 0,0 0-45 15,0 2-40-15,0-5-50 0,7 0-68 16,0 0-63-16,5 0-82 0,2-5-62 0,-2 5-61 16,15-6-41-16,-1 2-30 0,6 0-29 15,7-3-23-15,0 3-18 0,1-3-13 16,5 4-10-16,1-1-10 0,-7 0-6 0,6-3-7 15,-5 3-7-15,-2 0-12 0,-5 1-52 16,-7 0-82-16,-7-2-134 0,1 5-144 0,-14-3-144 16,-6 3-160-16,0 0-140 0,-12 3-15 15,-2-3 82-15,-5 8 119 0,-7-5 137 0,-7 1 163 16</inkml:trace>
  <inkml:trace contextRef="#ctx0" brushRef="#br0" timeOffset="5469.28">23179 8536 17 0,'-20'11'519'0,"0"-1"137"0,8-2 91 16,-1-1 80-16,-1-3-44 0,8-1-126 16,0 1-127-16,6 0-89 0,-8 0-35 0,8-4-58 15,8 3-55-15,-8-3-48 0,12 0-37 16,2 0-23-16,-1-3-36 0,13-1-12 16,0 4-17-16,6-4-22 0,7 0-23 0,0 1-26 15,0-1-16-15,1-3-11 0,-1 4-12 16,-1-2-6-16,2 2-10 0,-7-1-4 0,-1 1-8 15,-6-1-7-15,-7-3-23 0,1 3-61 16,-7 0-93-16,0 1-147 0,-6-1-188 16,-1-4-193-16,0 1-196 0,-6-4-104 0,0 0 5 15,-6 1 106-15,0-9 169 0,-1 1 185 0</inkml:trace>
  <inkml:trace contextRef="#ctx0" brushRef="#br0" timeOffset="5797.26">23621 8074 92 0,'0'-15'596'0,"-6"0"108"0,6 4 70 0,-6-3 86 16,6-1-48-16,-7 8-211 0,7-4-154 16,0 7-87-16,-7-3-57 0,7 4-74 0,7 3-57 15,0 0-33-15,-1 3-17 0,7 4 2 16,7 1 0-16,6 6 1 0,0 1-10 0,7-1-8 16,-1 9-10-16,7-1-11 0,0 3-7 15,0 4-5-15,-6 5-10 0,6 1-15 16,-13 2-8-16,-1 0-3 0,-5 7-1 0,-14-3 0 15,-6 6 6-15,-6-3 5 0,-6 0 2 16,-2 4 3-16,-12-4 0 0,1-5 6 0,-2 3 3 16,1-6 0-16,-6-3 0 0,5 0-3 15,-5-10-5-15,6-2-10 0,-7-3-12 0,7-3-12 16,7 0-11-16,-1-8-13 0,7 0-11 16,0-3-25-16,7-4-74 0,6 0-120 0,0-4-179 15,6-6-235-15,7 1-274 0,6-5-207 16,8 0-47-16,-1-8 56 0,13-4 148 15,0-4 223-15,0-2 272 0</inkml:trace>
  <inkml:trace contextRef="#ctx0" brushRef="#br0" timeOffset="6398.95">26246 8059 219 0,'0'-15'245'0,"-6"-3"10"0,-1-1-69 16,-6 2-42-16,6-5-27 0,1 0 10 0,-6 0 38 16,4-3 58-16,2 2 54 0,0-3 43 15,-1-2 41-15,0 2 12 0,1 4 0 16,-1-3-25-16,7 5-36 0,-6 2-49 0,0 0-55 15,-1 3-43-15,0 5-46 0,1-2-33 16,-7 5-22-16,6 3-6 0,-12 1 3 0,5 3 9 16,-4 0 13-16,-9 3 12 0,1 5 23 15,0 2 20-15,-7 5 15 0,7 4 13 0,-6-1 13 16,-1 8 13-16,7 3 1 0,-6 4-2 0,5 3 0 16,8 5-9-16,0-1-10 0,-1 4-14 15,13 3-11-15,1 1-17 0,6 0-17 16,0-1-11-16,13 0-11 0,0 2-7 0,13-2-9 15,1-2-7-15,5-5-37 0,7-4-31 16,0 1 0-16,7-4 0 0,-1-8 0 16,7-2 0-16,1-9 0 0,5-2 0 0,-6-9 0 15,7-6 0-15,-1-5 0 0,-5-7 0 16,-8-3 0-16,7-8 0 0,-13 0 0 0,0-11 0 16,-7 2 0-16,1-6 0 0,-13-7 0 15,0-3 0-15,-8 0 0 0,-5-4 0 0,-7 4 0 16,-7 0 0-16,1 3 0 0,-14 7 0 15,1 1 0-15,-1 6 0 0,-6 2 0 16,0 6 0-16,-7 1 0 0,1 7 0 0,6 3 0 16,-13 4 0-16,13 4 0 0,-7 4 0 15,1-2 0-15,-1 10 0 0,7-2 0 0,7 8 0 0,-1 0 0 0,0 0-305 16,8 7-315-16,5-3-231 0,7-1-220 16,7 4-108-16,-1-3 17 0,14-4 90 15,-1-1 188-15,7-2 232 0,6-8 262 0</inkml:trace>
  <inkml:trace contextRef="#ctx0" brushRef="#br0" timeOffset="6825.94">27353 7275 230 0,'6'-33'585'0,"2"1"72"15,-8-1 62-15,0 3 61 0,0 0-163 16,-8 1-200-16,2 4-108 0,0 3-57 15,0 3-49-15,-1 1-50 0,-6 0-37 0,6 7-22 16,-6-4-10-16,0 8-10 0,1 3-10 16,-2 1-8-16,-5 3-16 0,5 0-16 0,-4 7-10 15,4 3-3-15,-6 6 9 0,1 2 18 16,-1 4 24-16,1 8 19 0,6 6 22 0,-6 4 18 16,-1 4 5-16,0 7 12 0,1 4 12 15,-1 4 21-15,0 4 24 0,1 1 21 0,6 10 21 16,-6-1 3-16,-1 5-5 0,7 2-15 15,-7 1-22-15,8 0-57 0,-2-2-141 0,8 2 0 16,0 0 0-16,-2-3 0 0,8-1 0 16,0-4 0-1,8-1 0-15,-2-2 0 0,0-4 0 0,8-11 0 16,-2 0 0-16,1-11 0 0,1-4 0 16,5-7 0-16,0-3 0 0,1-9 0 0,7-3 0 15,-2-2 0-15,7-9 0 0,2 0 0 16,-2-7 0-16,1-3-211 0,-1-8-450 0,-5-5-274 15,5-5-244-15,-7-8-71 0,1-4 47 16,1-7 126-16,-1-5 220 0,-6-2 269 0</inkml:trace>
  <inkml:trace contextRef="#ctx0" brushRef="#br0" timeOffset="7372.94">27529 8093 128 0,'0'-37'620'0,"0"3"130"0,0-2 105 0,-6-1 90 16,6 8-67-16,0 0-193 0,0 3-148 15,0 8-89-15,0-1-76 0,0 4-69 16,0 5-72-16,0 3-67 0,0-1-51 0,0 5-30 16,0 6-8-16,6 5 1 0,-6 3 14 15,7 10 18-15,-1 5 26 0,1 6 18 0,-1 6 4 16,1 6-3-16,-7 4-18 0,6-1-135 16,-6 1 0-16,0 2 0 0,0-1 0 0,0-2 0 15,0-3 0-15,0-3 0 0,-6-5 0 16,6-3 0-16,0-3 0 0,0-8 0 0,0-1 0 15,0-6 0-15,0-1 0 0,0-6 0 16,0-4 0-16,6-8 0 0,0-4 0 16,2-2 0-16,-2-9 0 0,0-2 0 0,1-5 0 15,-1 0 0-15,1-7 0 0,0-7 0 0,-1-1 0 16,-6-3 0-16,6 1 0 0,-6-6 0 16,0 6 0-16,6 3 0 0,-6 0 0 0,8 6 0 15,-2 2 0-15,0 3 0 0,8-1 0 16,-1 8 0-16,-1 0 0 0,8 0 0 0,6 7 0 15,0 1 0-15,1-1 0 0,5 8 0 16,-7-1 0-16,2 5 0 0,-1 3 0 16,0 3 0-16,0 5 0 0,-7 3 0 0,7 4 0 15,-6-1 0-15,0 7 0 0,-1 5 0 16,-5 0 0-16,-2 8 0 0,2-5 0 0,-2 3 0 16,-5 5 0-16,6 0 0 0,-6-4 0 15,-7 3 0-15,6 1 0 0,-6 0 0 0,0-1 0 16,0-3 0-16,0-4 0 0,0 1 0 15,-6-5 0-15,6-2 0 0,0-5 0 0,-7-1 0 16,7-5 0-16,0-5 0 0,0-3 0 16,0-4 0-16,0-4 0 0,7-6 0 15,-7-2 0-15,0-6 0 0,0-4-532 0,0-4-423 16,0-3-260-16,6-4-73 0,0-4 42 16,-6-3 123-16,7 0 207 0,6-4 281 0</inkml:trace>
  <inkml:trace contextRef="#ctx0" brushRef="#br0" timeOffset="7857.45">28304 7422 58 0,'-6'-18'584'0,"0"-1"136"0,6-3 101 0,-8 0 78 16,8 5-58-16,0-3-204 0,0 6-174 15,8-1-112-15,-2 1-83 0,0 3-62 0,0-1-54 16,8 5-34-16,-1-4-27 0,7 8-18 15,-2-1-14-15,9 4-12 0,-7 0-5 0,6 4-7 16,0 3-6-16,-7 0-7 0,7 0 2 16,-13 5 2-16,7-1 2 0,-7 3 6 15,-6 1 5-15,-1-1 8 0,-6 6 7 0,-6-6 7 16,-1 4 7-16,-6 4 6 0,-7-3 3 16,1-2 4-16,-1 5 0 0,1-3 5 0,-7 0 7 15,6-1 6-15,0 0 5 0,1-4 7 16,-1 1 4-16,1-4-3 0,12 0-5 0,-6 0 2 15,7-4-64-15,-1-4-45 0,0 1 0 16,7 1 0-16,7-2 0 0,0-3 0 16,6 0 0-16,0 0 0 0,12-3 0 0,2-2 0 15,5 1 0-15,1 1 0 0,6 0 0 16,0-1 0-16,0 0 0 0,0 1 0 0,1-1 0 16,-1 0 0-16,-7 1 0 0,1 3 0 0,-1 0 0 15,-6-4 0-15,0 4 0 0,-7 0 0 16,-5 0 0-16,-1 0 0 0,0 0 0 15,-7-3 0-15,1 3 0 0,-7 0 0 0,0 0 0 16,0-5 0-16,0 5 0 0,-7-3 0 16,1-4-602-16,0 3-310 0,-8-3-279 15,8-1-84-15,0-2 35 0,-2-1 117 0,2-7 210 16,0 2 270-16</inkml:trace>
  <inkml:trace contextRef="#ctx0" brushRef="#br0" timeOffset="8216.24">28904 6859 242 0,'0'-27'738'0,"0"5"125"16,6-3 83-16,0 3 62 0,1 3-104 15,6 1-345-15,-6 3-182 0,12 8-110 16,-6 0-63-16,6 7-38 0,7 3-14 0,1 8 5 16,5 4 14-16,1 3 26 0,-1 7 20 0,8 12 24 15,-1 4 22-15,-7 10 7 0,7 11-21 16,0 8-249-16,-6 7 0 0,6 10 0 0,-6 5 0 15,-7 0 0-15,0 11 0 0,-7-5 0 16,-5 9 0-16,-8-5 0 0,0 1 0 0,-6-8 0 16,-12 0 0-16,4-7 0 0,-11-4 0 15,-1-6 0-15,-6-9 0 0,-6-11 0 16,-1-3 0-16,1-6 0 0,-7-6 0 0,6-6 0 16,-5-8 0-16,4-3 0 0,9-4 0 15,-1-8 0-15,-1 2 0 0,8-9 0 0,0 4 0 16,5-8 0-16,1 1 0 0,7 0 0 0,-1-4 0 15,1 0 0-15,6 0 0 0,-7-4 0 16,7-3 0-16,7-1 0 0,-7-2-399 16,6-6-760-16,1 2-196 0,-1-8-46 0,1 0 73 15,-1-7 176-15,0-1 292 0,2-7 403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0:49:59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10368 3928 117 0,'-7'-5'342'0,"7"2"71"0,-6 3 59 0,6 0-56 15,0-4-26-15,0 4-57 0,0 0-37 0,6 0-18 32,8 0-12-32,4 4-24 0,9-4-18 0,5 3-20 0,1 2-25 0,13-2-42 0,-1 0-36 15,1 5-24-15,13-5-15 0,-8 5-5 0,8-4-13 16,0 3-4-16,-1-4-14 0,7 4-7 16,-6-3-6-16,0 3-2 0,-1-3-5 15,-5-1-4-15,-2 1 3 0,-11 1-2 0,-1-5 4 31,-7 3 11-31,-5-3 24 0,-9 3 27 16,-4-3 18-16,-1 0 13 0,-6 0 2 0,-7 0-8 0,0-3-14 0,0 3-15 0,-7 0-13 31,0-3-6-31,1 3-2 0,0 0-3 0,6 0-8 0,-8 0-12 0,2 0-6 0,0 0-8 32,6 3 0-32,-6 0-6 0,-1 1-2 0,7 3 2 0,-7 4-1 0,1 1 4 0,-1 2-2 15,1 4 1-15,6 4 1 0,-6 0-2 16,-2 3-1-16,2 6 1 0,6-2 0 0,-6 1 0 15,0 2 1-15,6 0 2 0,-7 6 6 16,7-2 3-16,-7 1 7 0,7 3 7 16,-6 1 0-16,6 3 3 0,0 0 0 0,0-4-1 15,0 7 2-15,0-3-3 0,0 4 0 16,6 0-1-16,-6-1-2 0,0 1-2 0,0-1-4 16,0-3-3-16,0 1-3 0,-6-6 1 15,6 5 2-15,-7-2-1 0,7-3-1 0,-6-2 3 16,-1 3 7-16,7-4 6 0,-7-2 3 15,1 2 2-15,0-3 1 0,0 1 8 0,-2-5-2 16,2 4-3-16,-7-1-7 0,7-2 0 16,-8 3 1-16,8-4-8 0,0 0-5 15,-8 0-4-15,8 1-1 0,-7 0 8 0,6 2 9 16,1 5 0-16,-1-1 3 0,1 1 1 16,0 4 1-16,-1 2-10 0,0 1-12 15,1 1-5-15,6 2-3 0,-6 5-3 0,-1-1-4 16,0 4 2-16,1 3 6 0,-7 1 4 15,6-1 4-15,-6 1 5 0,7 0 6 0,-8 4 3 16,8-6-2-16,-7 2 2 0,0 0-1 0,0 3-3 16,7 1-3-1,-8 2-3-15,2 1-2 0,-2-3-4 0,1 3 0 16,7-4-3-16,-7-1 1 0,0 2 5 16,0-1 5-16,6 1 8 0,-6 3 7 0,1-3 9 15,5-2 5-15,-6 5-1 0,7 1-1 16,-8-3-3-16,8 3-1 15,-7-1-4-15,0 0 0 0,0-4 4 16,7 4 10-16,-8 0 9 0,1 0 8 0,0 0 5 16,-6-1-22-16,5 2-56 0,-5-1 0 15,6 0 0-15,0-8 0 0,-7 2 0 0,8-2 0 16,-2-3 0-16,1-4 0 0,7 0 0 0,-7-3 0 16,0-1 0-16,7-3 0 0,-2 1 0 15,2-5 0-15,0 0 0 0,6-4 0 0,-7 1 0 0,7-4 0 0,-6 1 0 16,6-2 0-16,-7 0 0 0,7-5 0 0,0 2 0 15,-6 1 0-15,6-5 0 0,0-3 0 16,0 0 0-16,-7 0 0 0,7-4 0 0,0 1 0 16,0-2 0-16,-6-2 0 0,6 0 0 15,0-1 0-15,0-2 0 0,0 3 0 16,0-5 0-16,6 2 0 0,-6-5 0 0,0 4 0 16,0-4 0-16,0 0 0 0,7 1 0 15,-7-5 0-15,0 5 0 0,0-5 0 0,6 0 0 16,-6 2 0-16,0-5 0 0,0 3 0 15,7-3 0-15,-7 4 0 0,0-4 0 0,0 5 0 16,6-5 0-16,-6 0 0 0,7 2 0 16,-7-2 0-16,6 0 0 0,-6 4 0 15,0-4 0-15,0 0 0 0,0 0 0 0,0 0 0 16,0 0 0-16,0 0 0 0,-6 0 0 0,-1 0 0 16,1-4 0-16,-7 2 0 0,0 2 0 15,-13-5 0-15,-7 1 0 0,1 1 0 16,-21 3 0-16,1-5 0 0,-7 5 0 0,-6-3 0 15,0 3 0-15,-6-3 0 0,6 3 0 16,6-4 0-16,0 4 0 0,13 0 0 0,1 0 0 16,6 0 0-16,13 0 0 0,0 0 0 15,13 0 0-15,-7-4 0 0,14 4 0 16,0 0 0-16,-1-3 0 0,7 0-82 0,0-2-331 16,7-2-110-16,5 0-144 0,1-4-172 15,7 0-187-15,0-7-52 0,-1-1 35 16,7 1 92-16,-6-8 165 0,6 1 219 0</inkml:trace>
  <inkml:trace contextRef="#ctx0" brushRef="#br0" timeOffset="827.41">12583 6642 255 0,'0'-8'387'0,"0"-3"66"0,0-1 12 0,0-2 15 15,0 1-22-15,-8-6-23 0,8 1-23 16,0-1-19-16,0 1-19 0,0-1-38 0,0 1-38 16,-6-1-34-16,6 5-20 0,-6-1-23 15,6 1-18-15,-7 3-22 0,0 0-26 0,1 3-22 16,6 1-22-16,-13 0-24 0,7 7-15 15,-8-4-20-15,2 8-11 0,-8 0-6 16,7 6-3-16,-7 1 5 0,0 4 5 0,2 7 9 16,-2 0 14-16,7 4 11 0,-7 3 12 15,8 4 8-15,5 0 1 0,-6 0-1 0,13 4-6 16,-7-1-10-16,7 4-7 0,7-3-13 16,-1 3-7-16,8-3-6 0,-2-4-4 0,2 0-5 15,5-3-6-15,1-1-5 0,6-4-1 16,0-3-5-16,-1-4-4 0,1-4-4 15,7-1-1-15,-7-6 0 0,7-4 1 0,-1-6 11 16,1-4 18-16,-1-6 22 0,-6 3 28 16,7-7-5-16,-13-6-87 0,0-3 0 15,-1-3 0-15,-6 0 0 0,0-8 0 0,-7 0 0 16,0-6 0-16,-6-1 0 0,0 0 0 0,-6-5 0 16,0 6 0-16,-7 3 0 0,0 3 0 15,-6 4 0-15,-1 4 0 0,0 3 0 0,1 8 0 16,-7-1 0-16,0 8 0 0,-1 0 0 15,1 8 0-15,0-1 0 0,7 4 0 0,-1 4 0 16,0 3-149-16,8 0-244 0,-1 4-87 16,6 3-102-16,7 3-129 0,0-4-157 15,0 1-129-15,13-2-18 0,-6-1 53 0,12-4 117 16,0-3 174-16,8-4 223 0</inkml:trace>
  <inkml:trace contextRef="#ctx0" brushRef="#br0" timeOffset="1181.13">13441 6000 133 0,'14'-22'584'16,"-1"-3"123"-16,-6 0 95 0,-1-1 80 16,-6 0-91-16,0 4-194 0,-6 0-131 0,6 0-87 15,-7 7-71-15,0 1-61 0,1 3-56 16,0 0-50-16,-2 7-34 0,-4 4-31 0,-1 4-17 15,0 7-4-15,0 7 5 0,-7 4 11 16,8 7 10-16,-2 4 11 0,-5 8 19 0,5 2 9 16,2 10 9-16,-2 1 14 0,8 12 20 15,-7 3 15-15,7 5 1 0,-1 2-5 0,7 5-12 16,0-4-159-16,7 1-3 0,-1-2 0 16,7 0 0-16,1-6 0 0,-2 0 0 15,1-4 0-15,7-8 0 0,-8 1 0 0,8-8 0 16,-6-7 0-16,-2 1 0 0,1-13 0 15,1-2 0-15,-2-5 0 0,2-7 0 0,-8-6-36 16,7-4-312-16,0-5-108 0,0-11-135 16,0-3-139-16,0-7-162 0,0-5-138 0,-6-6-17 15,6-6 63-15,-7-7 135 0,0-5 169 16,8 0 218-16</inkml:trace>
  <inkml:trace contextRef="#ctx0" brushRef="#br0" timeOffset="1727.88">13696 6524 98 0,'0'-21'536'0,"7"-5"132"0,-7 3 106 16,-7 3 96-16,7 0-91 0,0 3-150 0,0 1-118 16,0 2-97-16,-6 7-86 0,6 0-81 15,0-2-69-15,0 6-52 0,0 3-44 0,0 0-29 16,6 7-13-16,-6 5-1 0,7 2 9 16,-7 9 12-16,6-3 13 0,-6 10 15 0,6 4 17 15,-6-2 13-15,7 5 6 0,0-1 8 16,-7 1 5-16,0 0 0 0,6 0-8 0,-6-5-11 15,6 2-4-15,-6-5-6 0,0-4-5 16,7 0-5-16,-7-6 0 0,0-1-69 0,7-6-29 16,-7-1 0-16,0-7 0 0,0-1 0 15,0-3 0-15,0-3 0 0,0-5 0 16,6 1 0-16,-6-8 0 0,0-2 0 0,0-6 0 16,0-3 0-16,0 1 0 0,0-5 0 15,0-3 0-15,0-4 0 0,7 5 0 0,-7-2 0 16,6 1 0-16,0 4 0 0,8 0 0 15,-2 4 0-15,2 3 0 0,-1-5 0 16,6 9 0-16,0-4 0 0,8 8 0 0,-1-5 0 16,-6 9 0-16,6-5 0 0,-1 7 0 15,1 1 0-15,-6 4 0 0,6-1 0 0,-13 4 0 16,7 4 0-16,-1-1 0 0,-6 4 0 16,0 5 0-16,1 2 0 0,-8 4 0 0,0 4 0 15,8 0 0-15,-8 8 0 0,-6-5 0 16,6 1 0-16,-6 4 0 0,0-2 0 0,7-1 0 15,-7 2 0-15,0-4 0 0,6 1 0 16,-6-1 0-16,7-3 0 0,0 1 0 0,-7-6 0 16,6-1 0-16,0-2 0 0,-6 0-128 15,7-5-286-15,-7-3-136 0,13-2-172 0,-7-4-210 16,8-4-140-16,-1-2-25 0,7-6 47 16,-2 1 117-16,9-3 199 0,-1-5 267 0</inkml:trace>
  <inkml:trace contextRef="#ctx0" brushRef="#br0" timeOffset="2024.67">14862 6228 206 0,'6'-19'655'16,"-6"-4"123"-16,0 6 96 0,0 2 74 16,0-3-128-16,0 7-229 0,0-4-163 0,0 8-107 15,0 0-86-15,0-1-70 0,0 8-52 16,7 0-31-16,-7 4-2 0,6 11 13 0,0 0 20 15,2 10 24-15,-2 5 30 0,-6 2 20 16,6 9 5-16,-6 6-1 0,0 4-5 0,0-2 1 16,-6 1-11-16,6 1-17 0,-6-2-52 15,6-2-107-15,-8-3 0 0,8-4 0 0,-6-3 0 16,6-4 0-16,0 0 0 0,0-8 0 16,0-3 0-16,6-3 0 0,-6-5 0 15,0-3 0-15,8-4 0 0,-8-2-6 0,6-5-348 16,0-5-107-16,1-2-150 0,6-6-183 15,0-4-193-15,0 0-87 0,0-5 13 0,7-3 66 16,-7-5 146-16,6 0 214 0</inkml:trace>
  <inkml:trace contextRef="#ctx0" brushRef="#br0" timeOffset="2383.98">15148 6447 288 0,'0'-11'613'0,"0"4"124"0,0 0 75 15,-6 2-25-15,6-1-121 0,0 2-166 0,0 4-150 16,-7 0-88-16,7 4-41 0,-6 2-11 15,-1 11 3-15,1 0 7 0,6 1 2 16,-6 8-1-16,6 0-7 0,0 3-12 0,6 0-24 16,-6 3-31-16,13-1-33 0,-7 2-32 15,7-8-26-15,0 4-21 0,7-6-9 0,0-2-10 16,-1-2-3-16,1-5-3 0,6-3-1 16,-7-3-1-16,7-5-1 0,0-3-2 0,7-3 2 15,-7-5 4-15,-6-3 17 0,5 0 15 16,1-6 19-16,-6-2 15 0,0-6 14 15,-7-2-2-15,-1-5-12 0,-4-1-13 0,-2 0-16 16,-6-4-7-16,0 4-10 0,-14 4 2 16,8 0-3-16,-7 2-15 0,-7 7-15 0,8 0 0 15,-14 6 0-15,6 3 0 0,1 3 0 16,-7 5-55-16,-1-1-67 0,7 4-69 0,-6 4-83 16,7-1-96-16,-1 8-110 0,8-3-149 15,-2 3-184-15,2 3-172 0,5-3-43 16,7 0 36-16,0 3 98 0,7-2 167 0,5 3 227 15</inkml:trace>
  <inkml:trace contextRef="#ctx0" brushRef="#br0" timeOffset="2950.74">15891 6517 92 0,'20'-11'619'0,"-14"0"142"0,7-7 103 15,-7 0 79-15,-6-1-81 0,7 1-203 0,-14 3-192 16,7-3-115-16,-13 3-84 0,1 1-63 0,-2-2-42 15,-5 6-34-15,-1 3-23 0,-6-1-21 16,6 5-15-16,-5 6-14 0,5 1-14 16,0 3-16-16,1 7-12 0,-7 5-7 0,12 3-3 15,-4 4-2-15,4 3-1 0,1 0 3 16,7 5-4-16,6-5 0 0,0 0-4 16,6 1 3-16,7-5-1 0,7-3-1 0,0 0 5 0,-1-4 2 15,1-4 3-15,6-2 0 0,0-5 0 16,-7-3 1-16,7-4-5 0,-6-4 1 0,6 0 3 15,-7-6 3-15,1-2 19 0,-7 2 14 16,0-9 16-16,0 5 15 0,0-5 15 16,-6-2 20-16,-1 5 6 0,0-2 4 0,1 4-1 15,-7-1-7-15,0 8-19 0,0-1-26 16,0 1-27-16,7 3-20 0,-7 4-13 0,-7 4-9 16,7 0-1-16,0 7 1 0,-7 4 3 15,1 3 1-15,0 3 2 0,-1 9 10 0,0-1 6 16,7 8 7-16,-6 3 9 0,6 1 5 15,6 6 3-15,-6 2-5 0,0-2-6 0,7 4-19 16,0 1-13-16,-1-2 0 0,0 1 0 16,1-2 0-16,-7-5 0 0,7-5 0 15,-7-2 0-15,0-8 0 0,-7-3 0 0,7-4 0 16,-7-4 0-16,-5-7 0 0,-2 1 0 16,1-5 0-16,-6-4 0 0,0 1 0 0,-8-8 0 15,1-3 0-15,-6-1 0 0,6-2 0 16,-13-1 0-16,-1-4 0 0,7 0 0 0,1 1 0 15,-7-5 0-15,13 4 0 0,-7 1 0 16,7-1 0-16,1 1 0 0,5-1 0 0,6 0-337 16,8 1-222-16,12-1-199 0,2-2-235 15,11-3-137-15,7-5-12 0,6 3 66 16,7-7 136-16,14 0 209 0,-7-4 280 0</inkml:trace>
  <inkml:trace contextRef="#ctx0" brushRef="#br0" timeOffset="3517.91">16536 6414 420 0,'12'-17'775'0,"2"1"117"16,-8-2 83-16,0 8 41 0,1-5-190 0,-7 7-286 16,7 1-168-16,-7 3-105 0,0-4-76 15,6 8-54-15,-6 0-46 0,0 0-20 0,0 8-1 16,7 3 8-16,-7 3 11 0,6 9 8 15,-6 2 14-15,6 8 3 0,2 3-8 0,-2 1-5 16,-6 4-2-16,6-5 0 0,-6 5-7 16,6-4-8-16,-6-1-12 0,8-3-5 0,-8-3-2 15,6-1 0-15,-6-7 10 0,0-3 12 16,6-5-40-16,-6 0-47 0,0-5 0 0,0 1 0 16,0-7 0-16,0-3 0 0,0 0 0 15,0-7 0-15,0-4 0 0,0-1 0 0,0-5 0 16,-6 2 0-16,6-7 0 0,0 0 0 15,0-3 0-15,0-5 0 0,0 1 0 16,6-5 0-16,-6 2 0 0,7 0 0 0,-1 2 0 16,1 0 0-16,0 4 0 0,5 1 0 15,2 3 0-15,-2 5 0 0,8-3 0 0,-1 3 0 16,1 1 0-16,6 6 0 0,-7-1 0 16,7-1 0-16,1 5 0 0,-8 4 0 0,8-1 0 15,-8 4 0-15,1 0 0 0,-2 4 0 16,2-1 0-16,0 4 0 0,-7 5 0 0,0-1 0 15,0 7 0-15,0 0 0 0,0 4 0 16,0 0 0-16,-6 4 0 0,-1 0 0 16,7-1 0-16,-7 4 0 0,2-2 0 0,-2-2 0 15,0 0 0-15,-6-3 0 0,7 4 0 0,-1-4 0 16,-6-4 0-16,7 1 0 0,-1-5 0 16,-6 0 0-16,0 2 0 0,0-9 0 0,7 4 0 15,-7-8 0-15,0 1 0 0,0-1 0 16,0-3 0-16,0 0-386 0,0-3-194 15,0-4-203-15,0-4-249 0,0-3-121 0,0-5 3 16,0-4 78-16,6-6 159 0,-6-3 219 16,14-5 288-16</inkml:trace>
  <inkml:trace contextRef="#ctx0" brushRef="#br0" timeOffset="3908.39">17513 5868 427 0,'12'-18'612'0,"1"0"106"15,1 3 73-15,-2-3-38 0,8 3-136 16,-7 1-141-16,7 3-111 0,-8 4-82 31,8-1-49-31,6 8-48 0,-6 0-27 0,5 3-21 16,-5 9-12-16,7-1-12 0,-1 7-6 0,-7 4-7 0,7 4-5 0,-6 3 12 0,-1 8 32 16,1 3 34-16,-7 7 23 0,6 5 22 31,-5 3 21-31,-8 3 19 0,0 8-15 15,1 0-27-15,-7 4-128 0,0-1-89 0,0-3 0 0,-7 8 0 0,-5-5 0 0,4 1 0 32,-4-5 0-32,-8 2 0 0,7-1 0 0,0-5 0 0,-6-2 0 0,-1-7 0 0,7-1 0 15,-7-7 0-15,8-3 0 0,-2-9 0 16,2-7 0-16,-2-2 0 0,8-5 0 0,-1-2 0 16,1-6 0-16,0-3 0 0,-2 1 0 15,-4-4 0-15,6-4 0 0,-14 0 0 0,1-4-199 16,-7-4-439-16,-1 1-300 0,-5-3-237 15,-8-3-66-15,-5-1 40 0,0-4 107 0,-8 3 205 16,1 1 302-16</inkml:trace>
  <inkml:trace contextRef="#ctx0" brushRef="#br0" timeOffset="5520.48">10212 10668 222 0,'-7'-11'393'0,"-6"-3"49"16,7 2 48-16,-8 1-47 0,8 0-26 16,-7 1-7-16,6 2 0 0,1 0 4 15,-1 1-4-15,1 3-32 0,6 1-67 0,0-1-82 32,0 1-62-32,6 3-49 0,7-5-40 0,7 5-30 0,0 0-21 0,12 0-7 0,1 0-7 15,6-3-5-15,7 3-1 0,5 0-2 16,2 0-1-16,-1-4-3 0,-1 1-1 0,2 3 3 15,-7-4 7-15,-1 0 6 0,-6 1 10 16,-7-1 20-16,1 0 20 0,-13 4 19 0,0-3 14 16,-8-1 8-16,2 4-2 0,-8-3-14 31,-6-2-15-31,0 2-23 0,0 0-19 0,0-5-15 0,0 5-7 0,-6 0-4 0,-1-2-2 31,0 5 2-31,7-4 2 0,-6 1 1 0,0 3 0 0,6 0-2 0,-8-5-1 0,8 10-5 16,-6-5 0-16,6 3-2 0,-6 1-1 15,6 1 0-15,-7 1 0 0,7 2 0 0,-6-2 1 16,6 6 0-16,-7-1 4 0,7 3 2 16,-6 1 1-16,6 3 2 0,0 0 3 15,-7 5 5-15,7-4 6 0,0 6-2 0,0 0 1 16,0-3-2-16,0 4-1 0,0 3-3 16,0 1 0-16,0-2 7 0,0 6 2 0,0 3 3 15,0-1 0-15,-6 1 4 0,6-1 0 16,0 4-2-16,-6 1 3 0,-2-1 4 15,8 0 3-15,-6 5-2 0,0-2-3 0,-1 1 1 16,0 4-2-16,1-4-7 0,0 7-3 16,-1 1-5-16,7-1 0 0,-6 3-4 0,-1 2-3 31,0 2 0-31,7-2 0 0,-6 2 0 16,6 0-2-16,-6 5-1 0,6-5-2 0,-7 0 3 15,7 5 13-15,0-1-4 0,0 5-6 16,0-2 0-16,0 2 0 0,0 2-6 0,0-3-13 15,7 4 5-15,-7-4 7 0,0 4 1 16,6-5 1-16,-6 5 2 0,6 0 0 0,-6-1 0 16,0 4-3-16,7-4-1 0,-7 5-3 15,0-4 1-15,7 0 1 0,-1 3 2 16,-6-4 6-16,0 5 0 0,7-5 0 0,-7 1 0 16,6 3-1-16,-6 0-5 0,6 4-2 15,-6-4-4-15,0-2 1 0,0 1-2 0,0-2 3 16,0-1 2-16,0 5 0 0,0-5 0 0,0 5-3 15,0-5 0-15,0 1-2 0,-6-1-3 16,6 1 1-16,0 0 0 0,-6-5 1 0,6 2 2 16,-7 2 1-16,7-7 2 0,-6 4 2 15,6 0 5-15,-7 1 6 0,0 2 8 0,1-3 6 16,0 4 7-16,-1-5 2 0,-6 0 1 16,7 2 2-16,-7 3-2 0,-1-4-3 0,8-1-3 15,-8 2-3-15,8-2-1 0,-7 6-4 16,7-6-5-16,-7-2-3 0,6 3 0 15,-5-4 2-15,4 0-1 0,2-3 7 0,0 3-14 0,-1-4-14 16,1 1 0-16,-1 0 0 0,7-1 0 16,-6 1 0-16,-1-4 0 0,7-1 0 0,-6 2 0 15,6-5 0-15,-7 0 0 0,7-3 0 16,-7-4 0-16,7-4 0 0,-6 0 0 16,6-3 0-16,0-4 0 0,0 0 0 0,0-4 0 15,0 1 0-15,0-4 0 0,0-4 0 0,0-4 0 16,-6 0 0-16,6 0 0 0,0-7 0 0,0 0 0 15,0 0 0-15,-7-4 0 0,7 1 0 0,0-5 0 16,-7 1 0-16,1 0 0 0,0-1 0 16,-1 2 0-16,1-5 0 0,-8 0 0 0,8 0 0 15,-8 0 0-15,-4 0 0 0,4-5 0 0,1 5 0 16,-7-3 0-16,2-1 0 0,-2-3 0 0,-7-1 0 16,1 1 0-16,1-4 0 0,-1 0-288 0,-7 0-58 15,1-3-43-15,-1-1-45 0,-7-4-43 16,8 2-49-16,-1-6-46 0,7 1-46 0,7-7-62 15,-1 4-69-15,14-8-19 0,0-3 51 16,12-1 81-16,7-7 111 0,7-5 131 0</inkml:trace>
  <inkml:trace contextRef="#ctx0" brushRef="#br0" timeOffset="6290.6">12973 13683 11 0,'6'-4'316'0,"1"0"75"0,0-3 63 16,-1 0-30-16,0-5 49 0,2 2-4 0,-2-5-16 16,0-3-21-16,-6 3-19 0,0-4-19 15,0 1-29-15,0 4-51 0,0-4-35 16,0 4-15-16,-6-3-14 0,0 7-18 0,-2 0-28 16,2-2-32-16,-7 5-28 0,0 3-31 15,0 4-25-15,-7 0-19 0,1 4-9 0,-1 3-4 16,1 5-4-16,-8 2-5 0,8 1 3 15,0 10 8-15,0 1 4 0,-1 7 13 0,0 7 5 16,7 4 7-16,0 4 3 0,6 2-3 16,-5 2-2-16,12 7-8 0,0-3 6 0,6 1 0 15,0-6-3-15,8 1-3 0,5-4-2 16,1-8-4-16,6 0-39 0,6-3-32 0,1-8 0 16,-1-2 0-16,7-10 0 0,7-2 0 15,-7-8 0-15,14-3 0 0,-8-8 0 16,1-3 0-16,-1-8 0 0,1-2 0 0,-7-6 0 15,-7-6 0-15,1-5 0 0,-7-5 0 16,-7-6 0-16,1-6 0 0,-8-1 0 16,-4-6 0-16,-2 3 0 0,-6 0 0 0,-6 4 0 15,-8 0 0-15,2 7 0 0,-2 3 0 0,-11 4 0 16,5 4 0-16,-13 8 0 0,7 3 0 16,-6 4 0-16,-1 3 0 0,-6 4 0 0,7 4 0 15,-1 3 0-15,7 1 0 0,0 6 0 16,6 1-189-16,1 0-198 0,5 2-55 0,2 6-67 15,12-5-90-15,0 4-118 0,0 0-146 16,12 0-86-16,2 0-6 0,5-4 62 16,7-3 127-16,0 0 180 0</inkml:trace>
  <inkml:trace contextRef="#ctx0" brushRef="#br0" timeOffset="6680.89">13814 13130 269 0,'12'-15'353'0,"1"-3"51"16,0 4-27-16,-6-3 36 0,5 4-15 0,-4 1 16 15,-2 1 18-15,0 4 2 0,-6 0-22 16,0 0-48-16,7 3-64 0,-7 4-70 0,-7 0-56 15,1 4-29-15,-8 3-5 0,2 4 12 16,-1 8 18-16,-7 6 13 0,8 4 14 16,-8 4 13-16,0 11 3 0,1 4 0 0,-1 7 5 15,0 4-3-15,1 3-13 0,6 1-18 16,0 1-16-16,7 6-18 0,-2-3-24 0,8 2-20 16,8-3-15-16,4 0-9 0,2-4-30 15,5-3-52-15,1-5 0 0,6-6 0 0,-1-4 0 16,9-7 0-16,-2-4 0 0,-7-8 0 15,8-2 0-15,-7-9-47 0,0-7-145 0,0 1-74 16,1-11-72-16,-7-5-66 0,-1-3-76 16,0-7-101-16,0-4-114 0,-5-12-117 15,-8-3-106-15,1-6-7 0,-1-4 65 0,1-1 127 16,-1-8 167-16</inkml:trace>
  <inkml:trace contextRef="#ctx0" brushRef="#br0" timeOffset="7529.84">14152 13624 10 0,'7'-22'410'16,"-1"-3"91"-16,-6 2 85 0,6 2 96 0,-6-1-55 15,0 2-82-15,7 3-51 0,-7 2-38 16,7 4-44-16,-1-3-76 0,-6 7-71 16,0-1-64-16,6 4-56 0,-6 4-38 0,7 4-11 15,-7 4 7-15,6 2 11 0,1 5 20 16,0 4 22-16,-7 1 15 0,6 11-1 0,0-6-7 16,-6 8-10-16,7 1-10 0,0-2-15 15,-7 5-14-15,6-4-16 0,0 3-6 0,-6-3-4 16,0-3-1-16,7-1 2 0,-7-4 2 15,7 2 5-15,-7-9 7 0,0-4-78 0,0-3-25 16,6 0 0-16,-6-3 0 0,0-5 0 16,0 1 0-16,0-8 0 0,0 1 0 15,-6-8 0-15,6 0 0 0,0-4 0 0,-7-4 0 16,7-3 0-16,0-3 0 0,-7-4 0 16,7-1 0-16,0 0 0 0,7-2 0 0,-7 3 0 15,7-1 0-15,-1 1 0 0,7 4 0 16,1 2 0-16,-2 2 0 0,1 2 0 0,7 1 0 15,0 0 0-15,-2 4 0 0,2-3 0 16,7 3 0-16,-9 3 0 0,2 4 0 0,0 0 0 16,-1 3 0-16,1 0 0 0,0 4 0 15,-1 0 0-15,-5 4 0 0,4 3 0 0,-4 4 0 16,5 4 0-16,-5 0 0 0,-2 0 0 16,8 2 0-16,-7 6 0 0,-7-2 0 15,8 2 0-15,-2 3 0 0,-5-1 0 0,6 1 0 16,-7-4 0-16,1 3 0 0,0-3 0 15,-1-4 0-15,-6 1 0 0,7-1 0 0,-1-3 0 16,-6-4 0-16,0 0 0 0,6-4 0 16,-6 0 0-16,0-2 0 0,7-2 0 0,-7 0 0 15,0-3 0-15,0 0 0 0,0-6 0 0,0 1 0 16,0-2 0-16,0-4 0 0,0-3 0 0,-7-1 0 16,7-3 0-16,-6-5 0 0,6 3 0 15,-6-3 0-15,6 1 0 0,-7 0 0 0,7-4 0 16,0 4 0-16,0 4 0 0,0-4 0 15,0 3 0-15,7 5 0 0,-1-4 0 0,0-1 0 16,8 5 0-16,-2-1 0 0,2-4 0 16,5 5 0-16,7-1 0 0,-6 5 0 15,6-5 0-15,0 4 0 0,0 0 0 0,-6 4 0 16,6-1 0-16,-6 1 0 0,-8 3 0 16,8 4 0-16,-7 0 0 0,-1 4 0 0,2-1 0 15,-1 4 0-15,-7 8 0 0,7 0 0 0,-6-1 0 16,5 5 0-16,-4 4 0 0,-2-2 0 15,7 2 0-15,-6 2 0 0,-7 0 0 16,6 1 0-16,0-4 0 0,-6 7 0 0,0-6 0 16,7 2 0-16,-7 0 0 0,0-3 0 15,0 0 0-15,0-3 0 0,0-1 0 0,0 1 0 16,0-9 0-16,0 1 0 0,0 0 0 16,0-4 0-16,0-2 0 0,0-2 0 0,0 0 0 15,0-6 0-15,-7 0 0 0,7-5 0 16,-6 1-386-16,6-8-335 0,0-4-277 0,0 1-190 15,0-8-39-15,6 1 58 0,-6-4 132 16,13-1 235-16,-6 4 286 0</inkml:trace>
  <inkml:trace contextRef="#ctx0" brushRef="#br0" timeOffset="8942.37">15213 12808 193 0,'0'0'274'15,"0"3"37"-15,0-3-42 0,-6 4-2 0,6-4 5 16,0 3-14-16,0-3-18 0,0 0-14 16,-6 0-15-16,6 0-12 0,0 0-7 15,0 0-2-15,0 0 1 0,0 0 0 0,0 0 3 16,0 0 1-16,0 0-12 0,0 0-11 16,0 0-15-16,0 0-13 0,0 0-18 0,0 0-14 15,0 0-9-15,0 0-13 0,0 0-8 16,0 0-7-16,0 0-3 0,0 0 0 15,0 0-1-15,0 0-2 0,0 0-1 0,0 0 3 16,0 0 1-16,0 0-1 0,0 0 6 16,0 0 5-16,0 0 4 0,0 0 4 0,0 0-2 15,0 0 0-15,0 0-5 0,0 0-6 16,0 0-7-16,0 0-9 0,0 0-8 16,0 0-7-16,0 0-12 0,0 0-9 0,0 0-7 15,0 0-6-15,0 0-4 0,0 0-7 16,0 0 1-16,0 0 0 0,0 0 0 0,0 0-1 15,0 0-1-15,0 0 4 0,0 0-2 16,0 0 0-16,0 0 1 0,0 0 3 0,0 0 1 16,0 0 4-16,0 0 6 0,0 0 4 0,0 0 7 0,0 0 6 0,0 0 4 15,0 0 2-15,0 0 4 0,0 0 1 16,0 0-3-16,0 0 0 0,0 0 0 16,0 0-5-16,0 0-2 0,0 0-4 0,0 0 15 15,0 0-13-15,-7 0-6 0,7 0-3 16,0 0-3-16,0 0-4 0,0 0-20 0,0 0 8 15,0 0 0-15,0 0 2 0,0 0 1 16,0 0-1-16,0 0-1 0,0 0-1 0,0 0 0 16,0 0-4-16,0 0-2 0,0 0 1 15,0 0 1-15,0 0-1 0,0 0 1 0,0 0 0 32,0 0 0-32,0 0-1 0,0 0 0 15,0 0 2-15,0 0-1 0,0 0 0 0,0 0-1 16,0 0 1-16,0 0 1 0,0 0-2 15,0 0 0-15,0 0-1 0,0 4 2 0,0-4-1 16,0 0 0-16,0 0-1 0,0 0 2 16,0 0 0-16,0 0 0 0,0 0 1 0,0 0 4 15,0 0 2-15,0 0 5 0,0 0 1 16,0 0 3-16,-7 0 4 0,7 0 2 0,0 0 2 16,-6 0 3-16,6 0 6 0,0 0 2 15,-6 0 0-15,6 0 8 0,0 0 4 0,-8 0 5 16,8 0 6-16,0 0 9 0,0 0 14 15,-6 0 6-15,6 0-48 0,0 0-40 0,0 0 0 16,0 0 0-16,0-4 0 0,0 4 0 16,0-3 0-16,0 3 0 0,0-4 0 15,0 4 0-15,-6-3 0 0,6-2 0 0,0 2 0 16,6 3 0-16,-6-4 0 0,0 4 0 16,0-3 0-16,0 3 0 0,6-4 0 15,-6 0 0-15,8 4 0 0,-2-3 0 0,0-1 0 16,1 4 0-16,0-4 0 0,-1 4 0 0,7-3 0 15,-7 3 0-15,8-5 0 0,-8 5 0 16,0 0 0-16,8 0 0 0,-8 0 0 0,7 5 0 16,-6-5 0-16,6 3 0 0,-7 1 0 15,0 0 0-15,2-1 0 0,-2 5 0 0,0-1 0 16,7 1 0-16,-13 2 0 0,7-2 0 16,-1 2 0-16,-6 1 0 0,7 0 0 15,-7 0 0-15,0 4 0 0,0-4 0 0,0 3 0 16,-7 2 0-16,7-2 0 0,-6-3 0 0,-1 4 0 15,0-1 0-15,-5 1 0 0,6-4 0 16,-8 3 0-16,1 1 0 0,0-3 0 0,0-2 0 16,0 0 0-16,0 2 0 0,0-1 0 15,0-3 0-15,0-2 0 0,0 2 0 16,0 0 0-16,7-1 0 0,-8-3 0 0,8 3 0 16,-1-4 0-16,1 1 0 0,-1-4 0 15,7 3 0-15,-6-3 0 0,6 0 0 0,0 5 0 16,0-5 0-16,0 0 0 0,0 0 0 15,6 0 0-15,1-5 0 0,-1 5 0 0,13 0 0 16,-5-3 0-16,6-1 0 0,5 1 0 16,1-1 0-16,0 4 0 0,7-3 0 0,-7-1 0 15,7 0 0-15,-1 4 0 0,-6-3 0 16,7 3 0-16,-7-4 0 0,-6 4 0 0,-1-4 0 16,1 4 0-16,-8-3 0 0,-5 3 0 15,6-5 0-15,-6 5 0 0,-1 0 0 16,-6-3 0-16,0 3 0 0,0 0 0 0,0-3 0 15,0-1 0-15,0 0 0 0,-6 1 0 0,-1 0-360 16,1-2-242-16,6-2-219 0,-7 0-229 16,7-1-104-16,0-2 8 0,0 3 76 15,0-9 153-15,0 5 238 0,7-4 291 0</inkml:trace>
  <inkml:trace contextRef="#ctx0" brushRef="#br0" timeOffset="9397.54">15631 12551 42 0,'0'-11'524'0,"0"-4"140"0,6 4 103 16,-6-3 83-16,0-2-70 0,6 6-137 16,-6-5-137-16,0 3-97 0,7 6-65 0,-7-5-50 15,6 3-47-15,-6 1-31 0,7 3-27 16,0 1-25-16,5-1-20 0,2 4-12 0,5 0-7 15,1 4-6-15,-1 7-3 0,7-3-3 16,0 6-4-16,0 4-6 0,0 4-4 0,0 0 2 16,1 8 11-16,-8 2 19 0,7 5 9 15,0 0-132-15,-6 7-8 0,-1 4 0 0,7-1 0 16,-6 11 0-16,-1 1 0 0,1 7 0 16,-8 3 0-16,2 4 0 0,-1 5 0 0,-7-1 0 15,1-1 0-15,-7 2 0 0,0-5 0 16,0 0 0-16,-13-3 0 0,0-1 0 15,-1-2 0-15,-5-2 0 0,0-5 0 0,-1-6 0 16,-6-3 0-16,7-6 0 0,-8-6 0 0,1-2 0 16,7-8 0-16,-1-3 0 0,0-7 0 0,1-1 0 15,6-7 0-15,0 4 0 0,1-8 0 16,4 0 0-16,-4-3 0 0,5-1 0 16,0 1 0-16,1-4 0 0,0 0 0 0,-1-4 0 15,1 4 0-15,-1-7 0 0,7 3 0 16,-7-3-54-16,1-4-457 0,6-4-208 0,0 1-245 15,6-5-179-15,1-3-37 0,6-3 52 16,0-8 126-16,0 0 199 0,0-4 277 16</inkml:trace>
  <inkml:trace contextRef="#ctx0" brushRef="#br0" timeOffset="14699.03">14400 9590 26 0,'0'0'164'16,"0"-3"30"-16,0 3 5 0,0 0-19 0,0 0-18 16,0 0 33-16,0 0 35 0,0-4 13 15,0 1-3-15,0 3-1 0,0-4 5 16,0 4 13-16,0-4 11 0,0 1 8 0,0 3 11 15,0-4 3-15,0 1 5 0,0-2-12 16,0 2-11-16,0 3-15 0,0-4-25 0,0 1-21 16,0-1-20-16,0 0-15 0,-8 1-13 15,8-1-12-15,0 0-1 0,0 1-2 0,0-1-5 16,0 4-8-16,0-3-14 0,0 3-19 16,0 0-22-16,0 0-25 0,0 0-19 15,0 3-18-15,0 4-2 0,0 4 10 0,0 4 17 16,8 3 25-16,-8 0 25 0,6 9 21 0,0 2 19 15,-6 0 11-15,0 8 10 0,7 0 1 16,-7 7 5-16,0 0 1 0,0 3-150 16,0 0-11-16,0 1 0 0,-7 4 0 0,7-1 0 15,0-4 0-15,-6 5 0 0,6-5 0 16,0-3 0-16,0-4 0 0,0-3 0 0,0 0 0 16,6-8 0-16,-6-4 0 0,7-3 0 0,-7-3 0 15,6-4 0-15,-6-4 0 0,0-5 0 16,0 2 0-16,0-1 0 0,7-3 0 15,-7-4 0-15,0 0 0 0,0 0 0 0,0-4 0 16,0 1 0-16,-7-4-367 0,7-1-139 16,0-3-142-16,-6 0-168 0,-1-3-185 0,7-1-74 15,-6-4 18-15,0 1 83 0,-2 0 154 16,2-4 211-16</inkml:trace>
  <inkml:trace contextRef="#ctx0" brushRef="#br0" timeOffset="15027.07">14086 10012 20 0,'-12'-4'547'0,"5"0"152"0,-6-3 100 16,7 4 85-16,-7-4-53 0,7 2-156 0,-2 5-183 16,8-3-130-16,-6-1-89 0,6 4-73 15,0 0-53-15,6 0-21 0,2 4-6 0,4-4 5 16,14 3 11-16,1 2 8 0,11-2-4 15,1 1-15-15,7-1-15 0,6 1-14 0,6-1-6 16,1 1 0-16,0-4 4 0,6 0 4 16,-6 0 11-16,6-4 7 0,-7 1 9 0,1-1 17 15,-7 1 16-15,-13-1-40 0,-6 1-118 16,-1-2 0-16,-12 2 0 0,-1-1 0 16,-5 4 0-16,-2-3 0 0,-5 3 0 0,0 0 0 15,-7-4 0-15,0 4 0 0,0 4-14 16,-7-4-360-16,0 3-123 0,-5 1-168 0,5-1-222 15,-6 5-184-15,6-4-44 0,-6-1 32 16,7-3 98-16,-7 4 185 0,13-4 267 16</inkml:trace>
  <inkml:trace contextRef="#ctx0" brushRef="#br0" timeOffset="16041.48">21896 8268 223 0,'0'-4'373'0,"0"1"61"0,0-1 19 0,6-3-25 15,-6 4-1-15,0-6-38 0,-6 3-24 16,6-2-11-16,0 1-16 0,0 0-29 0,0-2-41 15,-7 3-38-15,7-1-30 0,-6-1-34 16,6 2-27-16,-7-2-25 0,0 3-12 0,1 2-15 16,0-4-8-16,-8 7-8 0,8-4-6 15,-7 4-7-15,0 0-9 0,0 4-13 0,0-1-6 16,-6 4-7-16,5 6 1 0,-5-3 6 16,-1 7 5-16,0 3 12 0,1 2 6 0,6 7 11 15,-6 0 12-15,-1 4 4 0,7 4 14 16,0 7 5-16,6-4 1 0,1 8-2 15,0-1-10-15,6 2-11 0,6-2-16 0,0 0-9 16,7 1-1-16,1-8-2 0,6 4 4 16,-2-7 7-16,9-5 6 0,-7 2 5 15,5-9 3-15,8 1 1 0,-7-8-2 0,0-3-3 16,6-3-4-16,1-6-4 0,-7-2-6 16,6-4-4-16,1-4 2 0,-1-2 2 0,1-6 5 0,-7-3 8 15,7-3 6-15,-7-4 7 0,0-4-54 16,0-4-28-16,-7-2 0 0,1-5 0 0,0-2 0 15,-7-3 0-15,0-2 0 0,-6 0 0 16,-7 1 0-16,0 2 0 0,-7 1 0 0,0 0 0 16,1 7 0-16,-7-4 0 0,-7 8 0 15,0 0 0-15,1 0 0 0,-1 6 0 0,-6 1 0 16,1 4 0-16,-1 3 0 0,0 4 0 16,-1 5 0-16,1-3 0 0,0 6 0 15,7 3 0-15,-7 3 0 0,6 2 0 0,1 2-288 16,5 0-76-16,2 4-49 0,5 0-67 15,0 0-109-15,14 4-154 0,6-1-190 0,0-2-60 16,7-1 13-16,0 0 71 0,5-4 149 16,1-4 209-16</inkml:trace>
  <inkml:trace contextRef="#ctx0" brushRef="#br0" timeOffset="16698.9">22873 7572 259 0,'0'-7'388'0,"0"-1"60"16,0-2 15-16,-7 2-19 0,7 1 3 0,0-1-37 15,-7 1-25-15,7 0-18 0,0 3-28 16,-6 1-51-16,6-1-62 0,-6 0-54 15,6 1-41-15,-7 3-33 0,0 3-13 0,-6-3 0 16,7 8 7-16,-14 2 14 0,8 1 8 16,-2 7 11-16,-5 1 1 0,-1 2 2 0,0 5-8 15,1 4-6-15,-1 4-5 0,2-2-11 16,-2 8-8-16,-7 1-12 0,8 6-1 16,0 1 1-16,-1 3 1 0,0 4 10 0,1 0 8 15,-1 0 11-15,7 3 10 0,0 1 6 0,7 3 3 16,-7 1-3-16,7 3-7 0,6-1-7 15,0 5-7-15,0 0-2 0,6-1-3 0,0 2-2 16,7-6 2-16,-6 4-1 0,12-6-82 16,-5 3-15-16,-2-7 0 0,8-1 0 15,6-3 0-15,-7-1 0 0,1-5 0 0,-1-2 0 16,7-6 0-16,-6-1 0 0,0-11 0 16,5 1 0-16,-5-8 0 0,-7-5 0 0,7-2 0 15,-8-4 0-15,2 0 0 0,-1-4 0 16,-6-2 0-16,-1-2 0 0,0 1 0 15,-6-4 0-15,7 0 0 0,-7-4 0 0,0-4-121 16,0 1-254-16,0 0-99 0,0-8-134 16,0 0-169-16,0 1-187 0,6-9-88 15,1 2 3-15,-7-5 77 0,13-3 146 0,-7-3 208 16</inkml:trace>
  <inkml:trace contextRef="#ctx0" brushRef="#br0" timeOffset="17765.25">22997 8455 311 0,'-8'-11'430'0,"2"-4"50"0,6 4 42 16,-6 0-72-16,-1-3-37 0,7 6-39 15,-6-3-9-15,6 5-8 0,0-2-14 0,-7 4-48 16,7 1-68-16,0 3-64 0,0-4-61 15,0 4-37-15,-7 4-15 0,7-1 3 0,0 4 10 16,0 4 20-16,0 4 26 0,-6 3 14 16,6 1 6-16,0 6-6 0,0 5 2 15,0-1-7-15,0 4-5 0,6 3-3 0,-6-2-5 16,0 2-4-16,0 1-9 0,7-4-8 16,-7-3-13-16,0-1-17 0,7-4-7 15,-7-3-9-15,0-4-5 0,0-4 4 0,6 1 16 16,-6-7 38-16,0 0 35 0,0-2 22 15,0-6 10-15,0 0-4 0,-6-6-19 0,6-2-34 16,0-3-37-16,-7-4-26 0,7-7-15 16,-7 0-10-16,1-7-6 0,0-1-2 0,0-2-5 15,-2-1 1-15,8 0-2 0,-6 4 1 16,6-1-2-16,0 1-3 0,0 3-2 0,6 5-6 16,-6-2-3-16,8 4-4 0,4 1-1 15,1 4-2-15,7-1 2 0,0 1 2 0,6 6 2 16,-1-2 2-16,1 2 0 0,0 1 5 15,1 3 2-15,5 0 1 0,-6 1 2 16,0 3 1-16,1 3 5 0,-2 1-1 0,1 3-2 16,-6 5 2-16,-1-2 0 0,1 1 0 15,-7 8 0-15,0-1-2 0,0 1 0 0,-6 2 1 16,6 2 1-16,-7 2 2 0,0-3 1 16,1 7 5-16,-7-3 2 0,7-4 3 15,-7 4 5-15,6-1 2 0,0-3 5 0,-6-4 1 16,8 0 0-16,-8 1-3 0,6-8-1 15,-6 1 1-15,0-6 9 0,6 2 22 0,-6-1 37 16,0-3 28-16,0-4-83 0,0 0-36 0,0-4 0 16,0-3 0-16,0-1 0 0,-6-3 0 15,6-3 0-15,-6-4 0 0,6-5 0 16,-8 5 0-16,8-8 0 0,-6 5 0 0,6-5 0 16,-6 4 0-16,6 1 0 0,0-2 0 15,0 4 0-15,6-2 0 0,0 3 0 0,2 3 0 16,-2 0 0-16,7 1 0 0,0-2 0 15,0 5 0-15,7-4 0 0,-1 5 0 0,7-1 0 16,0 0 0-16,0 4 0 0,0-1 0 16,0 1 0-16,-7 0 0 0,8-1 0 0,-1 5 0 15,-7-1 0-15,1 1 0 0,-8 3 0 16,2 0 0-16,-1 0 0 0,-6 3 0 0,5 1 0 16,-5 7 0-16,-7 0 0 0,6 4 0 15,-6 3 0-15,0 4 0 0,0-1 0 16,-6 5 0-16,6 0 0 0,-7 0 0 0,7 3 0 15,0 0 0-15,-6-3 0 0,6 3 0 0,0-3 0 16,0-1 0-16,0 1 0 0,0-3 0 16,0-2 0-16,6-3 0 0,-6-3 0 0,0 0 0 15,0-4 0-15,0 0 0 0,7-4 0 16,-7 0 0-16,0-4 0 0,0 2 0 0,0-5 0 16,0 0 0-16,-7-5-50 0,7 2-291 15,-6-4-102-15,0 0-139 0,-1-4-179 0,0-4-193 16,1-3-108-16,0-4-3 0,-2-3 63 15,2-5 142-15,6 0 209 0,-6-2 250 16</inkml:trace>
  <inkml:trace contextRef="#ctx0" brushRef="#br0" timeOffset="18299.02">23843 7832 178 0,'0'-10'499'0,"-7"1"104"16,1-1 80-16,0-1-13 0,6 0-76 0,-7 4-142 15,7-1-108-15,0-3-81 0,0 5-56 0,0-2-38 16,0 0-27-16,7 1-30 0,-1-1-16 31,0 1-4-31,7 0-12 0,1 3-8 0,-2-3-1 0,2 3 4 0,5 1-6 0,-6-1-10 31,6 0-7-31,1 1-9 0,0 3-9 16,-7 3-2-16,7-3-6 0,-2 4-12 0,-4 3-1 0,-1 1-3 0,0-1 4 0,0 4-10 16,-13 3 11-16,6 1 8 0,-6 0 5 0,-6 4 8 15,6-1 0-15,-13-1 0 0,0 6-7 16,0-2-8-16,-7-2-4 0,8 4-6 0,-8-2-8 16,7-3 7-16,-7 4 3 0,8-7 12 31,-2 0 8-31,1-1 8 0,7-2 16 0,-1-6 9 15,0 5 7-15,7-6 11 0,-6 1 11 16,6-1 19-16,0-3 12 0,6-2 7 0,8 5-2 0,-1-5-11 0,7 0-15 0,-2-5-19 16,9 5-19-16,5-2-18 0,1-3-6 31,5 2-4-31,2 0-4 0,-7-2-4 0,6 2-4 0,-7-5-5 0,1 5-2 0,-7 0-3 31,-6-2-5-31,-1 1-6 0,1 4-4 0,-14-3-8 0,7 0-29 0,-6 3-46 0,-1 0-58 31,-6 0-71-31,0 3-100 0,0 0-137 16,0 1-170-16,-6 1-191 0,6 1-163 0,-7 2-43 0,7 0 37 0,0-2 113 0,0 6 179 16,0 2 224-16</inkml:trace>
  <inkml:trace contextRef="#ctx0" brushRef="#br0" timeOffset="18705.22">24964 8316 106 0,'6'-4'709'0,"0"-3"169"16,-6-1 103-16,0-2 77 0,0 2-69 31,0-3-233-31,6 4-257 0,-6-1-143 0,0 2-83 0,0 2-64 0,0-1-51 0,0 2-42 31,0 3-33-31,0-3-27 0,0 3-20 16,0 0-11-16,0 6-5 0,0-1 3 0,0 5 18 0,0 5 25 0,0 7 25 0,0 0 24 16,0 4 24-16,7 4 19 0,-7 2 8 0,0 0-82 15,-7 5-84-15,7 0 0 0,-6 0 0 16,6-1 0-16,0-2 0 0,0 2 0 0,-6-3 0 16,12-3 0-16,-6-1 0 0,0-3 0 15,0-5 0-15,0-2 0 0,6-5 0 0,-6 1 0 16,0-8 0-16,0 4 0 0,7-8 0 15,-7 2 0-15,0-5 0 0,0 0 0 16,0-5-150-16,-7-1-295 0,7-2-151 0,-6-3-163 16,0 0-169-16,-8-3-134 0,2-5-18 15,-1 1 54-15,-1-3 134 0,2 2 196 0,-2-4 230 16</inkml:trace>
  <inkml:trace contextRef="#ctx0" brushRef="#br0" timeOffset="18940.03">24741 8583 59 0,'-12'0'636'15,"5"0"173"-15,1-4 120 0,6 1 82 0,0-1-59 16,0 0-196-16,6 1-231 0,1 0-147 16,5-2-91-16,2-2-59 0,12 7-40 15,-7-3-26-15,14-1-18 0,6 4-13 0,0-4-20 16,0 4-19-16,7 0-21 0,-7-3-21 16,6 3-16-16,-5-4-10 0,-1 4-8 0,-7-4-6 31,1 4-4-31,-7-3-1 0,-6 3-1 0,-1 0-2 0,-6-4-13 0,-6 4-30 0,5-3-50 15,-12 3-73-15,0 0-97 0,0 0-133 16,0 0-168-16,-6-5-182 0,-7 5-194 0,6 0-74 16,-12-3 17-16,5-1 93 0,2 1 158 15,-2-5 200-15</inkml:trace>
  <inkml:trace contextRef="#ctx0" brushRef="#br0" timeOffset="19869.71">26383 8305 147 0,'0'0'591'0,"0"-4"141"0,0 0 96 32,0 1 37-32,0-4-29 0,0-1-159 0,0 4-162 0,0 1-109 0,0-1-79 0,0 0-77 15,-7 4-75-15,7-3-63 0,0 6-49 16,0-3-29-16,0 8-4 0,0 2 18 0,0 5 30 16,0 7 27-16,0 1 22 0,0 6 19 15,0 0 7-15,7 3-12 0,-7 2-22 0,0 3-18 16,7-4-15-16,-7 3-14 0,6-3-6 15,-6-3-10-15,6-2-8 0,0 2-4 0,-6-4-6 16,8-4-4-16,-8-7-9 0,0 3-1 16,6-7 4-16,-6 0 16 0,0-4-24 0,0-3-20 15,0-1 0-15,0-3 0 0,0 0 0 16,0-3 0-16,-6-8 0 0,-2 0 0 16,2-4 0-16,0-4 0 0,-7 1 0 0,6-8 0 15,1 1 0-15,-7 0 0 0,7-6 0 16,-2-1 0-16,8 3 0 0,0 0 0 0,8-1 0 15,-8 5 0-15,12-1 0 0,-5 3 0 16,6 6 0-16,0-1 0 0,7 3 0 16,-1 1 0-16,1-1 0 0,-1 4 0 0,7 3 0 15,0-2 0-15,-6 5 0 0,6-2 0 16,-7 3-1-16,1 1-4 0,0 3 2 0,-1 0-1 16,-6 3 0-16,6 5-1 0,-5-5 2 15,-2 4 1-15,2 5 2 0,-8-1 4 0,7 0 9 16,-6 3-3-16,-1-3-10 0,1 4 0 15,-7 0 0-15,6-1 0 0,0 4 0 0,-6-2 0 16,8-3 0-16,-8 3 0 0,0 2 0 16,0-3 0-16,0-1 0 0,0-3 0 0,0 4 0 15,0-1 0-15,0-2 0 0,0-2 0 16,0 2 0-16,0-1 0 0,0 0 0 16,0 0 0-1,0 0 0-15,-8 0 0 0,8-1 0 16,0 1 0-16,0 0 0 0,0 1 0 0,-6-2 0 15,6 1 0-15,0 0 0 0,0 1 0 0,-6 2 0 16,6-6 0-16,0 2 0 0,0-2 0 16,0 3 0-16,0-8 0 0,0 5 0 0,0-5 0 15,0 1 0-15,0 0 0 0,0-4 0 16,0 0 0-16,0 0 0 0,0 0 0 0,0-8-203 0,6 1-321 16,0 0-196-16,8-4-225 0,5-4-175 15,1 1-25-15,0-4 53 0,6-1 115 16,6 1 192-16,-6-5 261 0</inkml:trace>
  <inkml:trace contextRef="#ctx0" brushRef="#br0" timeOffset="20200.72">27321 8125 274 0,'0'-25'696'0,"-7"3"113"15,7-5 88-15,0 2 73 0,-6 3-143 0,6 4-257 16,-7 0-154-16,7 7-94 0,0 0-76 15,-7 3-64-15,7 1-59 0,0 0-45 16,0 7-33-16,0-4-22 0,0 8-5 0,-6 3 14 16,6 5 21-16,0 5 26 0,0 5 30 15,0 7 39-15,0 4 38 0,0 8 21 0,0-1 22 16,-6 4 6-16,6 4-2 0,6-1-49 16,-6 1-184-16,0 0 0 0,0-1 0 0,6 1 0 15,-6-4 0-15,7 0 0 0,-7-4 0 16,7-3 0-16,-1-8 0 0,1 0 0 0,-7-3 0 15,6-8 0-15,-6-3 0 0,7-1 0 16,-7-6 0-16,7 0 0 0,-7-8-39 0,6 0-355 16,0-8-136-16,-6 0-155 0,6-2-170 15,2-5-170-15,4 1-53 0,-5-5 27 16,-1 1 104-16,8 0 165 0,-2-1 217 0</inkml:trace>
  <inkml:trace contextRef="#ctx0" brushRef="#br0" timeOffset="20564.71">27614 8400 542 0,'7'-11'750'0,"-1"0"120"16,-6-4 83-16,0 8-45 0,0 0-161 16,0 0-242-16,-6 3-157 0,6 0-91 0,-7 4-48 15,0 4-25-15,1 3-3 0,-1 4 4 16,1 1 3-16,-8 5-5 0,8 5-16 0,6 0-19 16,-6 7-22-16,6 1-25 0,6 7-22 15,-6-5-17-15,6 2-18 0,2-1-9 16,4 0-4-16,-5-8 0 0,6 5 3 0,6-9 1 15,-5-3 2-15,5-2-2 0,1-5-2 16,6-1-7-16,0-5-4 0,-1-5-2 0,1-5 5 16,7-2 15-16,-7-4 10 0,0-3-50 15,-6-5 0-15,6-3 0 0,-7 0 0 0,1-8 0 16,-1-2 0-16,-5 0 0 0,-8-5 0 16,8 3 0-16,-14-2 0 0,0 2 0 0,-14 5 0 15,8 4 0-15,-8 3 0 0,-5 0 0 0,-1 7 0 16,-6 1 0-16,1 2 0 0,-1 5 0 15,-7 0-186-15,7 7-193 0,0 0-92 16,0 3-130-16,6 5-171 0,7 0-189 0,0-1-89 31,6 0 4-31,1 0 75 0,12 1 149 0,1 2 214 0</inkml:trace>
  <inkml:trace contextRef="#ctx0" brushRef="#br0" timeOffset="21126.95">28487 8432 395 0,'19'-14'781'16,"-6"-4"119"-16,-7-4 79 0,1 0 68 16,-7 0-201-16,0 0-310 0,0 4-180 0,-7-1-107 15,-5 5-73-15,-8 0-55 0,7-1-29 16,-13 7-14-16,6-3-7 0,-6 4-2 0,1 7-6 16,-1 0-10-16,6 4-14 0,-7 7-14 15,9 0-8-15,-9 7-7 0,14 4-2 16,0 3 1-16,1 2-1 0,4 2-2 0,2-4 0 15,6 4 0-15,6-4 0 0,8-2 1 16,-8-2-1-16,14 2 1 0,-1-9 1 0,1 1-1 16,6-7 0-16,0-1 6 0,-7-3 13 15,7-4 11-15,1-4 18 0,-1 0 22 0,-7-7 21 16,1 1 8-16,-1-5 2 0,0 0-4 16,-5-7-13-16,-1 0-15 0,0 4-10 15,-6-4-4-15,5 0 0 0,-6 8 3 0,2-1 1 16,-8 4-3-16,6 3-41 0,-6 0-22 15,0 1 0-15,0 7 0 0,0 0 0 0,0 5 0 16,0-3 0-16,-6 10 0 0,6 3 0 16,-8 3 0-16,8 4 0 0,-6 7 0 0,6 0 0 15,-6 8 0-15,6 0 0 0,-6 6 0 16,6 5 0-16,0-1 0 0,0 9 0 0,0-5 0 31,-7 0 0-31,7-3 0 0,0 0 0 0,-7-4 0 0,1-4 0 0,-1-3 0 0,7-1 0 16,-13-7 0-16,6-3 0 0,1-4 0 15,-7-4 0-15,0-3 0 0,0 0 0 16,0-8 0-16,0 0 0 0,-7-7 0 0,8 0 0 16,-15-3 0-16,7-6 0 0,-5 3 0 15,-1-5 0-15,0-4 0 0,-7 1 0 0,7-1 0 16,0-3 0-16,-7-1 0 0,7 1 0 16,0-4 0-16,7 4 0 0,-1-1 0 0,14 5-242 15,0-5-353-15,6 1-243 0,6 4-260 16,0-4-99-16,14-5 9 0,6 2 87 0,7-2 184 15,6-2 249-15</inkml:trace>
  <inkml:trace contextRef="#ctx0" brushRef="#br0" timeOffset="21736.25">28916 8305 2 0,'20'-15'657'0,"-7"0"180"0,0-3 121 0,-6 4 94 16,5-1-1-16,-12 0-208 0,7 3-242 15,-1 2-138-15,-6 3-96 0,7-1-85 0,-7 6-72 16,0-3-64-16,7 5-56 0,-7 0-33 16,0 5-11-16,0 5 7 0,0 1 13 0,0 7 16 15,6 4 20-15,-6 4 15 0,0 3-8 16,0 7-109-16,0-2 0 0,0 3 0 0,0 3 0 16,0-3 0-16,-6 2 0 0,6-2 0 15,0-4 0-15,-7 0 0 0,7-3 0 0,0-1 0 16,-7-7 0-16,7 0 0 0,0-8 0 15,0 2 0-15,0-6 0 0,-6 1 0 16,6-7 0-16,0 0 0 0,0-1 0 0,0-6 0 16,0-1 0-16,0-3 0 0,6-4 0 15,-6-1 0-15,0-6 0 0,0-1 0 16,0-6 0-16,7 0 0 0,-7-6 0 0,0-1 0 31,7 0 0-31,-7-5 0 0,6 4 0 0,0-4 0 0,2 4 0 0,-2 4 0 0,7-1 0 16,-7 5 0-16,7-1 0 0,0 4 0 0,1 0 0 15,5 4 0-15,0 3 0 0,1 1 0 16,6-1 0-16,0 4 0 0,0 4 0 16,6 3 0-16,-5 0 0 0,-1 4 0 0,0 4 0 15,0 3 0-15,-7 1 0 0,1 3 0 16,-1 0 0-16,1 6 0 0,-8 2 0 0,2 6 0 16,-1 1 0-16,0 4 0 0,-6 0 0 15,-1-1 0-15,-6 3 0 0,6 2 0 16,-6-2 0-16,0 1 0 0,0 1 0 0,0-5 0 15,0 4 0-15,0-4 0 0,-6-4 0 16,6 1 0-16,-6-4 0 0,6-4 0 0,0-3 0 16,0 0 0-16,0-4 0 0,-7-3 0 0,7-2 0 15,0-2 0-15,0-4 0 0,0-4-41 16,0-2-428-16,0-9-200 0,-6 0-243 0,6-7-212 16,0-7-58-16,0-1 41 0,0-6 113 15,6-5 193-15,1-2 260 0</inkml:trace>
  <inkml:trace contextRef="#ctx0" brushRef="#br0" timeOffset="22111.92">29841 7499 282 0,'13'-30'712'0,"7"5"115"16,0-1 77-16,5-4 59 0,1 9-151 15,0-1-277-15,7 4-152 0,-7 2-82 16,7 6-53-16,-1 2-37 0,1 1-27 0,-1 7-24 16,1 4-18-16,-1 3-7 0,-6 7-4 0,7 9-1 15,-1 6 3-15,1 8 17 0,-7 7 29 16,0 7 33-16,0 11 7 0,1 9-3 0,-1 5-194 16,-7 8-22-16,-6 4 0 0,-6 4 0 15,-1-1 0-15,-6 4 0 0,-6 1 0 0,-7-4 0 16,-1-2 0-16,-6-1 0 0,2-5 0 15,-15-7 0-15,7-8 0 0,-7-6 0 0,1-5 0 16,-7-6 0-16,7-8 0 0,-8-4 0 16,7-7 0-16,1-7 0 0,6 0 0 0,-1-8 0 15,8-4 0-15,0-2 0 0,6-9 0 16,-7 1 0-16,7-4 0 0,0-7 0 16,-6-5 0-16,-1-2-272 0,-6-1-358 0,0-7-262 15,-7-3-242-15,-12-8-76 0,-7-4 29 16,-1 1 94-16,-18-8 194 0,0-4 270 15</inkml:trace>
  <inkml:trace contextRef="#ctx0" brushRef="#br0" timeOffset="22964.1">20521 6817 235 0,'14'-7'360'0,"-8"-4"40"0,0 0 12 0,1-4-64 16,6 1-36-16,-7-1-17 0,1-3 9 15,6 3 27-15,-6 1 25 0,-1-1 13 0,0 0-2 16,-6 4-19-16,8 3-44 0,-8 2-50 16,0-2-55-16,6 5-49 0,-6 0-43 0,-6 3-41 15,6 3-18-15,0 4 1 0,-8 8 16 16,2 3 17-16,0 8 17 0,-1 6 19 16,0 8 14-16,1 8 7 0,-1 7 3 0,-5 11 4 15,5 7 1-15,-6 12-3 0,-7 7-16 16,7 6-7-16,-6 13-2 0,6 2-1 15,-7 8 3-15,1 3 6 0,-1 1 18 0,0 2 6 16,8 2 10-16,-2-1-4 0,2-3-142 0,-1 7-15 16,6-7 0-16,-6 3 0 0,7-3 0 15,-1-5 0-15,7 5 0 0,-7-1 0 0,7-3 0 16,0-4 0-16,0 1 0 0,0-9 0 0,0 5 0 16,7-8 0-16,-7-3 0 0,7-8 0 15,5-3 0-15,-5-9 0 0,6-5 0 16,-6-8 0-16,5-5 0 0,2-10 0 0,-8-6 0 15,8-10 0-15,-8-6 0 0,0-7 0 16,1-4 0-16,-7-7 0 0,0-8-162 16,0-7-97-16,-7-4-57 0,7-10-49 0,-6-4-55 15,0-7-84-15,6-6-109 0,0-9-123 0,0-4-122 16,0-11-58-16,6-6 17 0,0-10 91 16,1-5 143-16,-1-8 176 0</inkml:trace>
  <inkml:trace contextRef="#ctx0" brushRef="#br0" timeOffset="24297.45">20750 6953 27 0,'-27'-30'480'16,"14"-2"77"-16,-6 2 41 0,5 1 23 15,2 0-111-15,-1-1-212 0,-1 5-122 0,2-1-35 16,6 4 18-16,-2 0 26 0,-4 4 37 16,12 3 25-16,-7 1 5 0,7 2-26 0,7 2-57 15,-7-2-51-15,12 6-46 0,2-1-26 16,5-2-11-16,7 2 1 0,6 0 17 15,8 3 19-15,-1-3 15 0,14-1 7 0,4 1 5 0,8 0-2 16,8 0-9-16,4-1-6 0,14 1-2 16,8-1-7-16,5-2-3 0,6 3 0 15,15-5-1-15,-2 2-13 0,14-2-12 0,6 1-11 16,6 0-5-16,15 3-9 0,-2-2-13 16,14 0-2-16,7-2-8 0,-1 5 10 0,7-4-2 15,12 0-2-15,2-1 11 0,18 2 1 16,6-5 4-16,8 5-12 0,6-2-2 0,1 5 1 15,5-4-11-15,-13 4 6 0,1-4 3 16,0 3-1-16,-8 1-5 0,1 3 5 16,-6-3 3-16,-7 3-5 0,0-4-3 0,-8 5 7 15,2 0 3-15,0-5-4 0,-8 5-5 0,-5-5-2 16,-1 4 8-16,8-4-1 0,-8 2-2 16,-7-5 3-16,7 3 6 0,-12-3 10 0,-1 1-2 15,-6-1 1-15,-7-1 4 0,-5 2 1 16,-8-5 1-16,-6 4-2 0,-7 0 1 0,-6 0 2 15,-7 0-1-15,-6-1 4 0,-7 2-1 16,-13 3 3-16,1-3 3 0,-14 1 3 0,-7 2 4 16,-12-4 2-16,-1 4 0 0,1-1 0 15,-14 1-1-15,-5 0 0 0,-1 0-2 0,-7-1-1 16,2 1 1-16,-9-1 1 0,1 1-1 0,-6 4 1 16,-7-1 4-16,0-3 3 0,-7 7 6 15,-5-8 4-15,-2 8 8 0,2-3 5 0,-8 3 3 16,0-5-1-16,1 5-6 0,-7-2-7 15,7 2-11-15,-7 0-16 0,0 0-10 0,6 0-11 16,-6 0-6-16,0 0-4 0,0 0-4 0,-6 2 2 16,6 3-4-16,-7-2 0 0,7 5-3 15,-7-1 0-15,1 7-1 0,-7 1 1 16,6 0 3-16,-5 7-1 0,5 3 5 0,-6 1 0 16,6 7 2-16,-5 0 3 0,-2 4-1 0,8 6 0 15,-7 5-1-15,6 4-2 0,-6 3-1 0,7 3-1 16,0 4 1-16,-2 1 3 0,-4 2 2 15,6 5 6-15,-2 0 10 0,2 3 12 0,0 0-4 16,-1 8-29-16,1 3 0 0,-1-3 0 16,0 6 0-16,-5-2 0 0,6 3 0 0,-2 3 0 15,-4 1 0-15,5 3 0 0,-6 4 0 0,6-4 0 16,-5 4 0-16,5 1 0 0,-6-2 0 16,0 4 0-16,0 2 0 0,0-2 0 0,-7 4 0 15,8-3 0-15,-8 0 0 0,0-5 0 0,7 5 0 16,-7-9 0-16,1 6 0 0,6-1 0 15,0-4 0-15,-7-8 0 0,8 2 0 0,-2-4 0 16,1-5 0-16,1-3 0 0,-2-8 0 0,2 0 0 16,-2-6 0-16,8-1 0 0,-7-3 0 15,6-7 0-15,1-1 0 0,-1-4 0 0,1-6 0 16,-8-5 0-16,8 1 0 0,0-8 0 0,-7-3 0 16,0-4 0-16,0 1 0 0,-1-10 0 15,-5 1 0-15,0 3 0 0,-8-7 0 0,-5-3 0 16,-7 1 0-16,0-1 0 0,-7-4 0 0,-13 1 0 15,1-4 0-15,-14 0 0 0,-6 0 0 16,-6-4 0-16,-14 1 0 0,-13-1 0 0,0-4 0 0,-13 2 0 16,-6-5 0-16,-6 3 0 0,-14-4 0 15,0 2 0-15,-12 0 0 0,-8-2 0 16,-13 1 0-16,-5-3 0 0,-21 2 0 0,-19-2 0 16,-19 3 0-16,-20-3 0 0,-26 2 0 0,-7 2 0 15,-12-2 0-15,-14 2 0 0,-19 5 0 16,0-2 0-16,-27 3 0 0,-6 1 0 0,1-1 0 15,-7 4 0-15,-1 4 0 0,14-1 0 0,13 1 0 16,12 0 0-16,8-1 0 0,13 4 0 16,5-2 0-16,7 2 0 0,14 1 0 0,12-1 0 15,21 0 0-15,11-4 0 0,15 5 0 16,11-4 0-16,14-1 0 0,14 1 0 0,5 0 0 16,21-4 0-16,5 0 0 0,20 0 0 15,6 0 0-15,21-4 0 0,13 0 0 16,12-3 0-16,20-1 0 0,12 1 0 0,14-3 0 15,13-2 0-15,13-3-354 0,7-3-710 16,12-4-228-16,1 0-88 0,6-7 34 0,0-4 132 16,0-7 287-16,-13-4 434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16:19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2585 6876 164 0,'0'0'391'0,"0"0"61"0,0-4 46 16,0 4-9-16,0 0-54 0,0-3-50 0,0 3-32 0,0-4-26 16,0 4-38-16,0 0-51 0,0 0-58 0,0 0-54 15,0 0-43-15,0 0-12 0,0 4 0 16,6-1 4-16,-6 4 6 0,0-2 13 0,7 5 12 15,-7-2-1-15,7 3 0 0,-1 4 1 0,-6 3 4 16,7-1-5-16,-7 2-2 0,6 8-6 16,0-6-11-16,-6 5-7 15,8-1-8-15,-2 1-10 0,0 3-13 0,0-4-9 0,1 2-1 16,0-2-10-16,-1-3-6 0,7-4-4 0,-6 4-2 16,6-7-6-16,-7-1-7 0,0-2 2 15,2-1 1-15,-2 0 2 0,0-4-4 0,-6-3 2 16,7 0-2-16,-7-1 0 0,0 1-1 0,0-4-19 15,0 0-30-15,0-4-54 0,-7 1-81 16,7-1-110-16,-6 0-147 16,0-3-152-16,6-1-138 0,-8-3-104 0,8 3 0 0,-6-2 67 15,6-5 121-15,0 4 159 0</inkml:trace>
  <inkml:trace contextRef="#ctx0" brushRef="#br0" timeOffset="340.51">2930 6953 217 0,'6'-11'366'0,"2"0"42"0,-2 0 46 0,0-3-66 15,-6 2-73-15,7 2-26 0,-1 2 11 16,-6 1 16-16,7-3 4 0,-7 5-11 0,0-2-15 16,7 2-31-16,-7 2-53 0,0 3-49 0,-7-3-45 15,7 3-30-15,-7 3-23 16,1 5-13-16,-1-1-3 0,-5 4 10 15,4 3 11-15,-4 1 9 0,-1 4 5 0,0-1 2 0,0 4-3 0,6 0-12 16,-6 3-7-16,0 1-9 0,6 1-9 16,1-2-9-16,0 0-5 0,-1 1-7 0,1-1-7 15,-1-2-6-15,0-1-3 0,7-1-2 16,-6-3-1-16,6-3-1 0,0-1-3 0,-6-2 0 16,6-1 1-16,0-4 1 0,0 0-11 0,0-3-20 15,0-1-38 1,0-3-71-16,0 0-105 0,6 0-134 0,-6-3-141 15,6-4-136-15,-6 3-123 0,14-3-20 0,-8 0 56 0,1-1 109 16,5-3 136-16</inkml:trace>
  <inkml:trace contextRef="#ctx0" brushRef="#br0" timeOffset="762.94">3021 7110 202 0,'7'-7'375'16,"-7"4"52"-16,-7-1 46 0,7 0-63 0,0 0-86 15,0 1-58-15,-6-1-41 0,6 4-36 0,0 0-32 16,-6-3-25-16,-2 6-16 0,2-3-3 16,6 4 1-16,-6 3 11 0,0-3 7 0,-1 3 10 15,0 4-2-15,1 0-13 0,-1 0-11 16,7 4-15-16,-6-5-9 16,6 6-16-16,0 1-10 0,6-1-8 0,-6-2-5 0,7 0-5 15,-1 5-7-15,8-4-6 0,-8-4-2 0,6-1-5 16,2 5-2-16,-1-7-3 0,-6 3 4 0,6-4 3 15,-1-3 3-15,2-1 8 0,5 1 11 16,-6-4 7-16,-6 0 2 0,5-4 12 0,2 1 12 16,-2-5 4-16,-4 2-2 0,-2-7 3 15,0-1-2-15,1 3-10 16,-7-8-13-16,0 2-11 0,0-2-11 0,-7 1-11 0,1-4-9 0,0 5-7 16,-8-3-5-16,1 6-3 0,0-1-4 15,0 0-2-15,0 5-2 0,-6-2-2 0,5 5 0 16,-5 0 0-16,6 3 1 0,0 1 1 0,-7-1 0 15,8 4-4-15,5 0-17 0,-6 0-35 0,6 4-42 16,1-1-56-16,0 1-66 0,6 0-88 16,0-1-81-1,0 1-70-15,6 3-69 0,-6-3-59 0,13 3-47 0,-7-3-21 16,1 3 40-16,6-4 72 0,-1 5 93 0,2-4 107 16</inkml:trace>
  <inkml:trace contextRef="#ctx0" brushRef="#br0" timeOffset="1059.23">3197 7140 288 0,'7'0'401'0,"-7"-4"60"0,6 0 35 0,-6 1-53 15,0-1-47-15,0 4-20 0,0-3-17 0,6 3-23 16,-6-5-31-16,0 5-37 0,0 0-53 0,0 0-58 16,0 0-51-16,0 0-27 0,0 0-7 15,0 5 6-15,0-2 7 0,0 4 13 0,0 1 13 16,0 3 5-16,0-1-8 15,0 6-18-15,0-2-12 0,0 1-14 16,8-1-13-16,-8 4-13 0,0-3-12 0,0-1-5 0,0 2-9 0,0-2-4 16,0-3-1-16,6-3-3 0,-6 3-1 15,0-4-1-15,6 0-1 0,-6-3-6 0,0 0-16 16,0 0-24-16,7-1-54 0,-7-3-94 16,0-3-130-16,0-1-143 0,0-4-150 0,-7 1-161 15,7-3-44-15,0-6 41 0,-6 1 103 16,6-6 132-16,-6-1 157 15</inkml:trace>
  <inkml:trace contextRef="#ctx0" brushRef="#br0" timeOffset="1184.13">3204 6975 293 0,'0'-3'379'16,"0"-6"22"-16,-7 6 13 0,7 0-126 0,0 3-125 16,0 0-73-16,0 0-45 0,0 0-38 15,0 3-61-15,0 4-77 16,7-2-93-16,-7 5-96 0,6-3-48 0,0 1-11 0,-6 4 37 15</inkml:trace>
  <inkml:trace contextRef="#ctx0" brushRef="#br0" timeOffset="1872.03">3471 7286 106 0,'6'0'363'0,"1"-3"64"0,6-1 59 0,-6 0-8 15,-7-4-67-15,6 2-44 0,0-5-24 16,1-1-25-16,-7 2-24 0,0-5-26 16,0 1-22-16,0-1-50 0,0 0-18 0,0 0-13 15,-7 1-21-15,1 3-17 0,0-1-30 16,-1 2-1-16,0-1-22 0,-6 3-23 0,7 5-14 16,-7-4-10-16,0 7-3 0,7-4-6 0,-8 8-11 0,1-4 0 15,7 7-1-15,-7 0-2 0,6 1-1 0,-5 2-4 16,4 5 1-16,2 0-1 0,0-1 1 0,6 1 1 15,-7 4-2-15,7-1 6 0,7-4 1 16,-7 4 0-16,6-3 1 0,-6-1 0 16,6-2 4-16,2 2 6 15,-2-3 11-15,0-4 12 0,1 6 5 16,6-7 12-16,-7-2 4 0,7 0-5 0,1-1 3 0,-2-3-3 16,1-3-3-16,0-1 0 0,-6 0 6 0,6-2 6 15,0-2 3-15,-7-4 6 0,1 1 5 16,0-3-4-16,-1-4-11 0,-6-1-8 0,0-3-14 15,0-4-12-15,0-2-13 0,-6-2-3 16,-1 1-5-16,7-4-7 0,-7 3 4 0,1-3-3 16,0 8 2-1,-1-1-4-15,0 1 11 0,1 3 11 0,-1 3 9 0,1 1 6 0,-1 3 5 16,7 1 4-16,-6 3 0 0,6 3-10 16,0 2-10-16,0 1-5 0,-7 1-6 15,7 4-6-15,7 0-8 0,-7 9-1 0,0-3 0 16,6 5 1-16,1 4 0 0,-1 3 3 15,-6 1 6-15,7 3 11 0,-1 3 3 0,1-3 2 16,0 7 5-16,-1-2 2 16,0 1 0-16,-6 2-8 0,7-1-2 0,0-3 0 0,-1 4-4 15,-6-5-4-15,6-3-6 0,-6 0-2 16,7-3-2-16,-7-2-4 0,6-6 1 0,-6 4-2 16,7-8 3-16,-7 0-2 0,0 0 1 15,7-2 2-15,-7-2-1 0,0 2-1 0,0-5-9 16,0 3-22-16,0-3-46 0,0 0-58 15,0 0-74 1,0-3-91-16,0 3-129 0,0-5-149 0,0 2-151 16,0-2-172-16,0-2-52 0,-7 4 29 0,0-5 100 0,7 1 154 15,-6 0 187-15</inkml:trace>
  <inkml:trace contextRef="#ctx0" brushRef="#br0" timeOffset="3419.37">4441 6967 281 0,'0'-4'352'0,"0"-2"49"0,0-2 11 15,0 1-67-15,-6 0-49 0,6-5-26 16,0 5-9-16,-7 0-9 0,7-4-7 15,-6 4-9-15,-1 0-5 0,1-5-4 0,-1 5-23 16,1 3-24-16,0-3-29 0,-8 0-15 16,1 2-18-16,6 2-18 0,-6 3-12 0,1 0-9 15,-2 0-6-15,8 0-10 0,-7 8-10 16,0-5-2-16,0 8-1 0,7 0 0 16,-8 3 4-16,8 2 12 0,0 2 9 0,-2 4 9 15,2 3 11-15,6 1 10 0,0 0 3 0,0 4-6 16,0 2-10-1,0-3-14-15,0 4-16 0,0-2-15 0,6-2-16 0,-6-1-9 0,8-2-8 0,-8 0-4 32,6-5-6-32,-6 2 0 0,6-5-1 15,-6 0-1-15,0-3-1 0,7-5-4 0,-7 2-11 0,0-5-27 0,0 0-41 16,0 1-72-16,0-8-116 0,0 0-140 16,-7-4-150-16,7 0-146 0,-6-6-133 0,0-2-21 15,-2 2 68-15,2-9 118 0,-7 1 149 16</inkml:trace>
  <inkml:trace contextRef="#ctx0" brushRef="#br0" timeOffset="4032.1">4083 7191 266 0,'-7'0'427'0,"7"-3"49"0,-6-1 24 16,6 4-91-16,6-4-117 0,-6 1-86 0,14 0-59 16,-8 3-34-16,7-5 0 0,0 2 11 15,6-2 3-15,1 5 5 0,6-2 4 0,-6-3 6 16,5 2-7-16,2 3-18 0,-8-4-9 15,8 4-15 1,-15-4-16-16,8 4-17 0,-7 0-10 0,0 0-1 0,-6 0-1 0,-1 0 5 16,0 0 7-16,2 4 15 0,-8 0 2 15,6-1 2-15,-6 2-1 0,0 2-3 0,0 1-8 16,0-2-5-16,0 2-3 0,0 3-8 16,0 0 0-16,0 3-3 0,-6-3-4 15,6 1-6-15,0 2 1 0,0-3 5 0,6 0-2 16,-6-1-1-16,0-2 6 15,0 2 6-15,6 3 7 0,1-7 4 0,-1-2 7 0,1 3 0 16,-1-3-1-16,7 0-6 0,1 0-11 16,-2-4-9-16,1 0-15 0,0-4-4 0,0 4-9 15,1-4-4-15,-2 0-4 0,2-3-1 16,-2 3 5-16,-5-2 4 0,6-2 4 16,-6 0 8-16,-1-3 5 15,-6 0 6-15,6 0 0 0,-6-3-1 0,0 3 0 16,0-4-6-16,-6 0 0 0,6 5-3 0,-6-1 1 0,-1-4 0 15,0 8 4-15,7-4 6 0,-6-1 6 16,6 5 7-16,-7 0 5 0,7 3 2 16,-6-3-2-16,6 7-3 0,0-4-11 0,-6 1-10 15,6 3-11-15,0 0-9 0,0 0-7 16,0 3-4-16,0 1-3 0,0-1-1 0,6 5 1 16,-6 3 0-16,0-1 0 15,0 3 0-15,6 1 0 0,1-3 1 0,-7 3 0 16,6 1 2-16,1-1-1 0,0 1 0 0,-1 0-1 15,0-4-1-15,2 3-1 0,-2-3-19 16,0 0-33-16,0 0-47 0,1 0-55 0,0-3-65 16,-1-1-78-16,7-3-94 0,-7-1-96 15,8 1-100-15,-2-4-95 0,2 0-61 0,-1-4-30 16,0 1 27-16,-6-4 87 16,5-1 121-16,-6-3 140 0</inkml:trace>
  <inkml:trace contextRef="#ctx0" brushRef="#br0" timeOffset="4527.6">4786 7264 66 0,'0'-17'304'16,"0"1"75"-16,0 2 62 0,0 0-6 0,0-1-38 15,-6 1-23-15,6 1-8 0,0 3-19 0,0-1-9 16,0 0-19-16,0 4-25 0,0-1-36 16,0 4-46-16,0 1-40 0,0-1-41 0,0 1-37 15,0 3-27 1,0 0-11-16,6 3-7 0,1-3 4 0,-7 7 7 0,7 0 6 16,-1 5 10-16,0-1-4 0,0 3 4 15,-6 1-4-15,8 4-4 0,-2-1-2 0,-6 0-7 16,6-4-7-16,-6 5-6 0,7-1-6 15,-7-3-5-15,0-1-4 0,7 1 2 16,-7-4 0-16,0 0 2 0,0 1-1 0,0-5 3 16,0 0 3-1,-7-3 10-15,7 3 13 0,0-7 20 0,0 4 16 0,0-4 8 0,0 0-1 16,-7-4-9-16,1 0-16 0,6-3-24 16,-6 0-20-16,-2 0-13 0,8-5-6 15,-6-2-7-15,6-5-5 0,-6 1-2 0,6 0-1 16,0-1-3-16,6-3-2 0,-6 4 1 15,6-1 0-15,2 2-2 16,-2 1 2-16,7 2-2 0,0-1 3 16,0 5-3-16,1-5 2 0,-2 8 0 0,1-5-2 0,7 9 2 15,-8-4-2-15,2 7-1 0,6 0 2 0,-8 0 0 16,1 7 0-16,1 0 1 0,-2 1 3 16,-6 2 1-16,8 5-1 0,-8 0 1 0,1-1 3 15,0 1 3-15,-1 0 3 0,1 4 1 16,-1-5 3-16,0 0 0 0,1 2-2 0,-7-2-2 15,7-3-4-15,-7 0-1 16,0-4-1-16,6 4-1 0,-6-4-1 0,0-4-1 0,0 5-2 16,0-3-19-16,0-5-33 0,0 3-50 15,0 0-70-15,-6-3-99 0,6 0-145 0,0-3-168 16,0 0-188-16,-7-2-157 0,7-3-40 16,0 5 39-16,0-8 118 0,0 4 168 15,0-4 214-15</inkml:trace>
  <inkml:trace contextRef="#ctx0" brushRef="#br0" timeOffset="5262.15">5536 6799 111 0,'0'-7'421'0,"6"0"68"16,-6 0 57-16,-6-2 32 0,6 3-116 15,-7-2-80-15,0 5-46 0,1-1-35 0,-7 0-34 16,0 1-32-16,0 3-42 0,-1 0-34 15,2 3-28-15,-1 1-19 0,-7 7-11 0,8-1-6 16,-2 6-1-16,1 2 3 0,0 4 1 16,0 0 4-16,0 7 3 15,6 4 2-15,-5 0-1 0,12 4-6 0,-7 0-4 0,7 3-6 16,0 4-9-16,0-4-7 0,0-3-8 16,7 3-7-16,-1-4-9 0,0-3-6 0,8 0-5 15,-1-3-8-15,-1-1-5 0,2-3-6 16,6-5-5-16,-8 1-2 0,8-8-1 15,-1 3-2-15,-5-3-1 16,5-7-8-16,0 0-18 0,-6-3-38 0,7-4-55 16,-7 0-82-16,6 0-116 0,-6-4-157 0,1-3-174 0,-2 0-170 15,-4-1-82-15,4-2 11 0,-6-3 78 16,1-1 143-16,0-1 179 0</inkml:trace>
  <inkml:trace contextRef="#ctx0" brushRef="#br0" timeOffset="5541.35">5809 7140 254 0,'0'-11'519'0,"-7"-1"79"0,7 2 86 0,0 3 48 15,0-1-141-15,0 1-126 0,-6 3-73 0,6-3-65 16,0 7-80-16,0-4-78 0,0 4-56 16,0 4-35-16,6 0-11 0,-6 3 4 0,0 4 17 15,7 3 13-15,-7 1 7 0,0 0 2 16,7 4-8-16,-7-1-18 15,0 4-14-15,6-4-15 0,-6 0-11 0,6 0-12 0,-6-4-8 16,0 5-3-16,0-8-8 0,7 3-7 16,-7-1-6-16,0-7-28 0,0 2-30 0,7-1-48 15,-7-3-90-15,0-4-137 0,0 0-159 16,0-4-153-16,-7-3-171 0,7-4-59 0,-7-5 32 16,7 2 109-16,-6-8 147 0,6-3 170 15</inkml:trace>
  <inkml:trace contextRef="#ctx0" brushRef="#br0" timeOffset="5653.19">5777 6997 43 0,'0'-8'343'0,"-8"1"34"0,8 0 15 15,0-1-21-15,0 4-139 0,-6 1-126 0,12 0-103 0,-6 3-108 16,0 0-128-16,8 3-83 0,-2-3-40 16,0 3-7-16,1 1 29 0</inkml:trace>
  <inkml:trace contextRef="#ctx0" brushRef="#br0" timeOffset="6173.13">5939 7036 100 0,'0'5'334'0,"7"-2"52"15,-7 2 47 1,0-1-18-16,6-1-82 0,-6 0-50 0,6 5-9 16,-6-1-11-16,8 0-4 0,-2 4-4 0,-6 0-2 0,6 0-6 15,0 0-15-15,-6 4-9 0,8-4-21 16,-8 4-21-16,0 3-24 0,6-3-13 0,-6 3-12 15,0-4-15-15,0 2-13 0,6 1-13 16,-6-6-9-16,0 4-12 0,0-4-13 16,0-1-7-16,7 3-3 15,-7-7-4-15,0 2-2 0,0-5 7 0,0 1 17 16,0 0 23-16,0-4 19 0,0 4 12 0,0-8 3 0,0 4-7 16,0-4-20-16,0-3-28 0,0-1-23 15,0 2-18-15,0-10-11 0,0 1-7 16,0-3-2-16,6-4-4 0,-6 4-3 0,0-4 1 15,7 0 0-15,-7 5 0 0,7-3-3 16,-1 6 1-16,0-4 1 16,0 3 0-16,2 4-1 0,4 0-2 0,-5 0 2 15,6 4-1-15,-6-1-1 0,5 2-2 0,-5 2 0 0,6 4 2 16,-7 0-2-16,1 0 1 0,0 4 3 16,6-1 4-16,-7 4 0 0,0 0 1 0,1 4 1 15,0 0-1-15,-7 4-2 0,6 0-2 16,0-1 0-16,-6 4 4 0,0-3 3 15,8 4 2-15,-8-4 3 0,0 2 1 0,0-2 0 16,0 0-5 0,0-1 0-16,0-3-2 0,0 0-2 0,6 0-2 0,-6 0 0 0,0-3-4 15,0 0-22-15,0-2-41 0,0 2-53 16,6-5-71-16,-6 1-107 0,0-4-156 0,7 0-182 16,-7-4-183-16,6-3-94 0,1 0-9 15,6-1 65-15,-7-3 136 0,8-4 192 0</inkml:trace>
  <inkml:trace contextRef="#ctx0" brushRef="#br0" timeOffset="6449.06">6447 7009 265 0,'0'-12'511'0,"0"1"98"0,-6 0 99 0,6 3 30 16,0 1-144-16,0 4-110 0,0-1-88 15,0 0-88-15,0 4-91 16,0 0-63-16,0 0-33 0,0 8-14 0,0-5 1 15,6 9 11-15,-6-2 16 0,0 5 3 16,7 4-8-16,-7-1-10 0,0 1-13 16,6 2-12-16,-6 1-18 0,7-1-16 0,-7 5-14 15,0-3-10-15,0 2-12 0,6-3-9 0,-6 0-7 0,6-4-2 16,-6 1-3-16,0-5-4 0,8 1 0 16,-8-5-18-16,0 3-38 0,6-7-61 15,-6-2-84-15,0 0-134 0,0-1-178 0,0-3-191 16,0-3-159-16,0-5-47 0,-6 2 27 15,6-7 103-15,-8-1 166 0,2 0 196 16</inkml:trace>
  <inkml:trace contextRef="#ctx0" brushRef="#br0" timeOffset="6668.06">6369 7154 275 0,'-6'-7'485'0,"-1"3"66"0,0 4 59 0,1-3-31 16,6 3-124-16,0-4-92 0,6 4-71 15,1 0-40-15,0 0-36 0,6 0-36 0,-1 0-27 16,8 4-24-16,0-4-14 0,-1 0-11 15,1 3-6-15,0-3-5 0,5 0-7 16,-12 0-12-16,7 0-11 0,-7 4-12 0,7-4-14 16,-8 0-13-16,-5 0-7 0,6 0-12 15,-6 4-41-15,-1-4-78 0,7 3-114 0,-6-3-138 16,-7 0-178 0,6 5-189-16,0-5-68 0,1 0 20 0,0 2 83 0,6-2 124 15,-7 0 167-15</inkml:trace>
  <inkml:trace contextRef="#ctx0" brushRef="#br0" timeOffset="7278.92">7118 7100 474 0,'0'-4'597'0,"6"0"103"16,-6-3 81-16,0 3-51 0,-6 1-162 0,6-1-121 15,0 4-99-15,0-4-93 0,0 4-77 16,0 0-58-16,0 4-47 0,0 0-32 0,0-1-13 16,0 1 1-1,0 7 7-15,0-4 7 0,0 7 11 0,6 1 5 0,-6 0 7 16,0 4 1-16,7-5-2 0,-7 9-2 16,0-6-9-16,7-2-8 0,-7 3-6 0,0-4-4 15,6 2 1-15,-6-6 4 0,0 1 7 16,0 1 6-16,6-4 8 0,-6-2 5 0,0-2 5 0,0 0 16 15,0-1 25-15,0-3 26 0,0 4 16 16,7-8 4 0,-7 4-8-16,0-3-17 0,0-5-29 0,0 2-37 0,0-10-29 0,-7 1-16 15,7-3-9-15,0 0-7 0,0-4-5 16,0 0 0-16,7 0 0 0,-7 0-1 16,7 0-1-16,-7 4-1 0,6-1 0 0,-6 5 0 15,7-1 0-15,-1 1 1 0,7 3-1 16,-6-4 1-16,-1 8-1 15,8-5 0-15,-2 6-1 0,1 1-1 16,-6 3 0-16,12-3-1 0,-5 1 2 0,-8 4 2 0,7 4-4 0,0-4 1 16,0 5 0-16,0 2 0 0,-6-1 0 15,5 6 1-15,-5-2 3 0,0 5 2 16,-1 0 0-16,1 3 2 0,-1-3 2 0,0 3 1 16,-6 0 3-16,7 0-1 0,0 1 4 15,-7 0 2-15,0-1 1 0,6-4-1 0,-6 2 1 16,0-2-1-16,6-3-3 0,-6 0-4 15,0-1-2-15,0-2-1 0,7-5-3 16,-7 4-4-16,0-2 0 0,0-2 3 0,0 2-4 16,0-5-18-16,7 0-40 0,-7 0-68 15,-7 0-97-15,7-5-141 0,0-3-193 0,-7 1-232 16,1-4-218-16,6 1-66 0,-6-9 23 16,-1 2 100-16,7-2 175 0,-7-6 240 0</inkml:trace>
  <inkml:trace contextRef="#ctx0" brushRef="#br0" timeOffset="7638.67">7495 6689 413 0,'8'-7'548'16,"-2"-4"85"-16,7 4 88 0,0-1-34 15,0 0-144-15,-1 2-94 0,2 2-64 0,6 4-52 0,-8 0-61 0,8 4-41 16,-1-1-38-16,1 5-22 0,0 3-14 15,-7 3-6-15,7 0-4 0,-8 9-3 16,8-2-5-16,-7 6-1 0,-1 2-8 0,2 4-12 16,-8 1-12-16,1 1-2 0,0 6 0 15,-1-1-10-15,-6 1-12 0,0-1-8 16,0 0-2-16,0 0-11 0,0-2-10 0,-6-2-5 16,6-8 3-16,-7 1 1 0,0-3 1 15,1-3 0-15,6-1 0 0,-6-7-2 0,6-5-2 16,-8 1 1-16,8-3-3 0,0-2-6 0,0-2-4 15,-6 1-4-15,6-2-7 0,0-3-13 16,0 0-28-16,-6-3-55 0,6-2-80 16,-7 1-108-16,7 1-140 15,-6-4-203-15,-1-4-241 0,0 4-210 16,-5-8-59-16,-2 4 34 0,2-7 100 0,-8 3 186 0,7 0 255 0</inkml:trace>
  <inkml:trace contextRef="#ctx0" brushRef="#br0" timeOffset="10153.44">2878 8176 201 0,'7'0'328'0,"-7"-2"53"0,0 2-15 0,6-5-27 15,-6 5-16-15,0-3-42 0,-6-2-33 16,6 2-20-16,-7-1-23 0,7 1-24 15,-7-1-19-15,1 4-19 16,0 0-31-16,-1-4-24 0,0 4-15 0,-5 4-16 0,-1-4-14 16,-1 4-3-16,8-1 3 0,-8 4-8 0,8 1-4 15,0-1 3-15,0 5 8 0,6-1 4 0,0 3 8 16,0 1 15-16,0 4 15 0,6-2 7 0,0 6 4 16,-6-2 2-16,6 2-11 0,2-1-8 15,-2 3-9-15,0 1-6 0,1-1-3 0,0 4-1 16,-1-3 4-1,-6 0 2-15,0 0 3 0,0 0-5 0,0-1-4 0,-6-3-6 16,6 0-9-16,-7-4-11 0,0 1-11 0,1-5-2 16,0 1-2-16,-2-5 0 0,2 2 3 15,0-5 4-15,0-3 2 0,-1-1 1 0,0-6-2 16,1-1-6-16,-1 0-7 16,-5-3-1-16,4-1-4 0,8 1-2 15,-6-4-2-15,0 4-3 0,6-4 2 0,0 3-2 16,-6-2 1-16,6 3 0 0,0 3-3 0,0-3 1 0,0 3-6 15,0-1 2-15,0 5 0 0,6 0-2 0,-6 5 2 16,0-1 2-16,0 3 5 0,0 4 0 16,6-1-2-16,-6 5-1 0,0 0 1 0,0-1-2 15,0 9 1-15,0-4 1 0,0-1 1 16,0 3 0-16,0-2 0 16,0 3 2-16,6 3 0 0,-6-3-1 0,8 1-3 15,-2-2 4-15,0 2 0 0,1-5 1 0,-1 0 3 0,8-4 4 16,-8 1 8-16,6 1 3 0,2-6 4 0,-8-3 3 15,14 1 0-15,-7-6-3 0,7 3-6 0,-1-5-3 16,1-5-6-16,-7 5-4 0,6-2-5 16,-5-6-5-16,-2 5-26 0,1-1-56 15,-6 0-112-15,0 0-155 0,-7-3-200 0,0 4-234 16,0-5-99-16,-7 4-14 16,0 1 76-16,-6-1 135 0,7-3 191 0</inkml:trace>
  <inkml:trace contextRef="#ctx0" brushRef="#br0" timeOffset="10738.1">3816 9481 4 0,'-6'-5'358'0,"6"5"80"0,0-2 74 16,-8-3 55-16,8 2-34 0,-6 0-47 0,6 3-46 15,-6-4-45-15,6 4-56 0,0 0-70 16,-6 0-80-16,6 0-46 0,0 4-21 16,-7 2-3-16,7 6 16 0,0-1 17 0,0 3 10 15,7 1-4-15,-7 3-14 0,6 0-13 16,-6 1-28-16,6 4-21 0,-6-5-9 0,6 3-13 16,2-2-11-16,-8-1-10 0,6 0-7 15,-6 1-7-15,6-5-8 16,-6 1-7-16,0-5-1 0,0 2-6 15,0-5-8-15,0 1-26 0,0-1-49 0,-6-4-98 0,6-3-159 16,-6-3-192-16,-2-1-222 0,-4 1-146 0,6-8-42 16,-8 0 50-16,1-4 130 0,7-4 182 15</inkml:trace>
  <inkml:trace contextRef="#ctx0" brushRef="#br0" timeOffset="10889.92">3725 9378 30 0,'-6'-10'372'15,"6"-2"38"-15,0 1 23 0,-7 4 12 0,7-5-162 16,0 5-132-16,0 4-73 0,0 0-61 16,7 3-92-16,-1 0-122 0,0 0-121 0,0 3-63 15,2 0-32-15,-2 2 6 0,7 2 60 16</inkml:trace>
  <inkml:trace contextRef="#ctx0" brushRef="#br0" timeOffset="11293.16">4246 9432 80 0,'6'-6'412'0,"-6"-2"72"0,0-3 66 16,0 0 53-16,-6 1-100 0,6-1-77 15,-6 4-54-15,-2-5-39 0,2 1-36 0,0 4-51 16,-7 0-51-16,6 0-38 0,1-1-31 15,-1 5-22-15,1-2-25 0,0 2-18 0,-2 3-12 16,2 0-16-16,0 0-8 0,-1 3-8 16,0 2-2-1,1 1 9-15,6 1 11 0,-6 1 13 0,-1 7 10 16,7-1 17-16,-6 1 13 0,6 7 8 0,0-4 6 0,0 8 9 0,0-1 1 16,0 5-5-16,0-1-2 0,0-3-1 15,6 7-17-15,-6-8-17 0,0 6-10 16,0-3-8-16,0-2-6 0,0-1-16 0,0 2-1 15,7-6-2-15,-7-3-6 0,0 1-3 16,0-5-7-16,0 2-1 0,0-10-2 16,6 5-1-16,-6-3 1 15,0-5 3-15,0 1-5 0,0 1-21 0,-6-5-46 0,6-5-64 16,0 1-97-16,-7-4-145 0,1 2-169 16,-1-5-182-16,0 0-172 0,1-4-49 0,0 4 33 15,-1-4 111-15,0 1 154 0,1 3 193 16</inkml:trace>
  <inkml:trace contextRef="#ctx0" brushRef="#br0" timeOffset="11497.29">4025 9686 357 0,'0'-4'472'0,"0"1"45"0,0 3 37 15,6-4-84-15,0 4-103 0,1-4-66 16,0 4-33-16,6 0-11 0,-1-3-12 0,8 3-21 16,0 0-40-16,-1 0-35 15,1-5-33-15,0 5-26 0,-1 0-20 16,-6-3-16-16,6 3-11 0,1 0-14 0,-7-3-17 15,-6 3-13-15,5 0-31 0,-5 0-56 16,-1-4-90-16,-6 4-110 0,7 0-157 0,0-4-194 0,-7 4-79 16,0 0 1-16,0-3 58 0,0 0 93 0,0-2 152 15</inkml:trace>
  <inkml:trace contextRef="#ctx0" brushRef="#br0" timeOffset="12106.28">4806 9218 196 0,'0'-5'352'16,"-6"-2"49"-16,6 2 47 0,0 3-60 0,-7-2-67 15,7-3-37-15,0 7-19 0,-7-4-20 16,7 4-19 0,-6 0-22-16,-1 0-18 0,1 0-14 0,-8 4-15 15,8 3-11-15,-6-1-9 0,-2 6-7 16,1 3-2-16,0 0-5 0,0 7 5 0,-7 0 13 0,14 7 0 15,-13 0-7-15,12 4-8 0,-6 4-13 16,7-1-13-16,0 5-16 0,-2-1-11 0,2-3-7 16,6 3-13-16,0-6-6 0,0 2-4 15,6-3-8-15,2-4-7 16,4-3 1-16,1 0-1 0,0-5-5 0,0 2-2 0,7-6 0 16,-8-2-3-16,8-4-6 0,-7 0-4 0,7-3 0 15,-8-6-9-15,2 3-27 0,5-5-48 16,-5 0-91-16,-2 0-137 0,2-5-160 0,-2-2-182 15,2 4-174-15,-8-8-57 0,1 5 36 16,-1-3 106-16,0-2 143 0,2 0 182 0</inkml:trace>
  <inkml:trace contextRef="#ctx0" brushRef="#br0" timeOffset="12731.14">5033 9562 336 0,'0'-8'457'0,"-6"-3"67"0,6 4 71 16,0-1-49 0,0 5-89-16,0-1-61 0,0 1-55 0,0-2-45 0,0 2-65 15,0 3-65-15,0-4-67 0,0 4-40 16,0 4-9-16,0-4-5 0,6 8 18 0,-6-5 20 16,8 4 17-16,-8 4 12 0,6 0 11 15,0 1-1-15,-6-2-12 0,7 5-17 0,0 4-5 16,-1-5-6-16,-6 4-9 0,7-3-10 0,-1 3-2 15,-6 1-2 1,6-5-5-16,-6 4-2 0,7-3-3 0,-7-3-2 0,0 2-5 0,7-3-5 16,-7-4-3-16,6 0 2 0,-6-2 13 15,0-2 23-15,0 1 29 0,0-1 31 16,0-3 18-16,0 0 1 0,0-3-14 0,0 3-24 16,0-7-29-16,0-1-31 0,-6 1-24 15,6-4-14-15,-7 0-5 16,0-4-6-16,7 0-4 0,-6-4-1 0,6 5 1 15,-6-4 0-15,6 0-3 0,0 4 2 0,0-5-2 0,0 4 1 16,6 0-4-16,0 1 3 0,1-1 0 16,0 4-1-16,5-4 0 0,-5 4 1 0,6 1 0 15,0 2-1-15,7-3-1 0,-8 4 3 16,2 0-1-16,5 3 0 0,-6-1-1 16,6-2 2-16,-5 4 0 0,-1 3-1 0,0 0 2 15,0 0-2-15,0 3 1 16,-6 4 0-16,5 2-1 0,-5-2 0 0,6 4 1 0,-6 4 0 15,-1-5-1-15,0 5 2 0,1-1-3 16,-7 5 5-16,7-5-1 0,-7 5 0 16,0-2 2-16,6 0-1 0,-6 0 0 0,0-2 0 15,0 0-1-15,0 2 1 0,0-5 1 16,0 2 0-16,0-3 1 16,0 1-2-16,-6-5 3 0,6 0-3 0,0 1 0 15,0-5 0-15,0 1-1 0,0-4-5 0,0 3-17 16,0 2-33-16,0-5-59 0,6 0-83 0,-6-5-108 15,0 5-148-15,6-3-162 0,-6-4-160 16,8-1-151-16,4 1-27 0,1 0 50 0,0-5 121 16,6 1 162-16,1 0 187 0</inkml:trace>
  <inkml:trace contextRef="#ctx0" brushRef="#br0" timeOffset="13168.02">5946 9444 420 0,'0'-7'523'0,"6"-1"76"0,-6 1 63 16,6 3-69-16,-6 1-152 0,0 0-108 0,0 3-81 16,-6 0-63-16,0 3-50 0,-1 0-48 15,1 5-24-15,-8-2-8 16,2 2-6-16,-2 3-7 0,2 1-10 16,-1-1-5-16,-7 3-1 0,7-3-11 0,0 3-6 15,-7-2-3-15,7-1-3 0,1 0-2 16,-2-1-3-16,8-2-4 0,-8 3 0 0,8-4-1 0,0 0 5 15,-1 2 2-15,1-7 4 0,6 3 9 16,-7 1 12-16,7-1 12 0,0-2 12 0,0 1 16 16,7-2 14-16,-7 3 16 0,6 2 13 15,1-2 9-15,5 1 10 0,-4-2 3 0,4 3-1 16,2-4-7-16,-2 5-5 0,1 0-6 16,1-1-10-16,-2 0-11 0,2 0-11 15,-2 0-12-15,8 5-13 0,-7-5-12 0,1 0-11 16,-2 1-8-16,1 2-2 0,0-2-6 15,0 0-3-15,1-1-4 0,-2 0-2 0,-6-3-3 16,2 4-4 0,4-5-2-16,-12 1 0 0,7-1-3 0,-7-3-5 0,6 4-16 0,-6-4-25 15,0 4-42-15,0-4-64 0,0 3-96 16,0-3-137-16,0-3-172 0,0 3-200 16,0-4-133-16,0-3-27 0,0 3 49 0,0-7 116 15,7 4 174-15</inkml:trace>
  <inkml:trace contextRef="#ctx0" brushRef="#br0" timeOffset="13419.06">6252 9572 136 0,'-7'0'473'16,"7"0"68"-16,0 0 47 0,0 0 33 15,0 0-127-15,0 0-113 16,7 0-71-16,-1 0-32 0,0 0-19 0,8 0-22 15,-1 0-33-15,0 0-35 0,0 0-23 0,7-3-21 0,-1 3-20 16,-6-4-18-16,6 1-19 0,1-2-15 16,-6 5-14-16,5-3-14 0,-13-1-11 15,7 1-21-15,-6 3-51 0,5-4-90 0,-4 4-124 16,-8 0-144-16,0-4-163 0,0 4-166 16,0 4-51-16,-8-4 37 0,-4 4 92 0,5-1 132 15</inkml:trace>
  <inkml:trace contextRef="#ctx0" brushRef="#br0" timeOffset="13669.28">6272 9646 315 0,'-14'7'460'0,"8"0"46"0,-1-4 33 15,1 2-70-15,-1-2-113 0,1 1-54 16,6 0-14-16,0-1 5 0,0 1 7 16,6-4 2-16,7 4-19 0,-6-1-37 0,5-3-37 15,8 0-25-15,-7 0-16 0,7 0-11 0,0 0-9 16,-1 0-10-16,-6 0-10 0,6-3-16 15,-5 3-18-15,6 0-20 0,-14-4-17 0,7 4-18 16,0 0-11-16,-7 0-12 0,1 0-10 16,-1-4-26-16,0 4-43 0,-6 0-65 15,8 0-99-15,-8 0-127 16,0 0-135-16,6 0-143 0,-6 0-137 16,6-3-64-16,-6 3 28 0,0-4 89 0,7 4 120 0,-1-4 154 0</inkml:trace>
  <inkml:trace contextRef="#ctx0" brushRef="#br0" timeOffset="14152.9">6786 9481 338 0,'0'-12'425'0,"0"2"56"0,0 2 53 16,0 1-79-16,0 0-90 0,-7-1-42 0,7 5-22 15,-6-5-29-15,6 5-29 0,-6 0-40 16,-2 3-37-16,2-5-33 0,0 5-29 15,-1 5-20-15,1-5-10 0,-8 3-8 0,8 4 0 16,0 0-7-16,0 1-1 0,-8 4 1 16,8 2-2-16,-1-1-1 15,1 3-5-15,-1-2 1 0,7 5 4 0,-7 3 1 0,7-4-10 0,0 0 11 16,0 5 12-16,0-5 7 0,7 1 4 16,-7-2 4-16,7 2 17 0,-1-5-4 0,7 5-2 31,-7-9-3-31,8 5 3 0,-2-3 4 0,2-5 2 0,-1 0-1 0,-1-3 0 15,8-1 4-15,-6-3-12 0,5 0-9 16,1 0-8-16,-8-3-3 0,8-1 2 0,-7-3-3 16,7 0 13-16,-8-1 6 0,-4-3 4 15,4 0-3-15,1-4-6 0,-6 1-10 16,-1-5-14-16,-6-3-14 0,0 4-12 0,0-7-9 16,0 2-6-16,-6 2-5 0,-1-2-4 15,0 2-3-15,1 2 2 0,-6 1-3 0,-2 3-3 16,1 0-2-16,0 1 0 0,0 3-2 15,0 3-3-15,0-3-1 16,-7 8-1-16,7-1 1 0,1 0-4 0,-2 1-21 0,2 3-37 16,-2 0-52-16,8 0-62 0,-1 3-76 0,1 1-90 15,-1 0-106-15,7-1-132 0,0 2-161 16,0-2-177-16,7 0-50 0,-1 1 26 16,1 0 91-16,-1-4 151 0,8 0 203 0</inkml:trace>
  <inkml:trace contextRef="#ctx0" brushRef="#br0" timeOffset="14558.06">7040 9201 72 0,'-7'-6'488'0,"7"-5"87"15,-6 1 84-15,6-2 81 16,-7 5-95-16,7-1-151 0,0-2-90 0,7 5-55 0,-7-2-57 15,6 4-56-15,8-1-34 0,-2 0-33 0,2 4-23 16,-2 4-12-16,8 0-7 0,-1-1-8 16,1 9-6-16,0-5-5 0,5 4-8 0,-5 3-14 15,0 1-9-15,6 0-5 0,-7 4-5 16,1 1-3 0,-7 3 2-16,7 3 5 0,-8 0 2 0,2 6-2 15,-2-2-4-15,2 2-4 0,-8 5-6 16,-6 0-7-16,7-5-6 0,-14 2-6 0,7-5-4 0,-6 4 2 0,-8-7 1 15,2 2 3-15,-2-5 8 0,2-2 6 16,-2 2 7-16,1-4 4 0,1-5 6 16,-2-3 2-16,8 0-5 0,0-3-4 0,-8-1-6 15,8-4-7-15,6 1-10 0,-7 0-7 16,1-1-7-16,6-3-9 16,0 0-18-16,-6 0-36 0,-2 0-59 0,2-3-90 0,0-1-115 15,-1 0-177-15,0-3-244 0,1-1-287 16,0 1-114-16,-7 0-4 0,-1-4 67 15,-5-3 152-15,0 2 242 0</inkml:trace>
  <inkml:trace contextRef="#ctx0" brushRef="#br0" timeOffset="16231.7">4995 10719 146 0,'-7'0'367'0,"7"-4"56"15,-6 1 55 1,6 3-30-16,0-5-53 0,-6 2-34 0,6 3-20 0,0-3-18 16,0 3-28-16,0 0-45 0,0-4-52 0,6 4-56 15,0 0-46-15,-6 0-36 0,13 0-22 16,-6 4-4-16,6-1 2 0,-1 0 8 0,2 5 9 15,-8 1 16-15,14 0 13 0,-13 2 11 16,5 4 3-16,2 0 5 0,-2 4-1 0,2-1-4 16,-1 3-11-1,-1 1-8-15,-5-2-12 0,0 1-11 0,-1 2-11 0,0-6-8 16,2 1-1-16,-8 1-4 0,0-4 3 0,6-1-2 16,-12-3 6-16,6 1 5 0,0-5 7 15,-8-1 12-15,8-1 9 0,-6-2 6 0,0 0-2 16,-1-6-7-16,0 0-10 0,-5-5-18 15,5 0-13-15,-6-2-11 0,6-1-5 0,1-7-3 16,0 3-1 0,-1-7-2-16,0 0-3 0,7 0 3 0,0 3-2 0,7-3-1 15,-7 4 1-15,7-1-1 0,5 2 1 0,-5-1-2 16,6 3 0-16,-6 4-2 0,5 0-2 16,2-1 2-16,-2 9-1 0,2-5 1 0,-1 8-3 15,-7 0 2-15,7 4 1 0,-6 3 1 16,5 0 2-16,-4 5-1 0,-2-1-1 0,0 4 2 15,1-1-2 1,6 1-1-16,-7-1 0 0,1 1 2 0,-1 0 0 0,1-3-2 16,0-2 2-16,-1 1 1 0,0-5-1 0,1 2 0 15,6 1 1-15,-6-6 2 0,-1 0-2 16,0-3-1-16,8 0 2 0,-2-3-1 0,-4 0-1 16,-2-6 0-16,7 6 2 0,-7-8-2 15,1 3 1-15,-1-3 1 16,-6-3-2-16,7-1 0 0,-7-4 1 0,0 5 2 15,0-4-2-15,-7 0-1 0,7 3 2 0,-6 1 1 0,-1-2-1 16,1 2-1-16,-1 7 3 0,1-4-3 16,0 3-3-16,-8 2-1 0,8 1 0 0,-8 1 0 15,2 1-2-15,5 3 0 0,-6 0 5 16,6 3-3-16,-5 1 0 0,5 4 2 16,0-1 1-16,-6 3 0 0,13 2 0 0,-6 2 2 15,-1 2-1-15,7 2-1 16,0 0 1-16,0 0 0 0,7-3-1 0,-7 7 0 0,6-4 2 15,1 0 1-15,6 1 1 0,-6 0 5 16,5-5 2-16,2 4 4 0,-1-3 2 0,-1-1 5 16,2-2 3-16,-2-2 6 0,8 1 7 15,0 0 4-15,-7-6 2 0,7 2-1 16,-1-4-4-16,0-3-4 0,1 0-7 0,-1 0-7 16,1 0-7-16,-7 0-1 15,0-3-4-15,-6 3-2 0,-1-5-1 0,0 3-8 0,2 2-29 16,-2-5-48-16,-6 2-69 0,6-5-96 15,-6 1-127-15,6 0-150 0,-6 0-158 16,0-5-163-16,7-2-63 0,-7 3 26 0,7-4 91 16,-7 4 136-16,6-7 175 0</inkml:trace>
  <inkml:trace contextRef="#ctx0" brushRef="#br0" timeOffset="16512.87">5737 10599 347 0,'0'-8'470'0,"0"0"68"0,-6 1 72 16,6 0-36-16,0 3-99 0,-7 1-70 0,7 3-50 16,0-5-52-1,0 5-62-15,0 0-75 0,0 0-53 16,0 5-21-16,7-2-7 0,-7 4 1 0,6 1 13 0,-6 6 17 0,6 1 5 16,2 0-2-16,-8 4-1 0,6 2 0 15,0 5-6-15,0-4-8 0,2 3-8 16,-2 1-16-16,-6 0-20 0,6-4-16 0,1 4-16 15,-7-5-11-15,6 1-8 16,-6-3-3-16,7-4-1 0,-7-1-5 16,0 1-15-16,7-5-41 0,-7-2-56 0,0-1-99 15,0-3-149-15,0-4-180 0,0 0-181 0,0-4-127 0,0-3-32 16,-7-4 51-16,7 4 124 0,-7-8 171 16</inkml:trace>
  <inkml:trace contextRef="#ctx0" brushRef="#br0" timeOffset="17058.75">5711 10785 33 0,'-7'-4'398'0,"7"-3"67"16,-6 3 48 0,6-3 30-16,0 3-129 0,0 1-113 0,6-2-71 0,1-2-46 0,0 4-24 15,6-1-11-15,-1 4-4 0,8-4-3 16,0 1 2-16,-1 3-2 0,-5-4-6 0,5 4-7 16,0-2-16-16,1 2-6 0,-7 0-12 15,1 0-14-15,-2 0-10 0,1 0-6 0,-6 0 2 16,-1 2 3-16,1 2 1 0,-1-1 5 15,-6 5 4 1,6 0 0-16,-6-1-5 0,8 4-11 0,-8 0-12 0,0 4-12 0,6-1-6 16,-6 1-7-16,0 3-6 0,6-4-6 0,-6 6-1 15,6-3 6-15,-6-2 11 0,8 3 7 0,-2-3 8 16,0-4 11-16,1 0 11 0,-1 0 12 16,8-1 1-16,-8-2 2 0,6-4 1 0,-4-1-9 31,4-3-9-31,2 0-15 0,-1-3-6 15,-7-4-1-15,7 2 4 0,-6-2 9 0,5-4 9 0,-5 4 9 0,0-7 1 16,-1 3-8-16,-6-7-9 0,7 3-12 16,-7-4-9-16,0 1-10 0,0-1-1 15,0 1 8-15,0 0 7 0,0 4 9 0,0 2 10 16,0 1 10-16,0 4 2 0,0 0 0 16,0 0-7-16,0 2-8 0,0 2-12 0,-7-1-14 15,7 0-13-15,0 4-9 0,0 4-7 16,0 0-3-16,0-1 1 15,0 4-2-15,0 5 1 0,7-1-1 0,-7 4 1 0,6-1 0 16,0 1 0-16,1-1 1 0,0 1 1 16,-1 3-1-16,8-3 0 0,-8 0 0 0,0-1-2 15,7 1 0-15,-6-4-1 0,6 4 1 16,-7-8-18-16,8 4-32 16,-8-4-55-16,0-3-72 0,7-1-94 15,-6 2-131-15,0-5-155 0,-1-5-157 0,7 2-142 0,-13-4-108 16,7-1-3-16,-7 1 82 0,0-4 144 0,0-3 177 15</inkml:trace>
  <inkml:trace contextRef="#ctx0" brushRef="#br0" timeOffset="17924.07">6264 10781 161 0,'-6'-7'420'0,"0"0"69"0,-1-1 70 16,7 0 24 0,-6 6-90-16,6-3-82 0,0 2-62 0,0-1-48 0,6 0-49 0,1 4-53 15,5-3-42-15,-4 3-23 0,4 0-1 16,1 3 1-16,7-3-4 0,-7 4-16 15,0 0-5-15,0-1-4 0,0 4-16 0,0 1-10 16,7 0-4-16,-8-1 4 0,2 4 1 16,-1 0-3-16,0 4 2 0,-7-1-5 0,7 1-10 15,-7-1-8 1,2 1-12-16,-2 0-10 0,0 0-4 0,-6 4 0 0,0-5-2 0,0 0-2 16,0-3-2-16,0 4-2 0,-6-8 0 15,6 4-1-15,-6-4 1 0,-2-3 5 16,8 3 9-16,-6-3 11 0,0-4 6 0,6 0 6 15,-7-4 4-15,1 1 0 0,-1-1-4 16,7-3-8-16,-6-5-8 0,6 2-8 0,0-1-6 16,0-7-6-1,0-1-8-15,6 1-5 0,-6-1-3 0,7-3-4 0,-1 4-1 16,1-4 0-16,-1 4-2 0,8 4-1 0,-8-1 1 16,0 0 2-16,7 3-2 0,-6 2-2 15,6 2 2-15,0 1-1 0,-6 0-1 16,5 3 0-16,2 4-1 15,-8 0 0-15,7 0 1 0,0 4 2 0,-6 1-1 16,5 1 1-16,-5 1 0 0,6 5 1 16,-7-2 1-16,1 5-2 0,6 0 1 0,-6-1 0 0,-1 5 0 15,0-4 3-15,-6-1 2 0,8 4 4 16,-8-3 2-16,6 0 5 0,-6 4 1 0,0-9 2 16,0 5 5-16,6-5 1 0,-6 1 5 15,0-3 2-15,0-1 4 0,0 1 7 0,0-5 11 16,0 1 16-16,0-1 23 0,0-3 24 15,0 4 20-15,0-8 1 0,0 4-8 0,-6-3-18 16,6-1-25-16,0-4-33 0,-6-2-55 16,-2 2 0-16,2-3 0 0,6-3 0 0,-6-1 0 15,6-3 0-15,-7-1 0 0,7 6 0 16,0-7 0-16,0 3 0 0,7 2 0 16,-7 0 0-16,6 1 0 0,-6 2 0 0,6 1 0 15,8 0 0 1,-8 3 0-16,0-2 0 0,8 2 0 0,-1 5 0 15,-1-3 0-15,-4 1 0 0,4 1 0 0,2 4 0 0,-2 0 0 0,1 4 0 16,1 1 0-16,-8 1 0 0,7 1 0 16,-6 5 0-16,5-2 0 0,-5 1 0 0,0 4 0 15,-1 0 0-15,-6-1 0 0,7 0 0 16,-1 1 0-16,-6 0 0 0,0 3 0 16,0-3 0-16,6 0 0 0,-6 0 0 0,0-1 0 0,0-3 0 15,0 4 0-15,0-4 0 0,0-1 0 0,0-2 0 16,0-1 0-16,0 1 0 0,0-5 0 15,0 1 0-15,0 0 0 0,0-1 0 0,0-3 0 16,0 5 0-16,0-5 0 0,0 0 0 16,8 0 0-16,-8 0-95 0,0-5-109 0,-8 5-108 15,8-7-135-15,0 3-183 0,0-3-213 16,0-4-198-16,0 3-50 0,0-2 31 16,8-1 99-1,-2 0 176-15,6 0 242 0</inkml:trace>
  <inkml:trace contextRef="#ctx0" brushRef="#br0" timeOffset="18422.84">7450 10675 118 0,'0'-7'430'15,"-6"3"95"-15,6 0 109 0,0 1 52 16,0-4-62-16,0 3-72 0,0 1-57 0,0-2-49 15,0 1-65-15,0 1-63 0,0 0-49 0,0 3-52 16,0-4-40-16,0 4-40 0,0 0-43 16,0 0-27-16,0 4-14 0,0 2 0 15,0 3 6-15,6 1 9 0,-6 1 18 0,0 3 7 16,7 1 5-16,-7 4-2 0,0-1-5 0,0 3-8 16,6-2-12-16,-6 4-15 0,0-2-11 15,0-3-3-15,0 1-4 0,0-1-6 0,0-3-3 16,0 0 0-16,0 0-5 0,0-5-4 15,0-2 0 1,0-1-4-16,0-3-3 0,0 3-3 0,0-4 1 0,0-3 1 16,0 4-8-16,0-4 1 0,0 0-17 15,0-4-43-15,0 1-79 0,0-4-114 0,7-1-181 16,-7-3-234-16,0 1-277 0,0-5-123 16,6 0-13-16,-6 0 66 0,13 0 154 15,-7-2 222-15</inkml:trace>
  <inkml:trace contextRef="#ctx0" brushRef="#br0" timeOffset="18591.08">7802 10496 545 0,'0'-3'701'0,"-7"-6"102"0,7 6 69 16,0-2-58-1,0-1-204-15,0 6-209 0,0-4-146 0,0 0-99 16,-6 1-84-16,6 3-100 0,6 0-119 0,-6 0-147 0,0 0-179 15,7 0-229-15,-7 3-105 0,7 1-9 16,-1 0 61-16,0 2 118 0,7 2 165 0</inkml:trace>
  <inkml:trace contextRef="#ctx0" brushRef="#br0" timeOffset="18777.91">7906 10719 48 0,'0'22'487'0,"0"0"150"0,-6 0 126 0,6 0 99 16,0-1-61-16,-7 2-121 0,7-5-86 15,0 4-104-15,-7 1-87 0,1-5-70 16,6 3-64-16,-6-2-63 0,-1-1-51 0,0 0-44 16,-5-2-36-16,5-3-29 0,-13 3-43 15,8-1-75-15,-2-5-113 0,2 1-191 0,-2-4-277 16,-5 0-275-16,5-3-123 16,-4 0-16-16,4-4 62 0,-5 0 169 0,-1-4 261 15</inkml:trace>
  <inkml:trace contextRef="#ctx0" brushRef="#br0" timeOffset="21075.22">3934 11953 115 0,'-8'5'258'0,"8"-5"27"16,-6 0-5-16,6 0-12 0,-6 0-3 0,6 0 0 16,0 0 7-16,-7 0 18 0,7-5 29 15,-6 5 24-15,6 0 8 0,0 0-14 0,-7-3-16 16,7 3-28-16,0 0-41 0,-7 0-55 16,7 0-44-16,0 0-26 0,-6 0-21 15,6 3-14-15,-6 5-12 0,6-1 0 0,-7 8 13 16,0-1 9-16,7 5 3 15,0 4 0-15,0 2-5 0,0 0-3 16,7 4-15-16,-7 0-18 0,7 1-14 0,-1 0-13 16,0-1-9-16,1 0-10 0,0-3-7 0,-1-1-4 0,1-2-2 15,-1-5-1-15,0 0-4 0,2-3-1 16,-2-1-1-16,-6-3 2 0,6-4-9 0,-6 1-17 16,0-5-38-16,6 1-61 0,-12-4-94 15,6 0-135-15,0-4-147 0,-6-2-159 16,6-2-165-16,-6-7-44 15,-2 4 39-15,-4-4 104 0,5-3 136 0,1-1 171 0</inkml:trace>
  <inkml:trace contextRef="#ctx0" brushRef="#br0" timeOffset="21403.6">3777 12093 240 0,'-7'-11'460'0,"1"0"64"0,6 0 59 15,0 0 3-15,-7 1-113 16,7-3-64-16,7 3-52 0,-7 2-29 0,6-3-32 0,8 4-37 15,-8-4-37-15,6 4-42 0,8 0-15 0,0 3-14 16,-7 1-18-16,13-2-21 0,-6 2-21 16,-1 3-21-16,7 0-16 0,-6 3-13 0,6 2-7 15,-1 2-7-15,-5 0 0 0,0 4-1 16,-1 3-1-16,1 1 2 0,0-1 6 0,-14 5 6 16,7-4 2-1,-7 3 1-15,-6 1 4 0,0-1-2 0,0 0-8 0,-6 1-6 16,-7-1-7-16,0-4-6 0,0 1-8 0,0 2-2 15,-6-5-4-15,-1 3-7 0,1-4-13 16,-1-3-31-16,0 2-39 0,1-6-63 0,5 3-83 16,-4-7-108-16,10 0-113 0,-4 0-115 15,5-3-109-15,7-5-90 16,0 1-11-16,7 0 62 0,-1-4 101 16,0 3 131-16</inkml:trace>
  <inkml:trace contextRef="#ctx0" brushRef="#br0" timeOffset="21862.95">4076 12155 152 0,'14'-3'406'15,"-8"-2"68"-15,7 2 62 0,-6-1-10 16,-1 1-51-16,7 3-49 0,0-4-39 0,-6 0-31 16,5 1-30-1,2 3-40-15,-1 0-51 0,-7 0-43 16,7 0-34-16,0 0-23 0,1 3-16 0,-2 5-11 0,2-5-14 0,-2 4-16 16,-5 5-10-16,6-1-6 0,-6 0-5 15,-1-1-3-15,0 6-3 0,1-2-2 0,0 1-2 16,-7-1-5-16,0 1-6 0,0 0-6 15,0-1-3-15,0-2-4 0,-7-2-5 16,7 2-3-16,-7-1 0 0,1-4-1 0,6 0 0 16,-6-3 4-1,-1-1 1-15,0 1 0 0,7-4 1 0,-6 0-5 0,-1-4-4 0,1-3-6 16,0 0-1-16,6 0-1 0,-7-4-1 16,7-5 0-16,0 1-2 0,0-6 5 15,7 3-2-15,-1-4 0 0,0 0-2 0,1 4 3 16,-1-1 1-16,8 4-1 0,-8-3-1 15,0 7-1-15,8 0 3 0,-8 1-1 0,0 1-1 16,1 6-1 0,-1 0 0-16,8 3 1 0,-8 0-2 0,0 3-1 0,8 9 2 0,-8-6 9 15,1 9 8-15,-1-1 7 0,1 1 13 16,-1 4 5-16,1-1 8 0,-1-1-1 0,0 3 0 0,2-2-8 16,-8-3-6-16,0-1-5 0,6 0-6 0,-6-2-10 15,0-1-3-15,-6 0-3 0,6-3-8 16,0-6-29-16,0 3-55 0,-8-2-87 15,8-3-135-15,-6 0-176 0,0-8-208 0,6 1-212 16,-7-4-70-16,1-3 20 0,-1-1 97 16,1-3 157-16,-1 0 203 0</inkml:trace>
  <inkml:trace contextRef="#ctx0" brushRef="#br0" timeOffset="21997.14">4324 11987 380 0,'-7'-4'451'0,"7"0"31"15,-6 1 18-15,6-1-127 0,0 4-157 0,0-4-140 16,6 4-128-16,1 0-136 0,0 0-155 16,-1 0-82-16,7 0-37 0,0 0 16 15,0 0 60-15</inkml:trace>
  <inkml:trace contextRef="#ctx0" brushRef="#br0" timeOffset="22472.1">4532 12023 238 0,'0'3'358'15,"0"5"48"-15,0-3 48 0,7 1-70 16,-7 2-61-16,7-1-16 0,-7 4 17 0,6 0 19 16,-6 0-1-16,6 4-6 0,1-1-10 15,-1 1-14-15,1 3-40 0,0 0-37 16,-7 0-36-16,6 1-25 16,0-1-19-16,2 1-22 0,-2-1-23 0,-6 0-24 0,6-4-9 15,-6 1-16-15,0-4-15 0,6 0-12 16,-6-4-4-16,0 1 2 0,0-4 10 0,0 0 19 15,7-1 20-15,-7-3 14 0,0 0 3 16,0 0-4-16,-7-3-15 0,7-5-22 0,0 0-16 16,-6-2-19-16,6-5-11 0,0 1-5 15,0-5 0-15,0 1-4 16,0-4-6-16,0 0 3 0,6 0 1 0,1 4 1 0,-7-1-1 16,7 4 0-16,-1 1-1 0,1-1-2 0,-1 5 3 15,0-1-2-15,8 3-1 0,-8 1 0 16,7 0 1-16,-6 3-2 0,-1-1 0 0,7 3 2 15,-6 4-1-15,6 3 0 0,-7-1 0 16,8 7 1-16,-2 0-1 16,-5 0-2-16,6 3 3 0,-6 4 3 15,-1 1 3-15,0-1 0 0,0 1 2 0,2-1 4 0,-2 1 1 0,0-2-2 16,-6 2-2-16,7-5 1 0,-7 0-3 16,7 1-2-16,-7-4-2 0,6 0-6 15,-6-4-25-15,0 1-55 0,0 0-76 0,7-5-127 16,-7 1-180-16,6-4-217 0,-6-4-218 15,6 1-75-15,2-5 8 0,-2 0 90 0,0-2 162 16,0-1 212 0</inkml:trace>
  <inkml:trace contextRef="#ctx0" brushRef="#br0" timeOffset="22731.33">4968 12034 118 0,'-6'-11'497'0,"6"4"125"0,-6-4 114 16,0 7 88-16,6-3-127 15,-8 3-133-15,8 1-110 0,0-1-114 16,0 4-100-16,-6 0-64 0,12 0-36 0,-6 4-9 0,0 3 7 0,8 4 18 16,-8 0 17-16,6 4 6 0,0-1-5 15,0 7-13-15,2 2-16 0,-2 0-13 16,0-2-19-16,1 5-20 0,-1-1-19 0,1 1-13 16,0-3-13-16,-7-2-16 0,6 1-11 15,-6-1-7-15,6 2-5 0,-6-4-6 0,0-5-15 16,6 1-36-16,-6-5-61 15,0 2-81-15,0-5-118 0,0-3-179 0,0-4-220 0,0 0-224 16,0-8-82-16,-6 1 4 0,6-1 77 16,0-6 160-16,-6-1 221 0</inkml:trace>
  <inkml:trace contextRef="#ctx0" brushRef="#br0" timeOffset="22933.78">4903 12203 89 0,'-6'-4'506'0,"-6"1"125"16,4-2 89-16,8 5 57 0,0-2-122 0,0 2-153 0,8-5-114 15,4 5-104-15,1 0-66 0,7 0-37 16,0 0-29-16,-2 0-26 0,2 5-20 0,7-5-10 16,-1 0-13-16,-7 0-13 0,1 2-11 15,6-2-12-15,-14 0-10 0,8 0-11 0,-7 0-10 16,0 0-6-16,-6 0-13 0,5 0-33 16,-12 0-62-1,8 0-96-15,-2 0-123 0,-6 5-161 0,0-5-188 0,-6 0-141 0,6 0-28 16,-8 3 46-16,2-3 97 0,0 0 150 15</inkml:trace>
  <inkml:trace contextRef="#ctx0" brushRef="#br0" timeOffset="23513.29">5581 11965 223 0,'0'-15'407'0,"-7"0"53"0,-5 1 48 16,5-1-10-16,0 0-76 0,1 5-26 15,0-2-8-15,-1 1-7 0,0 4-16 0,7 0-49 16,-6 3-73-16,-1 1-68 0,7 3-43 15,-6 3-33-15,-7 1-13 0,6 7 6 0,-5 3 10 16,4 4 21 0,-4 4 13-16,5 1 9 0,-6 6 0 0,7 4-4 0,-1-1-6 0,7 6-16 15,0 1-16-15,-6 5-5 0,12 0-8 16,-6 1-15-16,7-1-10 0,6-1-6 0,-7 2-6 16,7-5-8-16,7-1-5 0,-1 3-3 15,-6-9-3-15,7-1-5 0,6-6-2 0,-7-4-5 16,1 0-5-1,-1-7-2-15,1-4-4 0,0-3-1 0,-1-2-3 16,1-2-14-16,-8-4-32 0,8-4-55 16,-7 1-66-16,1 0-88 0,-8-5-132 15,6-3-160-15,-4 0-173 0,4-3-182 0,-5-2-57 0,-7 2 21 0,6-5 97 16,1-3 154-16,-7 1 193 0</inkml:trace>
  <inkml:trace contextRef="#ctx0" brushRef="#br0" timeOffset="23772.31">5907 11924 53 0,'0'-10'491'0,"0"-6"106"0,-6 5 93 16,6 0 93-16,0 4-69 0,0-4-148 0,-8 8-110 16,8-5-87-16,0 5-83 0,0 3-90 15,0-4-71-15,0 8-54 16,-6-4-32-16,0 7-18 0,6 0-10 0,-7 1 0 0,1-2-2 15,-1 6-3-15,0-5-5 0,1 5-15 16,6-1-48-16,-6-1-79 0,-1-2-124 0,7-1-133 16,0 0-149-16,0 0-157 0,7-2-79 15,-1-2 12-15,7-3 83 0,0 0 118 16,0-3 142-16</inkml:trace>
  <inkml:trace contextRef="#ctx0" brushRef="#br0" timeOffset="23918.32">6011 11924 14 0,'13'-3'427'16,"-13"-2"101"-16,7 5 99 0,-7-2 79 0,0-3-75 15,0 5-121-15,0-3-96 0,0 3-78 16,0 0-84-16,-7 3-71 0,0 2-60 16,1-3-35-16,-1 3-26 0,1 2-23 0,0 0-13 15,-8 1-15 1,8 2-34-16,0 2-79 0,-2-1-117 0,2 3-144 16,0-3-156-16,6 4-175 0,0-5-66 0,0 5 25 0,0 0 86 15,6 0 130-15</inkml:trace>
  <inkml:trace contextRef="#ctx0" brushRef="#br0" timeOffset="24380.45">6369 12173 376 0,'0'-3'540'15,"-6"-1"90"-15,6-3 89 0,-7 0-29 0,7-1-145 16,-7 1-116-16,1 3-88 0,-7-3-81 15,6 3-87-15,-5 0-59 0,-2 1-43 0,1 0-27 16,-7 3-16 0,1 0-12-16,0 3 0 0,6-3-5 15,-7 3-4-15,7 5-4 0,-6-5-2 0,12 5 4 0,-6-5-2 16,6 4-3-16,1 1-1 0,6-1 1 0,0-3 3 16,0 3-3-16,6 1 4 0,8 0 1 15,-1 2 1-15,-1-2-1 0,2-1-4 0,6 0 1 16,-1 5-2-16,0-6 3 0,0 5 0 15,1 1 2-15,0-2 4 0,-7 1 4 16,7 0 7-16,-8 4 6 0,-5-4 13 0,6 3 14 16,-13 1 19-16,7 0 18 0,-7-1 19 15,-7-2 16-15,1 2 6 0,-1 1 2 0,-6-4-8 16,0 0-13-16,-6 0-20 0,5-4-19 16,-5 0-9-16,-1 1-13 0,7-4-5 0,-6-1-6 15,0-3-5-15,5 0-2 0,-6 0-4 16,8-3-7-16,-8-1-7 0,7-4-5 15,0 1 0-15,0 0-21 16,0-1-35-16,7-3-50 0,-1 0-72 0,0 0-108 0,1 1-151 0,12-1-154 16,1-1-164-16,0-2-130 0,6 3-28 15,-1-1 58-15,8 2 122 0,6 2 155 16</inkml:trace>
  <inkml:trace contextRef="#ctx0" brushRef="#br0" timeOffset="25777.88">6578 12210 152 0,'0'-3'453'0,"0"-1"62"0,-7 0 57 16,7 4 39-16,-7-3-99 0,-5 3-97 0,5 0-60 15,0 0-34-15,-6 3-30 0,0 1-47 16,0 3-51-16,7-3-38 16,-8 3-23-16,2 5-15 0,5-6-12 15,1 5-14-15,-1 1-10 0,1-2-8 16,6 5-5-16,-7 0 2 0,14-5-3 0,-7 6 3 0,6-5 5 0,1-1 4 15,-1 5-4-15,7-4-6 0,1 0-6 16,-2-4-8-16,8 1-11 0,-7-1-13 0,7-4-4 16,-1 1-3-16,0 0-4 0,1-8 0 15,-1 4 1-15,-5-4 6 0,5 1 9 0,-6-4 9 16,-6-1 9-16,5 1 7 0,-4-1 4 16,-2 1 0-1,-6-4-9-15,0 0-10 0,0-4-12 0,-6 1-10 0,-8 0-8 16,8-1-9-16,-14-4-5 0,7 5-2 0,0 3-2 15,-6-3 2-15,5 2-3 0,-5 1 0 0,6 0 1 16,0 3 2-16,7 1 1 0,-1 4-5 16,0-1-1-16,1 0-8 0,6 1-15 15,0-1-18-15,0 4-15 0,6 0-19 0,1 0-22 16,6 0-18-16,0 0-11 16,0 4-3-16,6-4 0 0,-5 3 5 0,5-3 15 0,-6 4 22 15,0-4 21-15,0 4 23 0,0-4 15 16,-7 0 19-16,2 0 13 0,-2 3 5 0,-6-3 8 15,6 0 2-15,-6 0 5 0,0 0-1 16,6 0 0-16,-6 0 0 0,0 0-1 0,0 5-7 16,0-5-1-16,0 0 3 0,0 2 9 15,0-2 8 1,7 8 7-16,-7-4 11 0,0 3 6 0,0-1 9 0,0 3 0 0,7 2-1 16,-7 0 0-16,0 0-6 0,6 0-1 15,-6 3-2-15,0-3-3 0,7 4 3 16,-7-1 3-16,6 2 7 0,-6-2-5 0,6 1 2 15,-6 0 2-15,8-1-1 0,-2 0-5 16,0 2-8-16,-6-6 0 0,7-3-11 16,0 5-10-16,-7-4-11 0,0-6-4 15,6 6 6-15,-6-4 17 0,0-4 21 16,0 3 14-16,0-3 9 0,0 0 1 0,0-3-5 0,0-1-17 16,-6-4-22-16,6 1-15 0,0 0-7 0,-7-4-5 15,7-3-3-15,-7 2-3 0,7-2 1 16,0-1-3-16,7-3 0 0,-7 3 0 0,7-4 0 15,-1 5-2-15,0 0-4 0,1-1 0 16,6 0-1-16,0 4-1 16,-7 0 1-16,8 0-1 0,5 4 2 0,-6-4 0 0,0 2-1 15,1 7 3-15,4-2-1 0,-4-3-1 16,-1 3 0-16,-7 4 2 0,8 0 2 0,-8 0-1 16,0 4 1-16,0 0 1 0,2 3 0 15,-2 0-1-15,0 0 0 0,1 4 1 0,-7 4-2 16,6-4 3-16,-6 4 0 0,0-1 3 15,7 1-2-15,-7-1-2 16,7 2 0-16,-7-6 0 0,6 5-1 0,-6-4-1 0,6 0 3 16,0 0 1-16,2-4 1 0,-2 0-1 15,0 1-1-15,7 0 1 0,-6-5 0 0,6 0 0 16,0 1-1-16,6-4 0 0,-5 0 1 16,5-4 2-16,-6 4-3 0,6-3 3 0,-5-5 0 15,5 5-2-15,-5-5 2 0,-2 1 1 16,2 0 5-16,-2-4-4 15,-5 3 1-15,6-2-1 0,-13-5-1 0,7 3-6 0,-7 2-5 16,0-1 3-16,0 0 3 0,-7-1 1 16,0 2 0-16,-6-1 6 0,7 4-3 0,-8-4-1 15,2 3-2-15,-8 1-1 0,7 3 0 16,1-2-1-16,-2 6 2 0,1-5-1 16,0 5-2-16,0 0 2 15,0 5 0-15,0-2 0 0,7 4 0 0,-8 0 0 16,8 1 1-16,0 6-3 0,-1-3 0 0,7 3 2 0,-7 1 1 15,7 1 1-15,0-3 1 0,0 3 0 16,7-2 0-16,-7-2-2 0,7-2-1 0,-1 1 1 16,0 0 0-16,8-4 0 0,-2-2 3 15,-5 1 0-15,6-2 1 0,0-4 0 0,0 0-2 16,0 0 3-16,1 0 4 16,-8-4 10-16,7 1 11 0,-7-5 11 15,1 5 8-15,0-8 8 0,-1 4 2 0,0-1-1 0,0-2 0 16,2-2 3-16,-8 5 4 0,6-4 5 15,-6 4 6-15,0 0 7 0,0-1 4 0,6 5-87 0,-6-2 0 16,0 2 0-16,0-1 0 0,0 0 0 16,0 4 0-16,0 0 0 0,0 0 0 0,0 0 0 31,0 4 0-31,0 0 0 0,0 4 0 0,0-2 0 16,7 1 0-16,-7 5 0 0,6-1 0 0,1-4 0 0,0 5 0 15,-1-2 0-15,7 1 0 0,-6-4 0 16,-1 1 0-16,7 3 0 0,-6-8 0 0,6 5 0 15,-7-5 0-15,7 0 0 0,0 2 0 16,0-5 0-16,0 0 0 0,0 0 0 16,-6 0 0-16,6-5-33 0,-7 2-289 0,0 0-101 15,2-5-123-15,-2 5-147 16,0-5-168-16,1 1-162 0,-7-4-33 0,0 0 49 0,0 4 119 16,0-4 173-16,0 0 217 0</inkml:trace>
  <inkml:trace contextRef="#ctx0" brushRef="#br0" timeOffset="26028.25">7509 11946 106 0,'0'-11'502'0,"-6"0"131"16,6 3 115-16,0 1 87 0,0 1-119 15,-8 1-145-15,8 2-118 0,0-1-121 0,0 0-109 16,-6 4-85-16,6 4-58 0,0 0-36 15,-6-1-20-15,-1 5-8 0,1 0-4 16,-1 2-10-16,1-2-15 16,-1 3-47-16,1-4-110 0,6 4-141 15,-7-4-168-15,7 1-186 0,0-1-135 0,7 0-30 16,-1-3 66-16,1 3 118 0,6-7 156 16</inkml:trace>
  <inkml:trace contextRef="#ctx0" brushRef="#br0" timeOffset="26200.12">7626 11961 247 0,'0'-3'536'0,"7"-2"139"0,-7-2 114 16,6 4 24-16,-6-1-120 0,0 0-127 16,0 4-125-16,0-3-133 0,0 3-105 15,0 0-87-15,0 3-50 0,-6 1-27 0,6 3-14 16,-7 0-7-16,7 1-6 0,-7-1 6 0,1 4-4 16,-1 0-14-16,1 0-26 0,0-4-66 15,-1 4-126-15,0 1-164 0,1-2-202 16,6 2-191-16,0-5-81 0,0-1 9 0,0 3 97 15,6-2 143-15,1 0 195 0</inkml:trace>
  <inkml:trace contextRef="#ctx0" brushRef="#br0" timeOffset="26667.35">7886 11895 229 0,'0'-4'561'0,"0"-3"123"0,-6 4 98 16,6-6 61-16,0 6-142 0,0-4-124 0,0 3-97 15,0 1-85-15,0-1-69 0,0 0-61 16,6 4-53-16,-6 0-38 16,7 0-40-16,0 0-30 0,-1 4-18 15,7 3-7-15,-7 1-2 0,8-2-3 0,-8 6-1 0,7 2-3 16,0 2-5-16,0 2-10 0,1 0-9 0,-2 0-5 15,-6 4-3-15,8 4-4 0,-1-1-1 16,-7 0 0-16,1 2-1 0,0 2-3 0,-7 1-4 16,6-1-1-16,-6 0-2 0,-6 0 0 15,6-3-6-15,-7 3 1 0,0-3 5 0,1-5 9 16,-1 2 13 0,1-4 11-16,-8-1 18 0,8 0 11 0,0-7 8 0,-8 0 8 0,8 0-2 15,0-4 0-15,-1 0-62 0,1-3-36 16,-1 4 0-16,0-8 0 0,1 3 0 15,0-3 0-15,6 0 0 0,-6 0 0 0,6 0 0 16,0-3 0-16,-8 3 0 0,8-4 0 16,0-4 0-16,0 6 0 0,-6-6 0 15,6-1 0-15,0 3 0 16,0-2-388-16,0-3-173 0,6 0-198 0,-6 1-239 0,8-5-132 16,-2 0-12-16,0 1 60 0,7-4 141 15,7-1 224-15,0 1 290 0</inkml:trace>
  <inkml:trace contextRef="#ctx0" brushRef="#br0" timeOffset="26887.73">8388 11935 310 0,'0'-3'701'0,"-7"-1"129"0,7 0 101 15,-6 1 80-15,6-2-164 0,0 3-229 0,-6-3-161 16,6 2-112-16,0 3-91 0,0-3-77 15,6-2-68-15,-6 2-44 16,0-1-36-16,6 4-48 0,-6-4-67 16,0 4-108-16,7 0-164 0,0 0-203 0,-7 0-230 0,6 0-156 0,1 4-38 15,-1 0 49-15,0-1 134 0,1 5 185 16,0 0 230-16</inkml:trace>
  <inkml:trace contextRef="#ctx0" brushRef="#br0" timeOffset="27074.33">8479 12216 83 0,'-6'20'528'0,"-1"-2"160"16,1 0 132-16,-1-3 104 0,0 0-78 0,1 3-122 15,0-4-112-15,-1 5-112 0,0-4-100 0,-5 0-80 16,5-1-73-16,-6-3-68 0,0 3-53 16,0 1-44-16,0-5-48 15,-7 2-66-15,7-1-92 0,1-3-133 16,-2-2-205-16,2 1-273 0,5-2-237 15,-6-5-87-15,0 4 9 0,-1-8 87 0,2 4 180 0,-2-5 261 16</inkml:trace>
  <inkml:trace contextRef="#ctx0" brushRef="#br0" timeOffset="29683.94">4122 13471 67 0,'0'0'260'0,"0"-5"43"16,-6 5 23-16,6-2-13 0,0-3-21 16,0 1-5-16,0-3 18 0,-7 3 20 0,7-3 23 15,0 0 11-15,0-4 3 0,-7 4-4 16,7-4-20-16,-6 0-34 0,6 4-48 15,-6-5-40-15,-1 2-34 0,0 2-31 0,1 1-28 16,-7 0-20-16,7-1-19 0,-8 4-20 16,2 0-16-16,-2 4-12 0,-5 0-10 15,6 4-6-15,0 0-5 0,-7-1-3 0,8 4-4 16,-2 2-2-16,8 2-2 0,-7-1-2 16,6 5 4-16,0 3 8 0,7 0 14 0,0 4 15 0,0 5 14 15,7-2 17-15,0 4 13 0,-1 0 2 16,1 1-6-16,-1 2-10 0,0 1-9 0,8-3-16 15,-8-1-13-15,-6 2-7 16,6-4-8-16,2 0-1 0,-8-2-7 0,0 1-4 0,0-8-1 16,-8 4-4-16,8-4 2 0,-6-4-11 15,0 3-14-15,0-7-31 0,-2-3-47 0,2 1-65 16,0-5-83-16,-7 1-102 0,6-4-120 16,-6-4-118-16,7-4-116 0,-8-2-119 15,8-5-15-15,-7 1 58 0,0-4 109 0,0-1 133 16</inkml:trace>
  <inkml:trace contextRef="#ctx0" brushRef="#br0" timeOffset="30262.14">3731 13741 65 0,'0'-2'348'0,"0"-3"46"15,0 1 38-15,0 1-24 0,6-2-72 0,2-1-68 16,4 2-34-16,1 0-4 0,7-2 14 16,-8 1 13-16,15 2 3 0,-7-1-5 0,6-3-15 15,0 3-19-15,-1 0-36 16,9-3-35-16,-9 4-33 0,1-1-29 0,0 1-24 0,1-2-23 15,-8 1-15-15,0 1-14 0,1 0-5 16,-7 3-5-16,-7 0 0 0,8 0-1 0,-8 0 4 16,0 0 4-16,-6 0 6 0,8 0 8 15,-8 3 8-15,6 0 8 0,-6 1 6 0,0 4 4 16,0-1 7 0,0 0 11-16,0 1 6 0,0 3 4 0,0 0 2 15,0 0-4-15,6 3-7 0,-6-3-3 0,0 0-5 0,0 3-3 16,7-2 0-16,-7-1 5 0,6 3 7 15,-6-2-3-15,7-1 0 0,-1 0-5 0,1-4-2 16,-1 4-3-16,0-8-3 0,2 5 3 16,4-5 2-16,-5 1-2 0,6-4-3 15,0 4-6-15,0-8-13 0,0 4-10 0,0-4-7 16,0 1 1-16,0-5 3 16,-7 5 6-16,8-5 9 0,-8 1 12 0,0-4 9 0,2 0 5 15,-2-4-4-15,0 1 1 0,-6-1-4 0,0 5-9 16,0-6 1-16,0 2-2 0,0 2 0 15,0 2 0-15,0 0 2 0,-6 2-1 0,6 0-5 16,-6 1 0-16,6 3 3 0,0 1 2 16,0-1-5-16,-8 4-2 0,8-3-4 15,0 3-9-15,0-4-12 16,0 8-7-16,-6-4-5 0,6 7-4 0,0 0-1 0,0 0 1 16,0 4 2-16,0 4 0 0,0 0 1 0,6-1 1 15,-6 1 0-15,8 3 0 0,-2-3 0 16,0-1 1-16,1 1-3 0,-1 0-3 15,1-4-10-15,-1 0-20 0,1 0-35 0,-1-4-52 16,8 0-63-16,-8 2-74 0,7-7-74 16,0-2-96-16,6 0-112 15,-5-2-111-15,5-3-108 0,-6-2-115 0,0-4-24 0,0 0 55 16,0 0 116-16,1-4 144 0,-8-3 166 16</inkml:trace>
  <inkml:trace contextRef="#ctx0" brushRef="#br0" timeOffset="30793.87">4617 13658 264 0,'0'-12'441'0,"-6"1"65"15,6 4 75 1,-6 0-18-16,-2 0-72 0,8 2-54 0,-6 2-47 16,6-1-42-16,0 0-60 0,0 1-75 0,-6 3-71 0,6 0-54 15,6 3-34-15,-6 1-15 0,0 0-6 16,6 4 4-16,2-1 17 0,-2 4 13 0,0 0 12 16,0 4 10-16,8-1 11 0,-8 0 8 15,1 2 0-15,-1 1-3 0,0-2-7 0,-6 3-9 16,8-4-7-16,-2 5-13 0,-6-4-10 15,6-4-5-15,-6 4-5 16,0-8-4-16,6 4-7 0,-6-3-5 0,0-5 1 0,0 4 7 16,0-3 21-16,0-4 28 0,0 3 23 15,0-3 12-15,0-3-4 0,0-1-9 0,-6 0-24 16,6-2-32-16,-6-2-26 0,6-7-11 16,-6 4-8-16,6-7-4 15,-8 3-4-15,8-4-1 0,0 1 1 0,0 0-3 16,8 0 1-16,-2 3 0 0,0-3 0 15,0 7-1-15,1-4 0 0,6 1-3 0,0 3 1 0,1-1 0 16,-2 2-2-16,8 2 1 0,-7-3 1 0,0 8 4 16,6-4-3-16,-5 2 1 0,-2 2 0 15,2 3-2-15,-1 0 1 0,-1 0 0 0,-4 8 1 16,4-1-2-16,1 0 1 0,-6 4 1 16,6 3 1-16,-7 2-1 0,0-2 4 0,2 5 6 15,-2-5 8 1,0 4 5-16,-6 1 7 0,0-5 6 0,6 4 2 0,-6-2-4 15,0-6-3-15,0 5-5 0,8-4-7 0,-8-3-6 16,0-1-8-16,0 0-3 0,0-3-1 16,0-1-8-16,0 1-19 0,0 0-37 0,0-4-65 15,0 0-93-15,6-4-118 0,-6 0-159 0,6-3-178 16,1 0-190-16,-1-5-113 0,1-2-2 16,6-1 66-1,-1 0 139-15,8 1 184 0</inkml:trace>
  <inkml:trace contextRef="#ctx0" brushRef="#br0" timeOffset="31386.98">5438 13459 15 0,'-7'-7'480'0,"7"3"111"16,0-3 87-16,0 3 74 0,-6 1-69 0,6-1-157 15,-7 1-130-15,7 3-105 0,0 0-69 0,0 0-58 16,0 3-38-16,0 1-28 0,0 3-11 15,0 0 7-15,0 4 3 0,0 1 3 0,7 2-5 16,-7 1 3-16,0-1 4 0,6 0-3 16,-6 2-10-16,7-2-10 0,-7 0 0 0,0 1-7 15,6 0-4-15,-6-1-1 0,0-2-1 16,7-1 1-16,-7-4-5 16,0 5-4-16,0-9-1 0,6 4 3 0,-6-3 10 0,0-4 16 15,0 3 19-15,0 1 16 0,0-4 5 0,0 0-1 16,0-4-17-16,-6 1-23 0,6-1-25 15,0-3-25-15,-7-5-14 0,7 2-10 0,0-1-5 16,-6-3-2-16,6-2-4 0,-7-2 1 16,7 0 0-16,0 0-1 15,0-4 2-15,7 3-1 0,-1 1-2 0,-6 4 0 0,13-2-2 16,-7 2 1-16,8 3-2 0,-8 0 0 16,14 0 1-16,-7 4 1 0,0-1 0 0,6 1-1 15,-5 4 0-15,-2-2 0 0,1 5 1 16,1 0-1-16,-2 5-1 0,2-2 0 15,-2 4 1-15,2 1 1 16,-8 3 0-16,7-1 0 0,-7 2 2 16,2 2 0-16,-2 4 2 0,0-3-1 0,0 0 0 0,1 0 1 15,-7-1-1-15,0 1 1 0,7-1 2 0,-7-3 0 16,0 4 5-16,0 0 4 0,0-4 3 16,0-1 1-16,0 2 1 0,0-5 1 0,-7 1-5 15,7 2-3-15,0-5-3 0,0 2-3 16,-7-4-2-16,7 1-3 0,0-1-11 0,0-3-25 15,0 4-46-15,0-4-75 0,0 0-94 16,0-4-113-16,-6 1-146 0,6-1-150 16,-6 1-168-16,6-4-132 0,0-2-17 0,6-1 55 15,-6 3 125-15,6-9 159 0,1 6 204 16</inkml:trace>
  <inkml:trace contextRef="#ctx0" brushRef="#br0" timeOffset="31684.58">5992 13314 322 0,'0'-5'540'0,"6"-2"103"16,-6 2 82-16,0 2-20 0,0 0-151 0,0-1-143 15,0 4-89-15,0 0-64 0,0 7-50 16,-6 1-29-16,-2-1-6 0,8 7 15 16,-6 2-3-16,0 2-5 0,0 3 0 0,-2 2 3 15,2 3 0-15,-7-1-1 16,7 0-7-16,-1 1-9 0,0 4-11 0,-5-5-12 0,6 4-12 15,-2 0-12-15,-4 1-13 0,5-1-12 0,1-2-18 16,-1 1-16-16,7-6-16 0,-7 0-14 16,1-3-11-16,6-1-8 0,-6-3-5 15,6-4-9-15,0-4-13 0,0 1-29 0,0-2-57 16,0-2-85 0,0 0-108-16,6-8-141 0,0 4-161 0,1-7-168 15,6-4-166-15,-6 4-64 0,5-4 29 0,2-4 105 0,5 4 152 16,1 0 184-16</inkml:trace>
  <inkml:trace contextRef="#ctx0" brushRef="#br0" timeOffset="32169.28">6134 13694 378 0,'0'-4'490'0,"0"-7"84"16,7 4 97-16,-7 0-41 0,7 0-87 16,-7-2-66-16,6 3-50 0,1-2-52 15,-1 1-65-15,7 0-65 0,-6 0-42 0,5-1-31 16,-4 4-23-16,4-3-16 0,1 3-19 15,0 0-19-15,0 1-19 0,1 3-13 0,-8 0-11 16,7 0-12-16,0 3-6 0,-6 5-2 16,5-5-2-16,-5 8-2 15,0 1 1-15,-1-1 0 0,0 3 3 16,-6 1 7-16,0 3 7 0,0-3 1 0,-6 3-1 0,0 0 2 16,-1 0-1-16,-6 0-9 0,0 1-4 0,0-1-2 15,-6 1-4-15,5-4-2 0,1 0 2 16,0-5 5-16,0 1 9 0,1 0 14 0,4-4 19 15,2 1 19-15,0-5 19 0,-1 1 14 16,0 0 17-16,7 0 12 0,-6-4 3 0,6 0-3 16,0 0-10-1,0 0-146-15,0 0 0 0,6 0 0 0,1 0 0 16,0-4 0-16,5 0 0 0,2 4 0 16,-1-4 0-16,6 4 0 0,8-3 0 15,-8 0 0-15,7-2 0 0,0 3 0 0,7-3 0 16,-7 5 0-16,0-4 0 0,0 1 0 15,-7 3 0-15,1-4 0 0,-7 4 0 0,0 0 0 16,-7-4 0-16,7 4 0 0,-13 0 0 0,7-3 0 16,-7 3 0-16,0 0 0 0,0 0 0 0,0 0-144 0,-7 0-210 15,1-4-119-15,-1 4-153 0,7-4-181 16,-13 1-200-16,7-5-72 0,-1 5 19 16,-5-4 90-16,-2-1 164 0,1 1 214 0</inkml:trace>
  <inkml:trace contextRef="#ctx0" brushRef="#br0" timeOffset="32685.43">5294 13144 186 0,'-6'-4'369'0,"-1"1"45"16,1-1 41-16,-1 1-52 0,-5 3-79 0,4-4-42 0,-4 4-13 15,5-4 5-15,-6 4 8 0,0 0-1 16,7 0-8-16,-8 0-13 0,2 4-18 16,-8-4-20-16,7 4-25 0,0 3-22 0,0 0-17 15,0 4-13-15,0 4-11 0,7 4-5 0,-7-1-1 16,6 8 2-16,0 6 2 0,1 0 6 16,0 5 4-16,6 4-1 15,0 3 0-15,0 3-2 0,6 1-2 16,0 3-9-16,8 0-7 0,5 1-4 0,-6 2-11 15,6 2-4-15,8-5-10 0,-1 0-12 0,0 2-11 0,0-7-14 16,7 2-12-16,-1-7-13 0,1-1-9 16,-1-7-5-16,1-4-6 0,-1 0-6 0,1-10-17 15,-7-1-33-15,6-3-51 0,-12-8-86 16,6-3-109-16,0-1-158 16,0-6-187-16,0-5-203 0,0-3-169 0,1 1-32 0,5-2 46 15,-7-2 127-15,9-4 183 0,-2-1 227 0</inkml:trace>
  <inkml:trace contextRef="#ctx0" brushRef="#br0" timeOffset="33308.97">6395 13056 396 0,'-7'0'516'0,"1"0"80"0,0 0 87 15,-1-3-39-15,1 3-105 0,6 0-84 16,-7 0-62-16,7 0-55 0,0 0-72 0,0 0-70 16,7 3-52-16,-1-3-32 0,7 4-10 15,0 0-6-15,6 3 0 0,1 5 6 0,6-2 1 16,-7 0-1-16,8 9-1 0,-8-1 2 15,8 4 2-15,-1 5-2 16,-1-2-2-16,-5 8-2 0,6 0-6 0,0 1-9 0,-7 2-10 0,1 0-7 16,0 0-7-16,-7 1-1 0,-1 0-4 15,2 0 5-15,-8 2 7 0,1 3 2 16,0-3 1-16,-7-2-1 0,0 3-1 0,-7-4 1 16,0-2-5-16,1-1-4 0,0-4-2 15,-8 5-1-15,8-9-2 16,-7-3-8-16,-1 0 3 0,8-4 8 15,-6-4 4-15,4-2 6 0,2-1 1 0,0-8-1 0,-1 5-48 16,1-5-20-16,-1-3 0 0,0 0 0 0,1 0 0 16,6 0 0-16,-6-3 0 0,-1-1 0 15,7 0 0-15,-7 1 0 0,1-5-108 0,6 5-140 16,-6-9-111-16,6 5-144 0,0-4-180 16,0 1-207-16,6-6-167 0,0 2-28 15,8-1 49-15,-2-3 123 16,8 3 190-16,-1-3 243 0</inkml:trace>
  <inkml:trace contextRef="#ctx0" brushRef="#br0" timeOffset="33554.08">7327 13250 532 0,'-7'-3'756'15,"7"-1"107"-15,0 1 79 0,-7-1 9 16,7 1-216-16,0-2-236 16,-6 2-142-16,6 3-97 0,0-4-72 0,0 4-61 15,0 0-52-15,0 0-48 0,0 0-53 16,0 0-66-16,0 4-117 0,0-4-176 16,0 3-222-16,0 2-233 0,6-2-100 15,-6 4-12-15,0-3 75 0,7 7 152 0,0-4 212 16</inkml:trace>
  <inkml:trace contextRef="#ctx0" brushRef="#br0" timeOffset="33731.11">7372 13569 95 0,'-7'22'574'0,"1"-4"160"16,0 1 115-16,-1-1 93 0,7 1-69 16,-7-1-155-16,1 1-134 0,0-2-112 0,-1 3-83 15,0-3-74-15,-6 1-69 0,7 1-65 16,-8-1-59-16,2-3-46 0,-1 3-36 0,0-4-58 15,0 1-89-15,-7-4-129 0,7 1-197 0,0-6-265 16,7 2-269-16,-7-2-109 0,6-1-1 16,-6-5 82-1,7 3 173-15,-8-3 251 0</inkml:trace>
  <inkml:trace contextRef="#ctx0" brushRef="#br0" timeOffset="35293.74">4005 15159 24 0,'6'-4'282'0,"0"1"40"0,2-1 38 15,-2 0-32-15,0 1-41 0,8-5-31 16,-8 5 1-16,1-5 23 0,-1 4 35 15,0-2 33-15,8-2 20 0,-14 5 7 0,6-5-5 16,0 1-26-16,-6 0-43 0,7-1-44 16,-7-3-35-16,0 5-31 15,0-2-29-15,-7 0-18 0,7-3-17 16,-6 4-20-16,0-1-14 0,-1 1-11 0,0-1-10 0,1 5-5 0,0 0-9 16,-1-1-5-16,1 4-6 0,-1-4-3 0,0 4-6 15,-5 4-8-15,4-4-5 0,2 7-6 16,0 1-5-1,0-1-6-15,-1 7 0 0,0 1-1 0,1 1 5 16,6 5 6-16,-7 1 10 0,7 3 9 16,7 5 3-16,-7-5 7 0,6 5 9 15,1-1 3-15,-7-3 1 0,7 3-2 0,-1 1-2 0,0-5-8 0,0 1-9 16,2-5-11-16,-8 5-10 0,6-8-6 16,-6 4-5-16,6-2 0 0,-6-6-1 0,0 1-7 15,0-5-16-15,0 1-24 0,-6-3-40 16,6-5-57-16,0 0-73 0,-6 2-81 0,6-5-90 15,-8-5-104-15,8 2-85 0,-6-4-71 16,6-4-45-16,-6-3-19 16,6-1 16-16,-6 1 50 0,-1-6 69 0,0 2 96 0,-6-4 122 15,7 4 142-15,-8 3 155 0,2 1 145 16,-2 0 114-16,2 5 75 0,-8-2 39 16,7 8 6-16,0-5-16 0,0 2-17 0,0 1 3 15,7 1 15-15,-1 1 23 0,0 3 5 16,7-3-14-16,0 3-29 0,0-4-41 0,7 0-38 15,6 1-40-15,0-1-25 0,7 0-8 16,-8 1 4-16,15-1 6 0,-1-3 0 16,0 3 0-16,7-3-9 0,-7 3-16 0,6-3-17 15,-6 4-20-15,7-2-17 0,-14 2-24 16,7-1-15-16,-12 4-14 0,-2-3-8 0,1 3-6 16,-6 0-4-16,6 0 3 0,-13 0 4 15,6 3 1-15,-6 1 5 16,6-1 4-16,-6 5 3 0,0-1 0 15,0 0 5-15,0 1 7 0,0 3 7 0,-6-4 4 0,6 4 6 0,0-1 10 16,0 2 5-16,0 2 0 0,0-3 1 16,6 1-1-16,-6-1-2 0,0 0-3 0,8-1-8 15,-2 2-3-15,0-1 0 0,1-4 3 16,6 0 2-16,-7 0 3 0,7-3-3 16,7 0 0-16,-7-4-9 0,6 0-9 0,1 0-9 15,-1-4-7-15,-5 0-3 16,5 1-7-16,1-4-2 0,-8-1 2 15,2 1 10-15,-1 0 8 0,-7 0 6 0,1-5 10 16,-1 1 8-16,1 0 2 0,-7-4-8 0,0 4-5 16,0-3-6-16,0-1-1 0,-7 1-6 0,7-1 1 15,-6 4 3-15,6 4 2 0,-7-4 5 16,7 3 5-16,-6 1 5 0,6 4 1 0,-7-5-3 16,7 8-2-16,0-3-7 15,-6 3-12-15,6-4-11 0,0 4-8 0,0 4-5 0,0-1-3 16,0 1 0-16,-6 7 1 0,6-3 2 15,0 6 1-15,6 1 0 0,-6-1 2 0,6 1-3 16,-6 0 0-16,7 2 0 0,-1-1 0 16,1-2-1-16,-1 1-4 0,1-5-18 0,6 2-32 15,-6-5-50-15,-1 0-66 0,0 1-83 16,8-5-98-16,-2-3-128 16,1 0-144-16,7-3-139 0,0-1-131 0,-8-3-93 0,8-4 11 15,-1-1 97-15,-5 2 148 0,-2-1 173 16</inkml:trace>
  <inkml:trace contextRef="#ctx0" brushRef="#br0" timeOffset="35778.83">4728 15225 14 0,'-7'-18'347'0,"7"2"72"16,-6 2 60-16,-1 3 32 15,1 0-52-15,-1 4-35 0,0 0-31 16,7 3-32-16,-6 0-38 0,6 1-52 0,0 0-58 0,0 3-56 0,0 3-35 16,0 0-17-16,6 1-1 0,1 3 10 15,0 4 12-15,-1 0 12 0,1 4 4 0,-1 0-3 16,8 0-1-16,-8-1-8 0,0 4-6 15,0-3-11-15,2 0 0 0,-2-1 5 16,0 1 0-16,1-5 0 0,-7 5 1 0,0-4-2 16,6-3-11-16,-6 0-9 15,0-1-11-15,0 0-8 0,0-3-9 0,0-1-1 16,0 1 7-16,0-4 8 0,-6 4 5 0,6-8-1 16,-7 4-6-16,7-7-13 0,-6 3-19 15,0-6-21-15,-2-2-11 0,2-2-9 0,0-2-2 16,6-2-4-16,-6 0-1 0,6 0-1 15,0-4-1-15,0 7-1 0,6-3-1 0,-6 2 1 16,6 2-1-16,0 3 2 0,8 0 0 16,-8 0-1-16,7 0-2 0,1 5 2 15,-2-3-1-15,8 3-3 0,-7 6 0 0,7-4 3 16,-8 4 2-16,8 4-2 0,-7-1-1 16,7 0 4-16,-8 9 1 0,2-5-1 0,-2 4 1 15,2 0 6-15,-1 0 7 0,-7 4 6 0,8-4 3 16,-8 4 6-1,0-4 3-15,0 3-3 0,-6-2-3 0,8-2-2 16,-8-3-4-16,0 5-4 0,0-5-6 0,0 0-5 0,-8 0-21 16,8 1-36-16,0-5-55 0,-6 4-75 15,6-7-95-15,0 5-134 0,-6-5-175 0,6 0-206 16,0-5-201-16,0 1-59 0,-6 1 23 16,6-4 99-16,6 3 174 0,-6-3 226 0</inkml:trace>
  <inkml:trace contextRef="#ctx0" brushRef="#br0" timeOffset="36386.31">5366 14756 205 0,'0'-7'423'0,"0"3"65"0,0-2 69 16,-6 1-8-16,6 1-62 0,0 1-48 0,0-1-41 0,-7 4-33 15,7-4-42-15,-6 4-49 0,-1 0-56 0,0 0-44 16,-5 4-22-16,5 3-11 0,-6 2-8 15,0 4 0-15,0 1-1 0,0 9 2 0,-1-1 4 16,8 7 1-16,-7 4 4 0,7 1-3 16,-1 2-8-16,1 1-4 0,-1 3-4 15,7 0-1-15,0 1 2 16,0 2-5-16,7 1-3 0,-1 1-7 0,1-5-11 0,6-4-12 16,-1 4-13-16,2-3-4 0,5-4-8 15,1 0-6-15,0-3-9 0,-1-4-7 0,7-5-8 16,0 2-12-16,-6-6-5 0,6-6-8 15,-1 0-10-15,-5-3-20 0,0-5-33 0,-1-3-52 16,1 0-68-16,0-7-79 0,-8-1-91 16,8-2-124-16,-7-5-140 15,1 1-157-15,-8-5-174 0,6-2-45 0,-12-2 31 0,7-3 105 16,0 1 153-16,-1-1 197 0</inkml:trace>
  <inkml:trace contextRef="#ctx0" brushRef="#br0" timeOffset="36934.11">5633 15031 30 0,'-6'-11'414'0,"0"-4"78"0,-2 4 77 0,2 0 101 0,6 4-64 0,-6-4-83 15,6 7-56-15,-7-3-55 0,7 3-57 16,-7 1-86-16,7 3-89 0,0 0-55 0,0 0-33 16,0 3-6-16,0 1-3 0,0 7 8 15,7-4 10-15,-7 8 8 0,7 0 4 16,-7 3 1-16,6 0 3 0,-6 1-3 0,6 3-2 15,-6 0-2-15,8-5-8 0,-8 6-5 0,0-5-7 16,0 0-5 0,6-4 0-16,-6 6-11 0,0-6-8 0,0-3-8 0,-6 1-9 15,6-6-7-15,0 2 0 0,0-5 13 0,0 1 21 16,0-4 19-16,0 4 9 0,0-4-2 16,0-4-10-16,0 0-16 0,-8-3-24 0,2-3-22 15,6-2-12-15,-6-2-8 16,6-1-5-16,0-4-3 0,-7 1-2 15,7 0-3-15,0-1 3 0,7 1-1 0,-7 4-2 0,6-1-2 0,0 0-1 16,8 1 1-16,-8-2-3 0,7 6 0 16,0-1 2-16,0 0-1 0,1-1 2 15,4 6 1-15,-4-2 2 0,-1 5-3 0,-1-1 3 16,2 0 2-16,-2 4-2 0,-4 0-2 16,4 4 0-16,1 0 0 0,-6 3-1 15,0 3 2-15,5 2 1 0,-5-1 1 0,0 0 0 16,-1 4 0-16,0-1 0 0,-6 1 1 15,7 0-2-15,0-4 0 0,-7 3 2 0,6 1-2 16,-6-1 2-16,0-3 2 0,7 4 1 16,-7-8 0-16,0 4 0 0,0 0 1 0,0-3-5 15,0-4-16-15,0 3-32 0,0-3-50 16,0-1-63-16,0-3-87 16,0 0-125-16,6 0-151 0,-6-3-158 15,0-1-165-15,6-3-135 0,2 0-16 0,-2-6 71 0,0 3 136 16,0-1 174-16,8-4 204 0</inkml:trace>
  <inkml:trace contextRef="#ctx0" brushRef="#br0" timeOffset="37246.33">6096 14910 293 0,'6'-14'474'0,"0"2"84"16,-6 1 96-16,7 0-6 0,-7 4-83 0,0-1-71 0,7 1-63 15,-7 4-65-15,0-1-83 0,0 4-82 16,0 0-57-16,0 0-29 0,0 7-9 0,0 0 10 15,0 5 22-15,0 2 23 0,0 4 12 16,-7 1 6-16,7 0 2 16,-7 6-5-16,7 1-4 0,-6-1-9 15,0 4-11-15,-1 1-14 0,1-1-9 0,-8 5-12 16,8-6-19-16,0 5-19 0,-2-3-17 0,-4 0-16 0,6-1-12 16,-8 0-11-16,8-8-9 0,-1 6-6 15,1-9 1-15,0 0-2 0,-2-3-2 0,8-4-10 16,0 0-22-16,-6-4-42 0,6-4-73 15,6-3-96-15,-6 0-100 0,8-7-143 0,-2 4-156 16,0-8-157-16,1 0-162 0,6-1-28 16,0-2 38-16,-1 3 114 0,2-3 158 0,6-2 193 15</inkml:trace>
  <inkml:trace contextRef="#ctx0" brushRef="#br0" timeOffset="37770.55">6317 15170 98 0,'0'-8'462'15,"0"1"92"-15,-6 0 95 0,6 0 84 16,-7 3-94-16,7-3-98 16,0 4-74-16,0-6-65 0,7 6-73 0,-7-4-75 0,6 3-67 15,0-3-47-15,1 0-30 0,6 3-14 0,0-3-8 16,0 3-6-16,0-3-7 0,0 3-10 16,0 0-10-16,1 4-11 0,-2 0-9 0,1 0-9 15,0 4-8-15,-6-4-2 0,5 7-2 16,2 1-4-1,-8-1-3-15,1 4 0 0,-1 4-1 0,1-5-1 16,-1 5 4-16,-6 0 4 0,0-1 6 0,-6 5 5 0,-1-5 4 16,1 1 1-16,-1 4 2 0,-5-4-2 0,-2 2-3 15,1-2-3-15,0 0 0 0,-6-4 4 16,5 4 6-16,-5-4 10 0,6 0 9 0,0 0 17 16,0-4 17-16,0 0 22 0,0-3 15 15,6-1 15-15,1 1 13 0,0 0 6 16,-1-4-1-16,0 3-6 0,7-3-12 0,0 4-15 15,-6-4-20 1,12-4-37-16,-6 4-66 0,7 0 0 0,0-3 0 16,5 3 0-16,2-4 0 0,-2 4 0 0,2-4 0 0,5 1 0 0,1 3 0 15,0-4 0-15,-1 4 0 0,7-4 0 16,-6 4 0-16,5-3 0 0,1 3 0 16,-6 0 0-16,6 0 0 0,-7-3 0 0,-5 3 0 15,5 0 0 1,-6 0 0-16,-7 0 0 0,1 0 0 0,0 0 0 0,-1 0 0 15,1 0 0-15,-1 0 0 0,-6 0 0 0,0-4 0 16,6 4-155-16,-6 0-94 0,0 0-88 16,-6-5-103-16,6 2-144 0,0 0-160 0,0-2-176 15,-6-1-98-15,6-2 0 0,-7 0 70 16,7-2 149-16,0-1 191 0</inkml:trace>
  <inkml:trace contextRef="#ctx0" brushRef="#br0" timeOffset="38215.61">6552 14822 284 0,'0'-11'479'16,"-7"4"83"-16,0 0 87 0,1-4 0 0,6 7-112 0,0-4-72 15,0 5-51-15,0-4-48 0,6 3-54 16,1 0-47-16,6 4-41 0,-7-4-33 15,8 4-27-15,5 4-14 0,1 0-16 0,-8 0-18 16,8 6-12-16,6 2-10 0,-7-1-10 0,1 7-13 16,0 0-3-16,-1 1-3 0,-5-1-3 15,5 8 2-15,-6-4 3 16,0 3 6-16,0 4-2 0,0-4 4 0,-7 5 9 0,1-3 1 16,0 2 6-16,-1 0 0 0,-6 0-3 0,6 0-5 15,-6-3-10-15,0 3-5 0,-6-3-8 16,6-4-5-16,-6 3-2 0,-1-2 0 15,0-6 5-15,1 6-1 0,0-5-3 0,-1-4 0 16,-6 5-5 0,6-4-6-16,1-5-9 0,0 5-10 15,-1-8-6-15,0 5-6 0,1-4-5 0,0-5-2 0,-2 4-1 0,8-3-2 16,-6-4 2-16,6 3-2 0,0 0-4 16,-6-3-21-16,6 0-32 0,0-3-48 15,-7 0-65-15,7-1-79 0,-6-3-90 0,6 4-104 16,0-10-136-16,0 6-151 0,6-4-162 15,1-3-98-15,-1-1 2 0,8 4 72 0,-2-7 142 16,2 3 184-16</inkml:trace>
  <inkml:trace contextRef="#ctx0" brushRef="#br0" timeOffset="38450">7248 14829 218 0,'0'-3'640'0,"-6"-1"132"0,6 0 102 0,0-3 82 16,0 4-139-16,0-1-174 0,0-3-157 15,0 3-105-15,0 0-89 0,0 1-77 0,0-1-67 16,0 4-57-16,0-3-41 0,0 3-45 16,0 0-59-16,0 0-88 0,6 0-142 15,-6 3-188-15,7 1-234 0,0-1-201 0,-1 5-72 16,0-5 20-16,8 8 105 15,-8-4 167-15,7 8 227 0</inkml:trace>
  <inkml:trace contextRef="#ctx0" brushRef="#br0" timeOffset="38637.1">7313 15090 115 0,'-6'22'504'0,"-7"-4"132"16,-1-4 122-16,8 4 99 0,-6 1-109 15,5-1-108-15,0-3-86 16,-6 4-88-16,7-1-82 0,0 0-72 15,-8 0-66-15,8 1-58 0,-8-1-50 16,8-4-41-16,-13 2-44 0,5-2-55 0,8 1-77 16,-14-5-116-16,14 2-182 0,-7-1-239 15,6-8-269-15,1 1-117 0,-7 0-15 0,13-4 67 16,-6 0 155-16,-2 0 226 0</inkml:trace>
  <inkml:trace contextRef="#ctx0" brushRef="#br0" timeOffset="39836.58">2676 16376 346 0,'0'0'453'0,"0"-8"50"0,0 5 38 15,0-6-87-15,7 2-98 0,-7 4-55 0,0-4-25 16,6-1-6-16,1 1-5 0,0 0-10 16,-1-1-26-16,0 1-38 0,0 3-28 15,2 1-26-15,-2 0-19 0,0-2-18 16,7 5-14-16,-6 0-12 0,0 5-5 0,-7-2 3 0,6 0 1 0,0 8 5 15,-6 4 7-15,6 0 11 0,-6 2 2 0,8 6-2 16,-8-1 3-16,0 4 2 0,0-4-1 16,6 3-7-16,0 1-7 0,-6-3-3 0,7-3-10 15,0 6-7-15,-1-3-7 0,7-5 2 0,-7 1 0 16,8-1-5-16,-8-4-2 0,7-2 1 16,-6-2 1-16,6-3-1 0,-7 1-2 15,8-5-3-15,-2-3-5 0,-6 0-9 0,8 0-8 0,-1-7-8 16,-7 3-6-16,1 1-4 0,0-4-4 0,-1 3 0 15,0-4 0-15,-6 5-2 0,6-1-1 0,-6 1-3 16,0-1-2-16,0 4-3 0,0 0 0 16,0 0-1-16,0 4 1 0,-6 3 0 0,0 1 2 15,6 2 2-15,-6 5 1 16,6-1 2-16,-7 5 0 0,7 4 1 16,-7-3 1-16,7 3 0 0,0-2-1 0,0 2 8 0,-6 3 10 0,6-5 11 15,-7 2 9-15,1-3 9 0,0 3 8 16,-2-4-3-16,2-5-5 0,-6 1 1 0,5-5 8 15,-6 2 14-15,6-5 13 0,-6 0 13 0,6-3 9 16,-5 0 1-16,-2-4-31 0,2 0-78 0,-8-4 0 16,7 4 0-16,-1-4 0 0,-4-3 0 0,4 3 0 15,1 1 0-15,1-4 0 16,-2-1 0-16,8 1 0 0,-7 3 0 0,6-3 0 0,-6 0 0 0,7 3 0 16,6-3 0-16,-7 2 0 0,0 2 0 15,7 0 0-15,0 3 0 0,0-4-423 0,0 0-175 16,0 4-186-16,7-3-215 0,0 0-125 0,-1-2-4 15,1 5 65-15,6-7 154 0,-6 2 215 16,5 3 269-16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19:22.50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19785 7107 190 0,'0'0'323'15,"0"3"53"-15,0-3-5 0,0 0-31 0,0 0-35 16,0-3-35-16,0 3-35 0,0-4-24 16,0 1-6-16,0-1 0 0,0 0 3 0,-6 0 9 15,6-3 5-15,0 4-7 0,-7-5-10 16,7 5-7-16,-6-5-13 0,6 5-20 15,-6 0-16-15,-2-6-7 0,2 6-18 0,0-2-24 16,0 3-23-16,-1 2-12 0,0-4-14 16,-6 4-16-16,7 0-4 0,-8 0-5 15,2 4 1-15,-2-2-9 0,8 3 0 0,-7 3 0 16,0-1 2-16,0 4 5 0,1 0 3 16,-2 3 7-16,1-3 4 0,6 8 3 0,-6-1-3 15,7 1-4-15,0-1 2 0,-1 4-5 16,0-1-4-16,1 1 2 0,6 0 2 15,0 0-1-15,0 0 1 0,0 0 2 0,6 1 1 16,1-2-2-16,0 2-1 0,-1-2-1 16,7 2-4-16,0-6-2 0,0 3-5 0,1-3-2 15,4-2-5-15,2-1 0 0,-7 1-1 16,7-4 0-16,-1 0 0 0,7-4 1 0,-6 1 5 16,6-5 4-16,0 0 1 0,-7-3 8 15,7-3 3-15,1 0 6 0,-1-1 1 16,-7-3 10-16,7-1 7 0,-6-2-2 0,-8-2 8 15,8 1 9-15,-7 0 5 0,1 1-1 16,-2-5-1-16,2 1 1 0,-8-2-5 16,0 2-8-16,1-1-9 0,0 0-5 0,-7-2-3 15,0-2-5-15,0 1-6 0,0-1-4 0,-7 2-3 16,7-6-6-16,-7 1-3 0,1 0 0 16,-8 3-3-16,8-2 0 0,-6-2-2 0,-2 6 1 15,1-6-3-15,1 5-3 0,-2-1 1 16,-5 5-2-16,6-4-2 0,-7 3-1 0,1 4-1 15,5-4 1-15,-5 5-5 0,-1 2 2 16,0 1-2-16,8-1-1 0,-8 6 3 16,7-3-3-16,1 1 0 0,-2 4-3 0,2 4-1 15,-2-4-13-15,1 5-29 0,7 2-38 16,-8-1-54-16,8 2-66 0,6-2-71 0,-6 7-87 16,6-3-117-16,6 1-131 0,0 0-145 15,1 0-157-15,6 0-43 0,0-4 35 16,1 5 109-16,4-5 155 0,2 0 188 0</inkml:trace>
  <inkml:trace contextRef="#ctx0" brushRef="#br0" timeOffset="520.16">20443 6920 312 0,'0'-11'408'0,"-6"4"54"16,-1-4 60-16,1 4-66 0,-1-1-70 16,1 1-35-16,0-1-27 0,-2 1-29 0,2 3-30 15,0-4-37-15,-1 5-43 0,0 0-28 16,1 3-11-16,0-4-7 0,-1 4-8 0,-6 0-7 15,6 4 1-15,1-1 3 0,-7 5-2 16,6-1-1-16,-6 0-1 0,1 8-3 16,5 0-14-16,-6 0-12 0,-1-1-3 0,2 4-6 15,5 4-8-15,1 0-6 0,-7 5-2 16,6-2-3-16,7 4-5 0,-6 0 1 0,6 4-1 16,0 1 0-16,0-2-3 0,0 1-1 15,6 0 0-15,1 0-6 0,-1 1-2 16,1-2-1-16,-1-3 5 0,7 0 2 0,-7 1-1 15,2-5-3-15,4 1-5 0,2 0-5 0,-2 0-10 16,-5-5-7-16,6-3-5 0,0 1-6 16,0-5-4-16,-6 2-3 0,6-6 0 0,-7 1-2 15,7-4-1-15,-6 2-1 0,-1-6 1 16,8 0-1-16,-8 1-18 0,0-4-38 0,1-4-53 16,-1 4-71-16,1-6-96 0,-7-3-138 15,6 2-136-15,1-4-150 0,-1 1-153 16,0-1-86-16,2-5 10 0,-2 2 93 0,0-4 130 15,1 3 174-15</inkml:trace>
  <inkml:trace contextRef="#ctx0" brushRef="#br0" timeOffset="864.36">20665 7151 371 0,'0'-11'541'16,"0"0"113"-16,0 4 94 0,0-5-17 0,0 5-135 15,0 0-103-15,-7 3-77 0,7 0-97 16,0 1-88-16,0-1-70 0,0 4-55 0,0 4-32 16,0-1-12-16,0 5 10 0,0 3 16 15,0-1 13-15,7 9 17 0,-7-1 8 16,0 5 6-16,0-1 7 0,0-1-1 0,6 6 1 16,-6-2 2-16,0-4-6 0,0 5-17 15,0-4-18-15,0 0-16 0,0-3-13 0,0-1-13 16,0-4-15-16,0 1-7 0,6 0-8 15,-6-4-6-15,0-5-6 0,0 2-4 16,0 1-2-16,0-6-3 0,0 0 0 0,0-3-3 16,0 0-21-16,0 0-43 0,0 0-68 15,0-3-92-15,0-4-139 0,0 2-193 0,0-6-219 16,0 0-202-16,8 0-65 0,-8-3 21 16,6-4 101-16,0-1 175 0,0 1 229 0</inkml:trace>
  <inkml:trace contextRef="#ctx0" brushRef="#br0" timeOffset="1302.31">20906 6773 156 0,'0'-7'525'0,"6"-4"109"16,-6 0 92-16,6 3 68 0,1-2-149 15,-7 2-137-15,13 1-104 0,-6 0-86 0,-1 0-76 16,8 2-55-16,-8 2-39 0,6 3-36 16,8 0-25-16,-7 0-16 0,7 3-15 15,-8 5-7-15,8 3-4 0,0 0 6 0,-7 8 11 16,7-1 17-16,-8 8 21 0,2 2 30 16,-1 6 21-16,-1-2 12 0,-5 9 7 15,6-1-1-15,-7 4 0 0,2 1-14 0,-2-2-10 16,-6 5-10-16,0-4-3 0,0 0 3 15,-6 0-3-15,6-8 0 0,-14 5 1 0,8-8 2 16,-8-1-129-16,8-2-6 0,-7 0 0 16,0-5 0-16,0 0 0 0,7-2 0 0,-8-5 0 15,2-4 0-15,5-2 0 0,1-1 0 16,-1-5 0-16,0 2 0 0,7 0 0 0,-6-4 0 16,6-4 0-16,-6 3 0 0,6-3 0 15,0 0 0-15,0 0 0 0,0-3 0 0,0-1 0 16,0-4 0-16,0 0 0 0,0 2-346 15,0-2-590-15,0 5-287 0,-8-2-97 0,8-2 20 16,-6 0 110-16,-6 0 222 0,5-1 338 16</inkml:trace>
  <inkml:trace contextRef="#ctx0" brushRef="#br0" timeOffset="9598.08">10993 7019 97 0,'0'0'316'0,"0"-3"76"0,0-2 37 0,0 5-6 16,0-2 20-16,0-3 2 0,0 5-23 15,0 0-24-15,0-4-39 0,0 4-40 0,0 0-57 16,0 0-65-16,0 0-51 0,0 4-33 15,6-4-10-15,-6 7-7 0,0 1-6 16,7-1 5-16,-7 3 11 16,0 7 1-16,0-3 0 0,7 4 0 0,-7 4 14 15,0 3 11-15,0 2 2 0,0-2 4 16,-7 4 4-16,7-4-6 0,-7 4-16 0,1-3-14 16,6 0-9-16,-6 0-19 0,0 0-21 15,-2-5-7-15,8 1-10 0,-6-4-7 0,0-3-10 16,6 4-2-16,0-7-5 0,-7-2-6 0,7 1-3 15,0-4-4-15,0-3 2 0,0-1-3 16,0 1 3-16,0 0-3 0,0-4-9 0,0-4-30 16,0 4-54-16,0-4-71 0,0-3-99 15,0 0-127-15,0 0-146 0,0-1-134 16,-7 2-127-16,7-6-102 0,0-3 10 0,0 5 80 16,0-9 131-16,0 4 151 0</inkml:trace>
  <inkml:trace contextRef="#ctx0" brushRef="#br0" timeOffset="9910.6">10837 6963 21 0,'-6'-3'404'15,"-2"0"103"-15,2-1 91 0,0-3 39 16,-1 3 1-16,7 4-84 0,0-4-78 0,-6 4-68 15,6-3-71-15,0 3-81 0,6 0-74 16,-6 0-59-16,13 0-44 0,1 0-37 0,-2 0-20 16,8 0-9-16,-1 3-7 0,7-3-2 15,0 0-5-15,1 4 1 0,-1-4 5 0,0 0-1 16,-1 4-1-16,-5-4-3 0,0 3 0 16,-7-3-1-16,7 0-17 0,-14 4-30 15,7-4-60-15,-6 4-93 0,-7-4-107 0,6 0-126 16,-6 3-117-16,0 0-128 0,0 1-49 15,-6-4 34-15,6 5 78 0,-7-2 112 16,7 1 122-16</inkml:trace>
  <inkml:trace contextRef="#ctx0" brushRef="#br0" timeOffset="10347.98">11540 6938 210 0,'-7'-10'445'0,"7"2"71"0,-6 1 60 0,0-4-29 16,-1 3-48-16,1 0-84 0,-1 1-64 16,0 0-49-16,1 4-40 0,-7-5-47 15,6 8-46-15,-5-2-30 0,-1 2-18 0,6 2-6 16,-6 2-1-16,-1 3-8 0,-4 5-6 15,4-2-10-15,1 2-10 0,1 2-6 0,-2 4-6 16,2 1-2-16,5 6-1 0,-6-3 4 16,6 8 6-16,1-1 9 0,-1 4 6 15,0 0 9-15,7 4 12 0,0 0 6 0,0-2 3 16,0-1-5-16,7-2-4 0,0 2-11 16,-1-5-15-16,1 1-17 0,-1-5-15 0,1-3-11 15,6 0-11-15,-7-4-8 0,8 1-3 16,-2-5-4-16,1 1-2 0,1-5-3 15,-8-2 0-15,6-4-2 0,2-1-4 0,-8-3-3 16,8 0-22-16,-8 0-45 0,1-3-65 16,-1-4-93-16,0-1-138 0,1 1-169 0,0-4-164 15,-7 0-162-15,6-4-96 0,-6 4 9 16,6-7 93-16,-6 3 146 0,7-4 172 16</inkml:trace>
  <inkml:trace contextRef="#ctx0" brushRef="#br0" timeOffset="10975.78">11586 7136 132 0,'0'-7'456'0,"0"3"103"0,-7-4 95 15,7 5 9-15,0-1-52 0,0 1-117 0,0-1-109 16,0 4-96-16,0 0-88 0,0 0-67 16,0 4-34-16,0-1-14 0,7 4-2 0,-7 1 7 15,0 3 8-15,0 0 4 0,6 3-1 0,-6 5-3 16,0 0-6-16,7-1 1 0,-7 0 1 15,0 0 1-15,0 4 0 0,0-4-1 0,0 0 0 16,0 1-4-16,0-4-2 0,0 0 1 16,0-1-1-16,0-3 0 0,0 1-1 15,0-5 3-15,0 3 2 0,0-6 1 0,0 3 5 16,0-3 7-16,0-4 10 0,0 3 8 16,0-3-6-16,0 0-7 0,0 0-13 15,0-3-18-15,0-1-22 0,0 1-18 0,0-5-14 16,0 1-9-16,-7 0-7 0,7-5-4 15,0 2-4-15,0-5-1 0,0 1 1 0,7 3-2 16,-7-3-1-16,0-6 0 0,6 6 0 16,-6-1 0-16,7 1-1 0,-1 0 1 0,0-2 1 15,2 2 1-15,4 0 3 0,-5 2-4 16,6 1-1-16,0-3 1 0,0 7-1 16,0-5 0-16,0 5-2 0,0-4 0 0,0 7 3 15,0-4-1-15,0 5-1 0,1-1 0 16,-8 1-1-16,7 3 2 0,0 0-1 0,-7 0 1 15,1 0 0-15,5 3 0 0,-4 4-2 16,-2-2 1-16,0 2-2 0,-6 4 1 0,7-4-2 16,0 7 3-16,-7-1 1 0,6 1 1 15,-6 1 0-15,0 2 2 0,0-2-2 16,0 3 0-16,0 1 1 0,0-5 0 0,6 4 2 16,-6-3-5-16,0 0 4 0,0 0 1 15,0-4 1-15,0 3-2 0,0-3-2 0,0 1 2 16,0-5 1-16,0 0-1 0,0 0-2 15,0-3 0-15,0-1 2 0,0 1 0 0,0-1-2 16,0-3 2-16,0 4-1 0,0-4-13 16,0 0-45-16,0-4-70 0,0 1-94 15,0-1-123-15,0 1-176 0,-6-5-196 0,6-2-192 16,0 3-121-16,-6-8-10 0,6 4 68 16,0-7 146-16,0 3 195 0,0-7 229 0</inkml:trace>
  <inkml:trace contextRef="#ctx0" brushRef="#br0" timeOffset="11413.09">11938 6806 186 0,'-7'-11'488'0,"7"4"110"0,0-3 92 15,0 1 3-15,0-1-56 0,0 3-121 0,7 3-96 16,-7-3-83-16,6 2-76 0,0 3-59 15,1-3-43-15,6 5-29 0,0 5-17 0,1-3-13 16,4 3-6-16,2 2-6 0,-1 4-5 16,1 3-5-16,6 1-1 0,-6 7 9 15,-1 4 8-15,-5-1 7 0,5 5 13 0,1 2 18 16,-8 2 6-16,2 2-4 0,-2 5-9 16,-5-1-9-16,0 3-12 0,-1-1-23 0,-6-2-13 15,0-1-8-15,-6-2 1 0,-1-1 5 16,0 2 2-16,-5-5 6 0,-2-1 8 15,2-5 6-15,-2 1 7 0,1-2 4 0,1-4 1 16,-2-4 2-16,2 1-49 0,-2-1-53 16,8-8 0-16,-1 2 0 0,1-1 0 15,-1-3 0-15,0-2 0 0,7-1 0 0,-6-1 0 16,6-4 0-16,-6 3 0 0,6-3 0 0,0-3 0 16,0 3 0-16,0-4 0 0,0 4 0 15,0-5 0-15,0 2 0 0,-6 0 0 0,6 3-392 16,0-5-427-16,0 2-326 0,0-5-119 15,-8 5 4-15,8-5 89 0,-6-2 174 0,0-1 256 16,-7-4 347-16</inkml:trace>
  <inkml:trace contextRef="#ctx0" brushRef="#br0" timeOffset="14720.16">7867 13862 20 0,'-7'0'273'0,"7"-4"52"0,-6 4 26 15,0-3-27-15,-1 0-21 0,7 3-29 0,-7-5-36 16,7 5-20-16,0 0-17 0,-6 0-17 15,6 0-4-15,-7 0 9 0,7 0 17 16,0 0 17-16,0 5 11 0,0-2 14 0,7 0 5 16,-7 1-14-16,6 0-25 0,1-1-32 15,6 5-21-15,-7-5-27 0,8 1-25 0,5 3-18 16,-6-2-15-16,14-2-15 0,-9-3-8 16,2 3-8-16,7-3-5 0,-1 0-8 15,-7 0-7-15,7 0-1 0,-6-3-6 0,5 3-5 16,-5-3-5-16,-7-2-2 0,6 3-4 0,-12 2-5 15,6-5 3-15,-6 1-3 0,-1 1-10 0,0 3-38 16,-6-4-60-16,0 0-98 0,0 1-135 16,0-1-136-16,-6 0-129 0,6 1-132 0,-6 0-54 15,-1-2 41-15,1-2 100 0,-1 0 120 16,7 0 130-16</inkml:trace>
  <inkml:trace contextRef="#ctx0" brushRef="#br0" timeOffset="15021.01">8193 13686 213 0,'0'-7'454'0,"6"0"76"16,-6 3 70-16,0-3-16 0,6 4-79 15,1-2-92-15,0 1-67 0,-1 1-49 16,0 3-40-16,8 0-41 0,-8 3-32 0,7 1-25 0,1 4-17 16,-2-1-6-16,-6 4-13 0,8 4-6 0,-1-1-8 15,-7 5-6-15,8-1-2 0,-8 1-4 16,0-1 0-16,1 3-2 0,-7-2 0 15,0 3 5-15,0-4 0 0,0 4-1 0,-7-4-3 16,7-4-8-16,-12 6-9 0,5-6-12 16,0-3-11-16,-6 0-14 0,1-4-13 0,-2 1-9 0,2-1-6 15,-2-4-15-15,1 2-41 0,1-2-68 0,4-3-101 16,-4 0-165-16,5 0-197 0,0-3-222 16,1-2-150-16,0 2-35 0,-1-1 50 0,1-3 138 15,-1 3 179-15,7 1 223 0</inkml:trace>
  <inkml:trace contextRef="#ctx0" brushRef="#br0" timeOffset="15685.77">7990 15225 23 0,'-6'4'340'15,"0"-4"85"-15,6 4 68 0,-7-4-18 0,7 0-6 16,0 3-28-16,0-3-50 0,0 0-48 15,7 0-34-15,-7 0-34 0,6 0-30 16,8 0-36-16,-2 0-27 0,2 0-12 0,5 0-11 0,1 0-9 16,-2 0-12-16,9 0-10 0,-7 0-12 0,6 0-15 15,-7-3-11-15,7 3-14 0,-6-4-10 16,0 4-12-16,-8 0-10 0,8-4-13 0,-7 4-8 16,-7 0-4-16,0-3-9 0,2 3-3 15,-2 0-9-15,0-4-15 0,-6 4-40 0,-6 0-74 16,6-4-112-16,-6 4-138 0,-2 0-144 0,2-3-141 15,0-1-144-15,0 1-25 0,-1-2 61 0,7-3 113 16,-7 2 132-16</inkml:trace>
  <inkml:trace contextRef="#ctx0" brushRef="#br0" timeOffset="15939.72">8310 15075 398 0,'0'-4'515'0,"6"1"88"0,-6-1 30 0,0 4-11 15,7-4-110-15,-1 4-93 0,8 0-72 16,-8 0-53-16,7 0-38 0,0 4-38 0,0 3-23 16,0-3-24-16,-6 7-9 0,12 0-16 15,-12 4-13-15,5 0-11 0,2-1-11 0,-8 4-5 16,1 0-4-16,-1 1-4 0,-6-1-3 0,0 1-4 0,0-1-5 16,-6-4-11-16,-1 5-12 0,1-5-7 15,-1-3-9-15,0 4-11 0,-5-4-7 0,-2 0-8 16,8-3-5-16,-7-1-6 0,0-4-6 15,6 5-11-15,-5-8-37 0,-2 3-68 16,8-3-110-16,-7 0-171 0,6-3-224 0,1 3-266 16,-1-8-112-1,1 5-11-15,-8 0 68 0,14-6 151 16,-6 3 213-16</inkml:trace>
  <inkml:trace contextRef="#ctx0" brushRef="#br0" timeOffset="17609.18">13078 7397 364 0,'0'3'453'0,"0"-3"71"0,0 4 5 16,0-4 13-16,0 0-56 0,0 3-59 0,0-3-55 15,6 0-52-15,-6 0-58 0,6-3-65 16,1 3-62-16,6 0-44 0,0-4-33 0,0 1-14 15,0 3-10-15,7-5-4 0,-1 1-10 16,-6 4-6-16,6-3-6 0,1 3-3 0,-7-3-2 0,0 3-3 16,0 0-11-16,1-4-45 0,-8 4-70 15,0 0-87-15,-6 0-89 0,6 0-97 0,-6 0-86 32,-6 4-63-32,0-1-61 0,-8 0 14 15,2 1 49-15,-1 1 74 0,-7-2 89 0</inkml:trace>
  <inkml:trace contextRef="#ctx0" brushRef="#br0" timeOffset="17831.82">13084 7495 156 0,'-6'8'355'0,"6"-5"47"0,-8 4 57 15,8-3-35-15,0 0-45 0,8-4-23 0,-2 3-3 16,0 1-5-16,7 0-21 0,0-4-33 16,0 0-38-16,7 0-44 0,0 0-39 0,-1 0-33 15,1-4-21-15,-8 0-15 0,8 4-22 0,0-3-15 0,-7-1-12 16,-1 4-12-16,-4-4-18 0,4 4-11 15,-6-3-14-15,-6 3-34 0,7 0-63 16,-7-4-81-16,7 4-106 0,-7 0-141 0,0 0-151 16,-7 0-134-16,0 0-31 0,7 0 36 15,-6 0 87-15,0-3 127 0</inkml:trace>
  <inkml:trace contextRef="#ctx0" brushRef="#br0" timeOffset="20113.5">9254 6411 89 0,'-13'3'376'16,"7"0"50"-16,6-3 32 0,-6 5-48 16,6-2-83-16,0-3-104 0,6 4-70 0,0-4-35 15,7 5-18-15,0-5-7 0,7 2 3 0,-1-2 0 0,1 4 5 16,6-4 6-16,-1 4 17 0,2-4 10 16,5 0 5-16,-6 0 1 0,7 0 4 15,-1 0-10-15,-5 0-9 0,-1-4-9 0,0 4-6 16,0 0-2-16,-7-4-13 0,-5 4-2 15,-2 0-5-15,2 0-3 0,-8-2 0 0,1 2-6 16,-1 0 4 0,-6 0 0-16,6-5-5 0,-6 5-11 15,0 0-9-15,0 0-5 0,0 0-11 16,0 0-14-16,0 0-11 0,0 0-2 0,0 0-8 16,-6 5-9-16,6-5-4 0,0 6 3 15,0-2 3-15,0 3-2 0,-6 1 3 0,6 2 1 16,0 2 2-16,0-2 8 0,0 5 9 15,0-4 9-15,0 7 5 0,0-3 5 0,6 3 3 0,-6 0 4 16,0 1-6-16,0 4-3 0,0-3 2 0,0 3-1 16,0 3 0-16,0-1-5 0,0 1 3 15,0-1 16-15,0 5 11 0,0 3 7 0,-6-4 3 16,6 4 3-16,0 0-4 0,-7 3-12 16,1 1-10-16,6 3-4 0,-7 1-5 0,7 3-6 15,-7 1-4-15,1-2-7 0,0 1-5 0,6 3-5 16,-7 1 0-16,0 0 4 0,1 3-4 0,-1 0 0 15,7 0-2-15,-6 5 0 0,0-1-2 16,-1-1 3-16,7 2 10 0,-7 2 2 16,1-3 5-16,6 3 3 0,0-3-2 0,-6 4-3 15,6 0-7-15,0-1-1 0,0 0-1 16,0 1-6-16,0 0-2 16,-8 3-3-16,8-4-2 0,0 9-4 15,0-5-1-15,0 1 0 0,-6-1 0 0,6 1-1 16,0-2 1-16,0-2 1 0,0 3 0 15,0 1 2-15,0-5 0 0,0 4-1 16,-6-2 0-16,6 1-2 0,0 2 2 0,0-1 4 16,0-3 6-16,0-1 6 0,0 1 4 15,0-1 1-15,0 4 1 0,-7-3 0 0,7 0-6 0,0-1-5 16,-6 1-4-16,6 0-1 0,0 3-4 0,0 4-2 16,-7-4-2-16,7 0 0 0,0 0 1 15,-6-2 0-15,6 1-2 0,-7 3 2 0,7-7 4 16,-6 5 3-16,6-3 1 0,0 3 4 15,0 5 3-15,-6-5-1 0,6 4-1 0,0-4-1 16,0 4-4 0,0-4-1-16,0 1-1 0,0-1 1 0,0 0-2 15,-8 1 3-15,8 2 5 0,0 1 3 16,0 0 1-16,0 0 1 0,0 4-1 0,0-4-1 16,0 0-3-16,0-1-1 0,0 2 2 15,-6-1-1-15,6 0 3 0,0-1-1 16,0 1 1-16,0 0 2 0,-6 0 0 0,6 1 0 15,0-3-1-15,0-1-2 0,-7 4-1 0,7-5-2 16,-6 0-1-16,6 1-1 0,0-2 2 0,-7 2-1 16,7-1 0-16,-6 0-2 0,6 1-3 0,-7 2 0 15,1-2-2-15,6-1 2 0,-7-3-1 16,0 3 0-16,7-3 0 0,-6-1 3 16,0 1 0-16,6 0 0 0,-7-2 0 0,7 3 0 15,-7-2-3-15,1 4 2 16,6-3 4-16,-6 3 1 0,6-2 2 15,-7-2-16-15,7 0-1 0,-6 1 0 16,6-1 0-16,0 4 0 0,-7-3 0 0,7 0 0 16,0 0 0-16,-7 2 0 0,7 2 0 15,0-3 0-15,-6-2 0 0,6 0 0 16,0 0 0-16,0-3 0 0,0 4 0 0,0-7 0 16,6 2 0-16,-6-2 0 0,7-1 0 0,-7-3 0 0,7 0 0 15,-1-5 0-15,-6 1 0 0,7-4 0 16,-1 0 0-16,0 1 0 0,1-8 0 0,0 0 0 15,-1-3 0-15,0-5 0 0,1-3 0 16,0-3 0-16,-7-5 0 0,6 0 0 0,-6-3 0 16,0 0 0-16,0-3 0 0,0-5 0 15,0 0 0-15,0 2 0 0,-6-2 0 0,-1-3 0 0,-6 0 0 16,0 0 0-16,-13 0 0 0,0-3 0 16,-6 3 0-16,-7-5 0 0,-14 5 0 0,7-3 0 15,-12 3 0-15,0 0 0 0,-1 0 0 0,7-3 0 16,-1 3 0-16,2 0 0 0,11 0 0 15,8 0 0-15,-1 3 0 0,7-3 0 0,13 0 0 16,-7 0 0 0,14 0 0-16,0-7 0 0,-1 3 0 15,7-7-259-15,0 0-260 0,7 1-151 16,5-8-151-16,2-1-160 0,5-8-87 0,1-5 12 16,6-5 73-16,0-2 159 0,7-5 202 15,-7-8 235-15</inkml:trace>
  <inkml:trace contextRef="#ctx0" brushRef="#br0" timeOffset="20984.49">6720 7788 146 0,'-12'8'441'16,"6"-1"89"-16,-8-3 81 0,14-1 12 0,-6 0-47 15,-1 2-79-15,7-1-65 0,0-4-39 16,0 0-36-16,0 3-36 0,13-3-33 0,1-3-21 16,11 3-10-16,7-4-25 0,8-1-16 0,12 5-18 15,6-6-21-15,7 2-24 0,8 0-15 0,-2 1-14 16,7-1-14-16,0 0-8 0,-6 4-4 15,0-3-1-15,-14-1-4 0,1 1-2 0,-7 3-8 16,-13-4-13-16,0 4-17 0,-13 0-16 16,1-4-15-16,-9 4-10 0,-4 0-12 0,-1 0-38 15,-7-4-90 1,-6 4-150-16,-6 0-277 0,-7 0-389 0,-7-3-199 16,-6-5-75-16,-7 2 29 0,-5-7 122 15,-1-1 259-15,-7-4 380 0</inkml:trace>
  <inkml:trace contextRef="#ctx0" brushRef="#br0" timeOffset="26981.29">5516 14046 64 0,'-20'11'233'0,"1"-4"37"0,-7 3-4 0,13-1-49 16,-7 1 0-16,0-3 13 0,1 1-3 15,6-1 14-15,0 0 26 0,0 1 17 0,6-5 6 16,-5 5-3-16,12-5 2 0,-7 0 5 15,7 2-2-15,7-2-8 0,-1 1-1 0,14 1-15 0,-1-3-10 16,13 2-27-16,1-1-29 0,13-3-25 16,-1 4-15-16,14-4-4 0,-7 4-17 0,13-4-13 15,-6 0-10-15,6 3-8 0,6-3-10 0,2 5-8 16,-2-5-6-16,7 2-6 0,0 3-5 16,1-5-7-16,-2 3-6 0,-12 1-7 15,0-4-9-15,-6 4-8 16,0-1-7-16,-13-3-7 0,-7 4-9 0,-13-4-5 15,0 0-6-15,-1 4-9 0,-11-4-2 16,-1 0-3-16,-6 0-4 0,-1 3-26 16,0-3-38-16,-12 4-49 0,6-4-67 0,-6 3-76 15,-1 2-116-15,0-5-138 0,1 0-167 16,6 0-187-16,-6 0-61 0,6-8 10 0,0 1 85 16,6-1 143-16,0-6 197 0</inkml:trace>
  <inkml:trace contextRef="#ctx0" brushRef="#br0" timeOffset="27998.98">13956 7016 22 0,'7'-5'390'0,"-7"5"108"0,7 0 112 15,-7-2 48 1,0 2 7-16,0 0-62 0,0-5-89 16,0 5-85-16,0 0-100 0,0 0-97 0,0 0-63 15,0 5-41-15,0-3-10 0,0 3 0 16,0 1 13-16,6 6 14 0,-6-2 0 0,0 5-2 16,0 0-7-16,6 3-3 0,-6 4 0 15,0 0-1-15,0 3-6 0,0 2-7 16,0-2-8-16,0 0-14 0,0 1-17 0,0 0-14 0,-6-5-12 15,6 2-9-15,0-4-9 0,0-1-10 16,0-4-7-16,0 1-7 0,0-4-3 0,0-4-3 16,0 0-5-16,6 0-12 0,-6-3-26 15,0-4-44-15,0 5-59 0,0-10-69 0,0 5-87 16,0-4-120-16,-6-3-135 0,6 0-142 16,0-4-138-16,-6 1-88 0,-1-5 6 0,7 0 87 0,-7-3 138 15,1-1 170-15</inkml:trace>
  <inkml:trace contextRef="#ctx0" brushRef="#br0" timeOffset="28267.49">13787 6967 91 0,'-7'-7'532'16,"1"4"125"-16,0-1 96 0,-1 0 69 15,7 1-114-15,0-1-167 0,0 0-144 0,0 1-107 16,13-1-78-16,-7 4-56 0,8 0-40 15,6-3-21-15,-1 3-14 0,7-5-12 0,0 5-14 16,0 0-9-16,0 0-9 0,7-3-9 16,-8 3-9-16,1 0-5 0,-6 0-3 0,0 0-4 0,-1-4-4 15,-5 4-3-15,-2 0-1 0,1 0-15 16,-6 0-30-16,-1 0-57 0,-6-3-81 0,7 3-116 16,-7 0-129-16,0 0-151 0,0 0-164 15,0 0-57-15,0 0 23 0,0 0 84 0,6 0 117 16,1 0 153-16</inkml:trace>
  <inkml:trace contextRef="#ctx0" brushRef="#br0" timeOffset="28731.3">14530 6759 5 0,'0'-11'442'0,"0"4"103"0,6-5 101 0,-6 5 97 16,0-4-63-16,0 4-133 0,-6 0-95 16,6-1-74-16,-6 1-85 0,6 3-84 15,-8 1-60-15,8-1-41 0,-6 4-26 0,0 0-18 16,-1 0-4-16,-6 4-11 0,0 3 8 16,7 0 2-16,-8 4 3 0,2 4 3 0,-2-1 1 0,1 5 11 15,1 2 1-15,-2 5 14 0,2 1 12 0,-2 5 9 16,1 0 15-16,0 5 17 0,0 0 13 31,1 3-1-31,4 4-10 0,2 0-2 0,0 0-14 0,-1 1-19 0,7-2-20 0,0 1-14 16,0-4-8-16,7-3-12 0,-1 0-6 15,0-1-5-15,2-3-1 16,-2-2-4-16,6-3-2 0,2-2-2 16,-1-1-3-16,-1-3-6 0,2-4-6 0,-2-2-6 15,2-1-3-15,-1-5-1 0,0 1-6 16,0-7-2-16,-1 3-1 0,-4-4 2 15,4-3-3-15,-5 5-18 0,0-5-31 0,-7-5-47 16,6 5-60-16,1-3-75 0,-7-4-91 0,0-1-83 16,0 1-116-16,0 0-133 0,0-8-135 0,6 4-151 15,-6-3-28-15,6-5 36 0,2 4 115 0,-2-7 160 16,0 4 188-16</inkml:trace>
  <inkml:trace contextRef="#ctx0" brushRef="#br0" timeOffset="29332.81">14654 7049 10 0,'0'-15'455'0,"0"0"109"0,-7 5 100 0,7-6 87 16,0 9-64-16,0-4-136 0,0 3-97 0,0 1-86 16,0 4-80-16,0-1-82 0,0 0-61 15,0 4-43-15,0 0-25 0,0 0-10 0,7 4-3 16,-7 3 6-16,0 0 7 0,6 8 1 0,-6-4 3 0,0 5-2 15,0 1-4-15,6-2 6 0,-6 3 5 16,0 1 8-16,0-1 6 0,0 0 8 16,0 0 5-16,0 1-2 0,0-1 0 0,0-3-3 15,6 0-6-15,-6-1-6 0,0-3-6 16,0 0-3-16,0-4-1 0,0 1-1 0,0-5 4 16,0 1 5-1,0-4 7-15,0 4-3 0,0-4-8 0,0-4-13 16,0 0-17-16,0 1-16 0,8-9-18 15,-8 5-12-15,0-4-7 0,0-3-1 16,0-1-6-16,0 1-4 0,0-4-1 0,0-1 0 16,0 1-1-16,0-1-1 0,0 1 1 15,0 3 0-15,6-2-2 0,0 0-1 0,1 3-2 16,-1 1-1-16,1-3-4 0,6 5 0 0,-7-4 2 16,8 5 1-16,-2 2 0 0,2-3 2 0,-1 4 2 15,6-1 0-15,-6 5 2 0,1-1 5 16,-2 4-3-16,1 0 0 0,-6 0 1 0,6 4-1 15,-1-1 0-15,-4 5-4 0,4-1 3 16,-5 4 4-16,-1 0 2 0,1 4 0 0,-1-1 1 16,1 1 1-16,-7 0 0 0,6 0 0 0,-6 4-1 15,7-5 2-15,-7 4 2 0,0-3 0 0,7 2-2 16,-7-5-1-16,0 2-1 0,0 2 0 16,0-6-1-16,0-2 3 0,0-1 0 15,0 0-1-15,6 1 1 0,-6-4-11 0,0-1-31 16,0-3-53-16,0 0-74 0,0-3-89 15,0-1-106-15,0-1-135 16,0-1-151-16,0-5-153 0,6 0-155 16,-6-4-35-16,7 0 38 0,-7 1 110 0,7-1 163 15,6 0 195-15</inkml:trace>
  <inkml:trace contextRef="#ctx0" brushRef="#br0" timeOffset="29617.98">15161 6832 271 0,'6'-10'523'0,"-6"1"113"0,8 2 96 0,-2 0 10 16,-6 0-132-16,6 3-115 0,-6 1-110 16,7 3-91-16,-7 0-65 0,0 0-44 0,0 3-26 15,0 8-2-15,0 0 16 0,7 4 11 16,-14 2-5-16,7 6 0 0,-13 3 1 16,7 3-9-16,-14 0-12 15,7 8-11-15,0-1-5 0,-6 1-6 16,5 4-4-16,-5-1 0 0,6-3-1 0,0-1-1 15,-7-2-7-15,7-2-12 0,0-3-15 16,7-3-17-16,-7 0-19 0,6-4-14 0,0-7-14 16,1 2-12-16,0-6-6 0,6 0-14 15,0-3-17-15,-7-5-66 0,7 1-79 16,7 0-99-16,-7-8-128 0,0 0-182 0,6 1-184 0,7 0-171 16,-6-6-125-16,6-1-7 0,-1 6 68 0,2-3 153 15,12 0 197-15,-7 3 217 0</inkml:trace>
  <inkml:trace contextRef="#ctx0" brushRef="#br0" timeOffset="30173.81">15343 7382 200 0,'-12'-4'604'0,"-2"-3"104"0,8-1 76 0,-7-2 69 15,7 2-154-15,-1-3-184 0,0 1-140 16,7-3-83-16,-6 3-56 0,6-1-51 0,0 0-40 15,0 4-26 1,6-4-21-16,-6 0-17 0,7 3-19 0,0 1-16 16,6 0-14-16,-1-1-11 0,-4 5-12 15,4-1-3-15,1 1 4 0,0 3 4 16,0-4 6-16,1 8 6 0,-2-4 8 0,2 3 2 16,-8 1 3-16,7 3-1 0,0 0-2 15,0 4-3-15,-1 0-4 0,-4 3 0 0,-2-2 1 16,0 6 0-16,1-4 2 0,0 2 4 0,-7 2 2 0,0-3 0 15,-7 3-3-15,7 1-2 0,-13-5-5 16,7 4-5-16,-8 0-5 0,-5-4-7 0,6 6 0 16,0-6 0-16,-7 1 0 0,8-1 2 15,-8 1 7-15,7-4 4 0,-1 0 15 16,2 0 17-16,-2-4 13 0,8 0 16 0,0 1 8 16,-1-5 17-1,1 2 9-15,6-2 5 0,0-3 4 16,0 0-1-16,0 3-3 0,6-6-11 0,1 3-17 15,-1 0-44-15,14-3-52 0,-8 3 0 16,8-5 0-16,-1 5 0 0,7-3 0 0,-6 0 0 16,7 3 0-16,-1-5 0 0,0 5 0 0,-1-4 0 15,1 4 0-15,1-3 0 0,-1 3 0 16,-6-3 0-16,5 3 0 0,-5 0 0 0,-8-4 0 16,8 4 0-16,-7 0 0 0,-6 0 0 0,0-4 0 15,-1 4 0-15,0 0 0 0,-6 0-80 0,0 0-305 16,0 0-110-16,-6-3-146 0,6-1-181 15,-6 0-205-15,-1 1-62 0,0-4 24 0,1-1 91 16,-7-3 166-16,13 0 229 0</inkml:trace>
  <inkml:trace contextRef="#ctx0" brushRef="#br0" timeOffset="30621.98">15728 6619 132 0,'-7'-14'610'0,"7"3"112"16,0-4 67-16,0 4 46 0,7 4-114 0,-7-4-215 16,13 3-173-16,-7 5-93 0,8-1-46 15,-2 4-27-15,8 0-22 0,-1 4-19 0,1-1-7 16,0 9-10-16,6-1-7 0,-7-1-9 0,7 9-5 0,-6-2 13 15,6 6 18-15,-7 7 21 0,1-2 19 16,6 9 17-16,-7 0 5 0,1 7-20 0,6 5-23 16,-7-2-20-16,-5 4-22 0,-1 1-20 15,0 2-17-15,0 0-6 0,-7-2-6 16,0-1-4-16,-6-4 1 0,-6-3 4 0,6 1 6 16,-6-4 5-16,-7-2 11 15,0-1 15-15,0-6 17 0,-7-3-71 16,1 1-31-16,6-4 0 0,-7-4 0 15,7-4 0-15,-7 0 0 0,8-4 0 0,-1-2 0 16,-1-1 0-16,2-4 0 0,5 0 0 16,0-3 0-16,-6-1 0 0,7-3 0 0,-1 0 0 15,1 0 0-15,-1-3 0 0,7 3 0 16,-6-7 0-16,6 3 0 0,0-3-303 0,0-4-217 0,6-1-177 16,1 2-217-16,12-5-181 0,-6 1-40 0,13-5 43 15,1-4 118-15,5 6 192 0,-6-9 258 16</inkml:trace>
  <inkml:trace contextRef="#ctx0" brushRef="#br0" timeOffset="30992.41">16848 7019 164 0,'0'-10'612'0,"0"1"122"0,0-2 87 16,0 4 77-16,0 0-130 0,0-1-184 0,0 4-160 16,0-2-97-16,0 6-73 0,0-4-67 0,0 0-54 15,0 4-38-15,0 0-20 0,0 4 3 16,0 3 7-16,0 0 11 0,6 5 16 0,-6 2 19 16,0 4 5-16,0 1 2 0,0 4 1 15,0 2 8-15,0 0 2 0,0 4-6 0,0 0-5 16,0-2-13-1,-6-2-16-15,6 0-17 0,0 1-14 16,0-4-15-16,0-4-17 0,0 2-13 0,0-6-8 16,0 1-10-16,0-5-8 0,6 1-25 15,-6-3-33-15,0-5-52 0,0 4-73 16,0-7-91-16,0 5-103 0,8-10-128 0,-8 1-150 16,0 1-169-16,0-4-168 0,0 0-38 15,0-4 37-15,0 4 111 0,-8-5 165 0,8 1 208 0</inkml:trace>
  <inkml:trace contextRef="#ctx0" brushRef="#br0" timeOffset="31224.3">16712 7238 41 0,'-8'0'520'0,"-4"0"167"15,6 0 123-15,-1 0 86 0,7-3-69 16,0 3-134-16,0-4-146 0,7 4-125 0,5-3-98 0,8 3-64 16,-1-4-56-16,7 0-39 0,0 4-27 0,7-3-24 15,-1-1-14-15,1 4-13 0,-1-3-9 16,-5 3-12-16,5-4-10 0,-6 1-12 0,1 3-11 15,-8 0-11-15,0-4-8 0,-5 4-10 16,-1-5-25-16,0 5-33 0,-7 0-44 16,1 0-59-16,-7 0-78 15,0 0-105-15,-7-3-132 0,7 3-153 0,-6 0-181 16,-7 0-110-16,6 0-13 0,-6 0 62 16,6-3 126-16,-5 3 170 0</inkml:trace>
  <inkml:trace contextRef="#ctx0" brushRef="#br0" timeOffset="31926.08">17805 6879 126 0,'0'-3'406'0,"0"-1"78"0,0-3 80 16,0 3 52-16,0 2-50 0,0-3-58 16,0 5-45-16,0-4-52 0,0 4-67 0,0 0-95 15,0 0-82-15,0 0-40 0,0 4-14 16,0 3 7-16,0 1 14 0,0 2 17 0,0 5 9 15,0 0-3-15,0 4-2 0,7 2-2 16,-7 2-1-16,0-2 0 0,0 5-3 0,0-1-7 0,0 1-17 16,0 0-19-16,0 0-20 0,7-1-20 0,-7-3-14 15,0-3-15-15,0-1-11 0,0 0-8 16,0-4-6-16,6-2-5 0,-6-1-3 16,0-5-5-16,0 2-25 0,0-8-38 0,0 4-57 15,0-4-65-15,0-4-81 0,-6 1-103 16,6-8-126-16,-7 3-129 15,7-7-142-15,-7 1-124 0,-5 0-18 16,5-5 52-16,0 2 119 0,1-3 155 16,-7-2 188-16</inkml:trace>
  <inkml:trace contextRef="#ctx0" brushRef="#br0" timeOffset="32158.38">17590 6850 17 0,'-6'-8'480'0,"0"5"136"16,0 0 105-16,-2-5 87 0,2 5-63 15,6 0-144-15,0-2-128 0,0 1-106 0,6 1-87 16,2-1-69-16,4 4-51 0,8-3-33 16,-1 3-21-16,7-4-20 0,0 4-13 0,1 0-13 15,5 0-13-15,-6 0-14 0,7 0-10 16,-7 0-6 0,6 0-6-16,-6 0-7 0,-6 0-3 0,6 0-3 15,-14 0-6-15,2 0-24 0,-1 4-36 16,0-4-51-16,-6 0-85 0,-7 0-130 0,0 0-151 15,0-4-172-15,0 4-148 0,0 0-49 16,-7-4 35-16,0 4 104 0,7-3 141 16,0 3 186-16</inkml:trace>
  <inkml:trace contextRef="#ctx0" brushRef="#br0" timeOffset="32558.78">18300 6648 315 0,'0'-6'607'0,"7"-2"103"0,-14 2 85 16,7-3 31-16,0 1-188 0,-6 6-175 15,6-2-141-15,-6 1-96 0,-1 3-74 0,0 0-49 16,1 3-21-16,-7 3-4 0,7 6 5 16,-8-1 13-16,2 3 8 0,-2 9-2 15,1-2-2-15,0 5 2 0,0 8 7 0,-7-1-3 16,8 4-2-1,-1 2 1-15,0 2 0 0,0 3 1 0,-1-1 5 16,2 4 7-16,-2-2 7 0,8 3 5 16,0-3 0-16,-1-2-8 0,1-3-7 0,6 0-15 15,0-3-10-15,0 0-12 0,6-4-12 16,-6-5-12-16,7-2-12 0,5-3-8 16,-5-1-10-16,0-4-8 0,5-4-2 0,2 1-5 15,-1-8-9-15,0 4-23 0,0-7-45 0,7-4-53 0,-8 0-65 16,1-4-68-16,7-3-72 0,-8 0-77 15,2-5-91-15,-1 2-105 0,0-5-129 0,-7-3-137 16,7 3-51-16,1-8 31 0,-8 6 96 16,7-5 138-16,0-3 180 0</inkml:trace>
  <inkml:trace contextRef="#ctx0" brushRef="#br0" timeOffset="33098.64">18405 6982 3 0,'-7'-15'452'0,"1"5"112"16,-1 2 113-16,7-3 96 0,-6 4-63 16,6 4-144-16,0-5-115 0,-6 8-103 0,6-4-105 15,0 4-88-15,0 4-55 0,-8-1-26 0,8 5-9 0,0-1-1 16,0 4 7-16,8 3 3 0,-8 2 0 16,0 2 1-16,6 1-5 0,-6-1-1 0,0 4-2 15,6-4-2-15,-6 4 4 0,0-4 2 16,7 0 4-16,-7-3 7 0,0-1 6 15,0 2 10-15,0-5 5 0,0-5 12 0,0 3 16 16,0-6 17 0,0 1 19-16,0-1 9 0,0-3-6 0,0-3-15 15,0 3-27-15,-7-7-31 0,7-2-37 16,0-1-25-16,-6 0-18 0,6-5-11 0,-6-1-4 16,-2-2-4-16,8 0 1 0,-6-1-2 15,0 1-1-15,6 1-1 0,0-2-5 16,0 1-3-16,0-1-7 0,0 4-5 0,6 0-7 15,0 1-4-15,2-1-1 0,-2 5-2 0,0 2-2 0,7-3 4 16,0 4 4-16,6-1 3 0,-5 0 4 16,-1 6 6-16,6-3 6 0,-6 2 1 0,1 3 6 15,-2 0 1-15,2 3 0 0,-2 2 0 16,-5 2 1-16,6 0 2 0,-6 1-1 16,-1 6 2-16,0-3 2 0,2 4 1 0,-2-1 2 15,-6 5 2-15,6-5 2 0,-6 4 9 0,6 1 7 0,-6-5 3 16,0 5 3-16,0-4 0 0,0-1-3 15,0 1-7-15,-6-5-6 0,6 2-4 0,-6-1-2 16,6 0-13-16,-6-3-27 0,6-1-45 16,-8-4-60-16,2 2-73 0,6-5-103 15,0 0-142-15,-6-5-155 0,6-3-163 0,0 1-164 16,6-4-44 0,-6 0 37-16,6-4 118 0,2 1 164 0,-2-4 195 15</inkml:trace>
  <inkml:trace contextRef="#ctx0" brushRef="#br0" timeOffset="33415.08">18815 6773 100 0,'0'-4'545'0,"0"1"145"0,0 0 90 16,0-1 53-16,-6 4-131 0,6 0-152 0,0 0-140 16,0 4-106-16,-8 2-52 0,8 6-23 15,-6 2-8-15,6 1-4 0,-6 7-12 16,0 0-4-16,-1 3-4 0,0 5-3 0,-6-1-14 15,7 5-18-15,-8-2-17 0,2 5-18 16,-1 0-17-16,0-1-11 16,0 1-13-16,-1-4-9 0,2 3-5 15,-2-6-13-15,2-1-15 0,5-4-12 0,-6 1-7 16,6-7-5-16,-5-1-8 0,6-3-11 16,-2 0-24-16,8-8-43 0,-6 0-69 15,6 0-90-15,0-7-110 0,0 4-158 0,0-4-181 16,6 0-201-16,2-4-141 0,-2 0-22 15,0 4 51-15,7-3 133 0,0-1 185 0,-6 1 234 0</inkml:trace>
  <inkml:trace contextRef="#ctx0" brushRef="#br0" timeOffset="33931.37">18744 7436 82 0,'-14'0'596'0,"8"-4"144"0,6 1 93 0,-6-1 71 16,-1-3-90-16,7 0-189 0,0-4-193 0,-7 3-127 15,14-2-78-15,-7-1-62 0,7 0-48 16,-1 0-24-16,0 3-12 0,0-3-6 16,2 5-8-16,4-2-4 0,-5 0-4 0,6 4-15 15,0 1-17-15,-7-1-12 0,8 4-6 16,-2 0-5-16,-5 0-6 16,0 0 2-16,6 4 2 0,-7-1 11 15,0 4 10-15,1 1 18 0,-7 0 22 16,7 3 16-16,-7 0 17 0,0 3 4 0,-7 1 3 15,7-1-5-15,-7 1-9 0,1 0-10 16,0 4-9-16,-1-5-11 0,-6 0-12 0,0 5-9 16,-1-4-11-16,2-1-6 0,-1 1-5 15,0 0-3-15,-6-5 1 0,5 1 5 0,8-3 9 0,-7-2 12 16,6 3 16-16,-6-6 19 0,7 0 19 0,6 2 22 16,-7-5 18-16,7 3 14 0,0-3-133 15,-7 0-15-15,7 0 0 0,7-3 0 16,-7 3 0-16,7-5 0 0,-1 2 0 0,7 3 0 15,-6-3 0-15,6-2 0 0,7 1 0 16,-8 1 0-16,8 3 0 16,-7-3 0-16,7-1 0 0,-1 4 0 15,-6-4 0-15,6 1 0 0,-5-1 0 0,5 0 0 16,-6 4 0-16,0-3 0 0,1-1 0 16,-2 4 0-16,-6-3 0 0,2 3 0 0,-2-5 0 15,0 5 0-15,1-3 0 0,-7 3 0 16,6-4-7-16,-6 4-385 0,0-3-103 15,0 3-130-15,0-8-144 0,-6 5-171 0,6-5-107 0,0 5 0 16,0-8 73-16,0 4 143 0,6-4 190 0,1-4 238 16</inkml:trace>
  <inkml:trace contextRef="#ctx0" brushRef="#br0" timeOffset="34401.19">18919 6602 323 0,'-6'-11'524'16,"-1"-1"83"-16,1 5 71 0,-1 0-10 16,7 3-145-16,-7 0-122 0,7 1-86 0,0-1-52 0,7 4-44 15,-7 4-35-15,7-1-20 0,6 5-7 0,0 2-5 16,6 6-11-16,-5-2-10 0,5 9-7 15,1-3-7-15,-2 7-2 0,-4-2 7 0,6 4 5 16,-7 5 7-16,-1-2 6 0,2 5 6 16,-2 3 18-16,-5-3 4 0,0 7 0 15,-1-4-12-15,-6 8-16 0,0-4-15 0,0 0-24 0,-6 1-17 16,-1-2-13-16,0-3 2 0,-5 0 0 0,-2-3-1 16,2 0-2-16,-1-1 0 0,-1-2-3 15,-6-6-3-15,8 6-14 0,-8-5-50 0,1-4 0 16,5 0 0-16,-4-2 0 0,-2 0 0 15,7-6 0-15,-1-2 0 0,2 0 0 0,-2-4 0 16,2 0 0 0,5-4 0-16,1 0 0 0,-1 0 0 0,7-3 0 15,-7 0 0-15,7-4 0 0,-6 0 0 16,6 0 0-16,0-4 0 0,0 0 0 16,0 1 0-16,0-8-347 0,0 4-105 0,0-4-132 15,13 0-141-15,-6-4-164 0,6 0-141 16,-1-2-26-16,8-3 55 0,0-2 137 0,6 1 177 15,-1-2 222-15</inkml:trace>
  <inkml:trace contextRef="#ctx0" brushRef="#br0" timeOffset="34817.76">19395 6842 71 0,'0'-6'417'0,"0"2"100"0,0 0 109 0,0 1 78 0,0 0-59 15,0 3-76-15,0-5-68 0,0 5-65 16,-6-4-85-16,6 4-93 0,0 0-66 0,0 0-35 15,0 4-20-15,0 1-13 0,-8 1-5 16,2 2 7-16,6 3 3 0,0 1-4 0,-6 5-10 16,6-2-1-16,0 3-3 0,-7 4-2 15,7-4 0-15,0 5 0 0,0-2-1 0,0 2-12 0,0-3-13 16,0 0-13-16,7 2-14 0,-7-8-16 16,0 4-11-16,0-3-7 0,0 0-5 0,0-4-6 15,0-1-2-15,0-2-2 0,0 0-3 0,0-5-7 16,0 1-27-16,0 0-48 0,0-4-63 15,0 0-77-15,0 0-102 0,-7-4-133 16,7 0-138-16,0 1-148 16,0-5-161-16,-7 0-49 0,7 1 34 15,0-4 103-15,-6 4 146 0,6 0 185 16</inkml:trace>
  <inkml:trace contextRef="#ctx0" brushRef="#br0" timeOffset="35102.49">19277 7000 434 0,'-6'0'622'16,"0"-3"137"-16,-1-1 108 0,0 0-30 16,1 4-120-16,6-3-119 0,0-1-126 0,0 1-108 15,0 3-85-15,6-4-59 0,1 1-34 16,0 3-21-16,5-5-10 0,1 5-7 0,7-4-10 16,0 1-13-16,-8 3-15 0,8 0-19 15,7-3-17 1,-8 3-15-16,0 0-7 0,0 0-9 0,1-4-11 15,-6 4-6-15,-2 0-8 0,1-4-7 16,1 4-4-16,-8 0-5 0,0-3-15 0,1 3-39 16,-7 0-67-16,0-4-97 0,0 4-142 15,-7 0-211-15,1 0-271 0,-7-4-190 16,0 4-55-16,0 0 32 0,0 0 109 0,-6 0 191 16,5-3 277-16</inkml:trace>
  <inkml:trace contextRef="#ctx0" brushRef="#br0" timeOffset="39242.19">13155 9624 221 0,'0'7'446'0,"7"-3"91"0,-7-1 79 16,7 2-34-16,-1-5-28 0,7 0-94 15,0 0-80-15,0 0-71 0,1-5-73 0,4 5-74 16,2-3-57-16,-1-1-39 0,1-1-29 16,6 3-18-16,-7-5-10 0,7 2-4 15,-6 2-6-15,0 3-26 0,-7-3-55 0,7-2-85 16,-8 5-100-16,-5-2-118 0,0 2-130 16,-1 0-133-16,-6 2-34 0,-6-2 38 0,-1 5 75 15,-6-2 107-15</inkml:trace>
  <inkml:trace contextRef="#ctx0" brushRef="#br0" timeOffset="39460.89">13208 9793 144 0,'-7'10'417'15,"0"1"89"-15,7-4 113 0,0 4 49 0,7-6-55 16,0 1-62-16,5-2-55 0,2-4-58 16,5 0-83-16,-6 0-91 0,14 0-64 0,-9-4-39 15,9 1-20-15,-1 0-12 0,-6-2-17 16,5 5-18-16,-5-3-15 0,0-1-18 0,-8 0-22 15,2 4-30-15,-1 0-42 0,-7-3-50 16,0 3-85-16,1 0-140 0,-7 0-174 0,0 0-196 16,-7-4-161-16,7 4-53 0,-6-3 29 15,0 3 109-15,-1-8 161 0,7 5 199 16</inkml:trace>
  <inkml:trace contextRef="#ctx0" brushRef="#br0" timeOffset="40270.18">14699 9612 229 0,'0'-3'451'0,"0"-5"64"0,0 1 56 16,0 0-6-16,0 0-85 0,6-4-80 16,1 4-48-16,0-5-37 0,5 1-28 0,2 0-45 15,5 4-49-15,1-4-33 0,-1 4-22 16,8-4-14-16,-8 7-8 0,7-3-15 15,6 7-30-15,-6-5-6 0,1 5-11 0,-1 5-8 16,-1 2-14-16,1 1-8 0,-6 2 6 0,0 5-11 16,-1 0-9-16,-5 3-7 0,-2 4-3 15,-5-4 0-15,-1 5 2 0,-6-2 10 16,0 4-1-16,0-2-1 0,-6 3-4 16,-7-1-2-16,-1 1-3 0,-5-1-9 0,6 1 0 15,-12-3 5-15,5 2 1 0,0-3 2 16,-6 0 1-16,7-4 3 0,-8 1 3 0,8-5 13 15,0 1 21-15,5-5 21 0,-5 2 23 16,6-5 25-16,6 0 23 0,-5-3 17 0,4-1 11 16,2 1 5-16,0-4 3 0,6 5-2 15,-7-5-16-15,14 0-22 0,-7 0-28 16,6-5-26-16,8 1-25 0,-8 1-21 0,13-1-14 16,1 0-5-16,0 1-5 0,5-4-2 15,1 3 0-15,0 1-1 0,1-2 3 0,5-2 3 16,-6 4 8-16,7-1 8 0,-7 0 5 15,0 1 4-15,7 3 1 0,-14-4-5 0,7 0-6 16,-6 4-10-16,-1-3-5 0,-6 3-5 16,0-4-4-16,-6 4-10 0,-1 0-20 0,1 0-33 15,-1 0-47-15,-6 0-59 0,0 0-70 16,0 0-78 0,0 0-107-16,-6 0-118 0,6-3-117 15,0-2-122-15,0 2-117 0,0-1-13 0,0-3 74 16,6 4 122-16,0-5 149 0,8-4 173 15</inkml:trace>
  <inkml:trace contextRef="#ctx0" brushRef="#br0" timeOffset="40673.42">15741 9583 239 0,'0'-7'475'15,"0"-4"78"-15,0 0 83 0,0 0 22 0,0 4-107 16,0-4-91-16,-6 4-60 0,6-1-42 16,0 1-54-16,0 0-58 0,0 3-44 0,0 0-34 15,-7 1-30-15,7 3-32 0,0-4-31 16,0 4-24-16,0 0-23 0,0 4-12 16,0-1 4-16,7 5 13 0,-7-1 17 0,6 3 14 15,-6 5 15-15,0 0 10 0,6 4 3 16,1-1 0-16,-7 3-6 0,7 2-6 15,-7-1-3-15,0 0-3 0,6 3-7 0,-6-3-5 16,6 0-4-16,1 0 1 0,-7 0-7 16,7-3-1-16,-7-1-2 0,6 1-3 0,-6-5 1 15,7 0-7-15,-7-3-2 0,6 0-7 16,-6 1 0-16,0-5-9 0,0 0-8 16,6-3-4-16,-6 0-3 0,0-1-2 0,0-3-15 15,0 0-27-15,0 0-37 0,0 0-51 16,0-3-59-16,0-1-78 0,-6 0-98 15,6-3-120-15,-6 0-123 0,-1-1-139 0,1-3-129 16,-1 0-24-16,-6-1 54 0,7-2 117 16,-1 3 149-16,-6-3 180 0</inkml:trace>
  <inkml:trace contextRef="#ctx0" brushRef="#br0" timeOffset="41001.51">15493 9513 16 0,'-6'-3'417'0,"0"-4"81"15,6 3 75-15,-8 1 81 0,8-1-68 16,-6 0-102-16,6 1-77 0,0-1-59 0,0 4-56 16,6-5-61-16,2 5-52 0,4-2-30 15,2 2-13-15,5 0-6 0,7-5-5 0,7 5-9 16,-7 0-17-16,13 0-12 0,-1 0-10 15,-5 0-5-15,7 0-3 0,-1 0-4 16,-7 0-2-16,1 0-4 0,-1-3-5 0,-6 3-1 16,-6 0-9-16,6-3-6 0,-13 3-5 15,0 0-5-15,0-4-9 0,-6 4-10 16,5 0-4-16,-12 0-23 0,7 0-38 0,-7 0-61 16,0-4-99-16,0 4-142 0,0 0-164 15,-7 0-180-15,1 0-147 0,6 0-37 0,-6 0 51 16,-1 0 114-16,1 0 152 0</inkml:trace>
  <inkml:trace contextRef="#ctx0" brushRef="#br0" timeOffset="41519.5">16497 9181 213 0,'0'-7'433'0,"6"-5"57"16,-6 1 53-16,0 4-3 0,0 0-100 16,-6-1-80-16,6 1-44 0,-7 3-28 15,0 0-27-15,-5 1-33 0,-2 3-37 0,1 0-17 16,1 3-11-16,-2 5-10 0,2-1-3 16,-8 4-2-16,7 7-5 0,-7 0-10 0,8 12 1 15,-2 2 7-15,-5 9 4 0,5 6 1 16,2 5 3-16,-2 7 1 0,8 0-9 0,0 2-16 15,-1 2-10-15,7-1-15 0,0 5-15 16,0-9-14-16,7 4-9 0,5-7-6 16,2 0-15-16,-2-3-12 0,8-5-9 0,-1-7-5 15,1 0-2-15,0-6-6 0,-1-5 0 16,1-4-4-16,6-6-22 0,-7-5-36 0,1-6-48 16,0-5-54-16,-1-3-73 0,1 0-91 15,-8-8-107-15,2-2-120 0,-2 0-127 0,-5-9-120 16,0 4-71-16,-1-7 14 0,-6 0 88 15,0-4 132-15,7 0 160 0</inkml:trace>
  <inkml:trace contextRef="#ctx0" brushRef="#br0" timeOffset="42048.34">16672 9562 135 0,'0'-15'537'0,"-6"0"114"0,-1 4 88 0,7 0 70 16,-6 4-132-16,6 0-167 0,0-1-137 0,-6 5-107 15,6-1-77-15,0 8-61 0,0-1-32 16,0 5-11-16,6 2 8 0,-6 2 12 16,6 6 11-16,1 0 7 0,-1 4-6 0,1 1-4 15,0-2-6-15,-1 2-6 0,0-3-1 16,0 3-8-16,-6-5-3 0,8 0-5 16,-2 1-2-16,-6-4 0 0,6-1-5 0,-6-3 5 15,0-4 4-15,0 5 8 0,0-9 15 16,7 1 18-16,-7 0 28 0,0-1 17 0,-7-3 6 15,7 0-12-15,0 0-19 0,0-7-31 16,-6 3-37-16,6-6-75 0,-6-2-4 0,-2 1 0 16,2-3 0-16,0-1 0 0,6-4 0 15,-6 4 0-15,6-6 0 0,-7 3 0 0,7-1 0 16,7-4 0-16,-7 6-2 0,6-2-29 16,0 1-3-16,8 0-4 0,-2 3-1 15,1 1-2-15,1-1 2 0,5 4 6 16,-6 0 4-16,7-1 6 0,-1 5 6 0,1 1 4 15,0 2 3-15,-1 0 2 0,-6 4 3 16,6 4 1-16,-5 0-2 0,-2 7 1 0,1 0 3 16,1 0-1-16,-8 3-1 0,6 4 3 15,-4 1 0-15,-2-1 1 0,0 0 1 0,1 0 0 16,0 5 2-16,-1-9 1 0,-6 5 0 16,7-1 1-16,-1-3 0 0,-6 2 0 15,0-5-3-15,0 2-1 0,0-3 0 0,0-4-31 16,0 1-49-16,6 0-66 0,-6-1-79 15,0-3-118-15,0-4-177 0,7 0-194 0,-7-4-192 16,0-3-121-16,7-1-16 0,-1-2 64 16,0-2 150-16,8-3 209 0</inkml:trace>
  <inkml:trace contextRef="#ctx0" brushRef="#br0" timeOffset="42369.31">17422 9375 119 0,'6'-7'612'0,"0"-5"145"0,1 5 100 0,-7 0 71 16,0 3-116-16,7 0-204 0,-7 1-205 16,0-2-123-16,-7 10-75 0,7-2-39 0,0 1-9 15,0 11 18-15,-7 0 23 0,1 3 13 16,0 3-1-16,-2 9-6 0,-4-1-15 0,5 4-25 16,-6 4-20-16,0-1-13 0,1 4-7 0,-2 1-7 15,-5-1-5-15,5 0 2 0,2 1-5 16,-2 3-24-16,2-8-85 0,-2 1 0 15,1 0 0-15,1-8 0 0,-2 1 0 0,8-5 0 16,0-3 0-16,-2-5 0 0,2 0 0 0,0-3 0 16,6-8 0-16,0 2 0 0,0-4 0 15,0-4-140-15,6 0-292 0,0-4-137 0,2 1-154 16,4-5-165-16,8 1-159 0,-1-3-25 0,1-2 48 16,6 5 114-16,0-5 177 0,1 6 222 15</inkml:trace>
  <inkml:trace contextRef="#ctx0" brushRef="#br0" timeOffset="42840.11">17558 9880 518 0,'0'-6'714'0,"0"-6"110"15,0 1 87-15,0-3-10 0,0 2-198 16,0 1-202-16,6-3-126 0,-6-1-84 0,8 4-57 16,4 0-38-16,-6-1-22 0,8 2-11 15,5 2-11-15,-5 1-17 0,4 0-20 0,-4 3-25 16,5 1-26-16,-5 3-24 0,4 0-15 15,2 3-12-15,-7 4-7 0,1 1-3 16,-2-1 0-16,2 5-2 0,-8 2 4 0,7 1 10 16,-13 3 9-16,0-3 10 0,0 3 12 0,0 4 10 15,-7-4 8-15,-5 4-3 0,5-4-3 16,-6 4-6-16,-7-3-10 0,7-1-8 16,-7 1-12-16,8-2-7 0,-8-2-3 0,7 0-4 15,-7 0-1-15,8-5 2 0,-2 2 11 0,2-5 18 16,5 0 21-16,1 1 27 0,-1-5 30 15,0 1 28-15,1-4-132 0,6 4-12 16,0-4 0-16,0 0 0 0,0-4 0 0,6 4 0 16,1-4 0-16,6 1 0 0,0-2 0 15,1 2 0-15,4 0 0 0,2-1 0 0,7 0 0 16,-9 1 0-16,9 0 0 0,-7-2 0 16,6 1 0-16,0 1 0 0,-1-2 0 0,-5 3 0 15,6-2 0-15,-6 0 0 0,-1 4 0 16,1-4 0-16,-7 1 0 0,0 0 0 0,0-2 0 15,-7 5 0-15,8-2 0 0,-14 2 0 16,6-5 0-16,0 5 0 0,-6-4-49 0,0 1-365 16,-6-1-115-16,6 0-147 0,-6 1-185 15,-2-4-187-15,2 0-44 0,0-1 35 16,0-3 100-16,-1 0 175 0,0-3 237 0</inkml:trace>
  <inkml:trace contextRef="#ctx0" brushRef="#br0" timeOffset="43199.42">17805 9238 467 0,'-6'-25'723'0,"6"0"97"0,-6 3 67 16,12 0 52-16,-6 0-276 0,6 7-213 16,1-4-108-16,6 9-73 0,-6-1-42 0,12 4-26 15,0 3-18-15,1 4-13 0,7 4-8 0,-1 3 1 16,6 8-5-16,1 3-10 0,-1 7-11 15,1 5-13-15,6 3-2 0,-7 7-3 16,1 4 2-16,-7 3-2 0,6 5-3 0,-12 3-9 16,-1 0-12-16,1 3-11 0,-14 2-9 0,1-6-75 15,-7 5 0-15,0-4 0 0,-7-4 0 16,1 0 0-16,0-3 0 0,-1-1 0 16,-6-7 0-16,0-3 0 0,0-4 0 0,0-3 0 15,-1-5 0-15,2-7 0 0,5-3 0 16,-6-1 0-16,7-2 0 0,-1-8 0 15,1 3 0-15,0-7 0 0,-2 4 0 0,2-8-242 16,0 4-216-16,6-7-135 0,-7-1-167 16,7 0-195-16,0-2-116 0,0-1-8 0,0-4 61 15,0-3 139-15,0 3 203 0,7-4 256 16</inkml:trace>
  <inkml:trace contextRef="#ctx0" brushRef="#br0" timeOffset="43671.22">19492 9389 245 0,'7'-3'482'0,"-1"-1"95"0,-6 0 86 0,7 1 4 16,-7 3-107-16,7-4-100 0,-7 4-67 15,0 4-51-15,6-1-44 0,-6 5-43 0,6 2-21 16,1 6 1-16,-7 4-4 0,7 3-4 16,-1 3-2-16,0 3-9 0,1-3-13 15,-1 3-21-15,1 0-27 0,0-3-34 0,-1 0-34 16,0-1-23-16,2-3-19 0,-2-3-14 16,-6 2-13-16,6-5-7 0,0-2-16 0,1-3-40 15,-7 0-47-15,7-3-70 0,-7-5-96 16,0 1-149-16,0-4-172 0,-7-4-183 15,7-4-172-15,-7-2-52 0,1-1 36 0,-6 0 115 16,4-4 166-16,-4 0 210 0</inkml:trace>
  <inkml:trace contextRef="#ctx0" brushRef="#br0" timeOffset="43874.28">19401 9624 237 0,'-12'-4'673'0,"4"4"119"0,2-3 79 15,6 3 60-15,0-5-156 0,6 2-217 0,2-5-179 16,4 6-93-16,8-7-55 0,5 6-41 0,2-4-30 15,5-1-25-15,1 5-15 0,6-4-15 16,0-1-15-16,0 4-17 0,0-3-19 16,1 3-18-16,-2 1-16 0,1-1-12 0,-13 0-21 15,1 1-32-15,-7-1-47 0,-2 4-49 32,-4-3-99-32,-8 3-142 0,1-5-172 0,-7 5-202 0,0-3-137 0,0 3-48 0,-7-4 45 15,1 1 118-15,-1-1 171 0</inkml:trace>
  <inkml:trace contextRef="#ctx0" brushRef="#br0" timeOffset="44562.9">21147 9308 153 0,'0'-7'369'15,"0"-4"48"-15,-7 3 47 0,7-2-28 32,0 3-78-32,0-1-45 0,-7-3-9 0,7 3-3 15,-6 2-10-15,0-2-19 0,-1 2-23 16,-6 1-25-16,7 2-28 0,-7-1-19 0,-1-1-14 16,2 5-13-16,-2 0-13 0,2 0-12 15,-2 5-10-15,-5-1-11 0,5 4-5 16,-4 2-8-16,4 0-5 0,-5 6-2 0,5 2 2 15,-4 4-3-15,4 0-2 0,8 7 4 16,-7-3 6-16,6 7 2 0,7 0 3 0,-7-4 3 16,14 4 2-16,-7 0-2 0,13 0-1 15,-6-4-2-15,13 1-4 0,-8-5 1 16,8-3-1-16,5 0-1 0,-5-3-6 0,13-5-5 16,-7 1-8-16,6-5-10 0,1-2-8 15,-1-4-6-15,7-4-1 0,-5-4-1 0,-2 1 1 16,1-4 6-16,-7-1 6 0,-1-3 9 15,1-4 10-15,-6 0 10 0,-1 1 12 0,-5-4-50 16,-2-1-50-16,2-4 0 0,-8-2 0 16,1 0 0-16,-7-4 0 0,0 0 0 0,-7-4 0 15,1 3 0-15,-8 1 0 0,8 3 0 16,-7 1 0-16,-6 3 0 0,6 0 0 0,-13 4 0 16,6 2 0-16,1 1 0 0,-7 5 0 15,6-1 0-15,-6 7 0 0,-1-3 0 0,8 7 0 16,-7 0 0-16,6 4 0 0,1-1-26 15,6 1-308-15,0 7-63 0,0-4-71 16,6 4-93-16,7 0-116 0,0 1-133 0,7-1-144 16,0-1-30-16,6-2 47 0,-1-1 112 15,8 0 161-15,6 0 200 0</inkml:trace>
  <inkml:trace contextRef="#ctx0" brushRef="#br0" timeOffset="44984.31">21934 9034 204 0,'0'-18'549'0,"7"3"105"0,-14-4 86 0,7 5 67 16,0-1-175-16,-6 5-162 0,0-2-108 15,6 5-89-15,-6 0-71 0,-2 3-59 0,-4 0-38 16,5 4-19-16,-6 4-6 0,0 0 3 15,0 3 1-15,0 4 4 0,-7 0 4 0,7 7 0 16,-6 0-6-16,6 8-1 0,-7 4 2 16,1 3 6-16,5 3 9 0,2 4 11 0,-8 1 8 15,7 6 7-15,7 0 9 0,-1 2 6 16,0 2 2-16,1-4-1 0,6 0-1 16,6-2-3-16,1-1-8 0,0-8-12 0,6 1-12 15,-1-4-6-15,2-4-11 0,-2-7-6 16,8 0-9-16,-7-3-13 0,7-4-62 0,0-5-1 15,-1-2 0-15,-6-4 0 0,6-4 0 16,1 0 0-16,0-4 0 0,-7 1-99 16,-1-5-96-16,2 1-83 0,-2-1-89 0,-5-3-103 15,0 1-142-15,-1-2-154 0,-6-3-179 16,7 0-67-16,-1 1 19 0,-6-4 89 0,6 0 156 16,2-1 191-16</inkml:trace>
  <inkml:trace contextRef="#ctx0" brushRef="#br0" timeOffset="45281.16">22176 9254 119 0,'0'-16'633'0,"0"6"146"0,0 0 103 0,0-2 90 16,0 1-77-16,-7 4-206 0,7 0-195 16,0 0-126-16,0 2-99 0,0 5-87 15,0-3-69-15,0 6-42 0,0 2-13 0,0 5 2 16,0 1 26-16,0 4 20 0,0 3 20 15,7 4 7-15,-7 0-2 0,0 3-10 0,6 4-20 16,-6-2-15-16,0 2-14 0,0 1-9 16,0-2-9-16,6-2-8 0,-6 0-6 0,0 0-8 15,0-8-8-15,0 0-4 0,0-3-6 16,0-1-6-16,7-7-8 0,-7 4-23 0,0-3-37 16,0-5-60-16,0 2-80 0,0-5-99 15,7 0-139-15,-7-8-167 0,0 0-189 16,6-3-188-16,-6-3-52 0,6 0 30 0,2-9 106 15,-8 2 169-15,6-5 215 0</inkml:trace>
  <inkml:trace contextRef="#ctx0" brushRef="#br0" timeOffset="45640.42">22306 8968 349 0,'0'-15'680'0,"6"-3"103"0,1 3 86 16,0-4 72-16,5 6-212 0,-5 1-203 0,12-2-123 15,-5 3-71-15,5 3-57 0,1 5-44 0,6-1-29 16,-7 4-22-16,7 4-16 0,0 3-10 16,0 3-7-16,1 9-13 0,-1-1-12 0,-1 8-11 15,1 4-6-15,-6 2-2 0,0 5-1 16,-1 4 1-16,1-1 3 0,-8 7 0 0,8-2-5 16,-13-2-6-16,-1 1-57 0,0 3-38 15,-6-2 0-15,0-4 0 0,-6 2 0 16,0-6 0-16,-1-1 0 0,-6 1 0 0,0-8 0 15,1 1 0-15,-2-5 0 0,1-3 0 16,0-3 0-16,0-5 0 0,7 1 0 0,-8-4 0 16,8-4 0-16,0 0 0 0,-1 0 0 0,7 1 0 0,-7-4 0 0,7 0 0 0,-6-4 0 15,6 3 0-15,-7-3 0 0,7 0 0 32,-6 0-72-32,0 0-426 0,-1-3-215 15,0-1-272-15,1 0-170 0,0-4-36 0,-8 1 53 16,8-4 120-16,-1 0 215 0,-6-4 309 0</inkml:trace>
  <inkml:trace contextRef="#ctx0" brushRef="#br0" timeOffset="52385.14">5816 6041 90 0,'0'0'398'0,"6"0"100"0,-6 0 125 0,-6-5-4 16,6 5 29-16,0-2-70 0,0-2-58 15,0 0-63-15,0 4-97 0,-7-4-74 16,7 4-80-16,0 0-64 0,0 0-39 0,-7 4-20 16,7 0-13-16,-6 2 5 0,6 2 7 15,0 4 15-15,-7 2 3 0,7 4 0 16,0 1 0-16,0-1-5 0,0 4 0 15,0 3-3-15,0 1-9 0,7-4-12 0,-7 4-9 16,0-5-13-16,6 2-16 0,-6-2-13 0,0 2-7 16,7-4-1-16,-7-5-5 0,0 0-4 15,0 2 4-15,7-10-10 0,-7 5-23 16,0-8-39-16,-7 5-48 0,7-4-59 0,-7-4-81 16,1-4-99-16,-1 1-115 0,1-5-119 15,0 1-125-15,-2-3-128 0,-4-6-16 0,6-2 53 16,-8-1 109-16,8-2 141 0,-1-1 165 15</inkml:trace>
  <inkml:trace contextRef="#ctx0" brushRef="#br0" timeOffset="52603.83">5522 6011 87 0,'-6'-2'494'16,"-1"-3"119"-16,1 1 92 0,-1 4 55 15,7-3-135-15,0 3-142 0,0-4-113 0,7 4-92 16,-1-4-77-16,14 4-42 0,-1-3-27 15,1 3-27-15,6-4-24 0,1 4-22 16,-2 0-14-16,7 0-13 0,-6 0-14 0,1 4-11 16,5-4-3-16,-12 0-11 0,6 3-34 15,-7-3-66-15,-5 4-94 0,-2 0-116 0,2-4-143 16,-8 3-138-16,1-3-130 0,-1 4-20 16,-6 1 52-16,6-3 93 0,-6 2 127 15</inkml:trace>
  <inkml:trace contextRef="#ctx0" brushRef="#br0" timeOffset="52982.79">6207 5982 57 0,'0'-4'465'16,"0"-2"108"-16,0 1 99 0,0-2 83 15,0 3-96-15,0-3-133 0,0 4-91 0,-8-1-81 16,2 0-80-16,0 1-72 0,-1 3-50 16,0-4-39-16,1 8-23 0,0-1-14 15,-7 1-12-15,6 7-4 0,-6 0-4 16,0 0-1-16,0 7-4 0,7 4-4 0,-7-1 5 0,6 6 6 0,-6 6 8 16,7-4 10-16,-2 7 11 0,2-3 5 15,0 4 1-15,6-4 2 0,-6 0-3 0,12 0-8 16,-6-3-1-16,6-1-12 0,-6-1-13 15,6-5-11-15,8-2-10 0,-8-1-10 0,1-3-15 16,6-5-6-16,-6-1-15 0,-1 0-38 16,7-8-54-16,0 1-73 0,-7-4-92 15,8-4-134-15,-1-3-138 0,-1-4-136 0,2 0-116 16,-2-4-83-16,2-3 10 0,-1-1 92 16,0-1 131-16,-7-3 158 0</inkml:trace>
  <inkml:trace contextRef="#ctx0" brushRef="#br0" timeOffset="53529.54">6337 6143 210 0,'0'-11'476'16,"0"4"89"-16,0-4 90 0,0 7 37 0,0-3-114 15,0 3-108-15,-7 1-83 0,7-1-77 16,0 0-82-16,-7 4-74 0,7 4-52 0,0 0-25 16,0 7-12-16,0-4-2 0,0 8 2 15,0-1-4-15,0 2-2 0,7 2-1 0,-7 3-5 16,0-2-3-16,0 3-1 0,7 0 2 15,-7-4 0-15,0 0-1 0,0 1 11 16,0-1 11-16,0-4 12 0,0 1 7 0,0-4 6 16,0-4 9-16,0 4 14 0,0-6 17 15,0-2 15-15,-7 0 10 0,7 1 3 0,0-4-9 16,0-4-22-16,0 1-31 0,-7-5-32 16,7 1-25-16,0-4-17 0,-6-3-9 0,6 2-9 15,0-6-4-15,0 4-4 0,6-5 1 16,-6 4-2-16,7-3-2 0,0 0 0 15,-1 3 0-15,0-3 0 0,8 3 2 0,-1 1-3 16,-1 2-4-16,2-1-1 0,-2 1 0 0,8 1 2 16,-7 4-5-16,7-5 4 0,-8 9 3 15,2-4-3-15,5 3 0 0,-6 4 0 16,0 0 1-16,1 0-1 0,-8 4 1 0,7 3 3 16,0 1 2-16,-7 2-3 0,1 1 0 15,6 0 2-15,-6 4 0 0,-7 0 0 0,6 4-1 16,0-5 1-16,-6 4 0 0,0-3 0 15,7 2 0-15,-7 2 0 0,0-4 0 0,7 0 3 16,-7-1 0-16,0-3-2 0,0 4 2 16,0-8 1-16,0 1 2 0,0-1-2 15,6 0-2-15,-6-3 2 0,0-1 2 0,0-3-10 16,0 5-29-16,0-5-49 0,-6-5-63 16,6 2-10-16,0-1-132 0,-7-3-154 0,0 0-163 15,1-1-173-15,0-2-145 0,6-5-102 16,-7-4 73-16,0 4 131 0,1-7 173 0,6 1 214 15</inkml:trace>
  <inkml:trace contextRef="#ctx0" brushRef="#br0" timeOffset="53841.99">6708 5868 259 0,'6'-3'471'15,"0"-5"73"-15,1 5 62 0,0-1-16 0,6 1-102 16,-1-2-85-16,2 5-64 0,-8 5-35 0,8-2-31 15,5 4-32-15,-6 1-14 0,0 6-17 16,0 1 6-16,0 4 10 0,0 3 12 16,0 7 5-16,0 0-12 0,1 4-4 0,-8 4-18 15,6-1-32-15,-12 5-33 0,7-1-26 16,-7 0-22-16,0 4-18 0,-7-4-14 16,1 4-6-16,0-3 6 0,-8-1 4 0,8-3 2 15,-7-5 7-15,7-2 2 0,-8-1 0 16,8-7-12-16,-7-4-9 0,6 1-9 0,1-4-13 15,0-8-9-15,6 3-7 0,-7-2-5 16,7-4-16-16,-7 0-26 0,1-4-52 0,-1 0-81 16,1 0-92-16,0-4-141 0,-1 0-211 15,-6 1-294-15,-1-2-174 0,2-1-39 0,-8-2 27 16,1 2 106-16,-7-3 205 0,6 6 307 16</inkml:trace>
  <inkml:trace contextRef="#ctx0" brushRef="#br0" timeOffset="54827.98">9645 13614 63 0,'6'-8'386'0,"-6"4"68"16,0-3 64-16,0 3 21 0,7-3-60 15,-7 3-58-15,0 1-34 0,0-5-19 0,0 4-17 16,7 1-19-16,-7-1-28 0,0 0-34 16,0 1-29-16,0-1-29 0,0 1-33 0,0-1-34 15,0 4-35-15,0-4-31 0,0 1-27 16,0 3-20-16,0 0-10 0,0-5-8 15,0 5-5-15,0 0-9 0,0 0-20 0,0 0-33 16,0 0-46-16,0 0-68 0,0 0-113 16,-7 0-141-16,7 5-161 0,-7-5-163 0,1-5-85 15,-1 5 3-15,7 0 78 0,-6-3 129 16,0 0 167-16</inkml:trace>
  <inkml:trace contextRef="#ctx0" brushRef="#br0" timeOffset="55624.66">9931 13639 133 0,'0'-7'335'0,"0"-1"48"0,0 0 54 0,0 1-35 15,0 0-54-15,0-4-14 0,0 4 13 16,0-5 21-16,0 5-4 0,-6-4-6 15,6 4-21-15,0-4-24 0,0 3-34 0,0 2-41 16,0-2-28-16,-7 5-20 0,7-5-13 16,0 5-13-16,0-1-15 0,0 4-15 0,0-5-15 15,-6 5-25-15,6 0-21 0,0 0-23 16,0 5-10-16,-6 2 6 0,6 4 10 16,0 0 20-16,-7 8 16 0,7-1 13 0,-7 4 0 15,7 0-10-15,-6 4-10 0,6 0-22 16,0-5-18-16,0 5-14 0,0-1-9 0,0-3-8 15,0 0-8-15,6-3-2 0,-6-1 0 16,0 0-2-16,7-3-1 0,-7-4-1 0,0 0 0 16,0-4-4-16,0 0-18 0,0-3-29 15,0 1-48-15,0-3-65 0,-7-2-73 0,1 0-104 16,0-2-131-16,-8-3-139 0,8-2-146 16,-7-1-134-16,0-3-28 0,0 0 51 0,7 1 118 15,-8-5 152-15,1-4 185 0</inkml:trace>
  <inkml:trace contextRef="#ctx0" brushRef="#br0" timeOffset="55890.28">9651 13518 403 0,'-6'-7'601'16,"-1"4"107"-16,1-2 79 0,0-2-39 16,6 2-156-16,0 5-128 0,0-2-107 0,6-2-81 15,7 4-53-15,0-4-27 0,6 4-24 16,8-4-26-16,-1 4-16 0,0 0-13 0,6-3-12 15,1 3-10-15,-1 0-13 0,1 0-8 16,-1 0-8-16,-5 0-6 0,-1 0-11 0,0 3-12 16,-1-3-8-16,-11 0-9 0,6 0-7 15,-8 0-10-15,1 0-25 0,-6 0-41 0,0 0-59 16,-1 0-90-16,-6 0-136 0,0-3-167 16,0 3-183-16,0 0-168 0,-6 0-52 15,6 0 30-15,-7-3 104 0,7 3 154 0,0 0 197 16</inkml:trace>
  <inkml:trace contextRef="#ctx0" brushRef="#br0" timeOffset="56296.38">10433 13346 140 0,'0'-15'551'0,"0"4"111"0,0-4 82 15,-6 1 69-15,6 3-129 0,-7-4-159 16,7 8-122-16,-7-4-80 0,1 4-56 16,6-5-48-16,-6 9-43 0,-2-1-36 0,2 1-32 15,0 3-22-15,0 0-19 0,-1 7-15 16,-6 1-3-16,0 6-1 0,7 4 9 0,-8 4 8 16,2 5 6-16,-8 0 7 0,7 10 1 15,-1 0 4-15,2 0-4 0,-2 2-10 0,8 6-6 16,-7-1-8-16,7-3-7 0,-1 3-6 15,7-4-3-15,0 0-1 0,0-3 2 0,7-1-1 16,-1 1-2-16,1-8-4 0,-1 1-5 16,8-1-4-16,-8-7-7 0,6 0-4 15,2-4-4-15,-1-3-2 0,0-1-2 0,0-2-5 16,-1-6-21-16,2-1-34 0,-1-2-52 16,0-3-68-16,0 0-87 0,-1-8-108 0,-4 5-123 15,-2-7-122-15,7-2-130 0,-6-3-129 16,-7 0-16-16,6-3 56 0,1 0 112 0,-1 0 142 15,0-4 173-15</inkml:trace>
  <inkml:trace contextRef="#ctx0" brushRef="#br0" timeOffset="56858.75">10543 13536 355 0,'-6'-14'569'0,"0"3"98"15,-1 0 90-15,1 0-5 0,6 3-159 0,-7 1-130 16,7 4-111-16,-6-2-85 0,6 3-79 15,0 2-45-15,0 0-26 0,0 7-6 16,0-1 6-16,6 6 5 0,-6-1 10 0,7 7-1 16,-7-3-17-16,6 3-16 0,1 3-18 15,-7 2-14-15,6-4-16 0,-6 2-10 16,6-3-3-16,-6 4 2 0,8-3 2 0,-8-5 5 16,0 0 7-16,0 3 4 0,0-8 2 15,0 2 8-15,0-4 12 0,0-2 17 0,0 2 18 16,0-3 19-16,0-4 11 0,0 0-5 15,0 0-14-15,0 0-22 0,0-8-26 0,0 5-31 16,-8-4-20-16,8-5-10 0,0-1-6 16,0-4-3-16,0 3-4 0,0 0-1 0,0-5-6 15,0 2 2-15,0 2-4 0,8-4-1 16,-2 4-1-16,0 1-3 0,1-4-2 0,6 3-9 16,0 4-6-16,-1-4-2 0,2 4-2 15,6 0 1-15,-1 0 7 0,-6-1 6 16,6 6 8-16,-5-2 3 0,-1 5 3 0,-1 0 1 15,2-2 0-15,-2 5 2 0,2 5-3 16,-8-2 1-16,7 0 1 0,-6 9 0 0,6-5 0 16,-7 8 1-16,0-4 1 0,2 7 3 15,-2-4 0-15,0 4 3 0,-6 1 3 16,7-1 5-16,-7 1 3 0,7-4 2 0,-7 3 1 16,0 0-1-16,6-3-1 0,-6-4-4 15,0 0-3-15,0 0-3 0,0 1-3 0,0-10-3 16,0 5-1-16,0-3-2 0,0 0-12 15,6-1-28-15,-6-3-44 0,0 0-67 16,-6 0-88-16,6 0-112 0,0-3-140 0,0-1-156 16,0 0-146-16,0-5-155 0,0 0-31 15,6-2 49-15,-6 0 120 0,13-3 165 0,-6-1 179 16</inkml:trace>
  <inkml:trace contextRef="#ctx0" brushRef="#br0" timeOffset="57139.93">11123 13353 164 0,'7'-19'512'0,"-7"5"131"0,7-1 107 0,-1 4 71 16,-6 0-150-16,6 5-125 0,-6-6-105 15,0 8-118-15,7 1-88 0,-7 3-53 16,0 3-20-16,0 5 2 0,0 3 10 0,0 6 25 16,0 6 15-16,0 3 0 0,-7 3-14 15,7 0-25-15,-6 1-23 0,-7 7-22 0,6-5-17 16,-5 5-12-16,5 0-9 0,-6 0-6 15,0-2-1-15,-1 2-8 0,2-4-10 0,-2 0-9 16,8-3-10-16,-7-1-6 0,0 0-8 16,6-7-8-16,1 5-6 0,0-10-5 0,0 1-1 15,-2-3-5-15,8-4-2 0,-6-3-21 16,6-1-41-16,0 0-72 0,0-7-98 0,0 4-131 16,0-8-187-16,6 1-212 0,2-5-222 15,4 0-101-15,1 2 6 0,0-5 80 16,6-1 161-16,1 2 218 0</inkml:trace>
  <inkml:trace contextRef="#ctx0" brushRef="#br0" timeOffset="57655.49">11319 13705 195 0,'-7'-8'577'15,"1"1"128"-15,-1 0 86 0,7-1 68 0,-6 1-168 16,6-3-154-16,6-2-131 0,-6 1-105 15,7 0-70-15,-1 1-51 0,1-2-41 0,6 1-27 16,-1 0-19-16,8 0-15 0,0 4-6 16,-1-4-8-16,7 4-6 0,1 3-7 0,-8-3-8 15,7 7-1-15,-6 0-1 0,-1 0 3 16,-6 3 3-16,7 5 5 0,-7-1 4 0,-7 4 5 16,7 4 1-16,-6-1 2 0,-7 1-3 15,6 3-2-15,-6 1-1 0,0 3-4 0,-6-4-1 16,-1 4 0-16,-6-5 2 0,7 6 3 15,-13-4 1-15,5-1 1 0,-12 0-4 16,7 0-4-16,-1 1-4 0,-6-4-3 0,7-1-5 16,-7 0 1-16,6-3 8 0,7 0 14 15,-7 1 8-15,14-5 20 0,-8-4 27 16,8 6 28-16,0-9 3 0,6 3-149 0,-6-3 0 16,12 0 0-16,0 0 0 0,0-3 0 15,8 3 0-15,-1-5 0 0,0 1 0 0,6 4 0 16,7-3 0-16,-6-2 0 0,6 5 0 15,-7-2 0-15,8 2 0 0,-1-4 0 16,-6 0 0-16,5 0 0 0,1 4 0 0,-6-3 0 16,6 3 0-16,-7-3 0 0,1 3 0 0,-7-5 0 15,0 5 0-15,0-2 0 0,0 2 0 16,-6 0 0-16,-1-5 0 0,-6 5 0 0,6 0 0 16,-6-4 0-16,0 4-372 0,0-3-92 15,-6-1-129-15,0 0-156 0,-1-3-189 16,7 3-113-16,-7-7-7 0,1 4 59 0,0-4 140 15,6 0 196-15,0 1 249 0</inkml:trace>
  <inkml:trace contextRef="#ctx0" brushRef="#br0" timeOffset="57983.49">11742 12994 304 0,'0'-22'628'0,"0"3"94"0,6 2 53 15,1 2 38-15,0 3-226 0,5 6-177 0,2 6-119 16,5 0-62-16,-6 3-19 0,6 7 0 16,1 6-4-16,6 5 1 0,-6 5 4 0,-1 4 7 15,1 7 5-15,-1 3-3 0,1 7 0 16,0 4-11-16,-8 5-15 0,2 1-17 0,-1 3-22 16,-13-2-21-16,0 1-18 0,0-5-10 15,-13 2-8-15,6-5-10 0,-6 0-6 0,-7-3-6 16,1-4-8-16,-1-4-64 0,1-3-4 15,0-3 0-15,-1-7 0 0,1-4 0 0,5-1 0 16,2-4 0-16,-2-3 0 0,8-4 0 16,-1-4 0-16,1-3-166 0,-1 0-138 0,1-1-149 15,6-6-198-15,-7-1-267 0,1 0-174 16,0-3-45-16,-2-1 41 0,-4 1 114 16,-2 0 199-16,2 0 293 0</inkml:trace>
  <inkml:trace contextRef="#ctx0" brushRef="#br0" timeOffset="58686.44">9834 14818 309 0,'0'0'517'15,"0"0"98"-15,0-3 73 0,-7 3-33 16,7 0-143-16,0 0-113 0,0 0-85 0,0 3-65 15,0 5-41-15,0 3-21 0,0 7-5 16,0 0-2-16,7 5 6 0,-7 2-6 16,0 1-6-16,0 3-10 0,7 0-6 0,-7 0-13 15,6 1-18-15,0-1-19 0,-6 0-18 16,7-3-17-16,-1 0-16 0,-6-4-15 0,7-4-15 16,-7 1-7-16,7-4-9 0,-7-5-6 15,0-3-2-15,0 1-8 0,0-1-28 16,0-3-60-16,-7-4-70 0,0-4-113 0,1 1-153 15,-1-5-158-15,-5 1-171 0,-2-7-119 0,2 2-23 16,-2-6 60-16,8-1 130 0,-7-3 148 16</inkml:trace>
  <inkml:trace contextRef="#ctx0" brushRef="#br0" timeOffset="58920.76">9645 14862 40 0,'-13'-7'508'0,"7"4"119"0,6-5 82 0,-7 1 55 15,7-1-92-15,7 1-164 0,-7 3-134 16,12-3-87-16,8 4-55 0,-1-5-28 16,8 5-23-16,5-1-27 0,1-3-23 0,-1 3-19 15,8 4-23-15,-1-3-24 0,-7-2-17 16,7 5-15-16,-7-3-11 0,-5 3-11 0,-1 0-11 16,-6 0-31-16,-1 0-54 0,-6 0-89 15,-6 0-137-15,-1 0-189 0,0 3-245 16,-6-3-107-16,0 0-16 0,0 0 48 0,0 0 117 15,-6 0 178-15</inkml:trace>
  <inkml:trace contextRef="#ctx0" brushRef="#br0" timeOffset="59296.41">10563 14708 364 0,'7'-11'627'0,"-7"-3"91"0,0 3 52 0,-7 0 25 16,1-4-204-16,6 4-162 0,-6 0-119 0,-2 3-76 15,2 1-38-15,-7 0-44 0,7 3-35 16,-7 4-22-16,0 0-7 0,-1 4-4 0,2 3-2 16,-8 5 2-16,1 2 0 0,5 9 4 15,-6 2 2-15,2 8 9 0,4 3 11 16,-5 5 8-16,-1 3 8 0,8 3-2 0,-2 5-3 15,8-5-6-15,-7 8-9 0,13-3-10 16,0-1-13-16,0-1-4 0,6-1-10 16,1-2-12-16,6 1-10 0,0-8-12 0,7 1-8 15,-8-9-10-15,8 2-5 0,-1-8-3 16,7-1-3-16,-6-6-2 0,6-5-9 0,-7-3-33 16,8-4-46-16,-1-4-60 0,-6-3-73 15,5-3-88-15,-12-4-123 0,6-1-132 16,1-3-140-16,-6-4-140 0,-1 1-85 0,-1-4 6 15,-5 0 89-15,6-4 139 0,0-1 173 16</inkml:trace>
  <inkml:trace contextRef="#ctx0" brushRef="#br0" timeOffset="59827.6">10876 14950 322 0,'-7'-11'636'0,"1"1"115"0,6 2 82 0,-6 0 24 15,-1 2-184-15,7 1-170 0,-7 2-157 16,7 0-102-16,0 3-66 0,0 3-37 0,0 5-21 16,0-2-8-16,7 2 3 0,-7 7 4 15,7-1-5-15,-7 1-6 0,6 3-16 16,0 1-19-16,-6 2-14 0,7-3-14 0,-1 1-6 16,-6 0-3-16,0-1 3 0,0 0 11 15,7-3 13-15,-7-4 12 0,0 3 12 0,0-7 10 16,0 5 11-16,0-9 10 0,0 5 12 15,0-5 15-15,0-3 6 0,0 3-7 0,-7-6-12 16,7 3-21-16,0-7-25 0,-6 0-32 16,6-1-22-16,-7-3-15 0,7 0-9 15,-6 0-3-15,6-4-5 0,-6-2 1 0,6 2-1 16,0-3-2-16,0 4-5 0,6-6-5 16,0 6-5-16,1-4-7 0,-1 3-6 15,8 4-6-15,-2-4-4 0,8 4-2 0,-7 0-3 16,7 5-2-16,0-3 0 0,5 3 3 0,-5-2 4 15,6 5 7-15,-7 3 6 0,7 0 8 16,-6 0 6-16,0 3 4 0,-8 0 3 0,8 5 0 16,-13 0 3-16,5 6 1 0,2-3 4 15,-8 3 4-15,0 1 2 0,1 4 5 16,-7-1 5-16,7 0 3 0,-7-2 4 0,0 1 3 16,0 2 1-16,0-5-3 0,0 0-1 15,0 1 3-15,0 0-9 0,0-4-8 0,0-4-5 16,-7 4-3-16,7-3-22 0,0-5-46 15,0 5-52-15,0-5-78 0,0-3-100 16,0 0-141-16,0-3-164 0,0-2-173 0,7-1-189 16,-1-5-65-16,-6 3 25 0,13-6 100 15,1-1 163-15,-2 0 196 0</inkml:trace>
  <inkml:trace contextRef="#ctx0" brushRef="#br0" timeOffset="60124.68">11547 14833 305 0,'0'-11'546'0,"6"7"132"16,-6-3 96-16,0 0-20 0,6 3-128 16,-6 4-112-16,0-3-103 0,0 6-89 0,8 5-56 15,-8 2-29-15,0 5-4 0,0-1-2 16,0 9-4-16,-8-2-10 0,2 9-10 0,0-1-10 16,-8 1-9-16,2 6-10 0,-8 2-16 15,7-2-11-15,-7 1-8 0,1 2-11 0,-1-1-14 16,0 1-11-16,2-2-4 0,-2-5-9 15,7 2-24-15,-7-1-70 0,8-4 0 16,5-3 0-16,-6-4 0 0,6-4 0 0,1 1 0 16,-1-8 0-16,7 0 0 0,-7-4 0 15,7 0 0-15,0-7-99 0,0 0-209 0,7 0-127 16,-7-3-172-16,13-5-178 0,-6 1-187 16,6-5-95-16,0 2 5 0,7 0 75 15,-8-3 153-15,15 3 200 0,-9-5 241 0</inkml:trace>
  <inkml:trace contextRef="#ctx0" brushRef="#br0" timeOffset="60655.92">11632 15284 240 0,'6'-11'572'0,"-6"3"143"16,6-3 109-16,-6 0 43 0,7 1-122 16,0-1-113-16,6 3-111 0,-7-2-96 0,7 2-69 15,0 0-53-15,0 5-40 0,0-5-34 16,0 5-34-16,0 3-35 0,6 0-29 0,1 0-26 15,-7 0-24-15,7 3-20 0,0 1-20 16,-1 3-15-16,-6 1-10 0,6 0-7 0,-5-1-3 16,-2 4 0-16,-5 0-2 0,6 4 1 15,-7-1 4-15,1-3 4 0,-7 3 3 0,0 5 8 16,0-4 11-16,-7-1 12 0,1 5 8 16,-7-5 11-16,-6 1 6 0,5 3 1 0,-5-3-3 15,-7-1-10-15,6 1-1 0,-6-1-5 16,7-2-54-16,-7 2 0 0,6-3 0 15,1 1 0-15,-1-5 0 0,7 0 0 0,0 0 0 16,7-3 0-16,-7 0 0 0,6-1 0 16,7 0 0-16,-7-3 0 0,7 5 0 15,0-5 0-15,7 0 0 0,-7 0 0 0,13 0 0 16,0 0 0-16,0 0 0 0,6 0 0 0,8-5 0 16,-8 5 0-16,8-3 0 0,-2 3 0 15,7-3 0-15,-5-1 0 0,5 0 0 16,1 1 0-16,-7-1 0 0,6 0 0 0,1 1 0 15,-7-1 0-15,0 1 0 0,0-1 0 0,1-1 0 16,-8 2 0-16,0 0 0 0,1-1 0 16,-7 4 0-16,1-4 0 0,-8 4 0 15,6-3 0-15,-5 0 0 0,-7 3 0 0,7-8-178 16,-7 3-254-16,-7 1-115 0,7-2-152 31,0-2-190-31,0-3-161 0,0 4-33 0,-7-4 44 0,7 0 115 0,7 1 184 0,-7-5 249 31</inkml:trace>
  <inkml:trace contextRef="#ctx0" brushRef="#br0" timeOffset="61051.93">12107 14683 6 0,'-20'-22'556'0,"7"-4"151"16,1 7 101-16,4 1 72 0,2 0-36 15,0 4-212-15,6 3-165 16,6-1-117-16,-6 5-75 0,6 7-46 16,8 0-28-16,-2 4-24 0,2 7-12 15,5 4-8-15,-5-1 0 0,5 12 0 0,0 0-2 16,1 7-1-16,-7 7-5 0,7 0-5 16,-1 8-9-16,-6 3-10 0,0 1-13 0,1 2-13 15,-14 1-13-15,0 0-13 0,0 0-13 16,-14-4-6-16,1 1 1 0,0-5-33 15,-6 0-22-15,-1-1 0 0,0-6 0 0,-5-4 0 16,5 1 0-16,0-9 0 0,7 2 0 16,-7-7 0-16,8-2 0 0,-2-3 0 0,2-7 0 15,5 0 0-15,1 0 0 0,-1-6 0 16,0 2 0-16,7-4 0 0,-6 1 0 0,6-4 0 16,-6 4 0-16,6-4 0 0,0 0 0 15,-6 3 0-15,6-3 0 0,0-3 0 0,-8 3 0 16,8-4 0-16,-6 0 0 0,6 1-151 15,-6-2-381-15,-1-2-218 0,7-1-303 16,0-2-127-16,0-1-8 0,0 0 63 0,0 0 133 16,7 0 226-16,-7-3 348 0</inkml:trace>
  <inkml:trace contextRef="#ctx0" brushRef="#br0" timeOffset="68266.21">26148 4407 372 0,'0'0'511'0,"0"0"95"0,0-4 70 0,-6 0-51 16,6 1-75-16,0 3-97 0,-6-4-81 16,6 4-78-16,0 0-73 0,-7-3-67 15,7 6-39-15,0 1-17 0,0-1-7 0,7 8 7 16,-7 0 11-16,0 8 22 0,6 0 7 15,-6 6 14-15,6 8 11 0,-6-4-2 0,0 7 0 16,0 1-17-16,7 1-17 0,-7-3-31 16,6 2-31-16,-6 0-23 0,7-5-17 15,0 2-10-15,-7-9-6 0,0 2-4 0,6-2-1 16,-6-6 2-16,0-5-5 0,0-3-12 16,0 0-25-16,0-4-46 0,-6-3-73 0,6-4-107 15,-14 0-144-15,1-4-162 0,1-7-174 16,-2 0-153-16,-5 0-36 0,-1-4 52 15,8-3 114-15,-8-1 158 0,0-2 191 0</inkml:trace>
  <inkml:trace contextRef="#ctx0" brushRef="#br0" timeOffset="68531.67">25797 4503 306 0,'0'-5'625'0,"-7"2"103"16,14-4 63-16,-7 3 37 0,13 0-224 15,-1-3-198-15,8 3-129 0,6 1-81 16,7-4-50-16,-1 2-32 0,7 2-22 0,1-1-17 16,5 4 1-16,-6-4-8 0,7 1-9 15,-7 3-6-15,7-4-1 0,-7 0-4 0,6 1-21 16,-5 0-9-16,-8 3-7 0,1-5-4 16,-1 5-3-16,-13-4-7 0,1 1-18 0,-7 3-38 15,-6 0-51-15,-1 0-83 0,-6 0-114 16,0 0-125-16,-6 0-134 0,6-4-127 15,-7 4-69-15,-6 0 19 0,7 0 79 0,-1 0 113 16,7 0 142-16</inkml:trace>
  <inkml:trace contextRef="#ctx0" brushRef="#br0" timeOffset="69031.73">26838 4159 322 0,'0'-17'458'0,"-6"3"82"0,6 0 86 0,0 3-38 16,-6-4-109-16,6 5-63 0,-7 2-53 15,1 1-66-15,-1 7-60 0,1 0-40 16,-1 7-22-16,-5 8-6 0,-2 7 10 0,1 3 11 15,0 8 7-15,0 4 3 0,-7 7-9 16,8 3-9-16,-2 5-10 0,2 2-11 0,-1 1-20 16,6 4-23-16,0-5-26 0,1 2-20 15,6-5-23-15,0 1-16 0,6-5-10 0,1-3-6 16,6-4 0-16,-6-3-6 0,12-8-2 16,-6 1-2-16,0-5-7 0,0-6-19 15,0-5-37-15,0 1-56 0,0-7-84 0,1-1-128 16,5-7-158-16,-6 0-172 0,0-5-168 15,-1-2-108-15,2-4-2 0,-8 0 78 0,8-4 139 16,-8 5 176-16</inkml:trace>
  <inkml:trace contextRef="#ctx0" brushRef="#br0" timeOffset="69437.91">27067 4557 181 0,'0'-15'585'0,"0"1"122"0,-6 3 102 15,6 0 77-15,-8-4-147 0,8 4-178 16,-6 0-137-16,0 3-102 0,6 6-94 0,-7-3-68 16,1 5-43-16,-8 5-31 0,8 2-14 15,0 0-4-15,-8 8 10 0,2 0 12 16,5 6 6-16,-6 1 2 0,13 4-3 0,-7 0-8 16,1 3-10-16,6 1-14 0,6-5-10 15,1 4-7-15,-1-4-6 0,1-2-6 16,6-1-1-16,1-5 3 0,-2 2 2 0,8-8 4 0,-1 0 6 15,1-8 9-15,0 2 8 0,-1-5 4 16,1-5 14-16,6 2 17 0,-7-8 15 16,1 0 14-16,-8-3 18 0,2-1 18 0,-2-3 5 15,2-1-78-15,-8-3-92 0,-6-4 0 16,0 1 0-16,0 4 0 0,-13-6 0 16,6 6 0-16,-5 2 0 0,-8 1 0 0,0-1 0 15,-5 8 0-15,-1 1 0 0,-1-2 0 16,7 5 0-16,-6 3-39 0,7 1-308 0,-1 3-80 15,8 0-98-15,-2 0-128 0,2 3-142 16,12 1-147-16,-7 0-67 0,7-1 21 0,0-3 90 16,7 0 155-16,-7 0 191 0</inkml:trace>
  <inkml:trace contextRef="#ctx0" brushRef="#br0" timeOffset="69765.92">27152 4282 165 0,'0'-15'573'0,"0"5"128"16,0-5 98-16,0 1 71 0,6-1-150 16,0 4-186-16,-6 0-142 0,7-1-112 0,6 9-83 15,-6-5-56-15,5 8-27 0,2 5-3 16,5 1 4-16,1 10 11 0,0-2 12 0,5 9 20 16,-5 2 12-16,6 4 8 0,0 8 11 15,0-1-2-15,-1 8-3 0,2 4-17 16,-1-1-18-16,0 1-23 0,-6 4-26 0,-7-2-19 15,-7-1-21-15,1-2-10 0,-7-3-2 16,0 0-3-16,-7-4 0 0,-6-3 1 0,0-4-1 16,0-4-5-16,-7-3-6 0,8 0-7 15,-8-8-7-15,1-4-7 0,5-3-15 0,2 1-28 16,-2-5-42-16,-5-4-59 0,13 1-73 16,-2-4-89-16,2-4-100 0,0 1-142 0,6-4-168 15,6-5-192-15,8-2-118 0,-2-2-12 16,8-2 57-16,-1-8 138 0,7 5 193 15,7-5 242-15</inkml:trace>
  <inkml:trace contextRef="#ctx0" brushRef="#br0" timeOffset="69969">28135 4748 396 0,'7'0'682'0,"-1"0"113"0,0 0 72 16,-6 0-2-16,14-4-216 0,-8 4-222 0,7-4-166 15,0 0-107-15,6 2-75 0,1-3-36 16,-7 5-25-16,13-3-54 0,-6 3-85 0,-1-4-134 16,7 0-163-16,-6 0-195 0,0 1-155 15,-8-1-41-15,1 0 35 0,-6 4 108 16,-7 0 151-16</inkml:trace>
  <inkml:trace contextRef="#ctx0" brushRef="#br0" timeOffset="70172.1">28193 4839 467 0,'-13'11'676'0,"1"0"113"0,5-4 100 16,0 1 7-16,1 0-205 0,6-1-174 0,0-4-115 16,6 5-81-16,1-5-73 0,6 1-49 15,0 0-30-15,7-4-20 0,0 0-13 0,5 0-9 16,1 0-8-16,0 0-5 0,7-4-11 16,-7 0-16-16,6 1-16 0,-12-1-22 0,5 0-16 15,-5 4-16-15,0-3-14 0,-7-2-30 16,-7 3-46-16,8 2-63 0,-8-5-73 0,0 5-94 15,-6-3-135-15,0 3-159 0,0-4-185 16,-6-3-141-16,0 3-34 0,-1-3 36 0,-6 3 113 16,7-7 166-16,-7 4 223 0</inkml:trace>
  <inkml:trace contextRef="#ctx0" brushRef="#br0" timeOffset="75566.64">29659 4246 331 0,'0'0'399'0,"0"0"54"0,6 0 4 16,-6 0-64-16,0-4-63 0,0 4-37 0,0-4-19 31,0 1-14-31,0 0-6 0,6-1-2 15,-6-1-7-15,0 2-14 0,0-1-20 0,8-3-10 16,-8 3-18-16,0-3-18 0,0 0-20 16,0 0-15-16,0-1-22 0,0 0-20 0,-8 2-11 15,8-5-7-15,-6 2-7 0,0 3-11 16,0-2-4-16,-1 1-4 0,0 0-11 0,-6 3-11 16,1 1-6-16,-2 3-3 0,-6 0-2 15,8 3-4-15,-15 1 0 0,9 7 1 0,-2 0 1 16,0 4 1-16,-7 2 5 0,9 6 5 15,-9 2 6-15,7 1 7 0,2 3 11 16,-2 1 9-16,7 3 5 0,-1 0 8 0,2 3 2 16,6 1 0-16,6-4 1 0,0 0 0 15,6 3 0-15,0-2-4 0,0-6 3 0,8 2 2 16,-1-4 3-16,7-1 7 0,-2-3 1 16,2-3 3-16,0-1 0 0,5-3-1 0,2-4-9 15,5-4-11-15,1-3-8 0,-1-1-9 16,2-3-5-16,-9-3-4 0,7-5 5 15,-5 1 8-15,5-4 10 0,-6 0 16 0,-6-4 15 16,6 0 8-16,-7-2 0 0,-5-6 3 0,5 2-85 16,-6-5-17-16,0-3 0 0,1-2 0 15,-8-1 0-15,0 0 0 0,1-5 0 0,-7 3 0 16,0-2 0-16,-7 3 0 0,1 0 0 0,0-1 0 16,-2 5 0-16,-4 4 0 0,-1-1 0 15,0 5 0-15,-6 2 0 0,5 2 0 16,-6 0 0-16,-5 11 0 0,5-2 0 0,-6 5 0 15,7-1 0-15,-1 4 0 0,0 4 0 16,1 3-57-16,6 0-286 0,0 5-80 16,7 2-87-16,-2 0-120 0,2 2-162 0,12-2-185 15,2 0-52-15,-2 1 28 0,7 0 85 0,7-4 149 16,-2 0 212-16</inkml:trace>
  <inkml:trace contextRef="#ctx0" brushRef="#br0" timeOffset="75988.34">30492 4001 252 0,'7'-19'466'0,"-7"4"90"0,0-4 95 0,0 5 4 15,0 0-141-15,-7-5-78 0,1 9-54 16,6-2-62-16,-6 1-75 0,-8 0-39 0,8 4-40 15,-7 3-31-15,0 0-23 0,0 4-10 16,-7 4-1-16,8 0-3 0,-8 7 12 0,0 7 9 16,1 1 9-16,-7 6 8 0,6 5 5 15,-5 6 9-15,-2 9 4 0,1-1 7 16,6 6 6-16,-6 6-2 0,7-2-5 0,-1 4-12 16,8-2-12-16,4 2-10 0,2-7-8 15,6 5-3-15,0-6 1 0,6-1-3 0,8-5-7 16,-1-1-8-16,0-6-14 0,6 0-41 15,1-4-43-15,0-4 0 0,-1-7 0 0,1 1 0 16,0-5 0-16,-2 0 0 0,2-7 0 16,-1-4 0-16,1 0 0 0,0-3 0 0,-1-4 0 15,1 0-57-15,0-4-141 0,-8-3-79 16,1 0-83-16,1-1-101 0,-8-2-140 0,6-1-162 16,-4-5-204-16,4-2-64 0,-5 4 20 15,6-8 86-15,-6 3 155 0,5-2 204 0</inkml:trace>
  <inkml:trace contextRef="#ctx0" brushRef="#br0" timeOffset="76316.38">30792 4249 525 0,'0'-14'680'0,"-6"-1"121"0,6 0 91 15,0 1-25-15,-7 2-195 0,7 1-167 0,0 5-124 16,0-2-103-16,-7 5-85 0,7-2-61 15,0 5-46-15,0 0-33 0,0 5-7 0,0 3 10 16,0-2 21-16,0 8 24 0,0 5 28 0,0 3 27 16,7 0 13-16,-7 7-4 0,0-4-6 15,0 9-13-15,0-5-11 0,0 4-20 0,0-4-16 16,0 4-10-16,0-3-11 0,0-1-8 16,0-3-9-16,0-1-7 0,0-3-8 0,0 1-6 15,0-5-11-15,-7-4-7 0,7 2-4 0,0-2-8 16,0-3-1-16,0-4-5 0,0 1 0 15,0-5-10-15,0 0-30 0,7 1-47 0,-7-4-69 16,0 0-91-16,7 0-110 0,-7-4-150 16,6-7-171-16,1 4-213 0,-1-4-150 15,0-3-23-15,1-5 50 0,0 1 126 0,5-4 182 16,-4-3 252-16</inkml:trace>
  <inkml:trace contextRef="#ctx0" brushRef="#br0" timeOffset="76719.67">30981 3861 229 0,'0'-15'578'0,"0"-3"127"0,6 0 94 0,1 3 68 16,0 0-200-16,-1 1-157 0,7 2-120 16,0 1-102-16,0 5-71 0,1-2-49 0,5 5-24 15,0-2-18-15,-6 5-14 0,13 5-2 0,-6 6 8 16,-1 0 7-16,7 7 11 0,-6 4 15 15,-1 3 11-15,7 8 8 0,-6 5 3 0,0 6 8 16,-1 2-3-16,-5 6-8 0,4 7-14 0,-4-2-17 16,-1 3-26-16,-1 2-24 0,-12 0-18 15,8 1-11-15,-16-1 0 0,8-4-31 0,-6 0-29 16,-7-6 0-16,7 0 0 0,-14-9 0 16,8 2 0-16,-2-6 0 0,-5-2 0 0,-1-7 0 15,0-1 0-15,1-3 0 0,-1-4 0 16,1-4 0-16,0 0 0 0,5-4 0 0,1-2 0 15,0-1 0-15,0-3 0 0,7-2 0 0,-8-1 0 16,8-3 0-16,0-2 0 0,-1 5 0 0,1-10 0 16,6 5 0-16,-7-2 0 0,7-6-238 0,0 0-310 15,0-6-237-15,7-1-295 0,-1-3-108 0,7-4 3 16,-7 1 76-16,8-9 143 0,-1-3 249 16</inkml:trace>
  <inkml:trace contextRef="#ctx0" brushRef="#br0" timeOffset="81952.81">20117 4773 1 0,'0'-3'373'16,"0"-1"85"-16,0-1 68 0,-6 3 13 0,6-2 0 15,0 0-73-15,0 4-66 0,0-3-57 16,0 3-47-16,0 0-48 0,0-4-62 16,0 4-50-16,0 4-36 0,0-4-6 0,0 7 8 15,0-1 7-15,0 3 16 0,0 5 17 16,0 5 9-16,0-1-6 0,-6 3-7 0,6 9-12 16,0 0-8-16,-7-1-5 0,7 4-7 15,0 0-7-15,-7-1-13 0,7-2-7 0,0 3-4 0,0-8-9 0,0 5-6 0,0-4 2 31,0-4-4-31,0 0-6 0,0-4-7 0,0-4-9 0,0 1-1 0,0-4 9 16,0-4 21-16,0 1 23 0,0-5 21 0,0 1 14 16,0-4 0-16,0 0-11 0,0-4-23 15,7-3-26-15,-7 0-22 0,0 0-16 0,0-5-9 32,0 1-7-32,0-3-6 0,0-1-1 0,0-3-3 0,0 2 0 0,0-5-1 0,0-1-1 15,0 1 1-15,0-2 1 0,0 2-1 31,0-2-2-31,7 2 0 0,-1-2-1 0,0 1-1 0,1 4-1 0,0-4 0 0,6 4 0 32,-1 3 0-32,2-3 2 0,-2 4-1 0,8 2 2 0,-7-3 1 0,7 5-1 15,0-2 0-15,-1 5 2 0,0 0-1 0,1 3 1 32,-7 0 0-32,7 4 2 0,-7 0-2 0,6 4 0 0,-6 3 0 0,1 1-1 0,-2 2-1 31,1 5-3-31,0 4 3 0,-6-1 0 0,-1 4 2 0,0 0 3 0,2 4 0 0,-2-1 5 31,-6 4 0-31,0-3 2 0,6 0 3 0,-6 0 3 0,0 0 7 0,0-1 7 0,0 1 6 31,0-4 4-31,0 0 1 0,0-4 1 0,0 0-1 0,0 1-1 0,0-5-4 0,0 1-3 16,0-5-3-16,0-2-1 0,0 0 1 16,0-1 1-16,0-3 1 0,0-1 1 0,0-3-23 15,0 0-8-15,0 0 0 0,0 0 0 16,0-3 0-16,0-1-106 0,0 0-74 0,-6 1-76 15,6 3-90-15,0-8-97 0,0 5-128 16,6-4-142-16,-6-1-163 0,7 0-111 0,-7 1-7 16,0 0 69-16,6 0 133 0,1-1 182 15,-1-3 221-15</inkml:trace>
  <inkml:trace contextRef="#ctx0" brushRef="#br0" timeOffset="85857.76">20886 4810 283 0,'-6'3'341'0,"6"-3"40"0,0 0-48 0,0 4-7 16,0-4-37-16,0 4-34 0,0-1-11 15,6 1 6-15,0 3 10 0,2-3 1 0,-2 4-5 16,6-1-8-16,-5 0-16 0,6 4-22 16,0 3-28-16,7-2-31 0,-8 3-25 15,2 0-20-15,5 2-27 0,1-2-13 0,0 3-21 16,-1 1-12-16,1-5-3 0,-1 1-6 15,7 3 2-15,0-3-6 0,-6-4-1 0,6 4 1 16,-7-4-4-16,7-4-4 0,-6 0-8 16,0 0 0-16,-1-2 7 0,1-2 9 0,-8 0 13 15,2 1 14-15,-8-4 24 0,1 0 18 16,-1 0 12-16,0 0 7 0,1-4 1 0,-7 4-3 16,0-3-13-16,0 3-12 0,0-3-15 15,0 3-14-15,0-5-14 0,0 5-14 0,-7-3-9 16,1 3-5-16,6 0-6 0,-6 3-4 15,-7-3-2-15,6 8 1 0,-12-1 1 16,5 0-5-16,2 5 6 0,-8 2-2 0,1 1 1 16,-1 0-1-16,-6-1 0 0,7 5 2 15,-8 2-1-15,1-3 9 0,0 5 9 0,0-4 5 16,7-1 11-16,-7 0 8 0,6 0 7 16,0-3 1-16,1-1 6 0,5-3-3 15,2 0-4-15,-2 0-6 0,8-4-6 0,0-3-6 16,-1 3-10-16,1-2-3 0,-1-5-3 15,7 3-2-15,0-3-3 0,-7 0-10 0,7 0-26 16,0 0-42-16,7-3-63 0,-7 3-78 16,0-5-115-16,7-2-142 0,6 3-150 0,-1-3-165 15,2-1-105-15,6-2-11 0,-1 3 70 16,7-8 124-16,0 4 159 0</inkml:trace>
  <inkml:trace contextRef="#ctx0" brushRef="#br0" timeOffset="86451.37">21869 4931 138 0,'0'-11'388'0,"7"0"54"15,-7 0 47-15,0-1-13 0,0 2-92 0,0-1-53 16,0 0-27-16,-7 4-22 0,7-1-12 16,-6 1-26-16,6 3-30 0,-6-3-44 0,-1 3-33 15,0 4-20-15,1 0-23 0,0 0-11 16,-1 4-12-16,-6 3-7 0,0 0-4 16,7 5-4-16,-8 2 2 0,2 1 7 0,5 3 5 15,-6 4 4-15,6 0 4 0,-6 4 6 16,6-1 0-16,1-3-4 0,0 3-4 15,6 2-3-15,-6-2-3 0,6 1 2 0,6-4 0 16,-6 1 3-16,6-2 5 0,0 1 7 16,1-1 2-16,6-2 0 0,0-1 0 0,1-3-5 15,5 0-9-15,-6-4-10 0,13-1-9 16,-7-2-15-16,1-4-10 0,6 0-2 0,1-4 0 16,-9 0-2-16,9-4 5 0,-1 0 9 15,-6-4 14-15,-1 1 10 0,7-4 20 0,-6 0 12 16,-8-4 7-16,8 1 5 0,-7-1 0 15,0 0-4-15,0-2-11 0,-7-3-4 0,8 3-5 16,-14-5-6-16,6 0-6 0,-6 0-4 16,0 0-6-16,-6 0-6 0,6-1-1 0,-14 2-49 15,8-2-7-15,-7 6 0 0,0-2 0 16,0 1 0-16,0 3 0 0,0 1 0 16,-1 3 0-16,2-1 0 0,-8 2 0 0,7 2 0 15,1 5 0-15,-2-1 0 0,2 0 0 0,-2 1 0 16,8 3 0-16,-7 0 0 0,6 0 0 15,0 3-219-15,-5-3-87 0,6 8-64 16,-2-1-73-16,2-3-103 0,6 6-130 0,-6-2-152 16,-1 3-125-16,7 0-26 0,-6 1 48 15,6-2 118-15,0 1 171 0,-7 0 210 16</inkml:trace>
  <inkml:trace contextRef="#ctx0" brushRef="#br0" timeOffset="90471.18">11123 9543 113 0,'7'0'425'16,"-7"0"94"-16,7-4 87 0,-7 4 0 0,6-3 11 15,-6-1-82-15,0 4-77 0,0-4-63 16,0 4-70-16,6 0-82 0,-6 0-71 16,0 0-51-16,0 4-27 0,0 0-3 0,0 3 11 15,0 7 21-15,0 1 22 0,0 3 19 16,0 1 9-16,0 3 1 0,0 4-8 0,0-4-15 16,0-1-15-16,0 5-23 0,0-3-21 15,0 2-25-15,0-3-16 0,0 0-13 0,0-3-11 16,0-2-7-16,0 3-7 0,0-7-5 15,0 1-3-15,0-2-3 0,0-4-14 0,0-1-22 16,0-4-44-16,0 1-60 0,0-4-72 16,0-4-93-16,-6 1-108 0,6-8-121 15,-6 0-135-15,6-4-140 0,-7 0-74 0,0-4 16 16,7-1 78-16,-6-6 122 0,0-4 167 16</inkml:trace>
  <inkml:trace contextRef="#ctx0" brushRef="#br0" timeOffset="90680.83">10973 9382 455 0,'-6'-7'567'0,"6"3"85"0,0 1 75 15,0-5-69-15,6 4-134 0,2 1-100 16,4-1-79-16,8 0-63 0,-1-3-57 0,7 3-41 16,0 1-39-16,7-2-34 0,-1 3-25 15,7-3-18-15,1 2-12 0,-1 0-16 0,6-2-10 16,-5 5-14-16,-1-3-4 0,-7 3-17 15,1 0-34-15,-7 0-56 0,-7 0-67 0,-6 0-91 0,0 3-119 16,0 2-139-16,-13 1-155 0,7-1-88 16,-7 5-8-16,-7-2 54 0,7 3 93 0,-7-1 141 15</inkml:trace>
  <inkml:trace contextRef="#ctx0" brushRef="#br0" timeOffset="91046.67">11540 9818 198 0,'0'0'677'0,"-7"3"111"0,1-6 76 0,6-1 60 16,-6 1-124-16,6 3-240 0,-7-4-185 16,7 0-85-16,-6 4-49 0,6-3-40 15,0 3-35-15,0-4-24 0,0 4-20 0,0 0-21 16,-7 0-18-16,7 0-15 0,0 0-17 15,0 0-14-15,0 0-14 0,0 0-8 0,7 0-7 16,-7 0-4-16,0 0 0 0,0 0 0 16,0-3 0-16,0 3-2 0,0-5 1 15,6 2 0-15,-6-1-2 0,0 1-1 0,7-1-1 16,-7 0 4-16,0 1 4 0,0-1-7 0,6 4-21 0,-6-4-37 16,0 1-50-16,0-2-76 0,0 5-117 15,0-2-144-15,0-3-152 0,0 2-165 0,-6-1-126 31,6-3-22-31,0 3 61 0,0-3 124 16,0 0 161-16</inkml:trace>
  <inkml:trace contextRef="#ctx0" brushRef="#br0" timeOffset="91390.38">11755 9407 168 0,'0'-18'553'16,"7"0"108"-16,-7 3 93 0,0 1 75 0,-7-2-140 15,7 3-146-15,0-3-106 0,0 9-72 16,-7-4-64-16,7 4-56 0,-6 0-50 16,6 3-48-16,-6 0-41 0,-1 4-23 0,1 0-16 15,-1 8-1-15,-6 3 2 0,0 3 11 16,0 4 14-16,0 5 10 0,-7 6 9 0,8 4 10 16,-2 3 9-16,1 4 9 0,0 4 4 15,7 0-5-15,-7 0-6 0,7 4-12 0,-2-4-15 16,2 0-12-16,6-3-10 0,0-1-9 15,0-4-9-15,0 1-11 0,6-4-5 16,2 0-12-16,-2-8-10 0,7 1-27 0,-7 0-1 16,7-9 0-16,-6 3 0 0,5-6 0 15,2-3-63-15,-1-3-71 0,-6-5-88 0,6-3-105 16,-1 0-115-16,2-7-154 0,5 0-162 16,-6-8-159-16,0 0-98 0,0-3 7 0,6-3 73 15,-5-2 147-15,-1-3 188 0</inkml:trace>
  <inkml:trace contextRef="#ctx0" brushRef="#br0" timeOffset="91893.75">11892 9660 359 0,'0'-14'584'15,"-7"3"123"-15,7 0 99 0,0 4 7 0,-6-4-151 16,6 4-120-16,0 2-108 0,-6 1-107 16,6 1-93-16,0 3-66 0,0 0-50 15,0 3-27-15,0 1-10 0,0 8 0 0,6-1 10 16,-6 3 7-16,6 4 6 0,-6 1-5 15,0-1-8-15,7 3-8 0,-7 2-8 0,0-2-6 16,0 2-3-16,6-4 0 0,-6-1 6 16,0 0 2-16,0-4 6 0,0 0-1 15,0-2 2-15,0-5 1 0,0 1 4 0,7-1 9 16,-7-4 10-16,0 2 11 0,0-5 0 0,0 0-4 16,0 0-13-16,0-5-18 0,0-2-20 15,0 0-58-15,0-4-3 0,-7-1 0 0,7-2 0 16,0 0 0-16,0-4 0 0,0 0 0 31,0-1 0-31,7-4 0 0,-7 5 0 0,7 0 0 0,-1 0 0 0,7 0 0 0,-6 2 0 31,5 2 0-31,-5 0 0 0,6-1 0 0,6 4 0 0,-5-4-7 0,-2 8-6 0,8-4 4 16,-7 4 1-16,7 0 1 0,-8 2-3 0,2 2 1 16,-1 6 2-16,0-3 3 0,0 8 0 15,0 3 1-15,-6 0 0 0,5 3 2 16,-5 5 1-1,-1-1 5-15,1 4 2 0,-7 0 7 0,0 0 8 16,7 0 5-16,-7 1-17 0,0-2-10 16,0 2 0-16,0-2 0 0,-7-3 0 15,7 1 0-15,0-5 0 0,0 1 0 0,0-1 0 16,0-2 0-16,7-5 0 0,-7 1 0 16,0-5 0-16,0 1-137 0,0-1-109 0,0-3-98 15,0-3-104-15,0-1-145 0,0-7-160 16,0-1-162-16,0 2-95 0,0-7 1 15,0-3 66-15,0-2 140 0,0-3 193 0</inkml:trace>
  <inkml:trace contextRef="#ctx0" brushRef="#br0" timeOffset="92192.32">12309 9345 245 0,'0'-19'602'0,"6"6"103"15,1-3 77-15,6 6 60 0,-6-1-192 0,5 0-175 16,2 3-129-16,-2 5-74 0,8-1-46 15,-7 8-22-15,7-1-3 0,-1 8 3 0,7 3 13 16,-6 9 15-16,-1 6 9 0,7 5-3 16,-6 2-9-16,-8 9-15 0,2 2-11 15,-1 0-23-15,-7 4-20 0,1 1-16 16,-7-1-16-16,-7 3-14 0,1-2-19 0,-1-1-53 16,-5-4-42-16,-2 2 0 0,8-9 0 0,-8 1 0 15,2-4 0-15,-1-9 0 0,6-2 0 16,0-4 0-16,-5 0 0 0,12-12 0 0,-7 2 0 15,0-5 0-15,1-3-263 0,0-4-130 16,-7-4-152-16,6-3-174 0,-6-5-208 0,-7-2-140 16,1-4-17-16,-7 3 52 0,-6-3 131 15,5-5 189-15,-11-2 250 0</inkml:trace>
  <inkml:trace contextRef="#ctx0" brushRef="#br0" timeOffset="92760.54">10583 8726 378 0,'0'-19'457'0,"0"5"54"0,-7-4 68 0,7 0-53 16,-6 3-72-16,6-3-45 0,0 3-31 0,-7 5-29 15,7-2-37-15,0 1-64 0,-6 3-75 16,6 2-46-16,0 1-32 0,0 5-23 0,0 0-18 15,0 5-2-15,0 5 17 0,0 5 21 16,0 11 16-16,0-1 24 0,0 12 14 16,0 7 9-16,0 4-2 0,0 6 4 0,0 5 26 15,0 11 18-15,0 4 12 0,6 5 3 16,1 6 3-16,-1 3-10 0,1 4-27 0,-7-1-22 16,6 0-15-16,1 2-5 0,-1-3-9 15,-6 2-87-15,0 0-42 0,6-5 0 16,-12-3 0-16,6-3 0 0,0-4 0 0,-6-4 0 15,6-3 0-15,-7-3 0 0,7-5 0 16,-6-8 0-16,6-2 0 0,-7-8 0 16,7-5 0-16,-6-5 0 0,6-5 0 0,0-6 0 15,-7-9 0-15,14-3 0 0,-7-4 0 0,0-7 0 16,6-3 0-16,1-5-8 0,-1-6-331 16,1-1-75-16,-1-7-82 0,0-4-138 15,8-7-167-15,-8 0-188 0,8-7-52 0,-1-4 24 16,-7-7 82-16,7-4 165 0,0-7 215 15</inkml:trace>
  <inkml:trace contextRef="#ctx0" brushRef="#br0" timeOffset="95030.05">10876 8686 124 0,'-7'-33'443'0,"1"4"65"15,0 4 47-15,6-6 57 0,-14 10-131 16,14-1-83-16,-6 0-33 0,0 7-27 0,-2 1-16 16,8-2-37-16,-6 5-62 0,6 5-56 0,0-3-51 15,-6 6-34-15,6 0-30 0,6-1-10 16,-6 4-8-16,6 0-1 0,8 0 4 16,-1 4 3-16,0-4 16 0,6 3 7 0,7 0 8 15,0 2 5-15,7-1 7 0,6-1 7 16,7 4-4-16,6-3-4 0,13 4-7 0,0-2-4 15,7 1-9-15,6 1-11 0,6 0-10 16,7-1-6-16,1 0-7 0,5-3-7 16,2 4-9-16,4-1 1 0,1-4-2 0,7 5 1 15,-7-1 9-15,7-3 11 0,0 3 15 16,0 1 8-16,0-5 11 0,-1 4 11 16,7 0 2-16,-6 1 10 0,-7-1 3 0,7-2-2 15,-1 1-4-15,2 2-10 0,-1-1-7 16,-1-3-16-16,7 3-8 0,-6 0-7 0,0-3 1 15,0 3 0-15,-1-3-1 0,1 0 1 0,0-1 3 16,-1 0 1-16,1-3-2 0,-7 5 3 16,0-5 4-16,1 3-2 0,-8-3-2 15,1-3-2-15,-1 3-2 0,2 0-1 0,-2-5-5 16,1 5 1-16,-7-3 6 0,7 0 4 16,-7-1 5-16,0 4 5 0,0-4-19 15,0 1-36-15,7 3 0 0,-7 0 0 0,7-4 0 0,-7 4 0 16,0 0 0-16,0-4 0 0,1 4 0 15,-1 0 0-15,6-3 0 0,-5 3 0 16,5-4 0-16,1-1 0 0,-7 3 0 0,0 2 0 16,0-8 0-16,0 5 0 0,-6-1 0 15,7-4 0-15,-7 6 0 0,-2-3 0 0,-4-2 0 16,6 3 0-16,-7 0 0 0,-6-3 0 16,-1 0 0-16,-6 4 0 0,7-5 0 0,-6 1 0 15,-1-1 0-15,0 1 0 0,0 0 0 16,0 0 0-16,6-1 0 0,-6 1 0 0,1-1 0 15,-1 1 0-15,-6 3 0 0,-2-6 0 16,2 5 0-16,0-1 0 0,-7-2 0 16,7 0 0-16,-7 2 0 0,6 2 0 0,1-4 0 15,-1 5 0-15,1-5 0 0,0 5 0 16,-7-1 0-16,7 0 0 0,0 1 0 0,-2-1 0 16,2 1 0-16,0 3 0 0,0-4 0 0,6 4 0 15,-7-4 0-15,7 4 0 0,-6 0 0 16,13 0 0-16,-7 0 0 0,0 0 0 0,7 0 0 15,-7 0 0-15,7 0 0 0,-7 0 0 16,0 0 0-16,0 0 0 0,0 0 0 0,0 0 0 16,0 0 0-16,7 0 0 0,-7 0 0 15,7 4 0-15,-1-4 0 0,-6 0 0 16,7 0 0-16,0 0 0 0,-7 0 0 0,0 0 0 16,0 0 0-16,7 0 0 0,-7 0 0 0,0 0 0 15,0 0 0-15,0 0 0 0,0 0 0 16,0 0 0-16,-6-4 0 0,0 4 0 0,-1-4 0 15,-5 4 0-15,-8-3 0 0,1-1 0 16,-1 0 0-16,-5 1 0 0,-1 0 0 16,-1-5 0-16,-5 4 0 0,-1 1 0 0,1-1 0 15,-1-3 0-15,1 3 0 0,-7 0 0 0,7-4 0 16,-7 6 0-16,0-6 0 0,0 4 0 16,0 0 0-16,1-3 0 0,-8 3 0 15,1 1 0-15,-2-4 0 0,2 2 0 0,-7 2 0 16,7-1 0-16,-7 1 0 0,0-1 0 15,0 0 0-15,0 1 0 0,0 3 0 0,-7-4 0 16,8 0 0-16,-8 4 0 0,0 0 0 16,8-3 0-16,-8 3 0 0,1 0 0 0,6 0 0 15,-7-3 0-15,7 3 0 0,1 0 0 16,-2 0 0-16,1 0 0 0,7 0 0 16,-7-4 0-16,6 4 0 0,1 0 0 0,-1 0 0 15,7 0 0-15,-6-5 0 0,0 5 0 16,-1-3 0-16,-5 3 0 0,5-3 0 0,-6 3 0 15,-7-4 0-15,7 4 0 0,-7 0 0 0,2-4 0 16,-8 4 0-16,6 0 0 0,-6 0 0 16,6 0 0-16,-6 0 0 0,0 0 0 15,0 0 0-15,0 0 0 0,0 0 0 0,0 4 0 16,-6 0 0-16,6-1 0 0,-6 5 0 16,6-1 0-16,-8 0 0 0,8 4 0 0,-6 0 0 15,6 4 0-15,-6-1 0 0,-1 4 0 16,1 5 0-16,-1-1 0 0,1 4 0 0,-1 3 0 15,1 0 0-15,0 4 0 0,-2 4 0 16,-4 0 0-16,5 2 0 0,1 2 0 0,-8 3 0 16,8 3 0-16,0-2 0 0,-1-2 0 15,0 5 0-15,1 0 0 0,0 3 0 16,-1 0 0-16,0 1 0 0,1 2 0 0,-1 2 0 16,1 1 0-16,0 2 0 0,-1 0 0 15,0 3 0-15,1-4 0 0,0 2 0 0,-1-6 0 16,7 5 0-16,-7-4 0 0,1 4 0 0,6-4 0 15,-7 1 0-15,7-2 0 0,-6-3 0 16,6 4 0-16,-7-4 0 0,7-4 0 16,-6 2 0-16,6-5 0 0,-7-4 0 0,7 0 0 15,-6-7 0-15,6 0 0 0,-6-7 0 16,6-1 0-16,0-3 0 0,-8-4 0 0,8-4 0 16,0 3 0-16,0-11 0 0,-6 2 0 15,6-2 0-15,0-1 0 0,0-2 0 0,0 1 0 16,0-4 0-16,0 0 0 0,0 0 0 15,0 0 0-15,-6 0 0 0,6 0 0 16,-7-4 0-16,7 4 0 0,-13-3 0 0,7-2 0 16,-13 5 0-16,5-3 0 0,-12 3 0 0,0-3 0 15,-7 3 0-15,-6 0 0 0,1 0 0 16,-1 0 0-16,-7 0 0 0,-7 0 0 16,2 0 0-16,-8 0 0 0,0 0 0 0,-6 0 0 15,-7 3 0-15,1-3 0 0,-7 0 0 16,-1 3 0-16,-5-3 0 0,0 5 0 0,-1-5 0 15,-6 3 0-15,-7-3 0 0,7 4 0 16,-14-4 0-16,1 3 0 0,0-3 0 0,-1 4 0 16,2-4 0-16,-8 0 0 0,0 4 0 15,0-4 0-15,-6 0 0 0,-1 3 0 0,-5-3 0 16,6 0 0-16,0 0 0 0,-7 4 0 16,0-4 0-16,1 0 0 0,-8 0 0 0,7 0 0 0,0-4 0 15,-6 4 0-15,6 0 0 0,-6-3 0 16,0 3 0-16,-1 0 0 0,1-4 0 0,-6 4 0 15,6 0 0-15,-7 0 0 0,0 0 0 16,0 0 0-16,1 0 0 0,-2 0 0 0,2 0 0 16,-1 4 0-16,0-4 0 0,1 0 0 15,5 3 0-15,-5-3 0 0,6 0 0 0,-1 4 0 16,1-4 0-16,6 0 0 0,-6 0 0 16,6 4 0-16,0-4 0 0,7 0 0 15,0 0 0-15,-7 0 0 0,7 3 0 0,0-3 0 16,0 0 0-16,-1 0 0 0,1 0 0 0,-1 4 0 15,2-4 0-15,-2 0 0 0,1 3 0 16,6-3 0-16,-6 0 0 0,6 0 0 0,-6 0 0 16,7 0 0-16,-1 5 0 0,-7-5 0 15,8 0 0-15,5 0 0 0,-5 0 0 16,5 0 0-16,2 0 0 0,-1 0 0 0,-1 0 0 16,1 0 0-16,-1 3 0 0,8-3 0 15,-7 0 0-15,6 0 0 0,0 0 0 0,0 0 0 16,1 0 0-16,6 0 0 0,-7 0 0 15,1 0 0-15,5 0 0 0,1 0 0 0,6 0 0 16,0-3 0-16,1 3 0 0,-1 0 0 16,1 0 0-16,-1 0 0 0,1 0 0 0,5 0 0 15,8-5 0-15,-2 5 0 0,2 0 0 0,6 0 0 16,6 0 0-16,1 0 0 0,6-3 0 16,6 3 0-16,1 0 0 0,5 0 0 15,8 0 0-15,6 0 0 0,0 0 0 0,6 0 0 16,8 0 0-16,-2 0 0 0,2 0 0 15,4 0 0-15,2 0 0 0,0 0 0 0,6 0 0 16,-7 3 0-16,7-3 0 0,0 0 0 16,-6 0 0-16,6 0 0 0,0 0 0 15,0 0 0-15,0 0 0 0,0 0 0 0,0 0 0 16,0 0 0-16,0 0 0 0,0 0 0 16,0 0 0-16,0 0 0 0,0 0 0 0,0 0 0 15,0 0-223-15,0 0-166 0,6-3-132 16,-6 3-174-16,0-4-228 0,7 1-150 0,-7-1-31 15,6-3 46-15,-6-1 126 0,0 1 201 16,6-4 272-16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18:15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3125 4007 126 0,'0'4'383'16,"-6"-4"73"-16,6 0 61 0,0 0-29 15,0 0-36-15,0 0-41 0,0 0-37 16,-6 0-30-16,6 0-28 0,0 0-28 0,0 0-41 16,0 0-41-16,0 0-37 0,0 0-32 0,0 4-25 15,0-4-23-15,0 3-10 0,0-3 0 16,0 8 3-16,0 0 6 0,0 6 8 0,0 1 14 16,0 0 5-16,6 6-6 0,-6 5-6 0,0 0-5 15,6-1-9-15,1 4-13 0,-7 1-11 16,13-5-11-16,-7 4-6 15,2-3-3-15,-2 0-1 0,7 0 2 16,-7-1-2-16,7-3-5 0,-6-4-6 0,5 1-6 0,-4-1-5 0,-2-3-8 16,7-1-5-16,-13-3-4 15,7 0 2-15,-7 1-4 0,0-5-2 0,0-4 1 16,6 5-1-16,0-5-1 0,-6 1-13 0,0 0-26 16,7-4-36-16,-7 3-47 0,0-3-58 0,0 0-70 15,0 0-104-15,0 0-103 0,0-3-119 16,0-1-124-16,0 0-118 0,0-3-22 15,0 0 66-15,0-4 103 0,6 3 141 0</inkml:trace>
  <inkml:trace contextRef="#ctx0" brushRef="#br0" timeOffset="379.04">3451 4242 83 0,'7'-10'361'0,"-1"-6"59"0,-6 5 55 0,7 1 6 0,-7-1-59 15,6-5-40-15,-6 10-10 0,7-5-10 0,-7-1-21 16,0 5-26-16,0 0-33 0,6-1-38 16,-6 1-38-16,0 4-27 0,0-1-18 0,0 4-21 15,0-4-25-15,0 4-27 0,0-4-24 16,0 8-22-16,-6-4-15 16,6 4-11-16,0 3-7 0,-7 4 4 0,1 4 8 15,-1 0 6-15,-6 2 6 0,7 6 5 0,0-1 12 16,-8 0 6-16,1 3 3 0,7-3 0 0,-7 5 3 15,0-6 1-15,7 1-6 0,-2-1-3 0,-4 2-3 16,5-5-4-16,0 0-5 0,7 1-7 16,-6-4-5-16,-1-4-8 0,7 0-10 0,-6-1-6 15,6-2-4-15,-6-1-1 0,6 0 2 16,0-3-2-16,0 0 0 16,0 0-3-16,-7-4-23 0,7 3-40 0,0-3-63 0,0 0-88 15,0 0-126-15,0 0-151 0,7 0-157 0,-7 0-129 16,0-3-80-16,6-1 13 0,-6 0 89 15,6 0 132-15,1-3 169 0</inkml:trace>
  <inkml:trace contextRef="#ctx0" brushRef="#br0" timeOffset="856.14">3542 4392 132 0,'-6'-3'435'0,"6"-1"76"0,0-3 60 15,0 2 25-15,-6 5-82 0,6-3-87 16,0 3-68-16,-7-3-54 0,7 3-50 0,0 0-58 16,-7 0-64-1,7 0-51-15,-6 3-28 0,0 0-8 0,-1 2-3 16,0-1-5-16,1 3 4 0,-1 0 3 0,1 4-1 0,6-1-7 16,-7 2 2-16,7 2-2 0,0-3-1 0,0 4 2 0,0-4-1 15,0 4-3-15,7-4 0 0,-1 0 8 16,1 0-8-16,-1 0 7 0,1-4 11 15,6 0 9 1,0 1 1-16,0-2-1 0,0-1 12 0,0-5-6 16,0 0-7-16,7 0-2 0,-8 0 9 0,2-5 12 0,-1 2 13 15,-7-4 19-15,8 3 20 0,-8-3 13 0,6 0 10 16,-5-4-2-16,0 3-10 0,-7-3-16 16,6 0-16-16,-6-3-18 0,0-1-21 0,0 5-16 15,-6-6-13-15,-1 5-11 0,0-4-11 16,1 5-7-16,0-5-5 0,-8 5-5 15,2-2-2-15,5 5-1 16,-6 0 0-16,0-1-3 0,7 1-1 0,-8 2-4 0,8 3-9 16,0-2-19-16,-8 4-33 0,8 0-39 15,-1 0-52-15,1 4-56 0,6-4-52 0,-6 2-55 16,6 7-70-16,0-6-83 0,0 1-87 16,6 3-93-16,-6-3-109 0,6 0-44 0,7-1 40 15,-6 0 93-15,0 2 120 0,5-1 142 0</inkml:trace>
  <inkml:trace contextRef="#ctx0" brushRef="#br0" timeOffset="1128.74">3764 4356 25 0,'6'-4'453'0,"-6"4"119"0,0-4 106 0,-6 1 90 16,6-1-75-1,0-1-112-15,0 5-88 0,-7-2-87 0,7 2-86 16,0 0-77-16,-6-4-63 0,6 4-55 0,0 0-49 0,0 4-29 15,0-4-21-15,0 0-10 0,0 7-6 16,0-3 2-16,0 3 3 0,0 0 3 0,0 4 7 16,0-3 3-16,0 3 2 0,0-1 3 15,0 1-2-15,6 0-5 0,-6-3-8 0,0 3-3 16,7 0-7 0,-7-3-6-16,0 2-5 0,6-2-4 0,-6-1-30 15,0 4-67-15,0-8-104 0,0 5-140 0,0-5-156 0,0 1-196 16,0-4-139-16,-6 0-25 0,-1-4 59 15,1-2 112-15,0-2 149 0</inkml:trace>
  <inkml:trace contextRef="#ctx0" brushRef="#br0" timeOffset="1289.44">3692 4242 28 0,'-6'-10'423'0,"-1"-2"70"0,7 5 40 0,-7-1 26 15,1 1-139-15,6 4-153 0,0-1-113 16,-6-1-91-16,12 3-83 0,-6 2-97 0,6 2-113 15,1-2-139-15,0 5-95 0,-1 2-33 16,1 0 15-16,6 1 57 0,-6-1 92 0</inkml:trace>
  <inkml:trace contextRef="#ctx0" brushRef="#br0" timeOffset="2020.08">4070 4426 277 0,'6'0'467'16,"1"0"77"-16,0-5 79 0,-1 1-4 0,0-3-82 16,-6 4-72-16,7-5-45 15,-7 1-38-15,7 0-47 0,-7-5-56 0,0 2-51 0,0-1-35 16,0 4-32-16,0-4-24 0,0 0-17 0,-7-1-18 16,0 5-10-16,1-1-6 0,6 1-10 15,-13 0-10-15,6 0-13 0,1 3-14 0,-7 0-9 16,0 4-14-16,0-3-8 0,-1 6-3 15,2-3-4-15,-1 8 1 0,0-5-4 0,0 5-1 16,-1-1 0 0,8 4-3-16,-6 0 3 0,4 0-1 15,2 4 2-15,0 0 1 0,6-1 1 16,-7 1 1-16,7-1 0 0,0 1 2 0,7-3 2 16,-7 2-2-16,6-3 1 0,0-1-1 0,2 2 2 0,-2-1 0 15,0-4 1-15,8 0 3 0,-8-2 5 16,7-2 7-16,0 0 6 0,-6-3 8 0,5 0 5 15,2-3 4 1,-2 3 6-16,2-3 9 0,-1-5 7 0,-7 1 10 0,7-1 16 0,-6 1 9 16,-1-5 4-16,0 2-6 0,-6-5-9 15,7 0-15-15,-7-3-20 0,0 0-16 0,0-4-14 16,-7-5-9-16,7 0-6 0,-6-4-4 16,6 2-2-16,-6 0 0 0,-1 0 7 0,0 0 10 15,7 6 12-15,-6-2 11 0,6 6 9 16,-6 2 11-16,6 2-1 15,-7 0-4-15,7 5-8 0,0 1-12 0,0 1-11 0,-6 5-12 16,6 0-12-16,0-1-6 0,0 4-5 16,0 4 0-16,6 2 0 0,-6 2 0 0,0 7 2 15,7 0 1-15,-1 7 3 0,-6 0-2 16,6 3 2-16,-6 1 0 0,7-1 1 0,0 5 0 16,-1-4-2-16,-6-1 0 0,6 4 1 15,1-3 1-15,-7 0-3 16,7-4-1-16,-1 4 4 0,-6-5 0 0,7 1-2 15,-7-3 1-15,6-1 3 0,-6 1 0 0,0-4 1 16,0-1 0-16,6-3 2 0,-6 0 0 0,0-4-1 16,0 0 0-16,7 1 0 0,-7-5 2 15,0 0 1-15,0-3 0 0,0 5 2 0,0-5 3 16,0 0-3-16,0 0-8 16,0 0-23-16,0-5-40 0,0 2-66 15,-7 0-90-15,7-1-107 0,0-3-144 0,-6-1-182 0,6 5-208 16,0-8-168-16,-6 3-31 0,-1-3 39 15,7 0 118-15,-6 1 183 0,6-1 237 0</inkml:trace>
  <inkml:trace contextRef="#ctx0" brushRef="#br0" timeOffset="3410.5">4930 4198 88 0,'0'-7'346'15,"0"2"55"-15,0-2 46 0,0 1-31 0,0-2-68 16,0-3-60-16,0-1-32 0,0 6-5 15,0-5-8-15,0 0-8 0,0 0-10 16,0 0-1-16,0 0-16 0,0 0-26 0,0 4-12 16,-7-4-8-16,7 3-7 15,0 5-17-15,-6-4-10 0,6 2-10 0,-7 2-17 16,0 3-21-16,1-5-12 0,6 5-12 0,-6-3-13 16,0 3-9-16,-2 3-7 0,2-3-8 15,-7 5-4-15,13-2 1 0,-13 6-3 0,6-3-2 16,1 2-1-16,0 6 4 0,-2 1 4 0,8 3 4 15,-6 4 15-15,0-1 8 0,6 2 9 16,-6 3 11-16,6-1 3 16,-7 1 2-16,7 3-2 0,0-4-6 0,0 2-3 0,0-2-9 15,0 0-9-15,0-2-10 0,0 2-14 16,0-3-5-16,7 1-3 0,-7-5-4 0,0 1-6 16,6-5 4-16,-6 1 5 0,0-5-1 15,6 5-3-15,-6-8 1 0,0 1 6 16,0-1-8-16,0-4-16 0,0 1-30 0,0 0-50 15,0-4-88-15,0 0-136 16,0-4-154-16,0-3-166 0,0 0-159 0,0-4-85 0,0 0 17 16,-6-4 97-16,6 4 137 0,-6-4 169 15</inkml:trace>
  <inkml:trace contextRef="#ctx0" brushRef="#br0" timeOffset="4067.31">4688 4385 58 0,'-12'-3'416'0,"6"3"73"15,-2-4 53-15,8-1 22 0,-6 5-105 0,6-3-118 0,0 3-95 16,0-3-67-16,6 3-49 0,2-4-40 16,4 4-33-16,1-4-16 0,7 4 0 0,-7-3 10 15,6-1 16-15,7 4 19 0,-6-4 12 16,-1 1 7-16,7 3 0 0,-6-4-2 16,-1-1-10-16,-5 5-13 0,5-2-7 0,-6 2-8 15,-6 0-9-15,5 0-3 16,-4 0-9-16,-8 0-6 0,6 0-7 15,0 0-4-15,-6 0-2 0,6 2-6 0,-6 3 2 0,0-1-3 16,0 3 0-16,0-3 2 0,8 3 2 0,-8 0 5 16,0 1 6-1,0 3 6-15,0-4 7 0,0 4 11 0,0 3 8 16,0-3 11-16,0 0 2 0,0 0-2 16,0 1-1-16,0-1-9 0,6 0-9 15,-6-1-11-15,6 1-7 0,-6 0 4 0,7-3-1 0,-1-1 3 0,1 0 8 16,0 1 7-16,-1-5 7 0,0 1-3 15,8 0-7-15,-2-1-9 0,2-3-7 0,-8 0-10 16,7-3-2-16,0 3 3 0,-6-4 10 16,5 0 11-16,-5-3 12 0,0 0 8 0,-1 0 3 15,1-1-2-15,-7-3-6 0,6 1-8 16,-6-5-10-16,6 4-6 16,-6 0-5-16,0-1-4 0,0 1-1 0,0 0 3 0,0 0 4 15,0 4 2-15,-6 0 6 0,6-4 4 16,0 4 4-16,0 3 0 0,-6-3-4 0,6 2 0 15,0 2-9-15,0 0-7 0,0 3-12 16,0-4-7-16,0 4-8 0,0 0-11 0,0 0-2 16,-7 0-2-1,7 4-2-15,0-1 0 0,0 5 1 0,0-1 2 16,0 0 0-16,0 4 1 0,7-4-1 0,-7 4 3 0,0 4 0 16,6-4 0-16,-6 3 1 0,0-2 1 0,6-1 1 15,-6 3-2-15,7-3 0 0,0 0-2 16,-7 1-3-16,6-5-18 0,0 4-31 0,-6-4-39 15,8 0-52-15,-8 1-58 0,6-4-70 16,0-1-69-16,1 0-95 0,-1 1-101 16,7-4-99-16,-6-4-76 15,5 1-61-15,-4-4-48 0,4-1 52 0,-5 1 104 0,-1-8 128 16,1 5 127-16</inkml:trace>
  <inkml:trace contextRef="#ctx0" brushRef="#br0" timeOffset="4689.32">5301 4432 299 0,'0'-11'413'0,"0"0"67"16,-7 4 47-16,7-4-53 15,0 4-47-15,-6 0-37 0,6-1-32 16,0 5-34-16,0-5-33 0,0 5-46 0,-7-1-55 16,7 0-42-16,0 4-43 0,0-3-28 0,0 3-24 0,7 0-18 15,-7 0-13-15,0 0-9 0,0 3-6 0,6 1-4 16,-6 0 3 0,7 3 6-16,-7 0 10 0,6 1 12 0,-6 3 13 15,7-1 12-15,-7 1 9 0,7 0 5 16,-7 4-2-16,6 0-3 0,-6-5-6 15,0 6-3-15,6-5-4 0,-6 4-4 0,0-5-2 16,0 1-3-16,0 0 3 0,0-4 1 0,0 4 5 16,0-7 4-16,0 3 8 0,0-4 14 15,0 2 17-15,0-1 20 0,0-1 23 16,0-3 27-16,0 0 22 0,0 0 14 0,0 0 0 16,0 0-18-16,0-3-29 0,0-1-33 0,-6-1-35 15,6-1-33-15,0-2-24 0,-6-3-12 16,6 1-9-16,0-2-3 0,-7 1-4 15,7 0-1-15,0-3-3 0,0 3 0 0,0-3 0 16,0 2 0-16,7 1-1 0,-7 1-2 16,6-2 3-16,0 1-2 0,1 0-2 15,0 4 0-15,6-5 0 0,-7 6-2 0,7-5-1 16,-6 7 0-16,5-3 0 0,2 3 0 16,-8-1 1-16,7 3 2 0,-6-2-1 0,-1 4 2 15,7 0-1-15,-7 4 1 0,2-2-1 16,-2 3-1-16,7 2 1 0,-7-3-2 0,1 3 1 0,-1 4 0 15,-6-3 2-15,7 3 3 0,-1-1 0 16,1 1 1-16,0 0-1 0,-7 4 2 0,6-4 0 16,0 1-1-16,1 2-1 0,-7-3 0 15,7 0 1-15,-7 0-1 0,6 0 0 16,-6 0 1-16,0 0 1 16,6-4 2-16,-6 0 0 0,0 1-1 0,0-2-2 15,0-1 0-15,7-1 1 0,-7-1-2 16,0 0 0-16,0 1 1 0,0-4 2 0,0 4-2 15,0-4-9-15,0 0-23 0,0-4-57 0,0 4-69 0,-7-4-78 16,7 1-86-16,-6-4-122 0,0-1-150 16,6 1-154-16,-7-4-179 0,0 0-56 0,1 0 16 15,6-4 95-15,0 1 153 0,0 3 199 16</inkml:trace>
  <inkml:trace contextRef="#ctx0" brushRef="#br0" timeOffset="5761.62">6115 4034 266 0,'0'-5'416'0,"-7"-3"53"0,7 2 47 0,-6 2-54 16,0 0-65-16,-1-2-29 0,-6 1-19 16,6 5-13-16,1-4-16 0,-8 4-35 0,2 0-45 15,-1 0-50-15,0 4-36 0,0 1-29 16,-1 1-22-16,-4 5-11 16,4 0-14-16,1 1-5 0,-7 6-4 15,8 4 5-15,-2 0 4 0,2 7 5 0,-1 1-3 16,-1-1 4-16,8 3 7 0,-7 5-2 15,6-4 2-15,7 4-6 0,-6-4-5 0,6 0-9 0,6 0-6 16,-6-1 3-16,7 2-1 16,6-5 1-16,-7 0 2 0,8-3-2 0,-1-1-8 0,-1-2-11 0,2-5-9 0,5 0-6 15,-6-3-7-15,6-4 0 0,-5 0-5 16,-2-4-6-16,8-3-3 0,-7-4-12 16,1 3-25-16,-2-6-60 0,2-1-67 0,-2 0-98 15,-5-2-135-15,6-2-155 0,-6-3-165 16,5 4-164-16,-5-7-60 0,0 2 28 0,-1-3 98 15,0 1 142-15,1 2 180 0</inkml:trace>
  <inkml:trace contextRef="#ctx0" brushRef="#br0" timeOffset="6051.8">6232 4367 10 0,'-6'-8'478'0,"6"5"124"0,0-5 95 0,-7 5 81 16,7-1-68-16,0 4-146 0,0-5-135 15,-6 5-108 1,6 0-91-16,0-2-76 0,0 4-56 16,0-2-38-16,0 5-14 0,0-1-1 0,0 3 10 0,0 0 17 15,6 1 16-15,-6 3 15 0,0 0 7 0,7-1 0 16,-7 5-4-16,0 0-8 0,6-4-10 16,-6 3-15-16,7 1-12 0,-7 0-11 0,6-4-13 15,-6 3-9-15,7-3-8 0,-7 1-6 16,0-5-4-16,6 0-1 0,-6 0-1 15,0 1-21-15,0-5-26 16,0 0-45-16,0-3-75 0,0 5-125 0,0-10-154 0,0 2-169 16,-6-4-178-16,6-4-101 0,-7 0 0 15,1-4 81-15,6-2 132 0,-7-6 176 0</inkml:trace>
  <inkml:trace contextRef="#ctx0" brushRef="#br0" timeOffset="6183.35">6213 4238 274 0,'-6'-3'309'16,"6"3"14"-16,0 0-41 0,0-3-98 0,6 3-100 16,-6 0-91-1,6 0-104-15,-6 3-107 0,7-3-55 0,-1 0-29 0,1 3 0 0</inkml:trace>
  <inkml:trace contextRef="#ctx0" brushRef="#br0" timeOffset="6738.65">6337 4286 99 0,'6'7'349'0,"-6"-4"47"0,0 2 33 0,0-5-39 32,0 8-73-32,0-6-59 0,0 2-28 0,0 0 12 0,6 3 13 0,-6-3 13 0,7 2 6 15,-7 6-1-15,0-1-10 0,7 0-33 32,-7 1-26-32,6-2-24 0,-6 1-19 0,0 3-10 0,7-2-12 15,-7 2-4-15,6-3 1 0,-6 1-6 0,0-1-5 0,6 0-12 16,-6-4-8-16,0 4-14 0,7-4-13 15,-7-3-13-15,0-1-14 0,0 1-6 0,7 0 2 16,-7 0 5-16,0-4 15 0,0 0 17 16,0 3 20-16,0-3 6 0,0-3-1 15,0 3-7-15,0-4-17 16,0 0-23-16,-7-3-21 0,7-1-15 0,-7 2-9 16,7-6-8-16,0 1-4 0,-6 0-2 0,6-4-2 15,0 4-1-15,0 0-3 0,0 0-2 16,0 4 2-16,6-4-1 0,-6 4-1 15,7 0 0-15,0 0 0 0,-1-2-1 0,8 3 1 16,-8 2 0-16,7-3-4 0,0 3 3 16,-7 0 3-16,7 1 0 15,-7-1 1-15,8 4-1 0,-8 0 3 0,1 0-4 0,-1 4-1 16,1-1-1-16,-1 1 0 0,1 3 0 0,-1 1 2 16,1-2 1-16,0 3 1 0,-1 1-1 15,-6 1 2-15,6-4 0 0,1 4 1 0,-7 0-1 16,7 0 1-16,-7 0 0 15,6 1 1-15,0-1 1 0,-6 0 1 16,0-4-1-16,7 4 1 0,-7-4 1 16,0 0-3-16,0 1 4 0,0-1-2 0,0 0 1 0,0-3-4 15,0 3-20-15,0-3-35 0,0 0-49 0,0-1-65 16,0 0-82-16,0-3-83 0,0 0-111 16,0 0-101-16,6-3-119 0,-6 0-121 0,0-1-54 15,0-7 15-15,7 4 91 0,-7-4 114 16,7 0 159-16</inkml:trace>
  <inkml:trace contextRef="#ctx0" brushRef="#br0" timeOffset="7052.46">6675 4235 3 0,'0'-12'408'0,"0"-2"86"0,0 3 74 16,0-1 87-16,0 2-57 0,0 2-97 15,0 2-67-15,0-2-52 0,0 5-51 16,0-2-72-16,0 1-77 0,0 1-55 15,0 3-42-15,0 0-31 0,0 0-17 0,0 3-3 16,0 1 4-16,7 9 11 0,-7-7 18 0,6 8 18 16,-6 2 8-16,6 2 9 0,-6 1 3 15,8-2-6-15,-2 5-13 0,0 0-16 0,-6-4-11 16,6 5-15-16,1-1-13 0,-7 0-12 16,7-4-4-16,-7 3 0 15,6-2-4-15,-6-4-4 0,7 3-3 16,-7-3 1-16,6-4 0 0,-6 0-4 0,0 0 2 0,0-8-1 15,6 5-7-15,-6-4-23 0,0-1-51 0,0 1-88 16,0-4-130-16,8-4-149 0,-8 1-153 16,0-5-164-16,0-3-95 0,-8 1 10 0,8-2 89 15,-6-2 127-15,6-2 151 0</inkml:trace>
  <inkml:trace contextRef="#ctx0" brushRef="#br0" timeOffset="7285.78">6643 4336 224 0,'-7'0'514'15,"0"-2"99"-15,1 2 79 0,0 0 0 0,6-4-125 0,0 4-130 16,0 0-105-16,0 0-77 0,6 0-59 0,0 0-27 16,8 0-37-16,-8 0-20 0,7 0-10 15,7 0-6-15,-8 4-1 0,8-4-10 0,0 0 4 16,-7 0-1 0,7 0-5-16,-1 0-13 0,-6-4-15 0,6 4-15 0,-5 0-12 15,-2 0-10-15,2 0-11 0,-2 0-7 0,2 0 0 16,-8 0-51-16,7 4-74 0,-7-4-111 15,8 2-135-15,-8 3-166 0,0-1-216 0,8-4-82 16,-1 3 2-16,-1-3 71 0,2 4 118 16,-2-4 158-16</inkml:trace>
  <inkml:trace contextRef="#ctx0" brushRef="#br0" timeOffset="8004.71">7398 4304 56 0,'-6'0'448'0,"-1"-3"89"0,7-2 63 0,-6 5 66 16,6-3-103-16,-7 3-121 0,7 0-92 16,0 0-66-16,-7 0-53 0,7 0-61 15,0 0-47-15,0 3-31 0,0-3-6 0,-6 5-1 16,6 3 13-16,0-2 15 0,0 2 13 15,6-1 6-15,-6 4-2 0,0 0-7 0,0 4-9 16,0-4-9-16,0 3-11 16,7 1-10-16,-7-5-4 0,0 5-2 0,7 0-5 15,-7-3-2-15,0-2-5 0,6 1-4 0,-6 0-5 16,0 1-5-16,7-2-3 0,-7-3 3 0,0 1 1 16,0-4 6-16,0 3 6 0,6-4 6 15,-6 1 10-15,0-4 9 0,0 4 13 0,0-4 11 16,0 3 6-16,0-3 6 0,0 0-2 15,0 0-11 1,0-3-15-16,-6-1-19 0,6 0-19 0,0 1-18 0,0-1-16 16,0-7-9-16,-7 4-5 0,7-4-5 0,0 0-4 15,-6 0 1-15,6-4 0 0,-7 5-2 16,7-2-1-16,0-3-1 0,0 4 0 0,0-3 0 16,0 3 0-16,0-3-2 0,0 2 0 15,0 1-1-15,7 0 1 16,-7 4-3-16,6-4 0 0,1 4 0 15,5-5-1-15,-5 5-1 0,6-1-2 0,-7 1 1 0,8 0 0 16,-1 3 2-16,0 1 1 0,0-1 1 0,-7 0 2 16,8 1-3-16,-2 3 3 0,1 0-1 15,-6 3 0-15,6-3-1 0,-7 4 1 0,8 3-1 16,-8-3-1-16,7 7-2 0,-6-3 3 16,-1 2 2-16,0 2-1 0,1-1 1 0,-1 3 1 15,1-3 2-15,0 3-1 0,-1-2 0 16,-6-1 1-16,0 3 4 0,6-3 0 15,-6 0-1-15,0 0 3 0,7 0-1 0,-7-4 2 16,0 1 1-16,0 3-1 0,0-7 3 16,7 3-2-16,-7-3 2 0,0-1-4 15,0 2 0-15,0-2 0 0,0-3-1 0,0 0-5 16,0 3-10-16,0-3-20 16,0 0-49-16,0 0-66 0,0-3-95 15,0 3-119-15,0-3-163 0,-7-2-201 0,7-2-227 0,-7 0-109 16,7-4 2-16,-6 4 72 0,6-8 145 0,0 4 210 15</inkml:trace>
  <inkml:trace contextRef="#ctx0" brushRef="#br0" timeOffset="8457.48">7685 3931 9 0,'0'-8'512'0,"0"-2"145"16,0-2 96-16,0 5 73 0,0-3-59 0,6 2-174 15,-6 0-141-15,7 4-121 0,-1 1-83 16,0-1-62-16,2 1-40 0,4 3-28 0,1 0-18 0,0 3-7 16,0 4 2-16,7-3 3 0,0 7-6 0,-1-3-7 15,1 3-5-15,6 4-7 0,-7 3 1 16,1-1-1-16,0 6 4 0,-2 2 1 0,2 0-1 15,-1 6 4-15,-5-2 4 0,-2 0 0 16,2 3-1-16,-8 2 0 0,1-1 6 16,-7-4 3-16,6 4 2 15,-12-3 5-15,-1-1 5 0,1-3 5 0,-8 3 4 0,2-4 1 16,-2 1 1-16,-5-3 3 0,6 2-97 0,-6-6-22 16,5 2 0-16,-5-3 0 0,6-3 0 15,0 0 0-15,-7-5 0 0,14 1 0 0,-7-3 0 16,6 0 0-16,-6-1 0 0,7-4 0 15,6 5 0-15,-6-8 0 0,-1 3 0 16,7-3 0-16,0 4 0 16,-7-4 0-16,7 0 0 0,0 0 0 0,0-4 0 0,0 4 0 0,-6-3 0 15,6-1-104-15,0-3-395 0,0 2-163 16,0-2-191-16,0-4-202 0,0 4-76 16,0-3 24-16,0-2 91 0,0 1 169 0,0-3 231 15</inkml:trace>
  <inkml:trace contextRef="#ctx0" brushRef="#br0" timeOffset="10191.92">3445 5282 91 0,'0'0'336'16,"0"-3"51"-16,0-1 45 0,0 1-33 0,0-2-53 16,0 2-37-16,0-4-11 0,0 3 4 15,0 0 1-15,0-3-15 16,-6 3-31-16,6 1-27 0,0-4-34 0,-8 2-38 0,8-1-33 15,-6 2-24-15,0 4-9 0,-1-4-17 16,1 1-19-16,-1 3-15 0,-6 0-12 0,7 0-3 16,0 0-3-16,-8 3-8 15,8 1 3-15,-1 3-2 0,0 1 1 16,1-1 1-16,-1 0-4 0,1 4 0 0,6 0 1 16,-6 4 1-16,6-1 3 0,0 2-4 15,0 2 2-15,0 0-1 0,0 0-2 0,0 0 0 0,6 1-2 0,-6 3-3 16,0-4-1-16,0 1-3 0,0-1-1 0,0 0 0 15,0 0-3-15,0-3 2 0,-6 4 1 16,-1-5 5-16,7 0 5 0,-7-3 0 16,1 4 4-16,-7-5 3 0,6 2 2 0,1-4 1 15,-1-1 1-15,1-3 5 0,-7-1 6 0,13 0 6 16,-7-3 4-16,1 0-2 16,0 0 5-16,-2-3 3 0,2 0-3 0,0-1-3 0,6-3-1 15,-7-1 2-15,7 1-11 0,0 0-10 0,0-4-5 16,0 3-3-16,0 2-5 0,0-3-6 15,0 6 0-15,7-5 0 0,-7 5 0 0,6-1-7 16,-6 0 0-16,6 4 1 0,-6 0-3 16,8 0 0-16,-2 4-4 15,-6 3 4-15,6 1-5 0,1-1 1 16,-7 4 3-16,7 0 1 0,-1-1 3 0,-6 6-4 0,6-1 5 0,-6 3-3 16,0-4-1-16,0 4 0 0,0 5 0 0,0-4 1 15,0 2 0-15,0 2 1 0,0-2 3 0,0 1 3 16,0-1 1-1,0 2 6-15,0-2 4 0,0-2 4 16,0-1 2-16,0 1-7 0,0-1 3 0,0-3-5 16,0-1 2-16,7 1 4 0,-7-4 10 15,6 0 16-15,1-3 12 0,0-1 11 0,5 0 11 16,-5-3 2-16,6-4-9 0,0 0-6 0,7 0-15 16,-8-4-11-16,2 0-14 0,5 1-11 15,-6-4-3-15,0 3-4 0,1-4-1 16,-8 1-1-16,7 1-5 0,-7-3 3 0,1 6-1 0,-1-5-6 0,1 5-15 0,-7-1-33 31,0 0-45-31,0 1-66 0,0 0-86 0,-7-5-126 16,1 4-147-16,6 0-172 0,-7 1-168 15,7-4-53-15,-6-1 24 0,-1 5 97 0,7-4 143 16,0 2 196-16</inkml:trace>
  <inkml:trace contextRef="#ctx0" brushRef="#br0" timeOffset="11035.1">4005 6656 159 0,'0'0'370'0,"0"0"61"0,0 0 52 16,0-3-33-1,0 3-40-15,0-5-28 0,0 5-15 0,0-3-12 0,0 3-12 16,0 0-15-16,0-3-22 0,0 3-30 0,0-4-24 16,0 4-23-16,0 0-20 0,0 0-24 15,0 0-34-15,0 0-32 0,0 0-27 0,0 0-27 16,0 0-24-16,0 0-8 0,0 4 3 15,6 2 5-15,-6 2 6 0,0 3 17 0,0 0 13 16,6 3 0 0,-6 1-1-16,8 4-3 0,-8-1-6 0,6 1-11 0,0 3-10 0,-6-4-7 15,7 1-5-15,-7-2-12 0,7 3-5 16,-7-7-5-16,0 1-4 0,6-2-4 16,-6-1-3-16,0-4 3 0,7 0-3 0,-7 1-1 15,0-4-2-15,0-1-4 0,0-3-34 16,0 4-57-16,0-4-75 0,0-4-109 0,-7 1-147 15,1-4-152 1,6-1-157-16,-7-3-148 0,0-4-32 0,1 0 51 0,0-3 117 16,-2-4 142-16,8 0 181 0</inkml:trace>
  <inkml:trace contextRef="#ctx0" brushRef="#br0" timeOffset="11170.69">4025 6557 258 0,'0'-7'439'0,"6"-1"40"0,-6 1 25 0,0 0-73 15,0 0-158-15,0 3-117 0,0 0-92 16,0 1-80-16,6 3-81 0,-6-4-99 0,7 4-132 16,0 0-92-16,-1 4-28 0,1-4 12 15,-1 0 46-15</inkml:trace>
  <inkml:trace contextRef="#ctx0" brushRef="#br0" timeOffset="11566.4">4240 6579 42 0,'6'5'371'0,"-6"-3"58"0,0-2 41 0,0 5-11 16,0-5-94-16,0 3-89 0,6-3-54 15,-6 3-5-15,0 2 18 0,0-2 16 16,7 3 14-16,-7 2 4 0,7 1 2 0,-7 1-24 16,0 0-32-1,6 2-18-15,-6 3-20 0,6-1-17 0,-6 1-24 0,7 3-6 0,-1-4-17 16,-6 5-16-16,0-1-11 0,7-3-3 15,0 0-11-15,-7-1-16 0,0 1-3 16,6 0-7-16,-6-3-7 0,6 1-11 0,-6-6-2 16,0 5 30-16,0-5-18 0,7-3-5 15,-7 3 2-15,0-3 13 0,0-4 16 0,0 3-18 16,0-3 33 0,0 0 18-16,0 4 12 0,0-4 3 0,0 0-2 0,0 0-10 0,0 0-6 15,0 0-10-15,0-4-16 0,0 4-15 16,0 0-13-16,0-3-14 0,0 3-11 15,-7-4-7-15,7 1-19 0,0-1-33 0,0 0-56 16,-6 0-68-16,6-4-80 0,-6 1-113 16,6 0-140-16,-7 0-150 0,7-4-160 15,0-4-119-15,0 1-19 0,0-1 61 16,0 0 124-16,7 1 169 0,-7-1 204 0</inkml:trace>
  <inkml:trace contextRef="#ctx0" brushRef="#br0" timeOffset="12036.16">4441 6535 184 0,'-6'-7'401'0,"6"-4"63"0,0 0 61 16,0 3-22-16,0 1-88 0,-7-3-40 0,7 2-28 16,0 1-24-16,-6 0-26 0,6-1-23 0,0 1-40 0,-7-1-47 15,1 6-31-15,-1-7-25 0,1 6-24 0,6-2-18 16,-6 2-12-16,-2 0-7 0,2 3-9 15,-7-4-4 1,6 4-3-16,1-4-3 0,6 4-5 0,-7 0-3 16,1 4-1-16,0-4-3 0,-1 4-2 0,0-1-5 0,1 5 2 15,0-1-1-15,-8 4-1 0,14 0 2 0,-13-1 1 16,7 6 7-16,6-2 4 0,-6 5 5 0,6-1 8 16,0 1 6-16,0-1 8 0,0 3 7 15,0 2 6-15,0-1 6 0,0 3-1 16,6-3-1-16,0 4-1 0,1-1-3 0,-1 1-1 15,-6 0-5 1,7-1-1-16,0 1-3 0,-1 1-5 0,0-2-8 0,1 0-8 16,0-3-8-16,-7 4-6 0,6-8-7 0,-6 0-8 15,6 0-4-15,-6-3-5 0,0 0-4 16,7-3-3-16,-7-2-2 0,0-3-3 0,0 1 0 16,0-5 2-16,0 1 1 0,0-1 1 15,0-3-8-15,-7 0-18 0,7 0-41 16,-6-3-60-16,0-1-76 15,-1-3-95-15,-6 0-132 0,7-4-158 0,6-1-157 0,-7-6-171 16,0 3-66-16,1-7 18 0,-1 5 101 16,7-6 154-16,-6 2 188 0</inkml:trace>
  <inkml:trace contextRef="#ctx0" brushRef="#br0" timeOffset="12286.93">4220 6759 46 0,'-7'-4'446'16,"7"4"86"-16,-6-3 58 0,6 3 48 0,6-4-99 0,-6 4-101 15,7 0-71-15,-1 0-46 0,8 0-32 0,-2 0-22 16,8 0-30-16,-1 0-39 0,1 0-29 16,0 4-22-16,-1-4-10 0,7 0-11 0,-6 0-13 15,6 0-8-15,-7 0-13 0,1 0-7 16,-1-4-12 0,-6 4-15-16,0 0-15 0,1-4-16 0,-2 4-10 15,-5 0-10-15,0-3-5 0,-1 3-11 0,-6 0-26 0,6 0-44 16,-6 0-70-16,0 0-95 0,7-5-123 0,-7 5-134 15,0 0-150-15,0 0-146 0,0 0-30 16,-7-2 40-16,7 2 96 0,0-5 127 0,-6 5 168 16</inkml:trace>
  <inkml:trace contextRef="#ctx0" brushRef="#br0" timeOffset="12970.82">5015 6353 189 0,'0'-5'375'16,"0"1"51"-16,0 1 43 0,0 0-48 0,0-1-78 16,-7 0-45-16,7 1-25 0,0-1-15 15,-7 4-16-15,7-4-25 16,-6 4-29-16,-1 0-19 0,1 0-18 0,0 4-10 15,-8 0 0-15,2-1-1 0,4 5 2 16,-4 2-7-16,-1 5-6 0,-1 0-8 0,2 7-11 0,-2 0-5 16,2 3-3-16,-1 5 0 0,6-1 2 0,-6 0 5 15,-1 4-2-15,8 1-4 0,0-2-7 16,6 1-10-16,-6 0-10 0,6 1-12 0,6-5-10 16,-6 3-7-16,6-2-1 0,0-5-1 15,8 1-2-15,-8 0-5 0,8-5-4 16,-1-2-3-16,-1-1-7 15,2 1-7-15,-8-9-4 0,7 5-1 0,0-8-2 0,0 1-3 16,-7-1 0-16,8-3-1 0,-8-4-9 0,0 4-27 16,8-4-47-16,-8-4-65 0,1 4-93 15,-1-4-128-15,1-3-143 0,6-1-147 0,-7 1-147 16,8-4-72-16,-8 0 22 0,0-4 89 16,8 5 129-16,-1-5 159 0</inkml:trace>
  <inkml:trace contextRef="#ctx0" brushRef="#br0" timeOffset="13562.68">5197 6660 407 0,'0'-12'503'0,"0"2"83"15,-6 3 89-15,6-5-60 0,0 4-101 16,-8 6-69-16,8-5-61 0,0 2-65 16,0 2-79-16,0 3-70 15,0-3-50-15,0 3-44 0,0 0-30 0,0 3-6 0,0 0 5 16,0 5 6-16,0-2 7 0,8 2 12 15,-8 4 16-15,0 2 5 0,6 1 1 0,-6 0 0 16,6-1 0-16,-6 4-6 0,7 1-10 16,-7-1-13-16,6-3-14 0,-6 4-6 15,7-2-6-15,-7-2 0 0,6 0-4 0,-6-1 5 16,0-3 3-16,7 0 1 16,-7-3 6-16,0-1 5 0,0-4 21 15,0 2 19-15,6-3 25 0,-6 3 21 0,0-5 11 0,0 0-3 16,0 0-18-16,-6-5-26 0,6 3-26 0,0-6-25 15,-7 1-26-15,1-3-13 0,6-2-3 16,-7 1-5-16,1-3-4 0,-1-5-1 0,1 4-1 16,6-4 0-1,-6 5 0-15,-2-5 0 0,8 5 0 0,-6-1-1 16,6 0-3-16,0 5-2 0,0-1-1 0,6 0-4 0,2-1-3 16,-2 2-1-16,0 0 1 0,7 1 0 15,0 1 2-15,0 2 4 0,1-2 2 0,-2 2 1 16,1 1 1-16,7 3 2 0,-7-3 0 15,0 5-3-15,0 0 3 0,0 5 0 16,0-5 1-16,0 7-3 0,0-4 1 0,-7 5 0 16,8 1 1-16,-8 3 0 15,7-1 2-15,-6 0 0 0,6 0 0 0,-7 4 2 0,0-1 0 16,2-2 0-16,-2 2-1 0,0 1 2 0,1-5 2 16,-1 6-1-16,-6-5 3 0,7-1 1 15,-7 2-1-15,6-2 0 0,-6 1 0 0,0-4-1 16,0 2-3-16,0-6-1 0,0 4 6 15,0-3-4-15,0-1-5 0,7 0-17 16,-7 2-40-16,0-5-62 16,0 3-85-16,0-3-103 0,0 0-153 0,6 0-183 15,1-3-183-15,0-2-141 0,5-1-26 16,2 2 49-16,-2-3 125 0,8-1 186 0,-1 1 214 16</inkml:trace>
  <inkml:trace contextRef="#ctx0" brushRef="#br0" timeOffset="14039.21">6011 6547 26 0,'6'-8'498'15,"-6"-3"127"-15,7 4 103 0,-7-1 76 16,0 1-79-16,0 4-167 0,0-2-143 0,0 2-114 16,-7-1-95-16,7 8-70 0,-6-1-47 15,-1 2-26-15,1 2-11 0,0 0-7 0,-8 4-3 0,2 0 2 0,-2 0 3 16,-5 4-7-16,5-5-6 0,-4 6-5 15,-2-5-4-15,7 3-6 0,-7 1-10 16,7-4-2-16,-6 3-4 0,-1-3 2 0,7 0-5 16,-1-4 0-1,8 5 2-15,-6-9 0 0,4 4 3 0,2-3 4 0,0 0 11 0,6 3 11 16,-7-7 9-16,7 4 11 0,-6-4 9 16,6 0 4-16,0 3-1 0,6-3 1 15,-6 0 4-15,7 5 2 0,-1-5 2 0,0 2 5 16,2 3 9-16,-2-2 5 0,6 1 2 15,2 0-1-15,-1 3-7 0,0-3-8 0,0 2-14 16,0 3-14-16,6-2-12 16,1 0-9-16,-7 0-9 0,7 0-2 0,-8 4 0 0,8-3-2 15,-7-1 2-15,1 0 3 0,-2 1 6 16,2-1-2-16,-8 0-4 0,7-3-1 0,-7 3-1 16,1-3-6-16,-7-1-5 0,7 2-4 15,-7-5-1-15,6 0-9 0,-6 2-30 16,0-2-42-16,6 0-60 0,-6 5-79 0,0-5-107 15,0 0-141-15,0 0-169 16,0-5-181-16,6 3-118 0,-6-3-16 0,8 2 58 0,-2-4 124 0,0-1 179 16</inkml:trace>
  <inkml:trace contextRef="#ctx0" brushRef="#br0" timeOffset="14279.65">6284 6689 116 0,'0'0'564'0,"-6"0"134"0,6 0 97 16,-6-4 71-16,6 4-118 0,0 0-174 0,0 0-161 15,0-3-113-15,6 3-86 0,0-4-56 16,1 4-42-16,6 0-25 0,0-3-21 0,0 3-9 16,0 0-8-16,0-4-10 0,7 0-10 15,-8 4-10-15,8-3-2 0,-6-1-8 0,-2 4-5 16,1-4-10-16,0 4-32 0,-6-3-54 15,5 3-85-15,-4 0-129 0,-2-5-136 0,-6 5-155 16,6 0-144-16,-6 0-87 0,-6 0 13 16,6 0 86-16,-6 5 114 0,-8-2 153 0</inkml:trace>
  <inkml:trace contextRef="#ctx0" brushRef="#br0" timeOffset="14519.05">6337 6729 209 0,'-7'7'485'0,"-6"-2"80"0,7-2 59 0,-1 1 22 16,7 0-87-16,-7-1-76 0,7 1-63 15,7 0-39-15,-7-1-32 0,7-3-47 16,5 3-58-16,-5 1-48 0,6-4-32 0,0 5-29 16,7-2-7-16,-8-3-12 0,2 0-6 15,6 0-8-15,-8 0-6 16,1 0 3-16,7 0-12 0,-8 0-13 16,-4 0-13-16,4-3-16 0,1 3-12 0,-6 0-13 0,-1 0-12 15,-6-5-16-15,7 5-38 0,-7 0-57 0,6 0-88 16,-6 0-132-16,7 0-164 0,-7 0-198 15,0-4-199-15,7 4-69 0,-7-3 21 16,0 3 95-16,6-3 148 0,0-1 202 0</inkml:trace>
  <inkml:trace contextRef="#ctx0" brushRef="#br0" timeOffset="15043.84">6890 6586 281 0,'0'-7'468'0,"0"0"66"16,0 0 63-16,-6-1-19 0,6 1-105 0,0-1-69 15,-7 5-51-15,7-4-43 0,-7 3-34 0,1 0-47 16,0 1-45-16,-1-1-38 0,0 4-22 0,1 0-12 16,-7 0-15-16,6 0-13 0,-6 0-14 15,7 4-9-15,-7-1-9 16,6 5-9-16,-5-1-9 0,-2 4-5 0,8 0-3 15,-7 3-3-15,6-3-4 0,0 5-2 16,1-2 5-16,6 4 2 0,0-4 4 16,0 2 1-16,0-2 1 0,6 5 1 0,-6-5-1 0,7 1 8 15,6 0 7-15,-6-4 10 0,5 3 9 0,2-2 8 16,-1-2 6-16,0-3 3 0,6 1-3 16,-5-5-5-16,5 1-5 0,-6-1 0 15,7-3-5-15,-1-3-6 0,1 3 4 0,-8-7 10 16,8 3 21-16,-7-3 17 0,1 3 21 15,-2-3 22-15,-6-5 15 0,8 6 1 16,-8-5-7-16,-6-5-14 0,7 2-21 0,-7-1-22 0,0-3-59 16,0 0-45-16,-7 0 0 0,1-1 0 15,-8 1 0-15,2-1 0 16,6 6 0-16,-14-6 0 0,7 4 0 16,-7 4 0-16,8-4 0 0,-8 4 0 15,0 4 0-15,7-1 0 0,-7 1 0 0,8 4 0 16,-8-1 0-16,7 4 0 0,0 0 0 0,0 4-45 15,-1-1-162-15,2 1-72 0,5 4-79 16,1-1-80-16,-1 0-116 0,7 0-136 0,7 1-160 16,-1-1-121-16,1 1-14 0,5-5 54 15,2 4 128-15,-1-7 173 0,0 4 215 0</inkml:trace>
  <inkml:trace contextRef="#ctx0" brushRef="#br0" timeOffset="15457.5">7008 6275 108 0,'-8'-11'579'0,"8"-3"133"0,0 3 87 16,0 0 68 0,0 0-103-16,0 0-188 0,0 3-158 15,8 1-113-15,-2 0-78 0,7 3-57 0,0 1-40 16,0 3-34-16,7 3-18 0,-8 3-3 0,15 6 6 15,-8 3 12-15,7 3 6 0,-6 1 6 16,6 6 0-16,-6 1-6 0,5 7 3 16,-5 0-2-16,-8 0-8 0,8 3-8 0,-7 1-5 15,1 0 2-15,-8 0-3 0,0 0-3 16,-6-2 10-16,0-1 12 0,0-2 13 0,-6 1 9 0,-7 1 12 16,6-5 7-16,-12 0 3 0,5-3 0 15,2-3-89-15,-8-3-52 0,7-1 0 0,1-1 0 16,-2-6 0-16,1-2 0 0,6-2 0 15,1-1 0-15,0 0 0 0,-1-4 0 0,1 1 0 16,6-4 0-16,0 5 0 0,-7-5 0 0,7 0 0 16,0-5 0-1,-7 1 0-15,7 1 0 0,0 0 0 0,0-5-452 0,0 1-215 16,0 0-209-16,0-5-224 0,7 5-67 0,-7-7 31 16,0 6 90-16,7-2 181 0,-7-2 247 15</inkml:trace>
  <inkml:trace contextRef="#ctx0" brushRef="#br0" timeOffset="17920.6">4670 7799 62 0,'-14'4'295'0,"8"-4"50"16,-1-4 28-16,1 4-9 0,-1-3-26 16,0 3-28-16,1-4 3 15,0 0 21-15,6 4 12 0,-6-3 0 0,6-1-10 0,-8 4-15 16,8-3-28-16,0 3-42 0,0-4-38 16,0 4-33-16,0 0-26 0,0-4-28 0,0 4-28 15,8 0-27-15,-2 0-18 0,0 4-17 16,7-4-3-16,-6 4 1 0,6-1 2 0,-1 4 6 15,2 4-1-15,-2-3 5 0,2 3-5 16,5 3-6-16,-5 1-5 0,-2-1-4 16,-6 5-1-16,8-5-7 0,-8 5 0 0,1-1-4 15,-1-3-1-15,1 3 1 0,-7-3-2 16,0-1-2-16,0 0-2 0,0-2 1 16,-7-1 2-16,1 0-4 0,6-3-1 0,-7-1 2 15,1-4 1-15,0 1 0 0,-2-4 2 16,2 0 2-16,0 0 2 0,0-4-1 15,-1-4-1-15,0 1 0 0,1-4 0 16,-1-3-5-16,7-4-2 0,0 3-2 0,0-7-2 0,0 4-2 16,0-4-1-16,7 4 1 0,-1-2-1 15,8 3 0-15,-8 2-2 0,6 0 0 16,2 4 3-16,-8 1-4 0,7-1 2 0,1 3 1 16,-2 1-2-16,-6 3-1 0,8 1-2 15,-8 3 4-15,8 0 0 0,-8 3-5 0,1 5 5 16,-1-1 0-16,0 0 1 15,2 5 0-15,-2-2-1 0,0 5 7 0,-6-5-3 0,6 5 0 16,1-4 1-16,-7 0-2 0,7 1-1 0,-1-1 1 16,-6-4 0-16,7 0 0 0,-1-3 1 15,0-1 5-15,-6 2 0 0,8-2 0 16,-2-3-3-16,0 0 1 0,-6-3 0 0,6-2-5 16,2 2-1-16,-2-4 1 0,-6-1 2 15,6 1 0-15,-6-3-3 16,0-2 1-16,0 1-2 0,0-4 1 0,-6 0-2 0,6 1 0 15,-6 0 2-15,-2 2 0 0,2-2 4 16,0 3-1-16,-8 0-3 0,8 0 0 0,-7 3 2 16,7 2-1-16,-8-2-3 0,2 3 0 15,-2 5 2-15,2-3 1 0,-1 6-3 16,-7-3 0-16,14 5 2 0,-8 3 1 0,8-2 0 16,-7 2-1-1,6 3 1-15,1 3-1 0,-1 1 1 0,1 0 0 0,6 3 0 0,-6 0 1 16,6 0 7-16,6 4 8 0,-6-3 5 15,6 3 7-15,1-4 0 0,6 1 8 0,-6-1 1 16,5-1 3 0,2-2 1-16,-2-4 3 0,2 0 6 0,-1 4 6 15,-1-7 0-15,8-1-5 0,-7 0 0 16,0-3-5-16,6-1-1 0,1-3-14 0,0 0-5 16,-7 0-3-16,7-3-9 0,-2 3-5 0,-4-4-4 0,-1 1-3 15,0-1 0-15,0 0-6 0,-7 1-20 16,8-1-30-16,-8 0-45 0,-6 1-53 0,6-4-68 15,1 2-85-15,-7-1-101 0,7 1-110 16,-7-6-116-16,6 5-117 0,-6-6-88 0,0 1 6 16,0-3 75-16,7 3 117 0,-7-4 148 15</inkml:trace>
  <inkml:trace contextRef="#ctx0" brushRef="#br0" timeOffset="18254.95">5197 7718 118 0,'-6'-11'365'0,"-2"1"62"0,8 2 65 0,-6-3 10 16,0 5-47-16,6-3-20 0,-7 2-9 16,7 0-17-16,-7 0-34 0,7 3-52 15,0 1-71-15,0-1-68 0,0 4-59 0,-6 0-36 16,6 0-11-16,0 4 2 0,0-1 7 16,0 4 9-16,6 4 17 0,-6 5 7 0,0-2-3 15,7 4-5-15,-7 0-12 0,7 1-4 16,-7 3-4-16,6 0-6 0,-6 0-9 0,6 3-10 15,2-3-8 1,-8 4-10-16,6-3-14 0,0-2-8 0,-6 1-10 16,0-4-2-16,7 0-8 0,-7-3-1 0,0-1-3 0,6-3-5 15,-6-3-9-15,0 0-24 0,0-2-26 16,0-1-43-16,0-3-58 0,0-2-83 0,0 0-90 16,0-7-99-16,-6 4-98 0,6-5-88 15,0-3-68-15,-7 0-60 0,1-3 24 0,0-1 78 16,-2 1 104-16,8-5 120 0</inkml:trace>
  <inkml:trace contextRef="#ctx0" brushRef="#br0" timeOffset="18847.71">5125 7861 30 0,'-7'-7'326'0,"1"3"64"0,0-3 65 0,-1 0 16 0,0 3-47 15,1 0-40-15,6-2-33 0,0 2-39 16,0-1-42-16,6 2-46 0,1 0-50 0,6-1-42 16,-7 0-30-16,14 1-12 0,-7-1-12 15,7 0-5-15,-8 4-3 0,8-3 2 16,0-1-3-1,-1 1-4-15,-5 3 1 0,5-4-4 0,-6 4-2 0,-7-4-7 0,7 4-2 16,-6 0-5-16,0 0 1 0,-1 0-2 16,-6 0 5-16,6 0 4 0,-6 4 2 0,0-4 0 15,0 4 0-15,0-1-2 0,7 1-8 16,-7 3 1-16,-7 0-1 0,7 1 5 16,0-2 3-16,0 6 7 0,0-1 1 0,0 0 9 15,0 3 4-15,-6-3 5 16,6 3 1-16,0 6-1 0,0-6 0 0,0 1-8 0,6-1-8 15,-6 1-8-15,0 0-4 0,7-4-4 16,0 3 1-16,-1-7-3 0,1 4 0 16,5-3 0-16,-5-5-3 0,12 2-2 0,-5-2-2 15,5-3-5-15,1 0-3 0,0-3-3 16,-1-2-6-16,0-2-5 16,1 3-8-16,-1-7-2 0,-5 4 0 0,-2-4-1 15,-5 0 2-15,-1 1 3 0,1-5 4 0,-7-4-4 0,7 5 1 16,-7-4-5-16,-7-2-2 0,7 6-2 15,0-1 2-15,-7 1 6 0,1-1 4 16,-1 5 7-16,1-1 2 0,6 3 6 0,-6 1 0 16,-1 0-2-16,7 0-2 0,-7 3-1 15,1 0-4-15,6 4-6 0,0-4-2 0,-6 4-7 16,6 0-5 0,0 4-1-16,0 0 0 0,0 3 6 0,0 0 9 0,0 4 7 0,6 0 10 15,-6 4 8-15,6-1 6 0,1 1 4 16,-7 3-5-16,7-4-2 0,-1 3-6 0,0 0-10 15,1-2-7-15,-1-1-6 0,1 1-3 16,0 0-4-16,-1-4-4 0,0 3-1 16,2-2-9-16,-8-6-30 15,6 5-51-15,0-3-56 0,0 0-62 16,1-1-76-16,0-4-88 0,-1 1-104 0,7 0-119 0,-7-4-146 0,2-4-157 16,-2 0-43-16,0 1 36 0,-6-4 99 15,6-4 151-15,-6 3 193 0</inkml:trace>
  <inkml:trace contextRef="#ctx0" brushRef="#br0" timeOffset="19770.93">5646 7857 250 0,'-7'-7'418'0,"7"-4"68"0,0 0 68 0,-6 5-24 0,6-3-72 0,6-1-46 16,-6 6-42-16,7-3-38 0,6 0-47 16,-6 0-53-16,5 3-44 0,-4 0-32 15,4 0-11-15,1 1-8 0,0 3-8 0,6-4-6 16,-11 4-10-16,4 4-6 0,2-4-11 15,-2 3-11-15,1 5-6 0,1-4-3 0,-2 3-1 16,-5 4-3-16,6 0-5 16,0 0-1-16,-6 3-4 0,6 1-4 0,-7-1-10 0,0 1-6 15,2 0-4-15,-2 0-6 0,0-1-3 0,-6 1-4 16,6-1-3-16,-6-3-2 0,-6 4 3 16,6-4 4-16,-6-4 2 0,6 4 8 15,-6-8 5-15,-2 6 5 0,2-6-1 0,0 0 3 16,-1-3-2-1,1 0-10-15,-1 0-4 0,0-3-4 0,1 0-7 16,-7-6-8-16,6 3-4 0,1-5 2 0,0 0-6 0,6-4-3 16,-7 0-2-16,0 1 1 0,7-1-2 15,0-2 0-15,0-3-2 0,0 2 1 16,7 0-2-16,0 3-2 0,-1 1-1 0,0 3 3 16,1 0-1-16,0 0 2 0,5 4 0 15,2-5 1-15,-1 9-1 0,-1-5 1 0,2 5 0 16,-2 0 0-16,2 3-1 15,-1 0 0-15,-1 0-1 0,2 3 2 0,-2 0 0 0,-4 1-1 16,4 3 2-16,-5 1 0 0,-1 3 1 16,1 0-1-16,0 0 4 0,-1 0 5 15,0 3 5-15,0 1 10 0,-6-5 9 0,0 5 6 16,8-1 3-16,-8 3 4 0,6-3 3 16,-6 0 1-16,0-2-5 0,0-2-1 0,6 5-3 15,-6-8-5-15,0 4-7 16,0-4-5-16,0 1-3 0,0-2-1 0,0-2 7 0,0 1 10 15,0-2 12-15,0 0 15 0,0-3 14 16,0 0 20-16,0 4 7 0,0-8-5 0,0 4-10 16,0-3-12-16,-6 0-72 0,6-2-6 15,0-2 0-15,-6 0 0 0,6-4 0 16,-8 0 0-16,8-4 0 0,-6 1 0 0,6-1 0 16,0-3 0-1,0-1 0-15,0 1 0 0,0-1 0 0,6 1 0 0,-6 4 0 0,8-1 0 16,-2 1 0-16,0-1 0 0,1 4 0 15,6 0-25-15,-6 4-1 0,5-4-1 0,-5 3 0 16,6 4 4-16,0-3 5 0,0 3 4 16,0 4 2-16,0 0 3 0,0 0 2 15,-7 0 3-15,8 8-1 16,-1-5 3-16,-7 4 0 0,7 6 1 0,-6-3 0 16,-1 1 2-16,0 0 2 0,2 4-2 0,-2-1 0 0,0 1 1 15,1-1 2-15,-1 1-3 0,-6 3-1 16,7-4 1-16,0 3 2 0,-7 0 1 0,6-2 0 15,-6-1 1-15,6-3 1 0,-6 1 0 16,7 2 3-16,-7-7 2 0,0 1 3 16,0-2 0-16,0 3 3 0,0-6 1 0,7 0 0 15,-7 1-1-15,0 0-1 16,0-4 0-16,0 0-5 0,0 0-11 0,0 0 0 0,0 0 0 16,0-4 0-16,0 0-39 0,0 4-79 0,-7-6-84 15,7 1-100-15,0-2-121 0,0 0-147 16,0 0-152-16,0-4-171 0,7 4-119 15,-1-5-8-15,7 1 64 0,7 0 134 0,-1 1 174 16,0-1 226-16</inkml:trace>
  <inkml:trace contextRef="#ctx0" brushRef="#br0" timeOffset="20519.7">6929 7689 86 0,'0'-3'324'0,"0"-1"43"0,-6 4 59 16,6-4-23-16,0 1-37 0,0 0-18 0,0-1 12 0,-6-1 23 15,6 2-2-15,0-1-15 0,0 1-14 0,0-1-28 16,0 4-40-16,0-4-40 0,0 1-30 16,-8 3-28-16,8 0-30 0,0-4-31 0,0 4-29 15,0 0-25 1,0 4-22-16,0-4-14 0,0 3-4 16,-6 1 5-16,6 7 15 0,0-3 14 0,0 2 12 15,0 5 7-15,0-1 5 0,0 5 0 0,0-1-10 0,0 4-10 16,0-3-9-16,0 3-9 0,0-1-8 15,6-2-8-15,-6 3-3 0,0-5-2 0,0 3-3 16,0-6 0-16,0 1-3 0,0-1 0 16,0-3 0-16,0 1-2 0,0-2 2 15,0-6 0-15,0 3 1 0,0-3-1 0,0 0-3 16,0-1 1-16,0 0 1 16,0-3-3-16,0 0-2 0,0 0-4 0,0 0-4 0,0 0-17 15,0 0-42-15,-6-3-65 0,6 0-84 16,0-1-109-16,0-3-161 0,0-1-194 0,0-2-212 15,0-2-104-15,0-2-7 0,6-1 64 16,2 1 135-16,-2 0 196 0</inkml:trace>
  <inkml:trace contextRef="#ctx0" brushRef="#br0" timeOffset="20740.62">7262 7550 116 0,'0'-3'625'0,"0"-2"143"0,0 2 106 0,-7-4 75 15,7 3-97-15,0-3-223 0,-7 7-203 0,7-4-135 0,0 0-102 16,0 4-90-16,0-3-86 0,0 3-86 16,0 0-105-16,0 0-141 0,0 3-179 0,0-3-200 15,7 4-130-15,-7 0-31 0,7-1 38 0,-1 1 108 16,0 3 163-16</inkml:trace>
  <inkml:trace contextRef="#ctx0" brushRef="#br0" timeOffset="20942.73">7379 7778 327 0,'6'10'579'0,"-6"5"140"16,0 0 111-16,7-1 13 0,-7 1-129 15,6-5-91-15,-6 5-95 0,6-1-88 16,-6 6-61-16,0-6-47 0,0 4-40 15,0-3-44-15,-6 4-42 0,0-5-45 16,-1 4-43-16,-6-3-34 0,0 4-31 0,0-6-55 0,-6 3-77 16,5-5-99-16,-5 4-136 0,-1-5-202 15,1-2-269-15,6-1-222 0,-6 0-74 0,-1-3 18 16,0-1 95-16,1-3 177 0,5-3 261 16</inkml:trace>
  <inkml:trace contextRef="#ctx0" brushRef="#br0" timeOffset="24153.14">4161 9026 168 0,'0'0'285'16,"0"0"33"-16,6 0-17 0,-6 0-40 15,8-2-24-15,-8 2-5 0,6-5 4 0,0 5 30 16,-6-3 44-16,7-1 38 0,-7 0 8 16,6 4 4-16,-6-7-6 15,7 7-30-15,-7-4-41 0,6-3-50 0,-6 4-29 0,0-2-37 16,0-2-23-16,0 0-21 0,0 0-19 15,0-1-17-15,-6 1-15 0,6-4-7 0,-7 4 0 16,1-4-7-16,-1 3-6 0,1 0-7 16,0 1-4-16,-2 1-10 0,2-2-14 15,0 4-7-15,-1 0-5 0,0 1-5 0,1 3 0 16,0 0 4 0,-1 0-3-16,1 7 0 0,-8 0-2 0,8 1 1 0,0 2 1 0,-1 6-1 15,0-2 0-15,1 5 1 0,6-1 8 16,0 4 7-16,-6 4 6 0,6-1 6 0,0 5 9 15,6-1 8-15,-6 0 1 0,0 0-2 16,0-3-1-16,6 3 2 0,-6 1 1 16,7-1-3-16,-7-4-3 15,7-3-6-15,-7 4-4 0,6-3-10 0,-6-2-7 16,0-3-4-16,0-3-4 0,6 3-1 0,-6-7 2 0,0 1-4 16,0-6 0-16,0 1-5 0,0-2-15 15,7-1-26-15,-7-1-49 0,-7-3-66 0,7 0-88 16,-6-3-109-16,6-1-120 0,-6-3-128 15,-8-1-126-15,8-7-110 0,0 1-6 0,-1-1 65 16,-6-3 104-16,6 0 143 0</inkml:trace>
  <inkml:trace contextRef="#ctx0" brushRef="#br0" timeOffset="24661.28">3966 9221 36 0,'0'-3'396'0,"-6"-2"68"15,6 5 41-15,0-3 5 0,0 3-111 16,0-4-115-16,6 4-73 0,0 0-35 0,1 0-4 15,6 4 8-15,6-4 1 0,1 3-1 16,0-3-1 0,5 5-13-16,1-5-24 0,1 0-20 0,5 0-5 15,-6 0-8-15,0-5-15 0,7 2-8 0,-7-1-7 16,0-1-2-16,-7 3-4 0,1 2 1 16,-1-4 6-16,-5 1 2 0,-8-1 8 0,8 0 1 15,-8 4-5-15,-6 0-13 0,6 0-8 16,-6 0-9-16,7 0-14 0,-7 0-10 15,0 0-8-15,0 0-3 0,-7 0-9 0,7 4-5 16,-6 3-5-16,0-3 0 0,-8 3 0 0,8 0 0 0,-1 4-1 16,0 0 3-16,-6 0 3 0,7 0 8 15,6 4 8-15,-6 0 9 0,6 3 5 0,-7-4 4 16,7 1 6-16,7 4-1 0,-7-4 2 16,6-1-3-16,0 0 0 0,7-3-2 0,-6 0 0 15,6-3 2-15,1-2 2 0,-2 2 2 16,1-4 6-16,7-4 3 0,-8 0 8 0,8 0 3 15,0-4-1-15,-7 1 5 0,7-5 6 16,-8 5 4-16,2-5-4 0,-2 2 3 16,-5-6-1-16,-1 5-2 0,1-4-13 0,0 0-10 15,-7-4-11-15,0 1-14 0,-7-2-11 16,0 3-8-16,1-3-6 0,-7 6-2 16,0-1-4-16,0 0-1 15,0 3-6-15,-7 1-20 0,7 0-29 0,-6-1-41 16,5 5-51-16,2-1-57 0,-1 0-68 0,0 4-72 0,6 0-90 15,1-3-90-15,6 3-99 0,-6 0-103 16,6 0-111-16,6-3-6 0,-6 3 68 0,6 0 104 16,7-5 135-16</inkml:trace>
  <inkml:trace contextRef="#ctx0" brushRef="#br0" timeOffset="25098.53">4500 9192 322 0,'6'0'441'0,"1"-4"62"0,-7 0 46 0,7 1-59 0,-1-2-78 0,7 3-58 16,-6-6-34-16,5 4-25 0,1 4-23 15,1-4-30-15,-2 1-39 0,8 3-26 0,-7-4-19 16,7 4-17-16,-8 0-15 0,8 0-3 16,0 4 5-16,-1-1-8 0,1 5-8 0,0-5-10 15,-1 9-10-15,1-5-16 0,-8 4-19 16,8 0-13 0,-7 0-9-16,0 3-5 0,-6 1-4 15,-1 0-5-15,0-1-2 0,-6 1-5 0,0-1 0 16,0-3-3-16,-6 4 0 0,-7 0-4 0,7-4 1 0,-8 0 13 15,8 0 12-15,-8-4 18 0,8 0 24 16,-6 1 26-16,5-5 24 0,0-3 16 0,1 0 12 16,-1 0 10-16,1 0 2 0,0-3-7 15,-2-5-9-15,2 1-17 16,6-4-20-16,0 1-21 0,0-5-22 0,6-4-19 0,2 4-15 16,-2-3-9-16,7 4-5 0,-7-1-3 15,8-3-4-15,-2 2-1 0,2 6-1 0,-2-5-1 16,8 3 0-16,-7 3-5 0,1 1-2 15,-2-2 0-15,-6 5-3 0,8-2 0 0,-8 3-1 16,1-3-6-16,-1 3-13 0,0 4-28 16,-6-3-43-16,0 3-58 0,8-4-68 15,-8 4-70-15,0 0-64 0,0 0-61 0,0 0-66 16,0 4-92-16,6-4-110 0,-12 3-125 0,6-3-70 16,0 4 12-16,-8-4 67 0,8 4 128 15,-6-4 165-15</inkml:trace>
  <inkml:trace contextRef="#ctx0" brushRef="#br0" timeOffset="30918.69">5536 8931 154 0,'6'-7'310'0,"0"3"51"0,-6 1 32 0,7-5-60 0,-7 0-50 15,7 6-15-15,-7-3-3 0,0-1-4 16,0 1-12-16,0 2-4 0,0-5-4 0,0 5-5 16,-7 0-12-16,7-6-20 0,-7 6-9 15,1 0-7-15,0-1-19 0,-1 0-17 16,-6 4-20-16,0 0-10 0,0 0-14 0,-6 4-16 16,5 3-10-1,-5 5-5-15,-1-2-1 0,0 8-4 0,1 1-6 0,6 6-2 0,-6 1-1 16,5 3-3-16,8 4-5 0,-7 4-4 15,6 0-2-15,1 3-3 0,6 1-5 0,-7-4-1 16,14 2-5-16,-7-2-3 0,6 3-3 16,1-6-2-16,0-2-3 0,5-3-7 15,2 1-4-15,-1-4 1 0,-1-5 0 0,2-2 1 16,6-5 3-16,-8 1-1 0,8-4 1 16,-1 0-4-16,1-4 0 0,-7-3-2 0,6-1-7 15,1-3-6-15,-7 0-19 0,0 0-32 16,0-3-45-16,0-1-66 0,0-3-98 0,-6 0-128 15,5 0-140-15,-4-5-148 0,4 1-145 16,-6-3-34-16,1-1 46 0,6 1 105 16,0-1 141-16,-7 0 172 15</inkml:trace>
  <inkml:trace contextRef="#ctx0" brushRef="#br0" timeOffset="31222.34">5907 9206 307 0,'0'-5'432'16,"0"3"71"-16,-6 2 51 15,6-4-16-15,0 4-46 0,0-3-41 0,0-1-26 0,0 0-25 16,0 4-38-16,0-3-56 0,0 3-63 16,-8-5-52-16,8 5-47 0,0 0-42 0,0 5-30 15,0-5-23-15,0 7-4 0,0 0 1 16,8-1 1-16,-8 6 8 0,0 3 11 0,0-5 0 15,0 6-9-15,0-2-11 16,0 0-4-16,0-2-9 0,6 2-9 16,-6-3-18-16,0 1 1 0,0-1 0 0,0-4-7 0,0 4-20 15,0-3-35-15,0-5-43 0,0 4-85 16,0-3-111-16,0 0-128 0,-6-4-157 0,6 0-157 16,-8 0-92-16,2-4 4 0,0-3 69 15,6 0 111-15,-7-5 161 0</inkml:trace>
  <inkml:trace contextRef="#ctx0" brushRef="#br0" timeOffset="31363.4">5881 9082 305 0,'0'-8'361'0,"-7"5"20"16,7-1-7-16,-6 4-147 0,6-4-142 16,0 4-110-16,0 0-93 0,0 0-114 0,0 0-73 15,0 0-24-15,6 0 6 16,1 0 32-16</inkml:trace>
  <inkml:trace contextRef="#ctx0" brushRef="#br0" timeOffset="31918.66">5978 9103 242 0,'0'4'371'0,"0"0"38"0,0-4 11 16,0 3-79-16,0 1-68 0,0 0-42 15,0-1-18-15,6 1 7 16,-6 4 24-16,0-1 13 0,8 4 2 0,-8 0 2 0,6 4-5 15,0-4-19-15,-6 3-23 0,7 4-26 0,-7-4-20 16,0 5-23-16,0-4-25 0,0 0-13 16,6 3-9-16,-6-4-6 0,0 1-9 15,0-4-6-15,0 0-3 0,0 1 0 0,0-5-4 16,0 4-6-16,0-8 1 0,0 1 4 16,0 3 11-16,0-7 6 15,0 4 15-15,0-4 25 0,0 0 17 0,0 0 4 0,0 0-10 16,0-4-13-16,0 0-19 0,-6 1-32 15,6-8-27-15,0 4-23 0,-7-8-9 0,7 4-5 16,-6-4-7-16,6-3-4 0,0-1-1 16,0 4 1-16,0-2 0 0,0-2 0 0,6 1-3 15,1 3 5-15,-1-3 0 0,1 4-2 16,6 2-1-16,-1-2 0 16,-4 3 2-16,4 4-10 0,2-1 4 0,-8 4 1 0,7 1 1 15,-7-1-1-15,1 4 2 0,6 4 9 0,-7-1-4 16,1 1-1-16,0 7-1 0,-1-4 0 15,1 4 1-15,-1 0 0 0,0 4 0 0,1 0 0 16,-7-1 1-16,7 1 1 0,-1 0-1 16,-6-1 0-16,6 1-1 0,-6 0 1 0,0-1-1 15,8 1 1 1,-8 0 0-16,0-1-2 0,0-3 3 0,6 1 0 0,-6-2 0 16,0-2 1-16,0-1-2 0,0 0 4 0,0-3-5 15,6 4-16-15,-6-5-35 0,0 0-51 16,0-3-58-16,0 4-77 0,0-4-119 0,0 0-152 15,0-4-160-15,7-2-164 0,-7-2-94 16,0 0-6-16,0-2 79 16,0-1 144-16,6-4 184 0</inkml:trace>
  <inkml:trace contextRef="#ctx0" brushRef="#br0" timeOffset="32187.6">6369 9096 21 0,'0'-11'440'0,"0"0"85"0,0 0 92 15,0 4 100 1,0 0-68-16,0 3-111 0,0-3-80 0,0 3-60 16,0 0-75-16,-6 4-87 0,6-4-73 0,0 4-57 0,0 0-30 0,0 4-2 15,0 0 11-15,6 3 14 0,-6 1 21 16,7 6 18-16,-7-3 3 0,6 8-11 16,-6-1-17-16,6 3-15 0,-6 2-20 15,7 3-16-15,0-6-15 0,-7 3-14 16,0-1-12-16,6 4-7 0,-6-8-3 0,6 5-4 15,-6-5-7-15,0-4 2 0,8 1 3 16,-8 0-3-16,0-4-5 0,6-1-20 0,-6-2-30 16,0 0-49-16,0-5-69 0,6 0-112 15,-6-3-160-15,0 0-182 0,0-6-205 16,0-2-82-16,-6 0-4 0,0-2 76 0,-2-5 145 16,2 0 190-16</inkml:trace>
  <inkml:trace contextRef="#ctx0" brushRef="#br0" timeOffset="32435.85">6252 9218 126 0,'-7'-5'543'0,"1"5"115"0,-1-3 73 0,1 3 46 15,6 0-146-15,6-9-166 0,1 7-133 0,-1-2-106 16,7 1-61-16,7 3-32 0,-1 0-21 16,1 0-10-16,0-4-19 0,6 4 4 0,-7-4 3 15,7 4-1-15,-6-3-10 0,-1-2-13 16,-6 5-8-16,6-2-10 0,-5-3-14 0,-1 2-13 15,-7-1-5-15,1 4-5 0,-1-4-18 0,1 4-40 16,-7-3-64-16,6 3-108 0,-6 0-130 16,0 0-153-16,0 0-163 0,0 3-126 0,7-3-20 15,-7 4 62-15,7-4 101 16,-1 4 143-16</inkml:trace>
  <inkml:trace contextRef="#ctx0" brushRef="#br0" timeOffset="32849.87">7065 9199 177 0,'0'-4'428'16,"0"-3"59"-16,-6 3 53 0,6-4 6 0,-6 1-83 15,6 4-65-15,0-1-33 0,-6 0-19 16,6 1-16-16,0-1-34 0,-7 0-44 0,7 1-46 16,0 3-32-16,0 0-31 0,-7-4-31 15,7 8-27-15,0-4-9 16,0 3-6-16,-6 1-2 0,6 3 9 0,-7 1 12 0,1 0 16 16,6 2 5-16,-6 5-3 0,6-4-2 15,-8 3-4-15,8 0-6 0,0 5-11 0,0-4-11 16,0 0-11-16,8-1-10 0,-8 1-13 15,6 0-10-15,-6-1-7 0,6-3-7 16,1-4-3-16,-1 5-4 16,1-5-1-16,6 0 0 0,-7-3-10 0,0-1-18 15,2 1-32-15,-2-4-52 0,7 0-70 0,-7-4-111 0,1 1-134 16,0-4-154-16,-1-1-169 0,0-2-138 0,1-2-31 16,-7-2 54-16,0-2 116 0,7-2 156 15,-7 0 192-15</inkml:trace>
  <inkml:trace contextRef="#ctx0" brushRef="#br0" timeOffset="33002.1">7092 9051 33 0,'-13'-2'449'0,"13"-6"70"0,-6 5 51 0,-2-1 31 16,2 0-123-16,0 0-172 0,6 2-119 0,0-3-69 0,0 5-54 16,0 0-67-16,0 0-87 0,12 5-115 15,-4-3-129-15,4 2-144 0,1 0-69 0,1 0-6 16,-2-1 45-16,8 1 93 0</inkml:trace>
  <inkml:trace contextRef="#ctx0" brushRef="#br0" timeOffset="33238.35">7385 9140 30 0,'0'7'438'0,"0"-3"79"0,0 3 66 15,0-3 85-15,7-4-55 0,-7 4-85 0,0-1-57 16,0-3-29-16,6 5-27 15,0-5-52-15,1 0-69 0,0 0-58 0,-1 2-46 0,7-2-39 16,-6 0-35-16,6-2-27 0,0 2-27 16,0 0-23-16,-7 0-13 0,8-5-13 0,-2 5-5 15,-5-3-11-15,-1 3-27 0,1 0-43 16,-1-4-75-16,1 4-94 0,-7 0-127 16,6 4-137-16,-6-4-143 0,0 3-143 0,-6 2-47 15,6-3 29-15,-7 3 94 16,1-2 127-16,-7 1 158 0</inkml:trace>
  <inkml:trace contextRef="#ctx0" brushRef="#br0" timeOffset="33457.87">7430 9268 210 0,'-12'8'455'0,"5"-2"67"0,0 2 64 15,1-4 13-15,0-1-82 0,6 1-71 16,-7 0-37-16,7-1-22 16,7 2-23-16,-7-2-43 0,6-3-55 0,0 3-42 15,8-3-33-15,-2 0-28 0,2 0-24 0,-1 0-14 0,0-3-14 16,0 3-13-16,-1-3-12 0,2 3-7 15,-1-5-5-15,0 5-10 0,0 0-5 0,-7-3-12 16,0 3-8-16,2-4-9 0,-8 4-20 16,6 0-35-16,-6-4-48 0,0 4-71 0,0 0-100 15,0 0-130-15,0-3-150 0,0 3-165 16,-6 0-172-16,6-4-45 16,-8 1 39-16,8-2 95 0,8 2 142 0,-2 3 185 0</inkml:trace>
  <inkml:trace contextRef="#ctx0" brushRef="#br0" timeOffset="34004.81">7874 9184 375 0,'0'-8'466'0,"0"-2"59"0,0 2 69 0,0 1-42 15,-7 0-112-15,7 0-58 0,0-1-29 16,0 4-34-16,-7 1-47 0,7-1-62 15,0 0-45-15,-6 1-41 0,0 3-32 0,6 0-17 16,-7 0-15-16,0 0-8 0,1 3-2 16,-1 1 1-16,1 3 3 0,0 5 2 0,-1-2-1 15,0 1 1-15,7 0 6 0,-6 4 2 16,0 0-3-16,6-1-2 0,0 1-2 16,0 3-2-16,0-3-8 0,0 0-1 0,6-1 4 15,0-3 5-15,1 4 8 0,6-5 9 16,-7 2 6-16,7-5 0 0,7 1-3 0,-7-1 0 15,0 1-3-15,7-5-6 0,-1-3-1 16,1 0 0-16,6 0 5 0,-7-3 1 16,1-2 1-16,0 2 3 0,-1-1-2 0,1-3-4 15,-8 0-2-15,2-1 5 0,-2-2 3 16,1 2 0-16,-6-3-1 0,6-4 2 0,-13 4-6 16,6-3-12-16,-6-1-12 0,0-3-7 0,-6 4-8 15,6-5-5-15,-6 4-6 0,-1-3-2 16,-6 3-1-16,6 1 1 15,-5-1 2-15,-8 4 1 0,7 0-1 16,0-1 3-16,-6 2 0 0,5-1-5 0,-6 4-4 0,8-2-5 16,-8 7-1-16,7-6-5 0,1 5-5 0,-8-1-1 15,13 4 1-15,-6 0-1 0,0 0-1 16,7 0-4-16,-1 0-14 0,0 0-28 0,1 4-35 16,0-4-43-16,-1 3-53 0,7 1-57 15,0 0-54-15,0-2-52 0,0 3-84 16,0 2-126-16,7-3-158 15,-1 0-179-15,0 3-58 0,8-3 12 0,-2-1 85 0,8 0 149 16,-1-3 204-16</inkml:trace>
  <inkml:trace contextRef="#ctx0" brushRef="#br0" timeOffset="34244.9">8616 9049 303 0,'6'0'716'0,"-6"-4"134"0,0 0 101 16,0 1 86-16,0-1-145 0,0 0-240 16,0 0-159-16,-6 2-101 0,6-3-84 0,0 2-76 0,0 3-73 15,0-4-48-15,0 4-40 0,0-4-43 16,0 4-56-16,0 0-71 0,0 0-84 0,0-4-122 16,0 4-173-16,0 0-188 0,6-3-185 15,-6 3-121-15,0 3-13 0,0-3 70 0,7 4 142 16,-1 4 187-16</inkml:trace>
  <inkml:trace contextRef="#ctx0" brushRef="#br0" timeOffset="34456.35">8726 9250 196 0,'0'18'575'0,"0"-4"139"0,0 1 118 16,0-4 99-16,0 5-142 0,0-6-130 0,-6 5-110 15,6-4-95-15,-6 0-79 0,-1 4-76 16,7-5-55-16,-13 1-51 0,6 0-46 0,1 0-38 15,-7 0-34-15,0-2-25 0,0 1-44 16,0-3-56-16,0 1-74 0,0-1-92 0,-6-3-129 16,5-1-169-1,1 1-201-15,0-4-212 0,0 0-67 16,-7-4 14-16,8 1 88 0,-8-1 149 0,1-3 211 16</inkml:trace>
  <inkml:trace contextRef="#ctx0" brushRef="#br0" timeOffset="35332.65">9326 9045 93 0,'0'-7'464'0,"-6"3"99"0,6 0 94 15,0 0 86-15,0 2-96 0,-8-3-97 16,8 2-74-16,0 3-66 0,-6 0-71 16,6-4-84-16,0 4-75 0,0 0-58 0,0 4-43 15,0-4-20 1,-6 8-3-16,6-2 3 0,0 5 6 0,0 4 10 0,-6 0 9 0,6 2-3 16,0 2-7-16,0 3-3 0,0 0-8 15,0 1-10-15,0-5-12 0,0 0-8 16,6 0-7-16,-6-3-5 0,0-1-4 0,0 1 0 15,0-5-4-15,6-2-4 0,-6-1-1 16,0 1-7-16,0 0-13 16,0-5-26-16,0 0-39 0,0-3-70 15,0 0-105-15,-6 0-148 0,6-3-170 0,-6-5-175 0,-1 1-137 16,0-4-24-16,1-3 57 0,-1-1 124 0,1 0 166 16</inkml:trace>
  <inkml:trace contextRef="#ctx0" brushRef="#br0" timeOffset="35501.99">9261 8950 250 0,'6'-12'560'0,"-6"5"85"0,0-4 61 0,0 4 29 0,0-5-210 0,7 5-180 15,-7 1-121-15,0-6-74 0,0 5-60 16,6 4-43-16,1-1-46 0,-7 4-65 0,7 4-88 16,-1-4-104-16,0 3-113 0,8 0-112 15,-8 5-121-15,7-5-22 0,-7 5 39 16,8 0 72-16,-2-1 99 0</inkml:trace>
  <inkml:trace contextRef="#ctx0" brushRef="#br0" timeOffset="35910.53">9658 8990 252 0,'13'3'461'0,"0"-3"81"0,-6 0 82 16,-1-3-3-16,1 3-68 0,-1-3-65 15,-6 3-53-15,0-5-51 0,6 5-64 0,-6-3-72 16,0 3-73-1,0 0-60-15,0 0-42 0,0 0-23 0,0 3-11 0,-6-3-10 16,-7 8-3-16,7-5 0 0,-8 5 6 0,-5-5 0 16,6 5-8-16,-6-1-1 0,5 4-2 15,-6-3-3-15,1 3-12 0,6-4-2 16,0 4-2-16,-7-4-1 0,8 4-3 0,5-3 2 16,-6-1 2-16,7-4-4 0,-1 5 3 15,1-5-4-15,6 1 2 16,-7 0 1-16,7-1 3 0,0 1 16 0,0-1 11 0,7 2 20 15,-7 2 18-15,6-4 25 0,7 5 20 0,-6-1 6 16,-1-3-1-16,7 4-4 0,1-1-10 16,-2 0-16-16,1 4-11 0,0-4-14 0,0 5-10 15,1-6-8-15,-2 5-8 0,8-3-6 16,-7 3-11-16,0-4-2 16,6 4-1-16,-5-4-4 0,-1 1-3 15,-7-1-4-15,7-4-1 0,-6 5-6 0,-1-5-1 0,8 2-16 0,-8-2-21 16,-6 0-39-16,6 2-49 0,-6-5-49 15,7 2-65-15,-7-2-101 0,6 0-125 16,-6-2-142-16,7-3-144 0,-1 2-114 0,1-5-19 16,-1 1 67-16,0 0 126 0,8 0 166 15</inkml:trace>
  <inkml:trace contextRef="#ctx0" brushRef="#br0" timeOffset="36598.75">9938 9085 142 0,'0'-14'502'0,"0"-1"103"15,0 4 106-15,-7 0 79 0,7 1-132 0,0 2-126 16,-6 0-89-16,6 1-77 0,0 3-89 16,0 0-71-16,0 1-62 0,0 0-46 0,0 3-42 15,-7 0-23 1,7 0-16-16,0 0-9 0,7 3-4 0,-7 0 4 0,0 1 13 16,6 7 13-16,-6-3 8 0,7 6 13 0,0-3 18 0,-1 4 7 15,-6 3 3-15,6 1-1 0,-6-1-5 0,8 0-5 16,-2 4-22-16,-6-4-5 0,6 1-13 15,-6-1-8-15,0-3 0 0,6-1-5 16,-6 1 11 0,0-4 2-16,0 0 5 0,7-4 13 15,-7-4 15-15,0 5 20 0,0-4 19 0,0-4 22 0,0 3 23 0,0-3 8 16,0 0-6-16,0 0-17 0,0-3-19 16,0-1-28-16,0 1-31 0,-7-5-21 0,7-3-15 15,0 0-7-15,-6 0-6 0,6-3-4 16,-6 0-1-16,6-5-1 0,-6 1 0 15,6-1 0-15,0 4-1 0,-8-3-2 0,8 3 2 16,0 1-4 0,8 2 4-16,-8 2-2 0,0-1-2 0,6 0 1 0,0 4-4 0,0-4 1 15,8 3-2-15,-1 2-1 0,-1-2 0 16,2 4 2-16,-2-4 2 0,2 5 2 16,-1-1 0-16,0 0-1 0,0 4 4 0,-1 0 0 15,2 0-5-15,-1 0-3 0,0 0 2 16,0 4 3-16,-7 0-3 0,2 3 1 0,4 1 3 15,-6-5 2-15,1 8 0 16,0-3 0-16,-1 3 0 0,1 0-1 0,-7 0 2 0,6 3-1 16,-6 1 5-16,6-1 0 0,-6 1 0 15,0 0 1-15,0-1-3 0,0 2 2 16,0-2 2-16,0-3-1 0,0 3 4 0,0-3 7 16,0 3 0-16,0-6 2 15,0 3 0-15,0-3 3 0,0-1-2 16,0 0-3-16,-6-4 1 0,6 2-5 0,0-2 0 15,0 1-1-15,0-4-1 0,0 0-2 0,0 3-1 0,0-3 2 16,0 0-1-16,0 0-4 0,0 0-27 16,0-3-49-16,0 3-67 0,0-7-77 15,-6 2-95-15,6-1-116 0,-7-2-145 0,7 1-164 16,0 0-188-16,-6-4-89 0,6 0 4 16,0-3 70-16,6 2 146 0,1 1 199 0</inkml:trace>
  <inkml:trace contextRef="#ctx0" brushRef="#br0" timeOffset="36817.08">10778 8931 357 0,'0'0'731'0,"0"-3"125"15,0-1 95-15,0 0 81 0,0 1-185 0,0-1-245 0,0 0-161 16,-6 4-107-16,6-3-90 0,0 3-73 15,0 0-65-15,0 0-64 0,0 0-64 0,0 0-73 16,0 0-73-16,0 0-87 0,0 3-123 16,0 1-156-16,0 0-170 0,0-1-152 15,0 1-46-15,-6 3 21 0,6 0 92 0,0-2 156 16,0 5 195-16</inkml:trace>
  <inkml:trace contextRef="#ctx0" brushRef="#br0" timeOffset="37035.21">10850 9096 333 0,'7'11'538'0,"-7"-7"105"16,0 3 109-16,0 0 2 0,0-3-115 0,6 4-91 16,-6-1-62-1,0 0-59-15,0 0-71 0,0 4-54 0,0-4-52 16,0 5-32-16,0-1-37 0,-6 0-35 16,-1 0-33-16,0 0-20 0,1 0-21 15,-8 0-28-15,8 0-18 0,-7-4-23 0,0 3-33 0,0-2-53 0,-7-1-71 16,8 1-87-16,-2-5-127 0,8 2-154 15,-7-5-179-15,7 0-182 0,-1 0-56 0,0-5 22 16,7-2 95-16,0 0 145 0,7 0 197 16</inkml:trace>
  <inkml:trace contextRef="#ctx0" brushRef="#br0" timeOffset="37353.72">11253 8961 142 0,'8'-4'645'0,"-2"0"133"0,-6 1 84 0,0-1 64 0,0 1-113 15,0-2-220-15,0 5-202 0,0 0-112 16,0 0-60-16,0 5-41 0,0-2-19 0,-6 4-10 16,6 1 7-16,0-1 6 0,0 4 0 15,-8 3-1-15,8-3-11 0,0 1-14 0,0 2-18 16,0-3-17-16,0 4-10 0,0-4-20 15,8 0-16-15,-8-1-12 0,0 2-13 16,6-1-8-16,-6 0-13 0,6-4-3 0,-6 1-4 16,0-1-20-16,6-4-36 0,-6 1-54 15,0 0-65-15,0-4-93 0,0 0-147 0,0 0-183 16,0-4-187-16,0-3-185 0,-6 0-57 16,0-5 25-16,0 1 113 0,-2-3 182 0,8-4 212 15</inkml:trace>
  <inkml:trace contextRef="#ctx0" brushRef="#br0" timeOffset="37488.64">11221 8810 251 0,'-13'-7'645'0,"7"0"102"0,-8-1 62 15,8 1 43-15,0 4-205 0,-1-1-225 0,7 0-185 16,-7 1-102-16,7 3-81 0,0 3-89 16,-6-3-108-16,12 8-119 0,-6-5-156 15,7 4-197-15,0 1-107 0,-1-1-20 16,8-3 50-16,-2 3 94 0,8 0 145 0</inkml:trace>
  <inkml:trace contextRef="#ctx0" brushRef="#br0" timeOffset="37817.56">11586 8891 113 0,'0'-3'612'0,"0"3"136"0,0-5 94 16,0 2 81-16,0-1-85 0,0 0-177 15,0 1-171-15,0 0-106 0,0 3-77 16,0 0-75-16,0 0-63 0,0 0-61 0,0 0-46 16,0 3-20-16,0 0 5 0,0 5 13 15,0 0 12-15,6 3 15 0,-6 3 21 16,0-3 0-16,7 3-11 16,-7 5-12-16,6-5-13 0,-6 5-13 0,7-1-19 0,-7-2-5 15,6 1-9-15,0-2-3 0,-6 3-4 0,8-4-5 16,-2 1 0-16,-6 0-4 0,6-1-2 15,-6-2-6-15,7-5-17 0,-7 4-33 16,0-4-46-16,0-2-56 0,0-3-67 0,7 3-91 16,-7-5-117-16,-7-5-140 0,7 3-158 15,0-3-140-15,-7-2-82 16,1 0 14-16,0-4 94 0,-2-1 151 0,2 2 192 0</inkml:trace>
  <inkml:trace contextRef="#ctx0" brushRef="#br0" timeOffset="38051.15">11494 9024 172 0,'-19'-8'583'0,"6"4"140"0,0 0 113 0,0 0 88 16,6 1-136-16,1-1-150 0,0 0-145 0,6 1-125 16,0 3-103-1,0-3-80-15,6 3-61 0,7-5-45 0,0 5-27 16,6-3-8-16,1 3 3 0,6 0 5 16,0-4 4-16,-7 4 3 0,8 0-3 0,-1-4-3 15,-6 4-9-15,6-3-13 0,-7-1-14 0,-6 4-7 0,6-3-6 16,-5 3-17-16,-1 0-35 0,-7 0-50 0,0-4-66 15,1 4-91-15,0 0-131 0,-7 0-156 16,6 4-165 0,-6-4-156-16,6 0-39 0,-6 0 33 0,0 0 101 0,0-4 152 15,8 4 190-15</inkml:trace>
  <inkml:trace contextRef="#ctx0" brushRef="#br0" timeOffset="38347.68">12042 8829 511 0,'0'-8'671'16,"-7"5"107"-16,7-5 83 0,0 5-41 0,0-1-175 15,0 0-163-15,-6 4-127 0,6-3-95 16,0 3-74-16,0 0-48 0,0 3-38 0,0 1-18 16,0 3-6-16,6 1 5 0,-6 3 5 15,7 0 6-15,-7 3 5 0,6 1-6 16,-6-1-7-16,6 4-11 15,-6-2-12-15,8 2-13 0,-8 0-14 0,6-3-13 0,-6-1-5 16,6 5-3-16,-6-4-5 0,6-5-3 16,-6 5 0-16,0-5 1 0,7 2-12 0,-7-4-26 15,0-1-45-15,0 0-51 0,7-4-72 16,-7 2-105-16,0-5-140 0,0 0-164 0,0 0-174 16,0-5-107-16,0-1-17 0,-7-2 58 15,0 1 125-15,1 0 177 16</inkml:trace>
  <inkml:trace contextRef="#ctx0" brushRef="#br0" timeOffset="38566.11">11970 8979 250 0,'-13'-4'639'0,"6"4"133"0,1-4 97 0,0 1 54 15,-1-1-153-15,7 4-180 0,0-3-168 16,0 3-113-16,0 0-87 16,13 0-58-16,0-4-43 0,0 4-25 15,0 0-15-15,7 0-10 0,-1-4-1 0,7 4-4 16,-6 0-9-16,6 0-11 0,-7-3-9 0,7 3-10 0,-6-4-8 15,-1 4-14-15,-5-3-23 0,6 3-40 16,-8-5-59-16,1 2-89 0,0 3-140 0,-6-4-178 0,5 1-209 16,-4-1-161-16,-2 0-49 0,-6 1 34 15,0-5 109 1,0 0 168-16,6 1 218 0</inkml:trace>
  <inkml:trace contextRef="#ctx0" brushRef="#br0" timeOffset="38862.68">12380 8543 63 0,'0'-7'506'15,"7"3"105"-15,-1 0 74 0,1 1 65 16,0 3-96-16,-1 0-146 0,0 7-112 0,8 0-57 16,-2 4-35-16,2 4-25 0,-1 3-20 15,-1 4-16-15,-5 4-12 0,6 3-13 0,0 0-6 16,-6 4-9-16,-1 4 4 0,-6 0-1 15,0 3 2-15,0 0-4 0,-6 1-3 0,-1 3-8 16,0-1-19-16,1 2-24 0,0-6-28 16,-8 2-57-16,2-4-65 15,-1-4 0-15,6 0 0 0,-6-8 0 0,-1 0 0 0,2-6 0 16,6-1 0-16,-1-3-109 0,0-7-162 16,1-1-134-16,6-3-183 0,-7-4-227 0,1-8-234 15,6 1-83-15,-6 0 18 0,-8-5 92 16,2 1 176-16,-2 0 248 0</inkml:trace>
  <inkml:trace contextRef="#ctx0" brushRef="#br0" timeOffset="39800.78">5451 10228 328 0,'0'-10'433'0,"0"5"68"15,0-2 71-15,0 0-57 0,0 3-49 16,0 1-25-16,0-1-23 0,0 0-39 15,0 4-56-15,0-3-56 0,-7 3-90 0,7 0-63 16,0 3-32-16,0 5-15 0,0-1 1 16,0 3 4-16,0 9 25 15,0-1 22-15,0 4 1 0,-6 4 5 0,6-1 7 0,6 5-14 16,-6-1-14-16,0-3-15 0,0 3-16 0,7-3-15 16,-7-1-20-16,6-2-10 0,-6 2-8 15,6-7-8-15,-6 1-2 0,0-5-6 16,8 2 0-16,-8-6-8 0,0 1-17 0,6-3-28 15,-6-2-44-15,0-2-57 0,0-4-95 16,0 5-128-16,0-10-131 16,0 1-134-16,-6-2-143 0,-2-2-66 0,8-6 31 0,-6 2 98 15,0-2 129-15,6-4 155 0</inkml:trace>
  <inkml:trace contextRef="#ctx0" brushRef="#br0" timeOffset="40113.87">5386 10331 369 0,'-7'-12'466'0,"0"1"59"16,7 2 55-16,0-3-56 0,-6 1-90 0,12 3-56 0,-6-3-35 16,7 0-28-16,0 4-32 0,5-4-52 0,2 4-38 15,-1-1-32-15,6 1-19 0,0 0-11 16,1 3-7-16,0 1-13 0,-1 3-13 0,7-4-11 16,0 8-12-16,-6-4-20 0,-1 7-11 15,7 0-2-15,-6 0-6 0,-7 8-2 16,1-4 2-16,-2 4 5 15,1-1 3-15,-6 5 0 0,-1-5 11 0,-6 1-3 0,-6 3-9 16,-1-3-6-16,-6-1-8 0,1 1-6 0,-8 0-18 16,0-1-5-16,1 1-7 0,-1-4-21 15,0 0-31-15,-5-4-44 0,5 1-52 16,7-1-67-16,-7-3-87 0,7-4-93 0,0 0-104 16,7 0-97-16,0-4-85 0,-2-3-54 15,8-1 28-15,0 1 80 16,8 0 115-16,-2-4 130 0</inkml:trace>
  <inkml:trace contextRef="#ctx0" brushRef="#br0" timeOffset="40614.15">5627 10342 302 0,'12'-4'445'15,"-5"-3"62"-15,6 2 58 0,-6 3-52 16,-1-6-59-16,8 4-50 0,-8 0-38 0,0 1-33 16,0-1-34-16,8 4-49 15,-8-2-63-15,7 2-52 0,-7 0-23 0,8 0-14 0,-2 2-14 16,-4-2-5-16,4 7-5 0,1-3 2 15,1 3-4-15,-2 5-6 0,2-5 0 0,-2 4-2 16,2 0 2-16,-8 0 1 0,7 0-5 16,-7 0-1-16,2 0-9 0,-8 0-4 0,6 0-6 15,-6 0-9 1,0 3-5-16,0-6-10 0,-6 3 0 0,6 0-5 16,-8-4-4-16,2 1-5 0,6-5 0 0,-6 1 5 0,-1 0-2 15,1-4-1-15,-1 3-1 0,0-6-1 16,1 3 1-16,0-8-3 0,-1 5 1 0,0-9-2 15,7 4 1-15,-6-6 1 0,0 1-1 16,6-3-1-16,0-2-1 0,0 0-1 0,6-1-3 16,0 1-1-16,-6 4-2 0,7-6 2 0,0 10 0 15,5-5-1 1,-5 4 0-16,6 0 2 0,0 4 2 0,1 3-1 0,-2 1-1 16,1 3-2-16,0 0 5 0,0 3-4 15,1 1 1-15,-2 3 4 0,2 4 6 0,-8 0 10 16,7-4 9-1,-7 9 16-15,1-6 11 0,0 2 8 0,-1 2 7 0,0 1 6 0,0-4-5 16,-6 0-9-16,0 4-9 0,0-5-12 16,0 1-11-16,0-4-10 0,0 4-6 0,-6-3-14 15,6 3-31-15,-6-5-45 0,0 2-69 16,-1-4-98-16,0 1-138 0,1-2-171 16,-1-3-182-16,-5-3-148 0,4-2-37 0,2 1 45 15,-6-6 108-15,4 2 162 0,2-2 205 16</inkml:trace>
  <inkml:trace contextRef="#ctx0" brushRef="#br0" timeOffset="40751.11">5919 10184 378 0,'-6'-8'517'16,"6"1"43"-16,-6 0 27 0,6 0-83 0,0 3-198 16,0-3-176-16,0 3-154 0,0 4-138 15,6-3-135-15,0 3-145 0,1 0-71 0,6 0-8 16,0 0 52-16,1 0 84 0</inkml:trace>
  <inkml:trace contextRef="#ctx0" brushRef="#br0" timeOffset="41238.87">6115 10181 53 0,'0'3'342'0,"7"1"40"0,-7 0 33 0,0-4-8 0,0 7-83 15,6-3-58-15,-6 2-24 0,0-2 22 16,6 8 32-16,-6-5 28 15,7 7 22-15,0-3-6 0,-7 4-15 0,6 0-32 0,-6-1-43 16,7 4-45-16,-7-3-39 0,6 0-15 16,-6 4-19-16,6-5-13 0,-6 4-11 15,0-3-12-15,0-1-14 0,0 1-12 0,0-3-7 16,0 2-10-16,0-8-8 0,0 6-9 16,0-4-8-16,0-5-7 15,0 5 0-15,0-5 12 0,0-3 20 0,0 3 17 16,-6-3 8-16,6 0 2 0,0-3-2 15,-6-4-16-15,6 0-22 0,-7-1-20 0,1-4-10 0,6-2-6 16,-7 1-7-16,7-7 3 0,0 3-3 0,0-6 5 16,7 5-2-16,-7-4 1 0,6 4-2 15,1-1-3-15,-1 1 1 0,7 3-2 0,-6 1 1 16,5 3 0-16,2 0 4 0,-1 3 0 16,0 1-3-16,0 4-1 15,-1-1 1-15,2 4-1 0,-1 4 1 0,0-1-1 0,-6 1 1 16,5 7 0-16,2-4 2 0,-8 8 8 0,0-1 7 15,1 1 8-15,6-1 10 0,-13 4 10 16,7-2 12-16,-1 2 1 0,-6-3-1 16,6 3-2-16,-6-4-8 0,7 1-8 0,-7-4-13 15,0 5-7-15,0-6-3 0,-7 1-6 16,7-5-2-16,0 6-16 16,0-4-33-16,0-5-49 0,0 5-67 0,0-5-75 0,0 0-104 15,0-3-147-15,0 0-174 0,7-3-180 16,-7 0-97-16,0-5-9 0,7 2 60 0,-7-6 135 15,12 1 195-15</inkml:trace>
  <inkml:trace contextRef="#ctx0" brushRef="#br0" timeOffset="41551.47">6552 10235 301 0,'0'-10'546'0,"0"-2"106"0,0 2 105 0,0-1 28 15,0 3-137-15,-7 0-120 0,7 6-86 16,0-3-86-16,0 2-95 0,0 3-81 0,-7-4-64 15,7 8-38-15,7-4-21 0,-7 8 3 16,0-1 14-16,7 4 21 0,-7 3 24 16,6 5 19-16,-6-1 8 0,6 4-5 0,1-5-6 15,-7 6-9-15,7-2-11 0,-7 2-16 0,6-1-19 16,-6 0-10-16,6-3-13 0,-6-2-14 0,7 3-10 16,-7-3-11-16,6-2-4 0,-6 0-5 15,7-4-7-15,-7 0-4 0,0-4-9 0,0 0-15 16,7-3-28-1,-7-1-36-15,0 1-52 0,0-4-79 16,0 0-94-16,0 0-121 0,0-7-141 0,0-1-151 16,0 1-155-16,0-4-47 0,0-3 34 0,-7-1 98 0,0 0 148 15,7-2 177-15</inkml:trace>
  <inkml:trace contextRef="#ctx0" brushRef="#br0" timeOffset="41754.24">6519 10349 238 0,'-7'0'499'16,"1"-3"113"-16,-1 3 97 0,7-4 7 0,-6 4-104 15,6 0-121 1,0-4-105-16,0 4-97 0,6 0-83 0,7 0-64 0,-6-4-33 0,6 4-14 16,7 0 2-16,-8 0 3 0,8 0 4 15,-7 0 2-15,7-3-7 0,-1 3-9 0,-6-5-8 16,0 3-15-16,0 2-15 0,0-5-18 0,-7 2-11 16,2 3-8-16,-2-4-10 0,0 4-25 15,0-4-50-15,-6 4-71 0,0 0-125 0,7 0-139 16,-7 4-176-1,0-4-190-15,-7 4-83 0,7-4 7 0,0 3 83 16,0-3 121-16,7 0 167 0</inkml:trace>
  <inkml:trace contextRef="#ctx0" brushRef="#br0" timeOffset="42238.78">7144 10144 226 0,'0'-12'411'0,"0"2"53"15,0-1 54-15,0 0-18 0,-6-1-67 16,6 2-36-16,0 3-20 0,-7-1-22 0,0-4-19 15,7 6-39-15,-6 2-55 0,0-3-45 16,-1 4-26-16,0-2-16 0,1 5-25 0,-7 0-14 0,7 0-14 16,-8 5-11-16,8 1-9 0,-7 6-3 0,0-2 6 15,0 9 2-15,-1-1 12 0,8 8 1 16,-6-1 3-16,-2 4 0 16,8 4-5-16,-1 1-4 0,1-1-12 0,6-1-12 0,-7 6-6 15,7-6 1-15,7 2 7 0,-7-2 2 16,6 0 5-16,7-1 4 0,-7-2 0 15,8 0-4-15,6 0-6 0,-8-3-7 0,1-3-5 16,7 2-5-16,0-6-5 0,-1-2-5 16,1-2-10-16,6-4-8 0,-7-4-9 0,1 0-6 15,-1 0-5-15,-6-7-3 16,1 5 0-16,-2-10-10 0,1 5-26 0,-6-2-42 0,0-3-64 16,-7 2-75-16,6-5-108 0,-6 1-139 15,-6 0-153-15,6-5-157 0,0 2-174 0,-7 0-53 16,7-2 39-16,-7-3 111 0,7 1 162 15,0-4 188-15</inkml:trace>
  <inkml:trace contextRef="#ctx0" brushRef="#br0" timeOffset="42556.11">7392 10104 21 0,'6'-8'419'15,"0"5"82"-15,-6-5 78 0,7 1 84 16,-7 3-62-16,0 1-102 0,0 0-76 0,0-2-55 16,0 5-66-16,0 0-77 0,0 0-80 15,0 0-50-15,-7 5-26 0,7-2-22 16,-6 4-12-16,0 0-5 0,-7 1 1 0,6-1-18 15,-6 0-6-15,7 4-4 16,-8-4-10-16,8 5-29 0,0-5-70 0,-8 0-90 0,8-3-117 0,-1 3-136 16,7-3-133-16,0-1-126 0,0-3-18 15,0 5 57-15,7-5 89 0,-1-5 123 0</inkml:trace>
  <inkml:trace contextRef="#ctx0" brushRef="#br0" timeOffset="42739.39">7457 10118 49 0,'6'-3'464'0,"-6"3"125"0,7-4 121 0,-7 0 89 0,6 1-94 16,-6 3-128-16,0-4-109 0,0 4-111 16,0 0-112-16,0 0-91 0,0 0-54 15,0 4-37-15,-6-1-23 0,6 5-12 0,-7-5-7 16,1 8-1-16,-7 0-11 0,6 0 0 16,0 0-18-16,1 1-41 15,-7 2-76-15,6 1-112 0,1-5-137 0,6 5-176 16,-6 0-187-16,6-4-66 0,6 0 17 0,-6 3 83 0,6-6 124 15,1 4 166-15</inkml:trace>
  <inkml:trace contextRef="#ctx0" brushRef="#br0" timeOffset="43207.32">7775 10342 154 0,'0'-4'504'0,"8"-3"97"0,-8 0 87 15,0-5 85-15,0 5-152 0,0 1-142 16,0-6-97-16,0 4-86 0,-8 1-85 0,2 3-83 16,-7 1-51-16,0 0-31 0,0-2-36 15,-7 10-2-15,8-5-3 0,-8 3-3 0,7 0 1 16,-7 5-5 0,8-2 14-16,-2 6-5 0,1-1 0 0,7 0-1 0,0-1-7 15,-1 2-3-15,7 3 3 0,0-5 2 16,7 2-5-16,-7-5 7 0,12 0 10 0,-5 1 16 15,6-1 10-15,0 1 1 0,0-5 20 16,6 4 0-16,-5-3 2 16,5 3 1-16,-5 0-2 0,-2-3 10 0,1 3-4 15,0 1 9-15,0-5 8 0,-7 5 3 16,2-4 7-16,-2 3-1 0,0 0 11 0,1-2 0 0,-7 1 1 16,0 2 4-16,0-5 1 0,-7 5 1 15,1-1-7-15,0-4-9 0,-2 1-18 0,-4 3-13 16,-1-3-17-16,-1 0-13 0,8-1-11 15,-14-3-9-15,8 4 0 0,-1-4-7 0,-7 0 0 16,7 0 0 0,-6-4-3-16,5 4-4 0,-5 0-21 0,6-3-45 15,0-1-57-15,-1 4-71 0,2-7-92 0,5 3-140 0,1-3-157 16,-1 0-168-16,14-4-155 0,-7 0-40 16,13-1 32-16,-7-2 113 0,14 3 163 0,0 1 200 15</inkml:trace>
  <inkml:trace contextRef="#ctx0" brushRef="#br0" timeOffset="44607.66">7990 10316 100 0,'0'-4'466'0,"0"4"75"0,0-4 56 16,0 1 54-16,-6 3-119 0,0-4-111 0,-1 4-73 16,1 0-48-16,-8 0-29 0,8 4-35 15,-6-1-38-15,-2 1-36 0,8 0-22 16,-7 4-7-16,-1-1-6 0,8 0-2 0,0 4-7 15,-8-4 0-15,8 5-4 16,6-5-6-16,-6 4-9 0,-1 0-2 0,7-1-1 0,0 2-10 16,7-2-6-16,-1 1-4 0,0 0-3 15,1-3-11-15,0 3-7 0,5-5-5 16,2 2-5-16,5 1-6 0,-5-6-4 0,4 0-7 16,2 1-7-16,7-4-8 0,-9 0-1 15,9 0 0-15,-7 0 5 0,6-4 9 0,-14 1 10 16,8 0 14-16,-7-2 4 15,0 1 2-15,-6-4-6 0,-1 2-9 16,0-2-9-16,-6-3-11 0,0 0-7 0,-6 0-7 16,0-3-4-16,-8-1-3 0,2 1-3 15,-2-1 0-15,1-3 0 0,-7 3 0 0,8 1 0 16,-1 2 1-16,0 1 2 0,6 0 1 16,-5 3 0-16,4 5 0 0,2-4-1 15,6 3-5-15,-6 1-2 0,6 3-6 0,0-3-7 16,6 3-6-16,0 0-11 0,8 0-7 0,-1 3-15 0,0-3-3 15,6 0-5-15,1 0 0 0,-1 3 8 16,1-3 9-16,0 0 16 0,-8 0 7 0,8 0 13 16,-13 0 2-16,5 0 6 0,-5 0 3 15,0 0 4-15,-7-3 0 0,6 3-1 16,-6 0 1-16,6 0 0 0,-6 0-2 0,0 0-2 16,0 0-1-1,0 3 3-15,0-3 2 0,0 0-1 0,0 4 2 0,0 0 7 0,8 2 6 16,-8 2 4-16,0 1 2 0,6 0 8 15,-6-1 12-15,6 2 2 0,-6 6 4 0,7-5 4 16,-7 4 0-16,0-1-1 0,6 1-4 16,1 0-4-1,-7-5 7-15,0 5 6 0,7-1 1 0,-1 1 6 0,-6-5 2 0,6 7 0 0,0-7-11 32,-6 0-13-32,8-2-6 0,-8-1-10 0,0 1-6 0,6-1-5 0,-6-7 0 15,0 4 8-15,0-1 9 0,0-3 17 16,0 4 10-16,0-4 9 0,0 0 1 0,0-4-6 15,-6 1-10-15,6-1-14 0,-8 0-17 16,8-3-7-16,-6 0-8 0,6-5-2 0,-6 2 1 16,0 0-2-1,6-7 2-15,0 3 0 0,0-4-1 0,0 0-3 16,0-1-2-16,0 1-3 0,6 4-1 0,0-5-3 16,0 5-1-16,2-2 1 0,-2 6-2 0,0-1-2 15,7 0-3-15,1 4-5 0,-2-1 0 16,2 1 0-16,-2 3-3 0,8 1 4 0,-7 3 4 15,7 0 6-15,-8 0 1 0,2 3 2 16,-1 1 4-16,0 3 0 0,0 1-1 16,-7-1 2-16,0 0 2 0,2 4 0 15,-2 1-2-15,0-2 1 0,1 2 1 16,-7-2-1-16,0 2 0 0,6-2 1 0,-6 1 0 0,0 0-1 16,0 1 0-16,7-2 2 0,-7-3-1 15,0 1-1-15,0 4 1 0,6-5 1 0,-6-4 3 16,0 4-4-16,7-3 1 0,-7 0 1 15,6-2 4-15,0 3-1 16,-6-5-1-16,8 3 1 0,-2-3-1 16,7 0-1-16,-6-3-1 0,5 3-1 0,1-5-1 0,1 3 0 0,-2-2 1 15,2-4 0-15,-2 5 1 0,-5-5-1 16,6 1 0-16,-6-4 0 0,5 4 1 16,-4-4-1-16,-2 0-1 0,0-4-6 0,1 4 2 15,-1-4 3-15,-6 5-2 0,7-1-4 16,-7 0 1-16,-7 4 5 0,1-1-2 0,-1-3-3 15,-5 5 2 1,4 1 4-16,-4-2-3 0,-1 7 3 0,-1-5-1 0,-5 5-1 16,6 5 1-16,0-2-2 0,0 1-1 0,0 3-1 15,0 0 2-15,6 4-2 0,-5 1 2 16,4-1-2-16,2-4 0 0,0 4 1 16,6 0-1-16,-7 0 1 0,7 0 1 0,7-4 1 15,-7 5 4-15,6-5 1 0,0-4 1 16,8 4 2-16,-1-3-3 15,-6 0 1-15,5-1-2 0,1-3 2 0,1 0 0 0,-2 0-1 16,-5-3 0-16,6 3 3 0,0-4-1 0,-6-3-2 16,6 3 2-16,-7-3 6 0,0 4 9 0,2-5 15 15,-2 4 18-15,0 1 17 0,-6-1 8 0,7 0-1 16,-7 1-55-16,0 3-22 0,0-4 0 16,0 4 0-16,6 0 0 0,-6 4 0 0,0-1 0 15,0 5 0-15,0-5 0 0,0 4 0 16,0 1 0-16,0 3 0 0,7-4 0 15,-7 0 0-15,6 2 0 0,-6-2 0 0,7-1 0 16,-1 2 0-16,8-4 0 0,-8-2 0 16,0 3 0-16,1-2 0 0,6 1 0 0,0-4 0 31,-7 5-64-31,8-5-108 0,-2 0-78 0,-5 0-84 16,6-5-101-16,0 1-139 0,-7 1-160 15,8-2-176-15,-2-1-100 0,2-5-4 0,-8 3 74 16,7-6 148-16,-6 3 191 0</inkml:trace>
  <inkml:trace contextRef="#ctx0" brushRef="#br0" timeOffset="44832.21">9065 10074 87 0,'-6'-11'499'0,"6"4"129"0,-7 0 97 15,7-1 70-15,0 4-129 0,0-2-156 0,-6 6-134 16,6-5-118-16,0 5-92 0,-6 0-65 15,6 5-42-15,-8-5-30 0,2 6-16 16,0-2-7-16,0 4-7 0,-2-6-23 0,2 6-48 16,0 1-81-16,-1-6-98 15,7 4-116-15,-6-3-130 0,6-1-137 16,0 0-62-16,6 2 25 0,1-2 68 0,-7-3 98 0,12 4 123 16</inkml:trace>
  <inkml:trace contextRef="#ctx0" brushRef="#br0" timeOffset="45003.77">9144 10056 32 0,'6'-7'420'16,"0"3"111"-16,1-4 123 0,0 5 85 16,-7 0-63-16,0-2-108 15,6 5-100-15,-6-2-102 0,0 2-116 0,0 0-95 0,-6 2-63 16,6 3-38-16,-7-2-17 0,0 4-5 0,1 1-7 16,0-1-7-16,-1 5-9 0,0-2-14 15,1-3-29-15,-1 4-73 0,1 0-106 0,0-3-128 16,6 2-155-16,-8-3-179 0,8 1-87 15,0-1 9-15,0 1 74 0,0-5 108 16,8 1 149-16</inkml:trace>
  <inkml:trace contextRef="#ctx0" brushRef="#br0" timeOffset="45430.92">9294 9921 238 0,'-7'-4'500'0,"7"0"85"0,0 0 61 0,0 1 3 16,7-2-124-16,-7 5-117 0,6 0-81 15,-6 0-61-15,12 0-39 0,-4 8-42 16,-2-4-34-16,7 4-16 0,-7 2-14 0,8 2-2 16,-2-2-7-16,2 5 7 0,-8 4 7 15,7-2 2-15,0 3-1 0,-6-3 5 0,-1 5-1 16,0 3-5-16,1-2-4 15,0 3 5-15,-1-1-1 0,-6 5-8 0,0-1-3 16,0 0-6-16,-6 0-9 0,-1 0-18 0,0 1-9 16,1-5-5-16,-7 1-9 0,7-3-5 15,-8-2-3-15,2 2 1 0,-2-5 2 0,8-4 0 16,-7 1 3-16,0 0-4 0,6-8-8 16,-5 4-6-16,4-4-9 0,2-3-10 0,0 3-5 15,0-4-5 1,-1 2 2-16,7-2-2 0,-7-3 0 0,7 0-2 0,0 0-4 0,-6 0-15 15,6-3-28-15,0-2-52 0,0-2-65 0,6 4-80 16,-6-5-103-16,0 1-116 0,7-4-159 16,0 0-173-16,5-3-165 0,-6-1-41 0,8 0 37 15,-1-2 98-15,0-6 166 0,6 1 215 0</inkml:trace>
  <inkml:trace contextRef="#ctx0" brushRef="#br0" timeOffset="45613.93">9827 9997 246 0,'-6'-3'566'0,"0"-4"115"0,6 2 67 15,-8-2 18-15,8 4-202 0,0-1-172 16,-6 4-143-16,6-4-140 0,0 4-128 16,0 0-125-16,0 0-130 0,0 0-151 15,0 0-183-15,6 0-73 0,-6 4 11 0,8 0 59 0,-2-1 97 16</inkml:trace>
  <inkml:trace contextRef="#ctx0" brushRef="#br0" timeOffset="45816.84">9880 10257 203 0,'-7'19'534'0,"-6"4"129"0,6-10 123 16,-5 6 101-16,5-1-159 0,-6-4-105 15,7 5-70-15,-8-1-78 0,8-3-78 0,-7-1-71 16,0 6-56-16,6-10-51 0,-5 5-51 15,-2-1-49-15,1 1-40 0,-6-5-34 16,6 5-53-16,-1-7-68 0,-5 3-85 0,6-1-135 16,0-2-193-1,0-1-243-15,0 1-216 0,-1-5-76 0,8 1 9 0,-7-4 95 0,7 0 171 16,-7-4 236-16</inkml:trace>
  <inkml:trace contextRef="#ctx0" brushRef="#br0" timeOffset="47550.05">4539 11822 101 0,'7'0'339'0,"-7"-4"66"0,6 0 66 16,-6 1-29-16,6 0-31 0,-6-2 4 0,7-2 9 16,-7 4-12-16,6-5-18 0,-6 1-14 15,0 0-27-15,0 0-53 0,0-1-44 0,0 0-32 16,0 1-24-16,-6 0-23 0,6-1-22 16,-7 1-21-16,1 0-19 0,0 3-14 15,-1 0-19-15,0 1-18 0,1-1-13 0,0 4-14 16,-1-4-12-16,7 4-8 0,-7 4-3 0,1-4-2 15,6 7 3-15,-7 1 8 0,1 2 11 16,6 9 12-16,-7-1 8 0,7 5 10 0,0-2 1 16,7 5-1-16,-7 0-3 0,0 3-4 15,6 1-6-15,1-5-7 16,-1 4-9-16,1 0-6 0,0-3-10 0,-1 0-8 0,0 0-1 16,1-4-4-16,0-1 1 0,-1 1-3 15,-6-3 0-15,6-5 0 0,-6 2-17 0,7-6-31 16,-7-2-49-16,0-1-56 0,6 0-73 15,-6-3-107-15,0-4-138 0,-6 0-156 0,6-4-154 16,-7-1-135-16,1-1-28 0,0-5 54 16,-1 1 123-16,0-6 172 15,1-2 195-15</inkml:trace>
  <inkml:trace contextRef="#ctx0" brushRef="#br0" timeOffset="48113.6">4435 12026 30 0,'-13'-7'432'15,"6"4"88"-15,1-1 84 0,-7 0 95 16,13 1-68-16,-6-1-93 0,-2 0-86 0,8 4-67 15,0-3-73-15,0-1-89 16,8 4-78-16,-2-3-62 0,7-1-26 16,0 0-15-16,6 1-1 0,1-1 5 0,-1 0 0 0,7 1 1 15,0-4-1-15,0 2-7 0,1 2-3 16,-1-1-9-16,0 1-7 0,-7-1 2 0,1 4-8 16,-1-4 1-16,-6 4-3 0,-6-3-5 0,-1 3-7 15,1 0-4-15,0 0 4 0,-1 0-3 16,-6 3 4-1,6 1 11-15,-6 3 11 0,0 0 5 16,6 1 9-16,-6 3 14 0,0 0 10 0,8 0 14 0,-8 3 6 0,0-3 7 16,6 4 3-16,-6 0 6 0,0 0-6 15,6-4-7-15,1 3-8 0,-7-3-6 0,6 1-6 16,1-2-1-16,0-3-2 0,-1 4 2 16,0-4 4-16,0 1 5 0,8-4-3 15,-1-1-9-15,0-3-7 0,0 0-9 0,1 0-11 16,-8 0-9-16,6-3-5 15,2-1-5-15,-8-4 4 0,7 5 4 0,-7-4 3 0,2-1 8 16,-2 1 3-16,0-3 4 0,0-5-2 16,-6 0-2-16,8-1-2 0,-8 3-2 0,0-1 1 15,0-2 0-15,0 5 6 0,-8 0 5 16,8 0 10-16,0 4 6 0,0 0 4 16,0-1 1-16,0 5-8 0,0-1-9 0,0 1-6 15,-6 3-17-15,6-5-15 16,0 5-11-16,0 5-2 0,0-5-4 0,0 7-7 0,0 0 6 15,0 4 3-15,0 0 5 0,6 0 0 16,-6 3-1-16,0 1-1 0,0 0 0 0,8 0 3 16,-8-1-11-16,0 1-17 0,6 0-30 15,-6-1-42-15,6-3-58 0,-6 0-65 0,0-3-65 16,7 2-65-16,-7-2-80 0,6-5-107 16,1 1-113-16,0 0-115 15,-1-4-127-15,6 0-26 0,-4-4 54 0,4 0 121 16,-5-3 152-16,6 0 172 0</inkml:trace>
  <inkml:trace contextRef="#ctx0" brushRef="#br0" timeOffset="48629.47">5151 12012 319 0,'-6'-7'462'15,"6"-1"68"-15,0 1 83 0,-7 0-10 16,7 0-79-16,-6-1-60 16,6 5-45-16,0-1-51 0,0 4-72 0,-7-3-99 0,7 3-71 15,0 0-55-15,7 0-28 0,-7 7-20 0,6-4 1 16,-6 5 9-16,7-1 9 15,-7 4 16-15,6 3 13 0,0-3 21 0,1 4 7 16,-7 0 6-16,7 0 5 0,-1 3-1 16,-6-3-9-16,6 0-5 0,-6-1-6 15,8-3-4-15,-8-1-9 0,0 5-5 0,0-7-5 16,6 3-8-16,-6-3-7 0,0-6-8 0,0 6-5 16,0-4 0-16,0 0 14 0,0-4 22 15,0 3 21-15,0-3 10 0,-6-3-1 0,6-1-5 16,-8 0-18-16,8 1-25 0,-6-9-25 15,0 1-11-15,-1 0-7 0,7-4-4 0,-7 1-4 16,7-4-3-16,0 0-2 0,0-1 2 16,0 1-2-16,7-1 0 0,-7 4 1 0,7 1-1 15,5-1-1-15,-4 1-3 0,4 3 0 16,1 0-1-16,-6 0-1 0,12 4 2 16,-5-4 4-16,-2 7-2 0,8-3 0 0,-7 2 1 15,7 3-1-15,-1 2-3 0,-6 2-1 16,0-2 5-16,0 8-1 0,6 0 1 0,-11-1 7 15,4 4 8-15,1 4 9 0,-6-4 5 16,-1 3 9-16,1-3 4 16,-1 4-1-16,0 0-5 0,-6-1-8 0,0 1-5 0,8-4-4 0,-8 4-6 15,0-4-4-15,0 0-13 0,0-1-28 16,0-2-55-16,0-1-68 0,6 0-75 16,-6 0-89-16,0-2-113 0,0-5-157 15,0 0-188-15,0-5-158 0,0 2-45 0,6-4 28 16,1-1 87-16,-1-3 169 15,7-4 230-15</inkml:trace>
  <inkml:trace contextRef="#ctx0" brushRef="#br0" timeOffset="49005.05">5816 11668 29 0,'-7'-18'501'0,"7"3"122"0,0-3 100 0,-7 2 85 15,7 2-54-15,-6-1-177 0,6 5-111 0,0 2-94 0,-7-3-79 16,7 8-70-16,0-1-57 0,-6-4-45 16,0 8-37-16,-2 0-21 0,2 0-14 0,0 8-2 15,-8-4 5-15,2 7 5 0,5 0 3 16,-6 7 7-16,0 0 17 0,1 8 9 0,4 0 6 16,-4 7 5-16,5 3 3 0,-6 1 0 15,6 0-9-15,7 3-6 0,-6-1-9 0,6-2-1 16,6 4-4-16,-6-1 0 0,7-4-3 15,6 2-3-15,-6-2-2 0,5 1-7 0,2-4-4 16,5-4-9-16,-6 0-7 0,6 1-4 16,1-8-6-16,0 0-3 0,-1-1-6 15,1-5-6-15,0-2-4 0,-8-3-4 0,8-4-4 16,-1-3-11-16,-5-1-23 0,-2-3-39 16,2 0-58-16,-1-3-69 15,-1-1-80-15,-4-3-86 0,-2-4-102 0,0 4-119 0,0-8-135 16,2 0-155-16,-8-4-69 0,6 2 13 0,-6-5 87 15,6 0 134-15,-6 0 180 0</inkml:trace>
  <inkml:trace contextRef="#ctx0" brushRef="#br0" timeOffset="49573.47">5998 11876 285 0,'-6'-14'527'15,"-2"-1"95"-15,8 5 94 0,-6-2 31 0,6 5-143 16,0 0-111-16,0-1-85 0,0 5-74 15,0-1-84-15,-6 4-73 0,6-3-60 0,0 3-43 16,0 0-30-16,0 0-18 16,0 0-9-16,0 3 9 0,6 4 16 15,-6 1 15-15,6 3 18 0,-6 0 15 16,8 3 10-16,-2 1-2 0,-6-1-7 0,6 1-6 0,-6 0-2 0,7 3-12 16,-7-3-6-16,6-1-5 0,-6-2 1 15,0 2-6-15,7-3-14 0,-7-4-2 16,0 1-4-16,0-1-7 0,0-3 0 0,0-1 11 15,7 1 23-15,-7-4 19 0,0 3 26 16,0-3 16-16,0 0-2 0,-7-3-13 0,7-1-19 16,0 1-23-16,-7-5-29 0,7-3-22 15,-6 4-7-15,6-7-3 0,-7-1-6 16,7 0-5-16,0-3 2 16,0 4 3-16,0-5-2 0,0 0-3 0,7 1-1 15,-7 0 5-15,6 3-4 0,1 1-1 16,6-1 1-16,-7 4-1 0,8 0 1 0,-2 1 0 15,2 2 1-15,5 0-1 0,-6 1 1 16,6 3 1-16,-5 1 0 0,-1 3-2 16,6 0 2-16,-6 3 1 0,1 5-1 0,-2-2 4 0,1 2-1 15,-6 4 1-15,6 2-1 0,-7 1 1 16,0 3 3-16,2 1-3 0,-2-5 3 0,0 4-1 0,1 0 6 0,-1 1 1 16,-6-4-2-16,7 3 2 0,-7-4-1 15,0 1 3-15,7 0-2 0,-7-4-2 16,0 0 0-16,0-4-1 0,0 4-3 0,0-8 1 15,0 5-5-15,0-3-14 0,0-3-27 16,6-2-42-16,-6 4-60 0,0-4-75 16,0 0-109-16,0 0-148 0,0-4-167 0,0 2-173 15,0-6-139-15,6 0-32 0,1 1 54 16,0-4 131-16,5 0 179 0,-5 0 208 0</inkml:trace>
  <inkml:trace contextRef="#ctx0" brushRef="#br0" timeOffset="49863.74">6538 11767 291 0,'7'-11'499'0,"-7"0"104"16,7 3 125-16,-7 1 7 0,0-1-102 15,0 5-84-15,0-1-84 0,0 1-89 0,-7 3-124 16,7-4-82-16,0 4-60 0,0 4-26 16,0-1-7-1,-7 4 7-15,7 5 28 0,-6-1 23 0,-1 8 20 0,7-1 10 0,-6 3 8 16,-1 1 2-16,1 0-10 0,-7 3-10 15,7 6-14-15,-2-6-17 0,-4 0-17 0,5 5-18 16,-6-5-16-16,7 6-19 0,-7-6-13 16,7 0-12-16,-2 1-11 0,-4-4-5 15,5 0-2-15,0-4-4 0,7-4-16 0,-6 2-34 16,6-7-48 0,0 3-63-16,0-7-79 0,0-2-115 0,0 0-151 0,6-6-162 15,1 0-169-15,0-5-136 0,5-1-25 0,-4 0 63 16,11-2 132-16,-6-4 177 0,0 4 212 15</inkml:trace>
  <inkml:trace contextRef="#ctx0" brushRef="#br0" timeOffset="50363.85">6629 12060 70 0,'0'-7'441'0,"0"3"91"0,0-4 91 0,0 1 91 16,0-1-95-16,0-2-85 0,0 2-63 15,7 1-58-15,0 0-63 0,-1 0-65 16,0 3-64-16,1-3-46 0,6-1-30 0,-6 5-17 15,5-4-11-15,2 2-19 0,-2 2-7 16,2-1-6-16,-1 4-11 16,-1 0-12-16,2 0-10 0,-1 4-3 15,0-1-7-15,0 2-7 0,0 2-3 0,0 4-1 0,-7 0 0 0,1-1-4 16,0 5-1-16,-7-1 1 0,0 1 1 16,0 0 7-16,0 4 2 0,-7-5 4 0,-6 5 2 15,7-1-1-15,-8 0-3 0,1 0-11 16,1 1-5-16,-2-1-3 0,2-3-8 15,-8-4-2-15,7 0-1 0,-1 0-1 0,2-4 10 16,6 1 14-16,-2-5 29 16,2 1 31-16,0-4 28 0,-1 3 28 0,1-3 16 0,6 0 7 15,-7 0-6-15,7 4-13 0,0-8-59 16,0 4-93-16,7 0 0 0,-1-3 0 16,1-1 0-16,5 4 0 0,2-3 0 0,-2-1 0 15,8 4 0-15,-7-4 0 0,7 4 0 0,6 0 0 16,-7 0 0-16,7-4 0 0,-6 4 0 15,6 0 0 1,-7 0 0-16,7 0 0 0,-6 0 0 0,-7 0 0 0,7 0 0 0,-8-3 0 16,2 3 0-16,-8 0 0 15,7 0 0-15,-13 0 0 0,7 0 0 0,-7 0 0 16,0 0-33-16,0-4-222 0,0 4-80 16,-7-4-77-16,7 4-101 0,-6-3-126 0,-1 0-153 15,1-5-156-15,6-1-52 0,-6 0 25 0,-2 1 100 16,2-7 152-16,0 4 207 15</inkml:trace>
  <inkml:trace contextRef="#ctx0" brushRef="#br0" timeOffset="50816.97">6779 11551 93 0,'0'-11'446'0,"7"-1"80"0,-7 2 65 16,7-1 75-16,-7 0-99 0,12 4-96 0,-5-1-52 16,6 5-44-16,0-5-37 0,0 8-47 15,0-3-61-15,0 3-42 0,7 3-31 0,-8 5-13 16,8-5-11-16,0 9-4 16,-1-2-2-16,7 5-2 0,0 3 0 15,-6 4 0-15,5 0 7 0,2 7 0 0,-7 1 3 0,6 3 5 0,-7-1 14 16,1 9 5-16,-1-1-2 0,0 0-5 15,1 4-14-15,-7 1-17 0,1-6-19 16,-2 5-19-16,-6-2-11 0,-6 1-6 0,0-3 1 16,0-3 3-16,-6-5-25 0,-6 2-45 15,-2-5 0-15,1-3 0 0,1 0 0 16,-2-9 0-16,-6 1 0 16,8-2 0-16,-1-5 0 0,-1-1 0 0,2-2 0 0,-2-4 0 15,8-1 0-15,-7 1 0 0,6-4 0 0,1 0 0 16,-1 0 0-16,1-4 0 0,-8 4 0 15,8-3 0-15,0-1 0 0,0 1 0 0,6-5 0 16,-7 1-22-16,7-1-300 0,-7 1-79 16,7-5-103-16,7 2-145 0,0-1-178 0,-1-3-181 15,6-1-48 1,2 0 30-16,5 1 100 0,-5-5 172 0,12-3 223 0</inkml:trace>
  <inkml:trace contextRef="#ctx0" brushRef="#br0" timeOffset="51081.67">7828 11719 319 0,'0'-7'729'0,"0"-1"139"0,0-3 107 16,0 5 94-16,0-3-153 0,0 3-241 15,0 2-161-15,0 0-111 0,-7 1-96 0,7 3-85 16,0-4-69-16,0 4-56 0,0-4-40 15,0 4-25-15,0 0-17 0,0-3-21 16,0 3-38-16,0 0-59 0,0 0-81 0,0 0-117 16,0 0-140-16,0 0-164 0,-6 3-190 15,6 1-157-15,0 0-34 0,-6-1 54 0,6 5 110 16,0 3 161-16,0-1 213 0</inkml:trace>
  <inkml:trace contextRef="#ctx0" brushRef="#br0" timeOffset="51269.54">7880 11943 166 0,'-6'15'583'0,"6"-1"150"0,-7 1 118 0,7-1 92 16,0-3-117-16,0 3-144 0,0 1-117 0,0-3-92 15,0 1-69-15,0 3-50 0,0-1-48 16,0 3-44-16,-7-4-42 0,7 1-47 0,-6 3-42 16,-7-3-39-16,0 4-30 0,-6-5-27 15,-1 1-35-15,0-1-57 16,1 1-82-16,-1-4-100 0,0 0-129 15,1 0-204-15,-1-4-268 0,8 1-204 0,-8-1-56 0,0-4 29 16,7-3 91-16,-6 4 187 0,6-8 280 0</inkml:trace>
  <inkml:trace contextRef="#ctx0" brushRef="#br0" timeOffset="52144.07">4708 13452 320 0,'7'-4'458'0,"-7"0"66"16,0-3 61-16,0 0-45 16,0-1-96-16,0-2-53 0,0-1-34 0,0 0-26 0,-7-4-25 15,7 1-35-15,-6 3-31 0,6-5-30 16,-7 2-16-16,0 3-19 0,1-1-17 0,0 2-18 16,-8 3-25-16,8 4-19 0,-7-5-17 15,0 4-7-15,6 0-6 0,-5 4-4 16,-2 0 0-16,2 0-3 0,-2 4-7 15,1 3-10-15,7 4-2 0,0 3 4 16,-8 3 3-16,14 3 1 0,-6 3 4 0,6 3 8 0,0-1 2 16,0 4-9-16,6 0 0 0,1-4-5 15,0 6-4-15,-1-2-7 0,0-3-5 0,1 3-4 16,-1-7-6-16,1-1-1 0,0 2-5 0,-1-5-2 16,0 0-7-16,2-4-16 0,-2-2-31 15,-6-1-42-15,6-4-55 0,-6 0-61 16,0 0-92-16,0-7-130 15,0 0-154-15,0 0-168 0,-6-2-147 16,0-6-48-16,-2 0 38 0,2-1 114 0,0-3 166 16,-8-3 200-16</inkml:trace>
  <inkml:trace contextRef="#ctx0" brushRef="#br0" timeOffset="52707.15">4428 13577 318 0,'-6'-5'506'0,"-1"2"85"15,1 3 66-15,6-4-56 0,0 1-125 16,0-1-91-16,6 0-69 0,1 1-58 0,6-1-37 15,7 1-14-15,-1-1-20 0,7 0-24 0,6 1-16 16,1-2-13-16,-1-1-10 0,8 2-15 16,-7 0-11-16,-1 1-19 0,1 0-15 0,-7-2-8 15,-1 2-8-15,-5 3-3 0,-8-4-3 16,2 4 3-16,-1-5-3 16,-6 5-9-16,-1 0-6 0,-6 0-6 15,7 0-6-15,-7 0-2 0,0 0 0 0,0 5 4 0,0-1 1 16,0-1 4-16,-7 5 12 0,7-1 8 0,0 0 6 15,-6 1 9-15,6 3 12 0,-7-1 2 16,7 1-4-16,0 4-1 0,0-4 6 0,0 4 1 16,0-5-1-16,7 6 1 0,-7-5 0 15,6-1-2-15,1 2-8 0,-1-2-7 16,8-2-7-16,-2 3-7 16,1-8-4-16,0 2-6 0,6-2-9 0,-5-3-10 0,6 0-4 15,-1 0-1-15,1-3-4 0,-8-2 2 0,8 2 1 16,-7-5 6-16,0 1 3 0,-6 0 0 15,-1-4 2-15,0-1-2 0,1 2-1 0,0-5-2 16,-7-3-1-16,0 3 2 0,0-4 1 16,-7 5 8-16,7 0 10 0,0 3 12 15,-7 0 8-15,7 0 5 16,0 3 0-16,0 5-7 0,-6-6-11 0,6 7-14 0,0 2-13 16,0-4-11-16,0 4-5 0,0 4 0 0,0-2 0 15,-6 7 0-15,6-1-2 0,0 2 4 16,0 0 0-16,0 6 1 0,0-2-1 0,6 0 1 15,-6 1 3-15,6 0 0 0,-6-1-12 16,7 2-26-16,-7-5-38 16,7-1-53-16,-1 2-69 0,-6-5-74 0,6 0-88 15,1-3-110-15,0-1-129 0,-1 1-136 0,7-4-134 16,0-4-77-16,0 1 18 0,-7-5 92 0,8 1 143 16,-1-3 177-16</inkml:trace>
  <inkml:trace contextRef="#ctx0" brushRef="#br0" timeOffset="53183.65">5268 13536 36 0,'7'-14'379'15,"-7"3"85"-15,0 0 76 0,0 2 46 16,0 3-68-16,0 2-69 16,-7-3-59-16,7 7-62 0,0-3-60 0,0 3-65 0,0-5-47 15,7 10-25-15,-7-5-4 0,0 6 5 16,6 2 9-16,1 3 16 0,-7 1 1 0,6-2-15 16,1 5-10-16,-1-1-7 0,1-3-1 15,-7 8-5-15,7-5-3 0,-7 1 3 16,6 0 0-16,0-4 2 0,-6 0 1 0,0 4-4 15,0-8-5-15,7 3-9 0,-7-6-9 16,0 3-14-16,0-3-10 0,0 0-1 0,0-1 7 16,0-3 11-16,0 0 2 0,0 0-1 15,0 0-11-15,0-3-12 0,-7-5-19 0,7 1-19 16,-6-4-13-16,6 1-5 0,-6-2-8 16,6-2 1-16,0-4-3 0,0-1-2 15,0-4-3-15,0 2 1 16,6-2 2-16,0 3-3 0,1-3-1 15,0 4 1-15,-1 1-2 0,7 4-1 0,0-1 1 0,0 4 1 0,1 0-2 16,-2 4 0-16,1 3 4 0,7 1-2 16,-8 3 3-16,8 3-2 0,-7 4 3 15,0 1 1-15,7 3 0 0,-7 4 0 0,-7-1-4 16,8 0 6-16,-8 5 6 0,7-2 7 16,-7 3 6-16,1-3 6 0,0 2 11 0,-7-4 2 15,6 3-5 1,0-3-3-16,2-1-6 0,-8 1-6 0,6-4-9 15,0 0-16-15,-6 1-34 0,0-5-53 16,6-4-66-16,-6 4-70 0,0-3-86 0,7-4-134 16,0 0-160-16,-7-4-175 0,6 1-174 15,7-4-59-15,-7 0 21 0,8-5 109 0,-2 1 170 16,8-3 217-16</inkml:trace>
  <inkml:trace contextRef="#ctx0" brushRef="#br0" timeOffset="53527.43">6063 13250 371 0,'0'-14'562'0,"0"-1"126"0,-6-3 98 0,6 4-2 15,-8-2-138-15,8 5-97 0,0 4-87 16,0-1-97 0,-6 1-82-16,6 4-72 0,0-1-59 0,-6 4-48 0,0 0-32 15,6 4-19-15,-14 6-8 0,8 2 4 0,-1 2 9 16,-5 4 24-16,4 5 22 0,-4 6 21 15,6 0 13-15,-8 4 11 0,8 1 2 0,-1 2-18 16,1-3-14-16,-1 3-14 0,7 1-11 16,0-4-15-16,0 0-9 15,0 0-4-15,7-4-14 0,-1 1-11 16,1-4-10-16,5-1-9 0,-4-3-4 0,4-4-9 0,2 0 2 16,5-2-4-16,-6-2-4 0,6-7-5 0,-5 1-18 0,5-5-35 15,1-3-52-15,-8 0-61 0,2-3-73 0,-2-1-82 16,2 0-103-16,-1-3-134 0,-7-5-149 15,7 2-164-15,-6-1-88 0,-1-4 3 0,8 1 75 16,-8-5 145-16,0 1 184 0</inkml:trace>
  <inkml:trace contextRef="#ctx0" brushRef="#br0" timeOffset="54066.2">6284 13353 303 0,'-6'-19'501'0,"0"5"102"16,6 3 114-16,-8-1-1 0,2 2-112 0,6 3-86 15,-6-1-73-15,6 1-82 0,0 7-101 32,0-4-79-32,-7 1-64 0,7 3-34 0,0 3-18 15,7 1 1-15,-7 3 4 0,0 4 16 0,6 3 23 0,-6 3 7 16,6-4 1-16,-6 6-5 0,8-1-6 16,-8 1-8-16,0-1-9 0,6 0-7 0,-6-3-3 15,0 3-4-15,0-4-1 0,0-3 1 16,0 1-7-16,0-1-4 0,0-3-4 0,0-2-7 15,0-2-3-15,0 0-10 0,0-1 4 16,0 0 8-16,0-3 12 0,0 5 7 16,0-5 0-16,0-5-1 0,0 2-9 0,-6-4-17 15,6 0-19-15,0-4-15 0,-8 0-5 16,8-4-4-16,0-4-7 0,0 1-3 0,0-4-1 16,8 0-4-16,-8 0-2 0,6 1 0 15,7 2 4 1,-7 2 2-16,8-3 2 0,-2 3 2 0,2 5 2 0,-2-3-4 0,2 5 0 15,-1 3 2-15,6-5-2 0,-6 5 2 16,1 3-3-16,5 1 4 0,0 3 2 0,-6 0-5 16,1 3 2-16,-2 5 1 0,1-1 1 15,0 4 1-15,-6 3 0 0,-1 1 4 16,1 3 3-16,0 1 6 0,-1-1 1 0,0 3 5 16,-6-1 4-16,0 2 2 15,0-4 0-15,0 0-3 0,0 0-3 0,-6-3-2 0,6-1-4 16,0 1-4-16,-6 0-5 0,6-3-3 15,-7-2-20-15,0-3-40 0,7 1-57 0,-6-5-74 16,6 1-91-16,-7 0-136 0,7-4-163 16,-6 0-183-16,6-4-200 0,0 0-65 0,0-4 20 15,0-2 98-15,6 0 161 0,1-2 209 16</inkml:trace>
  <inkml:trace contextRef="#ctx0" brushRef="#br0" timeOffset="54364.32">6805 13177 395 0,'7'-7'586'0,"-7"-1"132"16,0 1 99-16,0 4-28 0,0-2-148 0,0 2-122 15,0 3-126-15,0 0-99 16,6 0-61-16,-6 8-28 0,0-1 1 0,0 7 6 0,0 2 24 16,0 2 10-16,-6 3-1 0,6 5-5 15,-7 0-4-15,7 3 2 0,-6 1 3 0,-7-1-37 16,6 0 4-16,1-4-119 0,-8 5-89 15,2-1 0-15,5-2 0 0,-6-2 0 0,0 0 0 16,7 1 0-16,-8-4 0 16,8 0 0-16,0-4 0 0,-1-3 0 15,1-1 0-15,6-3 0 0,-7-3 0 0,7 0 0 0,0-5 0 16,7-3-50-16,-7 0-349 0,6-3-103 0,1-5-123 16,5-3-130-16,2 0-135 0,-2-3-122 15,2-1-9-15,-1 0 63 0,-1 1 136 16,8-2 176-16,-6 2 201 0</inkml:trace>
  <inkml:trace contextRef="#ctx0" brushRef="#br0" timeOffset="54957.68">6923 13466 112 0,'0'-2'453'16,"0"-7"111"-16,0 2 116 0,0 0 66 0,0 0-88 16,0 0-84-16,0-1-70 0,6 1-67 15,0-4-76-15,1 3-61 0,0 1-41 0,-1-1-35 16,7 1-27-16,1-3-26 0,-2 6-20 15,8-3-22-15,-7 3-20 16,7-1-18-16,-2 3-21 0,-4 2-15 0,5 0-19 0,-5 0-12 16,5 2-7-16,-6 7-8 0,-7-2-3 15,8 0-2-15,-8 4 3 16,1 0 2-16,-7 0-4 0,0 4 1 0,0-5-2 0,-7 2 3 0,1 2-2 0,-8 2-1 16,2-6 3-16,-2 1-4 0,2 0 1 15,-2 1 0-15,-5-2-1 0,5 0-3 0,2-2-1 16,-1 0 3-16,6-1-1 0,-6-4-1 15,7 1-2-15,6-4 2 0,-6 4 1 0,-2-4 0 16,8 0-1-16,0 0 1 0,0 0 1 31,8 0-1-31,-8-4-2 0,6 4-3 0,0-4 3 16,1 4-1-16,6-3-5 0,-6 3 3 16,5 0 1-16,2 0 2 0,-2 0-6 0,1 0 1 15,1 3 6-15,5 1 6 0,-6 0 14 0,7 3 10 0,-7 1 12 16,-1-1 15-16,8 0 11 0,-6 0 11 15,-2 4 3-15,-5 1 0 0,-1-1-3 0,8 0-3 16,-14-1-4-16,0 2-7 0,0-2-5 16,-7 1-3-16,0-3 0 0,1 0-2 0,-7 2 1 15,-1-3-4-15,-5 1-3 0,6-5-1 16,-6 6-28-16,-1-7-20 16,0 2 0-16,1-1 0 0,-1 1 0 0,8-4 0 15,-8 0 0-15,7 0 0 0,-7 0 0 0,8-4 0 16,-2 4 0-16,2-3 0 0,4-1 0 0,-4 4 0 15,5-2 0-15,1-3 0 0,-1 5 0 16,0-4 0-16,7 1 0 0,-6-2-132 16,6 2-160-16,0 0-76 0,0-1-82 0,0 0-117 15,6-2-149-15,1-2-167 16,0 0-111-16,6 1-6 0,-7 0 62 0,8-4 131 0,-2-1 183 16,2 2 223-16</inkml:trace>
  <inkml:trace contextRef="#ctx0" brushRef="#br0" timeOffset="55426.47">7073 13100 205 0,'0'-11'454'0,"0"0"59"0,6-1 55 15,7 2 28-15,-7 3-107 0,14-1-73 16,0 1-31-16,-1 0-15 0,1 3-18 15,6 0-38-15,0 4-62 16,0-3-42-16,-1 6-35 0,2-3-21 0,-1 4-26 16,0 3-15-16,0 2-8 0,-7 1-8 15,7 5-5-15,-6-1-5 0,0 8 1 0,-1-3 4 16,-5 6 8-16,-2 1 4 0,1 3 13 0,0 0 4 0,-6 1 5 16,-1 3 2-16,0-1-5 0,2 2-3 15,-8-1-11-15,-8-1-3 0,8-2-2 0,-6-1-9 16,-7 1-5-16,7-5-5 0,-7-3-5 15,0 4-6-15,-1-8-4 16,2 1 6-16,-1-1 1 0,0 1-46 0,-7-9-31 0,7 5 0 16,7-4 0-16,-8-3 0 0,2-2 0 0,5-2 0 15,-6 0 0-15,6-1 0 0,1 0 0 16,0 2 0-16,-1-5 0 0,7 3 0 16,-7-3 0-16,1-3 0 0,6 3 0 0,-6 0 0 15,6-5 0-15,0 2 0 0,0 0 0 16,0-1 0-16,0-3 0 15,0-1 0-15,0 1-88 0,6 0-256 0,0-4-94 0,1 0-132 16,6-1-163-16,-7 2-187 0,14-5-122 0,-7-3-9 16,7-1 55-16,-1 1 134 0,7-4 193 15,0-3 240-15</inkml:trace>
  <inkml:trace contextRef="#ctx0" brushRef="#br0" timeOffset="55613.2">7880 13086 180 0,'0'-8'627'0,"-6"5"141"0,-1-1 105 16,0-1 67-16,7 3-156 0,-6-2-198 0,6 0-196 15,-6 4-126-15,6-3-107 0,0 3-97 16,0-4-92-16,0 4-105 16,0 4-140-16,0-4-177 0,6 3-196 15,0 1-150-15,-6 0-43 0,14 3 31 0,-2 0 102 0,2 1 147 16</inkml:trace>
  <inkml:trace contextRef="#ctx0" brushRef="#br0" timeOffset="55817.14">7984 13339 61 0,'-6'22'492'0,"-1"-5"152"16,-6 2 126-16,6-1 103 16,1 1-77-16,-6-5-110 0,4 4-77 0,-4 1-88 0,5-1-73 15,-6 1-70-15,6-1-55 0,-5 0-57 0,-2-4-63 16,2 5-58-16,-2-4-49 0,1 3-34 15,1-3-36-15,-8-1-54 0,0 1-77 16,7-4-98-16,-7 0-147 0,8 1-207 0,-8-6-240 16,7 2-201-16,0-5-58 15,0 5 26-15,0-8 106 0,-6 0 189 16,5 0 241-16</inkml:trace>
  <inkml:trace contextRef="#ctx0" brushRef="#br0" timeOffset="56894.94">3764 14587 342 0,'0'-3'478'0,"-7"3"96"0,7-4 122 0,-6 4-31 16,6-3-65-16,0-2-63 0,-6-1-49 15,6 2-61-15,0-3-91 0,0-1-63 16,0 1-59-16,6 0-31 0,0-4-32 0,1 3-20 16,6-3-21-1,0 1-17-15,-1-1-7 0,2 3-12 0,-1 0-3 0,7 6-8 0,-8-3-7 16,2 2-11-16,-8 6-10 0,7 2-7 15,-6 5-1-15,-1 5 8 0,1 4 12 0,-7 2 19 16,0 5 24-16,0 3 18 0,0 1 15 16,0 2-2-16,0-2-4 0,0 2-12 15,0 1-20-15,6-3-18 0,0-1-17 0,-6-3-10 16,8-5-10-16,-2 2-11 16,0-9-6-16,0 1-2 0,2-4-4 0,-2-3 0 15,7-2 0-15,-7-1 2 0,1-5-1 0,0 0-2 16,-1-5-3-16,-6 2-2 0,6-5 0 15,0 5-3-15,-6-5 1 0,0 2 1 0,0 1 2 16,8 2-1-16,-8-1-2 0,0 4-2 16,0 0-2-16,-8 4 0 0,8-1-2 15,0 8 0-15,0 0 2 0,-6 5 6 0,6 2 14 16,0 3 22-16,0 2 21 0,0-2 26 16,0 1-14-16,0 4-70 0,-6-3 0 0,6-2 0 15,-13 5 0-15,6-8 0 0,-6 4 0 0,1-4 0 16,-2-2 0-16,-6-2 0 0,8-3 0 15,-8 0 0-15,1-3 0 0,-1-2 0 16,1-2 0-16,-1-4 0 0,0 0 0 0,-6-4 0 16,7-2 0-1,-1 1 0-15,-6-2 0 0,7-4 0 0,-1 8 0 0,0-8 0 0,8 7 0 16,-8-4 0-16,7 5 0 0,1-5 0 16,-2 5 0-16,8-5 0 0,-1 5 0 0,-6-1 0 15,13 0 0-15,-7 0-231 0,1 1-496 16,6-1-356-16,0-3-158 0,6 0-30 15,-6 3 61-15,0-6 136 16,0-2 245-16,7 1 378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21:42.7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14972 4491 240 0,'0'-3'368'0,"7"3"59"0,-7 0 52 16,0-4-19-16,0 4-7 0,0-4 4 15,0 4-12-15,0-3-19 0,0 3-43 16,0 0-59 0,0 0-67-16,0 0-66 0,0 3-36 0,0-3-14 15,0 8-13-15,0-1-3 0,0 4-4 16,0 3 8-16,0 1-4 0,0 7-8 0,7 0-14 15,-7 0-12-15,0 4-13 0,0 0-11 16,6 3-15-16,-6 0-12 0,7 0-7 0,-7 1-5 16,6-2-5-16,0-2-6 0,1 0-3 15,-7 0-4-15,0-4-4 0,7-4-2 16,-7 0 0-16,0-3-3 0,6-4-1 0,-6 0-4 16,0-4-3-16,0-3-15 0,0 0-45 15,0-1-67-15,-6-3-102 0,-1-3-146 0,0-5-160 16,-5 1-176-16,5-4-153 0,1-4-37 15,-8-2 47-15,2-2 120 0,5-4 150 16,-6 2 181-16</inkml:trace>
  <inkml:trace contextRef="#ctx0" brushRef="#br0" timeOffset="250.48">14640 4392 323 0,'-6'-7'636'15,"-1"0"87"-15,7-1 62 0,-6 1 35 0,6 0-217 16,6 3-199-16,1-3-127 0,6-2-69 16,0 7-54-16,13-2-39 0,0 0-24 0,0 1-16 15,13 3-14-15,-6 0-17 0,6 0-8 16,7 0-7-16,-8 0-4 0,1 0-12 0,7 0-9 16,-7 3 0-16,-6-3 1 0,6 4-6 15,-13-4-5-15,0 4-13 0,0-4-48 0,-13 2-78 16,0 3-118-16,-6-1-152 0,-1-1-175 15,-6-3-165-15,0 4-50 0,-6 0 31 16,-1-4 89-16,0 3 138 0</inkml:trace>
  <inkml:trace contextRef="#ctx0" brushRef="#br0" timeOffset="687.89">15747 4286 117 0,'7'-15'490'0,"0"1"81"0,-7-1 82 0,0-4 89 16,0 5-122-16,0-4-143 0,-7 3-71 0,0 1-51 16,1-2-60-16,0 6-71 0,-1-1-40 15,-6 0-28-15,6 4-36 0,-5 3-25 0,4 0-17 16,-4 4-15-16,-1 4-18 0,-7 0-19 15,8 6-10-15,-8 5-5 0,-6 4-5 16,6 3-1-16,-5 7 0 0,5 1 9 0,-7 2 10 16,7 8 16-16,2 1 19 0,-2 3 17 15,1 3 9-15,5 1 7 0,2 3-6 0,-2 0-1 16,8 4-6-16,6-4-3 0,0 5 3 16,0-1-12-16,6-4 3 0,0-3-10 15,8-1-8-15,-2-4-13 0,2-1-13 0,5-10 0 16,1 1-11-16,0-4-2 0,-1-3-12 15,1-4 2-15,0 0 0 0,-2-7-6 0,-4 0 3 16,5-5-4-16,-5 1-13 0,4-7-42 16,-10 0-68-16,4-1-95 0,1-6-134 0,-6-5-157 15,6 1-172-15,-7-4-173 0,0-3-78 16,2-5 18-16,-2-3 93 0,7 0 137 16,-7-7 178-16</inkml:trace>
  <inkml:trace contextRef="#ctx0" brushRef="#br0" timeOffset="1257.18">15858 4638 77 0,'0'-15'507'0,"0"1"121"0,0 3 92 15,0-5 87-15,-6 10-94 0,6-3-131 0,0 3-126 16,0 2-102-16,-6 0-79 0,6 1-81 0,0 3-68 16,0 0-45-16,0 3-21 0,6 5-6 15,-6 3-1-15,6 3 5 0,-6 1 6 0,7 0 2 16,-1 7 4-16,1 0 3 0,-1 0 0 15,1 3 2-15,-1-3 1 0,-6 4-2 0,6-4 0 16,-6-1-6-16,8 2-8 0,-8-5-5 16,0-3-6-16,0-1 0 0,6 2-3 15,-6-9 6-15,0 0 13 0,0 0 14 0,-6-3 13 0,6 0-2 16,0-4-5-16,0-4 14 0,-8 0-30 16,2-3-25-16,6-5-19 0,-6 2-6 15,-1-5-9-15,1 1-27 0,-1-1 10 0,1-4 5 16,-1 1 2-16,7-4 0 0,0 0-1 15,0 5-4-15,0-3 4 0,7-2-1 0,-1 4 0 16,1-3-1-16,6 6 2 0,-1-4 0 16,2 1-2-16,-1 3 1 0,6 5-1 0,1-5-1 15,-7 7 3-15,7-3-2 0,-1 4 1 16,1 0 0-16,-1 3-1 0,-6 0 1 0,7 4 1 16,-1 4 1-16,-5 0 0 0,5 3-1 15,-6 0 1-15,0 4-3 0,-1 3 2 0,2 1 4 16,-8 1-2-16,8 2 3 0,-8 4 2 15,0-3 6-15,1 2 0 0,-1 1-3 16,-6 0 5-16,7-4-2 0,0 3 2 0,-1 2-2 16,-6-4-1-16,6-5-1 0,-6 4-3 15,7-3-1-15,-7-4-3 0,0 0 1 0,0 1 0 16,0-5-3-16,0-4-3 0,0 1-7 16,0 0-23-16,0-4-64 0,0 0-92 15,-7-4-121-15,7 0-170 0,-6-4-198 0,0-2-205 16,6-5-132-16,-7 1-9 0,7-5 67 15,-7-3 148-15,7 0 186 0,0-3 220 0</inkml:trace>
  <inkml:trace contextRef="#ctx0" brushRef="#br0" timeOffset="1635.46">16262 4228 7 0,'0'-15'453'0,"0"0"109"0,6 1 88 0,-6-2 74 15,7 7-70-15,-7-4-153 0,7 3-106 0,-1 2-85 16,7 1-70-16,-6 3-60 0,6 4-46 16,-1 4-23-16,2 0-21 0,5 3-15 0,-6 7-7 15,6 2-6-15,1 1 11 0,6 6-3 0,-6 7 0 16,6-2 2-16,-7 5-2 0,8 4-1 16,-15 3-9-16,8 0 1 0,0 1 4 15,-14 3-4-15,7 0-2 0,-7-1 2 0,2 2-1 16,-2-1-2-16,-6-4-3 0,0 4 3 15,-6-4 10-15,-2 0 9 0,2 1 5 16,-7-4 8-16,0-5 7 0,0-2 6 0,-7-1-4 16,1-4-6-16,-1 1-5 0,1-3-6 15,0-5-9-15,-1 0-9 0,1-7-10 0,-1 3-11 16,6-6-9-16,2-1-12 0,-1 0-7 16,-1-3-6-16,8 0-5 0,0-4-5 0,0 0-20 15,-2-4-56-15,8 0-83 0,0-3-124 16,8-4-180-16,-2 0-215 0,0-4-230 0,14-3-123 15,-1 0-13-15,7-4 74 0,0-3 152 16,7-2 204-16</inkml:trace>
  <inkml:trace contextRef="#ctx0" brushRef="#br0" timeOffset="1889.25">17284 4718 22 0,'-6'4'552'0,"6"0"120"0,6-4 72 0,-6 0 56 16,7 0-69-16,0-4-195 0,5 0-182 15,2 4-107-15,-1-4-56 0,7 1-43 0,-2-1-36 0,2 0-29 16,-1 1-26-16,1 0-13 0,6-2-12 16,1 2-16-16,-8-1-18 0,7 1-57 15,-6-1-104-15,0 4-143 0,-2-4-172 0,-4 1-187 16,-1-1-131-16,-7 4-25 0,0 0 65 15,2-4 121-15,-8 4 160 0</inkml:trace>
  <inkml:trace contextRef="#ctx0" brushRef="#br0" timeOffset="2123.56">17422 4817 91 0,'-14'15'429'0,"8"-8"87"0,-1 4 117 0,7-4 99 15,0 1-74-15,7-5-72 0,-1 1-38 16,8 0-35-16,-2-4-73 0,2 0-70 15,5 0-57-15,-6 0-47 0,13 0-42 0,-7-4-36 16,1 0-33-16,7 1-37 0,-9-1-32 16,9 0-27-16,-7-3-18 0,6 4-17 0,-7-2-9 15,-6 2-9-15,0-1-6 0,-1 1-9 16,2-1-34-16,-14 4-49 0,6-4-77 0,-12 4-122 16,0 0-162-16,-2 0-208 0,-4 0-209 15,-1 0-103-15,0 0-7 0,-6-3 78 16,-1-1 143-16,6 0 201 0</inkml:trace>
  <inkml:trace contextRef="#ctx0" brushRef="#br0" timeOffset="4329.38">19095 4232 349 0,'0'-4'472'0,"6"-1"75"15,-6 2 61-15,0-1-9 0,0 4-101 16,0-3-83-16,0-1-57 0,0 0-50 0,0 4-73 15,0-3-66-15,0 3-44 0,0 0-33 16,0 3-16-16,0 5-15 0,0-1-2 16,7 5 3-16,-7 2 8 0,7 4 9 0,-7 4 13 15,6 3 10-15,1-2 2 0,-1 6 8 16,-6 0-3-16,7 0 0 0,-7 4-18 0,6-3-14 16,-6-1-7-16,0 0-21 0,7 1-13 15,-7-9-13-15,6 5-7 0,-6-4-6 0,0-3-6 16,6-1 2-16,-6-4 0 0,0-3-1 15,8 0 0-15,-8-3 2 0,0-1 0 0,0-2-4 16,0-3-4-16,0-2-10 0,0-2-21 16,-8-3-53-16,8-2-83 0,-6-1-127 0,0-3-147 15,-1-3-162-15,1 3-152 0,-1-7-101 16,-6 3 4-16,7-3 84 0,-8 0 129 0,2-5 158 16</inkml:trace>
  <inkml:trace contextRef="#ctx0" brushRef="#br0" timeOffset="4584.6">18828 4205 210 0,'-7'-10'535'15,"-5"1"93"-15,4-1 90 0,2-1 63 0,0 5-168 16,0-2-142-16,-1-1-102 0,7 3-83 16,7-2-74-16,-1 5-62 0,6-1-40 0,2-3-24 15,12 3-17-15,7 1-6 0,6-1-10 16,-1 4-17-16,9-4-6 0,-2 0-11 15,1 4-5-15,-1 0-7 0,1 0 0 0,-1 0 7 16,1 0-7-16,-13 0 0 0,-1 0 1 0,1 0-6 16,-13 0-1-16,-1 0-8 0,-6 0-7 0,0-3-13 15,-7 3-27-15,0 0-59 0,-6 0-116 0,0 0-130 16,-6 0-149-16,0 0-138 0,-1-4-123 16,1 4-15-16,-7 4 71 0,6-4 115 0,1 0 143 15</inkml:trace>
  <inkml:trace contextRef="#ctx0" brushRef="#br0" timeOffset="4990.78">20032 3931 374 0,'8'-15'526'15,"-2"-3"79"-15,-6 4 80 0,0-6-12 0,0 2-179 16,0 4-108-16,-6-1-55 0,6 0-50 0,-8 4-54 16,2 4-48-16,0-4-19 0,0 8-28 15,-8-4-26-15,8 7-26 0,-7 0-21 0,-1 3-16 16,2 8-11-16,-8 3-12 0,7 5 1 16,-7 3 11-16,-6 7 19 0,7 8 16 15,-1 3 15-15,0 7 21 0,2 6 9 0,4 1 8 16,-5 5-4-16,5 3-8 0,8-4-2 15,-6 5-2-15,12-1-1 0,0 1-3 0,0-5-4 16,6-3 3-16,0 0-2 0,8 0-9 16,-2-8-9-16,8 1-10 0,-1-8-12 15,1 0-13-15,0-3-13 0,-1-8-8 0,7 1-9 16,-6-5-7-16,-1-2 2 0,1-9-3 16,0 0-3-16,-1-2-7 0,1-5-21 0,-2-3-48 15,-4-1-74-15,-1-6-94 0,-6-1-130 16,6-8-164-16,-7-1-166 0,0-6-155 0,1-3-101 15,-7-7 4-15,7-1 82 0,-7-2 144 16,0-2 173-16</inkml:trace>
  <inkml:trace contextRef="#ctx0" brushRef="#br0" timeOffset="5525.05">20182 4304 83 0,'0'-11'519'16,"0"0"119"-16,0 4 83 0,0 3 56 15,0-3-130-15,0 3-167 0,0 4-152 0,0 0-115 16,0 0-74-16,0 0-42 0,0 7-17 16,8 1-12-16,-8 6 9 0,6 1 6 0,-6 0 0 15,0 7 2-15,6 0 1 0,-6 0-5 16,0 0 7-16,7 3 5 0,-7-3 4 16,6 1 1-16,-6-5 2 0,7 0-2 0,-7 1-11 15,6-5-6-15,-6 1-4 0,0-4-7 16,0-1 1-16,0-2 6 0,0 0 9 0,0-5 16 15,0 0 17-15,0 2 1 0,0-5-4 16,0-5-9-16,0 2-17 0,-6-5-25 0,-1 1-21 16,7-3-13-16,-6-5-12 0,-1 0-5 15,1-3-6-15,0 3-5 0,6-7-1 0,-8 4-3 16,8-4 3-16,0 3-6 0,8 1 3 16,-2 0 0-16,0 0 1 0,1-1-2 0,6 5-4 15,0-5 3-15,-1 4-2 0,8-3 2 16,0 3 1-16,-1 4 2 0,1 1 1 15,6 2-3-15,-7 1 4 0,1 0-2 0,-6 7-4 16,5 0-1-16,0 3 1 0,-6 1 5 16,7 3-3-16,-7 4 2 0,0 4 1 0,-7-1 1 15,7 1 0-15,-6 7 0 0,0-3 2 16,-1 3 1-16,0 0-1 0,1-1 2 16,-7 1 1-16,7 0 1 0,-7 1 1 0,6-5-2 15,-6 0 4-15,0 1-2 0,6-5-2 16,-6 1-4-16,0-4-5 0,0-4-11 15,0 4-38-15,7-8-74 0,-7 2-106 0,0-5-172 16,6-5-203-16,-6 2-222 0,7-8-173 0,0-4-39 16,5 1 48-16,2-4 141 0,-2-8 191 0,8 4 224 15</inkml:trace>
  <inkml:trace contextRef="#ctx0" brushRef="#br0" timeOffset="5837.5">20951 4078 252 0,'0'-12'628'0,"0"5"97"16,0 3 71-16,0-3 37 0,0 3-201 0,0 1-220 16,0 3-134-16,0 0-68 0,0 7-32 15,-6 4 2-15,6 8 23 0,0 2 13 0,0 5 10 16,0 8 18-16,-7 2-7 0,1 7-19 16,-1 1-24-16,0 4-12 0,-5 0-24 0,-2 3-34 15,2 0-23-15,-1 1-12 0,-7-5-17 16,8 1-19-16,-8-4-14 0,0-4-11 15,7-3-9-15,-1-4-7 0,2-4-3 0,-1-4-4 16,6-3-5-16,1-7-8 0,-1-1-12 16,1-2-55-16,6-5-92 0,0-3-123 0,0-4-171 15,0-7-182-15,6-1-197 0,1-2-168 16,6-2-25-16,0-6 61 0,-1 3 140 16,8-3 172-16,0 3 200 0</inkml:trace>
  <inkml:trace contextRef="#ctx0" brushRef="#br0" timeOffset="6292.93">20991 4598 396 0,'6'-12'555'0,"-6"2"111"0,6-2 83 0,-6 1-60 15,7-3-115-15,-7 3-100 0,6-4-99 0,8 5-93 16,-8-5-67-16,6 4-55 0,2 0-39 0,-1 4-35 16,7-5-19-16,-1 1-14 0,7 7-13 15,-6-2-7-15,-1 6-13 0,0 0-9 16,1 0 2-16,0 6-4 0,-7 2 4 0,7 3 6 15,-8 4 10-15,-5-1 4 0,6 4 1 16,-6 4 5-16,-1 4 0 0,-6 0 0 0,-6 0 0 16,-1-1-1-16,-6 5 1 0,-6-1 1 15,-1 0 2-15,0 0-1 0,-5-3-1 16,5 0 4-16,-6-1 4 0,6-3 5 0,-6 0 12 16,7-4 22-16,6 1 21 0,-1-4 22 15,2-8 24-15,4 4 26 0,-4-8 18 0,12 5 9 16,-6-5 3-16,12-3-14 0,-6 0-22 15,6 0-29-15,8 0-65 0,-2 0-80 0,8-3 0 16,6-1 0-16,0 4 0 0,0-4 0 16,0 1 0-16,7 0 0 0,-7-2 0 0,6 2 0 15,-5-1 0-15,-1 1 0 0,0-1 0 16,-1 0 0-16,1 1 0 0,-6-5 0 0,0 5 0 16,-1-2 0-16,-5 3 0 0,-2-3 0 15,-5 2 0-15,-1-1 0 0,1 0 0 0,-1-3 0 16,-6 3-132-16,-6-3-226 0,6-1-122 15,-7 1-143-15,-6-4-154 0,7 0-176 16,-8 1-93-16,8-9 1 0,-7 1 86 0,7 0 145 16,-1-8 193-16</inkml:trace>
  <inkml:trace contextRef="#ctx0" brushRef="#br0" timeOffset="6625.81">21413 3835 333 0,'0'-28'637'0,"8"-2"104"0,-8 7 67 16,6-2 45-16,0 7-217 0,1-1-201 0,-1 4-124 16,7 5-81-16,0 3-47 0,1 3-31 15,-2 8-17-15,8 3-3 0,-1 3 2 16,7 9 0-16,0 6 4 0,-6 2-5 0,-1 9 2 16,7 4 23-16,-6 4 39 0,-7 11 34 15,7 7 14-15,-1 5 9 0,1 2-4 0,0-4-35 16,-1 9-51-16,0-4-48 0,1-4-29 15,-1-1-73 1,-5-2-14-16,-2-5 0 0,-5-2 0 16,0-5 0-16,-7-6 0 0,6-6 0 0,-12-2 0 15,6-8 0-15,-7 0 0 0,-6-6 0 16,0-5 0-16,0-4 0 0,-7-3 0 0,7 0 0 16,-6-3 0-16,6-5 0 0,-7 1 0 15,7-4 0-15,-7 0-204 0,14-4-181 0,-6-3-154 16,4 0-179-16,2-1-212 0,6-6-154 15,-6 3-21-15,6-7 63 0,-7 3 131 16,7-7 195-16,0 3 250 0</inkml:trace>
  <inkml:trace contextRef="#ctx0" brushRef="#br0" timeOffset="7166.55">22573 4066 369 0,'0'-7'575'0,"6"3"118"0,-6-3 89 15,0 3-37-15,7 1-154 0,-7 0-137 0,0 3-123 16,0 3-91-16,0 0-62 0,7 8-21 16,-7 4 5-16,6 3 15 0,-6 4 24 0,6 7 5 15,1 0 3-15,-1 8-5 0,1-4-21 0,-7 4-18 16,7-1-25-16,-1 1-21 0,0-3-27 16,2-2-24-16,-8 1-15 0,6-3-16 15,-6-4-15-15,6-5-11 0,-6 1-9 0,0-4-8 16,0-3-29-16,0-4-60 0,0-3-97 15,-6-5-164-15,0-3-206 0,-2-8-223 0,2 1-196 16,0-3-60-16,-8-5 35 0,1-4 130 16,1-3 192-16,-2 0 223 0</inkml:trace>
  <inkml:trace contextRef="#ctx0" brushRef="#br0" timeOffset="7369.63">22443 4348 154 0,'-6'0'620'15,"6"-3"133"-15,-8 3 100 0,8-4 77 16,8-1-113-16,-2 3-177 0,7-2-160 0,0 0-92 15,0 1-59-15,7-1-35 0,5 0-35 16,1 0-28-16,7 2-34 0,-1-3-28 0,2 2-36 16,-2-2-35-16,1 2-29 0,-1 3-28 15,-7-4-17-15,-5 1-15 0,0 3-14 0,-7 0-28 16,0 0-32-16,-6-4-47 0,-7 4-59 16,0 0-85-16,0 0-145 0,-7 0-193 15,-6 0-241-15,6 0-149 0,-12 0-48 0,6-4 32 16,-1 1 123-16,8-1 201 0,-7-3 262 15</inkml:trace>
  <inkml:trace contextRef="#ctx0" brushRef="#br0" timeOffset="7778.4">23843 3928 63 0,'0'-8'310'0,"0"4"59"15,6 1 66-15,-6-5-13 0,0 8-17 16,0-4-4-16,0 4-7 0,0-3-16 0,0 3-38 15,0 0-44-15,0 0-48 0,0 3-39 16,0 5-22-16,0 3-10 0,0 3 14 0,0 5 21 16,0 2 27-16,0 6 19 0,0 1 10 15,0 9-5-15,0-4-14 0,0 7-27 0,0-3-38 16,0 0-40-16,0-4-34 0,0 3-25 16,0-7-24-16,7 1-18 0,-7-1-15 15,0-7-8-15,0-4-9 0,0 1-16 0,0-8-5 16,0 0-37-16,0-3-63 0,0-8-101 15,-7 0-142-15,7-8-169 0,-6-3-197 0,-1-3-179 16,-5-5-91-16,5-6 16 0,-6-1 96 16,-1-7 158-16,2-4 186 0</inkml:trace>
  <inkml:trace contextRef="#ctx0" brushRef="#br0" timeOffset="7996.71">23583 3876 22 0,'-14'-8'486'16,"8"1"132"-16,-1 0 103 0,1-1 71 15,6 1-87-15,0 3-160 0,0 1-137 0,6-1-108 16,1 0-83-16,13 1-55 0,-8 3-34 0,14 0-24 16,1 0-8-16,-1 0-7 0,6 0-16 15,1 0-15-15,6 0-10 0,-7 0-7 16,7 0-14-16,1 0-16 0,-8 0-4 0,1 0-8 16,-7 3-6-16,-1-3-18 0,-11 0-40 15,6 0-77-15,-8 0-119 0,-5 0-141 0,-1 0-165 16,-6-3-188-16,0 3-72 0,0-4 19 15,0 4 88-15,0-4 128 0,7 1 162 16</inkml:trace>
  <inkml:trace contextRef="#ctx0" brushRef="#br0" timeOffset="8371.7">24514 3553 65 0,'6'-7'586'0,"0"-4"125"15,2-1 101-15,-8 2 78 0,0-1-60 16,-8 0-214-16,8 0-179 0,-6 4-105 0,0 3-83 16,-1 1-69-16,-6-1-57 0,0 8-35 15,7-1-15-15,-14 8-8 0,7 4-4 16,0 3 0-16,-6 4 4 0,5 10 8 0,-5 5 20 16,0 7 29-16,-1 8 17 0,1 2 18 15,-1 13 7-15,7-1 10 0,-7 7-12 0,8 1-22 16,4-1-6-16,2 4-4 0,0-4 7 15,6-4 2-15,6-3-2 0,-6 1-91 0,6-9-46 16,2-3 0-16,4-8 0 0,-5 1 0 16,6-8 0-16,0-3 0 0,-7 0 0 0,8-8 0 15,-2 0 0-15,1-7 0 0,1 1 0 16,-2-9 0-16,2 1 0 0,-8-8 0 0,14-4 0 16,-7 2 0-16,-1-10-243 0,8-2-195 15,-6-4-134-15,-2-3-136 0,8-5-125 16,-7-3-135-16,-1-4-59 0,2-3 33 0,-8-5 108 15,7-1 161-15,-6-9 184 0</inkml:trace>
  <inkml:trace contextRef="#ctx0" brushRef="#br0" timeOffset="8894.68">24696 4004 223 0,'0'-19'617'0,"0"1"137"0,0 4 104 0,0-1 51 16,0 0-119-16,0 5-174 0,0 2-166 15,0 1-125-15,0 0-96 0,0 7-76 16,0-4-50-16,7 8-26 0,-7 3-11 0,0 0 12 16,6 8 13-16,1 3 17 0,-7 4 11 0,6 0 2 15,1 7 3-15,-1-2-18 0,0 1-2 16,-6-2-8-16,8 3-8 0,-8-4-7 0,6 2-10 16,-6-2 6-16,0-7-7 0,6 1-2 15,-6-5 0-15,0-3 8 0,0 0 13 16,0-4 10-16,0-3 12 0,0 0 1 0,0-4-48 15,0 0-64-15,-6-8 0 0,6 1 0 16,-6-7 0 0,-2-1 0-16,2-4 0 0,0-2 0 0,-1-2 0 15,7-5 0-15,-6 2 0 0,-1 0 0 16,7 0 0-16,0 5 0 0,0-2 0 0,0 1 0 16,7 4 0-16,-1 0 0 0,1 4 0 15,-1-1 0-15,8 4 0 0,-2 0 0 0,8 0 0 16,-1 0 0-16,1 4 0 0,0 3 0 15,-1 1 0-15,1-2 0 0,-1 10 0 16,0-5 0-16,1 3 0 0,-1 1 0 0,1 6 0 16,-7-2 0-16,7 6 0 0,-8-3 0 15,2 8 0-15,-2-5 0 0,2 4 0 0,-8 1 0 16,7 3 0-16,-13-4 0 0,7 4 0 16,0-3 0-16,-1 3 0 0,-6-4 0 0,0-1 0 15,0 3 0-15,0-6 0 0,-6 1-136 16,6-1-128-16,-7-3-121 0,7 1-153 0,0-5-170 15,0-4-184-15,7-3-149 0,-1-3-18 16,0-9 56-16,8 2 124 0,-2-5 175 16,1-4 227-16</inkml:trace>
  <inkml:trace contextRef="#ctx0" brushRef="#br0" timeOffset="9161.19">25484 3807 14 0,'7'-19'539'0,"-1"4"159"16,1 5 118-16,-1-2 93 0,1 1-57 15,-7 5-174-15,0-2-186 0,0 3-143 0,0 1-101 16,0 8-64-16,0 1-25 0,-7 6 16 16,7 6 38-16,-6 6 38 0,-1 7 32 0,1 2 12 15,-1 8 1-15,-6 9-21 0,0-3-35 16,0 6-36-16,0 0-183 0,-7 2-21 16,8-2 0-16,-8-4 0 0,7-2 0 0,0-5 0 15,0-1 0-15,-1-3 0 0,2-4 0 0,6-3 0 16,-1-9 0-16,0 2 0 0,1-6 0 15,-1-2 0-15,7-4 0 0,-6 0 0 0,6-7-105 16,0-1-455-16,6-6-204 0,1-1-218 16,-1-7-163-16,1 0-17 0,6-4 62 0,7 1 136 15,-8-4 203-15,8-1 253 0</inkml:trace>
  <inkml:trace contextRef="#ctx0" brushRef="#br0" timeOffset="9674.11">25582 4278 476 0,'0'-11'707'0,"-7"-3"119"16,7 3 92-16,0-8-2 0,7 5-162 0,-7 0-205 16,6-2-120-16,1 2-96 0,-1 0-71 15,8-1-58-15,-2 0-48 0,8 4-34 16,-1 4-40-16,1-4-24 0,6 7-22 0,-6 1-11 16,-1 3-6-16,7 0-10 0,-6 7-5 15,-1 4 0-15,1 0 3 0,-7 3-2 0,0 4-2 16,0 4 2-16,-7 1 5 0,1-1 0 15,-7 0 2-15,-7-4 1 0,1 4 0 0,-7-4-1 16,-7 0-3-16,0 1-2 0,1-1-2 16,0-3 0-16,0 0 5 0,-1-4-4 0,0-1-2 15,7-2 0-15,0-1 0 0,6 0 0 16,-5-2-5-16,5-5 7 0,7 0 2 0,0 0 7 16,0 0 3-16,0-5 0 0,13 1 0 0,-7 1 0 15,8-1 2-15,5 1-6 0,-6-1-1 16,14 0 0-16,-8 4 4 0,7 0 1 0,0 4 7 15,0 3 8-15,0 0 11 0,-7 2 13 16,7 5 12-16,-6 0 10 0,-1 1 7 0,7 4 5 16,-12-1-3-16,5 4-4 0,-5 3-6 15,-2-2-5-15,-6-1-7 0,2-1-5 0,-8 1-36 16,0 0-25-16,-8 0 0 0,-4-4 0 16,-2 1 0-16,-5-1 0 0,-1-3 0 15,-6-4 0-15,-6 4 0 0,6-8 0 0,-7 0 0 16,1 1 0-16,-1-8 0 0,1 0 0 15,5 0 0-15,-5-5 0 16,6-1 0-16,0-2 0 0,0-3 0 0,6-3-298 16,0-1-267-16,8-3-251 0,-1-5-286 15,6 2-101-15,7-8 15 0,0-1 90 16,7-3 177-16,6-4 247 0</inkml:trace>
  <inkml:trace contextRef="#ctx0" brushRef="#br0" timeOffset="10024.92">25856 3506 394 0,'6'-30'744'15,"0"5"114"-15,1-1 92 0,6 0 63 16,6 4-220-16,-5 4-264 0,11 0-152 0,1 6-90 16,0 6-60-16,1 2-41 0,5 11-15 0,1 5-7 15,6 2 1-15,-7 11 0 0,8 0 7 16,-8 12 27-16,7 12 11 0,0 2 5 0,1 6 2 15,-1 10-62-15,-1 7-155 0,-5 2 0 16,-7 5 0-16,0-1 0 0,-13 1 0 0,-6-4 0 16,-7 0 0-16,-7-8 0 0,1-2 0 15,-7-5 0-15,-1-8 0 0,-5 2 0 0,0-9 0 16,-1-7 0-16,-7 1 0 0,9-8 0 0,-2-4 0 16,-7-7 0-16,9 0 0 0,4-7 0 15,-5-4 0-15,5 0 0 0,2-4 0 0,-2-4 0 16,2 2 0-16,5-5 0 0,-6 3 0 15,6-6 0-15,1 3-435 0,0-5-222 0,0-1-202 16,-2-2-236-16,2 1-68 0,6-9 27 16,0 3 89-16,0-1 173 0,0-6 236 0</inkml:trace>
  <inkml:trace contextRef="#ctx0" brushRef="#br0" timeOffset="10561.51">27392 3934 153 0,'7'-18'487'0,"-7"3"129"15,0 5 105-15,0-5 12 0,0 3-20 16,0 5-118-16,0-4-109 0,0 7-98 0,-7 1-98 16,7-1-80-16,0 1-54 0,7 6-44 15,-7 4-12-15,0 8 10 0,7-1 25 0,-1 13 27 16,-6-2 18-16,12 9 21 0,-4 5 1 16,-2 3-19-16,0-2-19 0,8 3-27 0,-8-2-29 15,1-1-28-15,-1-4-21 0,-6 1-22 16,6-8-14-16,1 1-8 0,-7-5-6 0,7-2-3 31,-7-9-10-31,0 0-11 0,0 2-38 0,0-10-64 0,0-2-90 0,0-4-126 0,-7-4-174 31,-6-2-191-31,7-6-188 0,-7-6-121 0,-7 0-11 0,6-8 73 0,-4 4 152 0,4-4 190 16</inkml:trace>
  <inkml:trace contextRef="#ctx0" brushRef="#br0" timeOffset="10764.46">27249 4168 17 0,'-13'-6'483'0,"0"3"174"16,1-2 133-16,4 2 97 0,2-2-63 15,0 1-135-15,6 4-133 0,6-3-139 0,0 3-93 16,8-3-55-16,5-1-29 0,7 4-8 16,0-4-5-16,13 4-4 0,7-3-18 0,-1-1-21 15,1 4-32-15,6-4-31 0,-6 1-28 16,6 3-28-16,-13-4-21 0,6 1-20 16,-12 3-12-16,-7-4-17 0,0 4-28 0,-6-4-37 15,-7 4-51-15,0 0-66 0,-7-4-76 16,-6 4-108-16,7 0-142 0,-14 0-171 0,1 0-186 15,-1 0-109-15,1 0-15 0,-1-3 68 16,1 3 140-16,0-4 191 0</inkml:trace>
  <inkml:trace contextRef="#ctx0" brushRef="#br0" timeOffset="11428.09">28851 3648 218 0,'0'-7'441'0,"0"4"97"0,0-5 113 16,-6 1-8-16,6 3-103 0,-7-2-82 0,1-3-66 15,-1 6-80-15,1-2-98 0,-8 5-58 16,2 0-31-16,-2 0-20 0,2 8-12 15,-8 1 4-15,7 1-5 0,-7 5 4 0,1 7 9 16,6 0 0-16,-6 3-2 0,5 8-1 0,-5 0 8 16,6 4 0-16,0 3-14 0,7 1 1 15,-8 2 3-15,14-3 3 0,-6 4 7 16,12-3 4-16,0-1 12 0,2-3 11 0,4-5 1 16,8 2-2-16,-1-8-8 0,1-1 0 15,0-7-4-15,12-3-10 0,-6-5-4 16,6-2-5-16,2-3 1 0,-2-5 1 0,1-8 0 15,-1 0 5-15,1-3-25 0,-1-4-87 16,-6-3 0-16,1-3 0 0,-2-5 0 0,-5 0 0 16,0-8 0-16,-1 2 0 0,-6-5 0 15,0 2 0-15,-7-7 0 0,1 6 0 0,-7-4 0 16,0 4 0-16,-7 2 0 0,-6 5 0 16,0-4 0-16,0 8 0 0,1 2 0 0,-8 0 0 15,0 6 0-15,1 2 0 0,-7 0 0 16,6 5 0-16,-6 2 0 0,0 1 0 0,0 3 0 15,0 4 0-15,6 0 0 0,1 0 0 16,-1 4-22-16,8-1-335 0,-2 5-62 0,8-1-65 16,-1 4-97-16,7-3-114 0,0 2-129 15,7 1-128-15,5-3-22 0,8 2 51 16,0-2 119-16,5 0 164 0,2-2 194 0</inkml:trace>
  <inkml:trace contextRef="#ctx0" brushRef="#br0" timeOffset="11865.56">29711 3446 341 0,'0'-14'468'0,"0"3"82"0,0 0 93 16,-6 0-47-16,6 0-100 0,-7 0-61 0,7 0-51 15,-7 4-53-15,1 4-71 0,0-5-53 16,-8 5-42-16,2 3-31 0,-2 0-10 0,1 3-4 16,1 5 6-16,-8 6 7 0,0 4 19 15,1 8 23-15,-1 3 15 0,0 8 9 16,1 3 6-16,-1 7 9 0,0 2 3 0,2 5-14 16,-2 5-14-16,7 0-12 0,-1 3-6 15,8 1-12-15,0-2-9 0,12 3-11 16,-6-7-11-16,14-1-118 0,-8-2-10 0,7-6 0 15,7-5 0-15,-2-3 0 0,-4-3 0 16,6-3 0-16,-1-9 0 0,1 2 0 0,-1-9 0 16,1-4 0-16,0-7 0 0,-2 1 0 15,2-5 0-15,0-6 0 0,-1 0 0 0,-5-2 0 16,-2-5 0-16,2 2 0 0,-1-3 0 0,-13-4 0 16,6 4-303-16,0-6-177 0,-6 1-158 15,0-2-182-15,0-1-216 0,0-2-73 16,0-1 20-16,7 1 91 0,0-6 169 0,-1 2 220 15</inkml:trace>
  <inkml:trace contextRef="#ctx0" brushRef="#br0" timeOffset="12172.09">30010 3726 180 0,'0'-12'605'0,"0"-2"139"0,-6 3 103 16,6 4 82-16,0-5-137 0,0 5-203 0,0 4-162 0,0-1-131 15,-6 0-96-15,6 0-75 0,0 8-30 16,0 0-2-16,0 3 9 0,0 7 23 16,6 1 24-16,-6 7 15 0,6 1-6 0,-6 6-13 15,7 0-12-15,0 0-17 0,-1 4-25 16,0 1-13-16,2-5-6 0,-2 4-9 0,0-4-9 16,1 0-7-16,-1-2-8 0,1-2-6 15,-7-3-7-15,6-4-8 0,-6-7-5 16,7 3-3-16,-7-3-1 0,0-4-1 0,6 1-2 15,-6-3-13-15,0-5-33 0,0 0-63 16,-6-8-83-16,6-1-109 0,0-1-159 0,-7-1-200 31,7-3-217-31,-6-5-137 0,6-3-23 0,0-3 51 16,0-1 128-16,6-7 197 0,-6 4 241 16</inkml:trace>
  <inkml:trace contextRef="#ctx0" brushRef="#br0" timeOffset="12531.36">30271 3278 6 0,'20'-18'540'0,"-7"3"150"15,7-3 118-15,-8 4 82 0,8 3-37 0,-1 0-208 16,1 4-159-16,6 2-123 0,-7 10-81 16,7-1-51-16,0 6-26 0,1 8-6 0,-1 4 14 15,0 7 17-15,-1 8 10 0,1 4 3 16,1 10 1-16,-1-1-12 0,0 6-32 0,-6 6-30 15,-7 1-32-15,-1 2-55 0,-5 2-83 0,-7 2 0 16,-7 1 0-16,-5-4 0 0,-1-1 0 16,-7-6 0-16,0-5 0 0,1-1 0 15,-1-10 0-15,0-3 0 0,8-7 0 0,-8 1 0 16,7-9 0-16,0-3 0 0,0 0 0 0,7-7 0 16,0-4 0-16,-2 0 0 0,2-3 0 0,0-1 0 15,6-4 0-15,-7 1 0 0,7 0 0 16,-6-4 0-16,6 3 0 0,0-3 0 0,0 0 0 15,-7-3 0-15,7-1 0 0,-7 0 0 16,1 1-544-16,0-4-352 0,-2-5-285 0,2 1-92 16,-6-4 27-16,5-3 102 0,0 0 195 15,1-8 295-15</inkml:trace>
  <inkml:trace contextRef="#ctx0" brushRef="#br0" timeOffset="15738.4">17578 11151 156 0,'-6'4'468'0,"6"-8"99"16,-8 0 90-16,2 1 12 0,6-1-35 0,-6 1-115 15,6 3-96-15,0 0-86 0,-7 0-78 16,7 3-76-16,-7 1-58 0,7 3-33 0,0 4-7 15,0 8 7-15,-6-1 13 0,6 8 13 0,0 2 4 16,6 2-2-16,-6 3-11 0,0 4-15 0,0-4-21 16,0 3-15-16,-6-2-16 0,6-1-16 15,0-1-7-15,0-2-10 0,0-1-2 16,-7-8-10-16,7 2-4 0,0-1-3 0,0-7-16 16,-6-4-57-16,6-5-113 0,-6-6-152 15,6 0-177-15,-7-3-176 0,-6-8-167 0,7 0-40 16,-8-7 62-16,1-3 129 0,7-6 164 15</inkml:trace>
  <inkml:trace contextRef="#ctx0" brushRef="#br0" timeOffset="15957.1">17199 11129 175 0,'-12'-11'535'0,"5"4"104"0,-6-4 76 0,13 4 41 15,0-1-182-15,7 1-163 0,-1 3-121 16,7 1-87-16,13 3-64 0,0 0-32 0,1 0-21 15,11 0-18-15,1 3-13 0,1-3-14 16,5 4-11-16,-6-4-6 0,7 4-11 16,-7-1-2-16,0-3-3 0,-7 0-6 0,2 4-6 15,-9-4-10-15,-5 4-37 0,0-4-100 16,-8 0-133-16,-5 3-160 0,-1-3-200 0,-6 0-105 16,-6 0-21-16,6 0 68 0,-7 0 116 15,7 0 155-15</inkml:trace>
  <inkml:trace contextRef="#ctx0" brushRef="#br0" timeOffset="16267.69">18183 10899 52 0,'13'-15'472'0,"-6"0"99"0,-7-3 92 0,0 4 91 15,0-5-85-15,0 8-147 0,-7-3-90 16,1 2-72-16,-1 5-82 0,-6 0-72 0,7 3-49 15,-8 0-36-15,2 8-16 0,5 0-1 0,-6 7 11 16,-6 4 6-16,5 3 13 0,2 8 10 16,-8 2 4-16,7 13-2 15,0-1 1-15,0 8-7 0,-1 3-10 0,8 0-12 16,0 4-16-16,0-3-17 0,6-2-17 16,0 2-12-16,6 0-12 0,0-5-12 0,0-4-7 15,8 3-7-15,-1-11-3 0,0 2-6 16,0-4-8-16,0-3-7 0,0-5-18 0,0-6-49 15,7-1-78-15,-7-7-109 0,6-4-151 16,1-7-187-16,-1-4-183 0,1-3-177 16,0-3-43-16,6-5 47 0,-1-4 123 0,-5-3 172 15,6-8 193-15</inkml:trace>
  <inkml:trace contextRef="#ctx0" brushRef="#br0" timeOffset="16638.65">18541 11247 18 0,'0'-15'434'0,"0"1"73"0,-6-5 70 15,0 9 86-15,-1-6-74 0,0 9-136 0,-5-1-92 16,5 1-53-16,-6 3-53 0,6 4-66 16,-5 4-39-16,-2 0-15 0,2 3 7 0,-2 4 2 15,8 5 4-15,-7-2-5 0,6 8-6 16,1 0-16-16,6 3-23 0,0 0-10 16,0 4-9-16,6 2-3 0,1-2-6 0,-1 0 6 15,7-7 7-15,1 0 4 0,5 0 5 16,0-7 1-16,1-1 3 0,6-6-5 15,0-1-5-15,0-7-2 0,-6-4 0 0,6 1 3 16,-1-8-1-16,-5 0 6 0,0-7 7 16,-1 2 0-16,-5-5-7 0,-2-1-9 0,-6 0-11 15,-6-4-15-15,0 1-18 0,0-1-16 16,-12 3-11-16,-1 2-10 0,0-2-6 0,-7 6-6 16,1 2-14-16,-7 0-39 0,6 8-59 15,1-3-77-15,-1 2-105 0,0 3-152 16,7 2-185-16,1-1-173 0,5 1-156 0,-6-1-36 0,7 0 44 0,6-3 124 0,-7 0 181 15,14-5 204-15</inkml:trace>
  <inkml:trace contextRef="#ctx0" brushRef="#br0" timeOffset="16966.71">18724 10825 72 0,'12'-14'480'0,"-4"-4"117"15,4 3 106-15,-5 0 76 0,-1 1-112 16,-6 2-148-16,14 1-102 0,-8 4-96 0,0 0-88 15,8 2-61-15,-2 5-29 0,2 5-20 16,5-2-12-16,7 8-9 0,-6 4-4 0,6 3 2 16,7 8 3-16,-8 7 8 0,7 3 7 15,2 11 9-15,-2 5 0 0,1 3-1 16,-1 5-11-16,1-2-21 0,-7 0-10 0,-13 1-6 16,-1-1-1-16,-4-2 1 0,-2-1 6 15,-12-5 9-15,-2-5 2 0,2-1 0 0,-7-4-1 16,0-7-5-16,0-4-10 0,-7 1-11 15,1-9-13-15,0-3-12 0,-1-6-11 16,1-1-12-16,-1-5-7 0,-6-1-7 0,7-5-7 16,5 0-7-16,-5-5-9 0,6 2-31 15,6-4-72-15,1 0-103 0,0-1-147 0,6-3-194 16,6 0-223-16,7-3-231 0,7-1-67 16,-2-3 29-16,9 0 113 0,5-4 176 0,1-1 218 15</inkml:trace>
  <inkml:trace contextRef="#ctx0" brushRef="#br0" timeOffset="17170.9">19734 11331 53 0,'12'0'551'0,"8"-5"130"0,-1 2 101 16,1 0 78-16,-8-1-81 0,15 4-173 31,-7-4-172-31,6 1-113 0,-7-1-91 0,1 4-72 0,6-4-52 0,-6 0-39 0,5 4-24 31,-5-3-21-31,0 3-12 0,-1 0-24 0,-6-4-70 0,6 4-133 0,-5 0-172 0,-2 0-180 16,-5 0-211-16,-7 0-97 0,7 0 8 16,-14 4 96-16,0-4 154 0,-5 7 174 0</inkml:trace>
  <inkml:trace contextRef="#ctx0" brushRef="#br0" timeOffset="17358.34">19884 11422 241 0,'-20'15'475'0,"7"-5"83"0,-1 2 114 0,2-4 21 16,4 3-67-16,2-5-82 0,6-1-61 15,0 2-50-15,6-4-89 0,8 5-79 0,-1-5-64 16,0-3-39-16,6 4-31 0,1-4-18 16,6 0-14-16,-6-4-14 0,5 4-13 0,2-3-13 15,-1-1-13-15,-6 0-11 0,-1 1-9 16,1 0-9-16,-8-1-8 0,2-1-7 0,-8 2-9 16,0 0-12-16,-6 3-41 0,0 0-85 31,-6 0-166-31,-7-5-211 0,0 5-250 0,-6 0-159 0,-1 0-47 0,6 0 37 0,-11-3 142 15,5 0 201-15</inkml:trace>
  <inkml:trace contextRef="#ctx0" brushRef="#br0" timeOffset="18774.49">21068 10840 249 0,'0'-8'310'0,"0"1"48"0,7 0-40 16,-7 0-1-16,0-1-20 0,0-2-6 15,0 2 8-15,0 1 8 0,0-4-9 0,-7 3-18 16,7 5-27-16,-6-4-34 0,0-1-49 16,-2 4-47-16,-4 4-33 0,6 0-19 0,-8 4-21 15,1-1-9-15,1 4-1 0,-2 1-1 16,2 3 3-16,-8 4-3 0,7 3 10 0,-1 1 5 16,-4 2 2-16,4 5 3 0,8 4 7 15,-7-1-2-15,6 4-3 0,0 0-1 0,1-1-8 16,6 6 3-16,0-6 5 0,6 4 5 15,1-2 8-15,6-1 2 0,0 0 4 16,7-3-7-16,-1-2-11 0,1-2-3 0,0-3-7 16,6-2 4-16,-1-3 5 0,1-3-1 15,0-1-1-15,1-6 2 0,-1-4 0 0,6-4-5 16,-6-4 0-16,1 1 4 0,-2-5 5 16,1-3 4-16,0-4 12 0,-6 1 9 15,-1-4 3-15,1-2 1 0,0-5 1 0,-7 0-5 16,-7-4-9-16,7-4-13 0,-6 0-4 15,-7-4-1-15,0-4-4 0,0 6-2 0,-7-7-3 16,-6 6 4-16,7 3-7 0,-7 0 1 16,-7 0-4-16,0 4-5 0,1 4-7 15,-1-1-8-15,0 4-6 0,-5 3-9 0,5 5-5 16,-6-1-3-16,6 7 1 0,1 5-5 16,-1-1-7-16,1 8-7 0,0-1-20 0,6 5-44 0,-1 2-67 15,2 2-81-15,4 3-110 0,8 0-161 0,0 3-180 16,0-4-159-16,8 4-140 0,-2-3-22 15,7 1 55-15,7-3 139 0,-8-1 184 0,14-5 196 16</inkml:trace>
  <inkml:trace contextRef="#ctx0" brushRef="#br0" timeOffset="19149.39">21831 10675 28 0,'6'-18'428'0,"0"-1"78"0,1 1 93 16,-7-1 86-16,0 1-75 0,0 4-110 16,-7-1-72-16,7 0-47 0,-6 4-72 0,0 1-65 15,-1 2-61-15,0 5-51 0,1-5-34 16,-7 8-28-16,7 4-21 0,-8 0-16 0,2 7-15 16,-2-1-5-16,-5 9 0 0,5 3 14 15,-4 8 14-15,4 2 14 0,-5 5 19 16,5 2 13-16,2 10 8 0,6-2 4 0,-2 8-2 15,8-4 0-15,0 4-6 0,8-3-3 16,-2 0 0-16,0-5-6 0,7-4 0 16,0-2 1-16,0-1 1 0,1-7-3 0,4-4-6 15,-4 1-4-15,5-8-15 0,-5 0-14 16,5-4-13-16,0-4-10 0,-6 1-6 0,7-4-6 16,0-3 0-16,-8-5-6 0,2 0-1 15,-1-3-6-15,-1 0-25 0,-4-3-49 0,-2 0-73 16,0-5-107-16,-6-3-157 0,6 1-183 15,-6-2-173-15,0-2-155 0,0-4-38 0,7-1 53 16,-7-4 127-16,7 2 172 0,-1-1 188 16</inkml:trace>
  <inkml:trace contextRef="#ctx0" brushRef="#br0" timeOffset="19430.57">22123 10880 222 0,'0'-15'578'16,"7"-3"121"-16,-7 3 100 0,0 1 50 0,0 3-138 15,-7 4-159-15,7-4-139 0,0 7-106 16,0 0-92-16,0 4-64 0,-6 0-29 0,6 8-8 16,0-1 5-16,0 8 10 0,0-1 13 15,0 8 3-15,6 5-2 0,-6-2-11 0,0 4-17 16,7 4-13-16,-7 0-10 0,0-1-6 16,0 1-11-16,7-3-14 0,-7-1-8 0,0 0-9 15,0-3-8-15,6-4-10 0,-6 1-9 16,0-9-6-16,6 1-3 0,-6-5-1 15,0 1-2-15,7-3 1 0,-7-5 0 0,7 1-4 16,-7-4-18-16,6 0-52 0,1-4-81 16,-7-3-117-16,6-3-174 0,0-2-210 0,-6-2-211 15,7-4-140-15,0-1-23 0,-1-7 61 16,0 0 144-16,2-6 196 0,-2-5 224 0</inkml:trace>
  <inkml:trace contextRef="#ctx0" brushRef="#br0" timeOffset="19774.25">22306 10562 333 0,'0'-19'566'16,"6"1"97"-16,1 3 77 0,6 1-21 0,0 2-149 15,0 2-136-15,7 2-99 0,-1 4-66 0,1 4-51 16,6 4-27-16,-7 4-7 0,7 2-8 16,0 5-6-16,-6 7-4 0,6 4 7 15,0 7 0-15,0 7-9 0,0 0-4 0,0 7-9 16,-6 5-11-16,-1 7-17 0,-5-3-12 15,-8 2-6-15,-6 0-6 0,0 0-1 0,-6-6-4 16,-8-1-2-16,-5 1 0 0,5-5 1 16,-4-3 0-16,-2 1 3 0,0-9-4 0,-6 1 0 15,7-8-4-15,-1 0-6 0,7-3-36 16,-7-8-46-16,8 1 0 0,-2-9 0 0,8 1 0 16,-1-3 0-16,1-1 0 0,6 0 0 15,-7-3 0-15,7-1 0 0,-6 1 0 16,6-4 0-16,0 0 0 0,-7 0-76 0,1 0-377 15,0 0-286-15,-2 0-339 0,-4-4-162 16,-2 1-26-16,2-5 77 0,-1-2 174 0,-1-5 279 16,2-4 344-16</inkml:trace>
  <inkml:trace contextRef="#ctx0" brushRef="#br0" timeOffset="22533.89">21121 11048 119 0,'-7'0'259'0,"0"0"42"0,7 0-35 16,-6 5-1-16,6-5-14 0,-6 0-25 15,-1 0-16-15,1 0-11 0,-1 3-5 16,7-3-1-16,-7 0 0 0,1 3 6 0,0-3 6 16,6 0 4-16,-8 5-5 0,2-5-6 15,6 0-5-15,-6 4-13 0,0-4-19 0,-1 0-17 16,0 0-14-16,7 3-16 0,-6-3-9 15,-1 0-7-15,7 0-7 0,-6 0-7 16,0 0-8-16,6 0-7 0,-8 3-10 0,8-3-6 16,-6 0-6-16,0 0 1 0,6 0 6 15,-6-3 4-15,6 3 3 0,0 0 5 16,0 0 5-16,0 0-5 0,0 0-3 0,0 0-8 16,6 0-5-16,0 0-11 0,8 0-14 15,-8 0-1-15,7 0-9 0,0 0-6 0,6 0-3 16,1 0-3-16,-7 0 1 0,7 0-6 15,-1 0 2-15,0 0 3 0,-5 0-1 0,5 0 1 16,-13 0-1-16,8 0-2 0,-8 0 0 16,0 0-1-16,2 0 4 0,-8 0 4 15,0 0 5-15,0 0 4 0,-8 0 0 0,-4 0 1 16,-2 0-3-16,2 0-4 0,-8 0-2 0,1-3-3 16,5 3-1-16,-5 0-4 0,6 0 1 15,-6 0-1-15,5 0 0 0,2 0-1 16,-2 0 0-16,8 0 3 0,-1 0-2 0,1 0 0 15,6 0 0-15,-6 0 0 0,6 0 0 16,6 0-2-16,-6 0 3 0,6 0-1 0,7 0 1 16,1 0 4-16,-2 0 0 0,8 0 0 15,0 0-3-15,-1 0 2 0,7-4-1 0,-6 4-2 16,-1-5-1-16,1 5 1 0,0 0 2 16,-1 0-2-16,-6-3 2 0,0 3-1 15,-7 0 2-15,8 0 1 0,-8-3 2 0,-6 3 0 16,6 0 0-16,1 0 0 0,-7 0-1 15,0 0-4-15,-7-5-7 0,7 5-21 0,0 0-56 16,-6-3-127-16,0 3-195 0,6-3-238 16,-8-2-212-16,2 5-98 0,0-3-4 15,-1 0 93-15,-6-2 178 0,7 3 230 0</inkml:trace>
  <inkml:trace contextRef="#ctx0" brushRef="#br0" timeOffset="49103.17">19089 2432 384 0,'0'-7'460'16,"0"-1"65"-16,0 1 87 0,0-1-60 16,-7 5-100-16,7 0-70 0,0-1-53 0,0 0-58 15,0 4-80-15,0 0-72 0,0 4-47 16,0 3-14-16,0 8 0 0,0-1 21 0,0 4 11 16,7 5 18-16,-7 6 15 0,6-3 13 15,-6 7 7-15,6 0-12 0,-6 0-6 0,7-4-12 16,-7 4-2-16,7-4-9 0,-7 1-10 0,0-5-7 15,6 1-6-15,-6-4-2 0,0-4-8 16,7 0-5-16,-7-2 1 0,0-6 6 0,0-2 15 16,0-1 21-16,0 0 22 0,0-4 18 0,0 1 7 15,0-4 0-15,0 0-14 0,-7-4-26 16,7 1-29-16,0-4-31 0,-6-4-20 16,6-3-19-16,-7-2-4 0,0-2-5 0,7 0-3 15,-6-8-1-15,6 1-3 0,0-4 0 0,-6-1-2 16,12 5 0-16,-6-5-2 0,0 5 1 15,6 2 0-15,1-2 0 0,0 6-1 16,6-3-4-16,-7 8 0 0,7-4 0 0,0 3 1 16,7 0 0-16,-7 4 1 0,6 0 1 0,0 3-1 15,1 6 2-15,0-3-1 0,-1 5 4 0,1 0-2 16,0 7 2-16,-1 1 2 0,1 3 0 16,-8 0 0-16,8 8-3 0,-7-5 4 0,0 4 0 15,0 4-1-15,1 0-1 0,-8 1 1 16,0-1 2-16,1 3-19 0,0-3 9 0,-7 0 1 15,6 0 3-15,-6 0 3 0,0-3-2 0,0-1 18 16,0 0-4-16,0 0-2 0,-6-3-4 16,6 0 2-16,0-5 1 0,0 1-3 0,0 0-6 15,0-4 1-15,0 1-6 0,0-4-18 16,0 0-36-16,0-1-47 0,6-3-74 0,-6 0-91 16,0 0-121-16,6-3-152 0,1-5-143 0,-1 0-129 15,1-2-110-15,6-1-10 0,0-4 77 16,0 1 142-16,0-1 162 0</inkml:trace>
  <inkml:trace contextRef="#ctx0" brushRef="#br0" timeOffset="49509.31">19811 2498 88 0,'0'-7'472'0,"0"-1"119"16,0 5 109-16,0-4 88 0,0 3-117 15,0 0-132-15,0 1-103 0,0 3-106 0,0 0-101 16,6 0-81-16,2 0-55 0,-2 3-35 15,7 1-24-15,0 3-7 0,6 0-9 0,7 5-4 16,1-1-4-16,-1 0-1 0,6 4 0 0,-5-5-4 16,5 5 2-16,1-1-5 0,-7-3 5 15,6 3-8-15,-6-2-2 0,-7-1 8 0,1 0 1 16,0 0 0-16,-7 0-3 0,-1-4 10 16,-4 1 10-16,-2-1 3 0,-6 1 16 0,0-1 27 15,-6 4 18-15,-2-4 22 0,-4 5 12 16,-8-2 13-16,1 1 3 0,-1 0-7 0,-6 4-5 15,-7-1-7-15,1 1-3 0,-1 0-4 16,-5-1-4-16,-1 1-1 0,6-1-1 0,-7 4-7 16,8-2-8-16,6-5-14 0,-1-1-11 0,2 5-16 15,5-7-12-15,0 2-11 0,8-3-5 16,-1-3-7-16,6 4-3 0,-6-5-4 0,13 1-11 16,-6-4-15-16,6 4-32 0,0-4-53 0,6 0-70 15,-6-4-83-15,13 0-120 0,1-2-152 16,4-3-141-16,9 2-134 0,-1-3-124 15,6-5-17-15,1 0 71 0,6 1 138 0,1-9 155 16,-2 5 179-16</inkml:trace>
  <inkml:trace contextRef="#ctx0" brushRef="#br0" timeOffset="49946.71">20535 2517 44 0,'6'-11'477'0,"0"3"139"0,-6 1 105 16,0 4 84-16,0-5-93 0,0 4-153 15,0 1-122-15,0-1-124 0,0 4-101 0,0 0-72 16,-6 4-40-16,6-1-28 0,-6 4-5 16,-1 5-1-16,7 2 7 0,-7 1-8 0,1 3-7 15,6 9 5-15,0-2-3 0,0 0-6 0,0 4-5 16,6 0 9-16,1 1 10 0,0-5-2 16,5 1-2-16,2 0 2 0,-2-4 1 0,8-4 3 15,-1 0 3-15,1-3 4 0,0-3-3 0,5-5-4 16,8 0 0-16,-7-3-7 0,6-4-17 15,-5 0-10-15,5-4 8 0,-6-3 11 16,1 0 17-16,-1-5 20 0,0-3 22 0,-7 0 24 16,-5 1 14-16,4-8 5 0,-10 0 5 15,4-7-9-15,-5-1-15 0,-7 2-15 0,0-6-63 16,-7 2-60-16,-5 2 0 0,-2 1 0 0,-6-1 0 16,1 5 0-16,-13 3 0 0,6 4 0 15,-7 0 0-15,1-1 0 0,5 8 0 0,-5-1 0 16,6 6 0-16,-1-2 0 0,9 5 0 0,-2-1 0 15,0 0 0-15,7 4 0 0,1 4-22 16,-2 0-301-16,1-1-91 0,6 1-118 0,1 3-160 16,-1 1-169-16,7-1-160 0,-6 0-33 15,6 0 35-15,-6 1 113 0,-1-5 185 0,7-3 222 16</inkml:trace>
  <inkml:trace contextRef="#ctx0" brushRef="#br0" timeOffset="62951.04">29476 7319 280 0,'0'0'386'0,"0"-3"48"0,-6-2-5 16,6-2-20-16,0 4-66 0,-6-5-41 15,6 5-14-15,-8-4-1 0,2 3-5 0,0 0-15 16,0 1-24-16,-1-5-29 0,0 8-38 16,-6-3-35-16,7 3-23 0,-8 0-24 0,2 3-13 15,-1 0-14-15,0 5-4 0,-7 0-9 16,7 2 67-16,-7 1-43 0,8 4-20 0,-8 0-9 16,1 4-5-16,5-1 5 0,2-1-68 15,-8 6 43-15,13 2 15 0,-5 0 8 16,5 2 4-16,-6-2-2 0,7 4-4 0,6 1-1 15,0 0 2-15,0-1 4 0,0 3-1 16,6-2 7-16,7-1 3 0,-6-2 2 0,5 2 7 16,8-4 0-16,-7 0 4 0,7-3-1 15,-1 4-2-15,7-8-5 0,0 1-5 0,0-1-6 16,1-3-4-16,5-4-6 0,-6 0-3 16,-1-7-1-16,9 3 1 0,-9-7 3 0,1 0 4 15,1-4 0-15,-1-3 2 0,0-1-1 16,0-3 2-16,-7 0 1 0,1-3 0 15,0-1 3-15,-7 0 2 0,6-3 0 0,-6-4-5 16,-7 4-6-16,8-5-4 0,-8-2-3 16,-6 3-6-16,0-3-3 0,0-5 2 15,-6 5 3-15,6-1 4 0,-7-3 1 0,-6 3 1 16,7-3 1-16,-8 3-2 0,2 0-4 0,-8 1-1 16,7 0-1-16,-7 2-3 0,8 1 0 15,-8 4-4-15,1 4-4 0,-1-1-6 0,0 0-5 16,1 8-5-16,-1-4-7 0,-6 7-1 15,7 0-2-15,-7 4-6 0,0 0-21 0,6 4-34 16,-7 0-47-16,9 3-61 0,-9 0-63 16,14 4-67-16,0 0-75 0,1 1-99 15,4-2-123-15,8 1-121 0,8 0-127 0,-2 1-76 16,6-2 17-16,2-3 93 0,5 4 149 16,1-6 170-16</inkml:trace>
  <inkml:trace contextRef="#ctx0" brushRef="#br0" timeOffset="63450.94">30239 7132 374 0,'0'-10'457'15,"6"-2"53"-15,-6 2 60 0,-6-2-65 16,6 5-83-16,0 0-49 0,-7 0-28 0,7 3-25 16,-7 0-36-16,1 1-43 0,6 0-57 15,-13-1-33-15,7 4-29 0,-1 4-14 0,-6-4-18 16,-7 6-13-16,7 2-5 0,0 3-6 16,-6-1 6-16,-1 5 1 0,1 4 6 0,-1 2 4 15,0 5 7-15,8-1 8 0,-8 5-1 16,1-1 10-16,5 4 6 0,-5 0 6 15,6 4 11-15,0-1 5 0,6 1 3 0,1 3 4 16,-1 4 0-16,1-3-2 0,6-1-9 16,0 4-9-16,6-4-9 0,-6 0-15 0,7 5-16 15,-1-5-12-15,7-4-12 0,-6 5-12 16,-1-4-8-16,8-5-8 0,-2 1-5 16,-5 1-3-16,6-9-6 0,0 1-3 0,0 0 0 15,0-8-2-15,1 0 0 0,-2-4-3 16,1-3 2-16,7 1-2 0,-8-4-1 0,2-2-2 15,-1-2-1-15,0-4-8 0,0 0-20 16,0 0-33-16,0-4-48 0,0 0-56 16,-6-3-71-16,-1-1-75 0,7-2-82 0,-7-1-105 15,8 0-114-15,-8-4-128 0,8 1-120 16,-8-1-67-16,6-3 26 0,2-5 94 0,-1 1 139 16,-1 1 172-16</inkml:trace>
  <inkml:trace contextRef="#ctx0" brushRef="#br0" timeOffset="64122.65">30382 7594 104 0,'-7'-15'460'0,"7"-3"79"0,-6 4 74 15,-1-1 90-15,7 4-112 0,-6 0-107 16,6 0-66-16,0 4-52 0,-7-1-52 0,7 5-76 16,0 0-74-16,0-1-48 0,0 4-42 15,0 0-23-15,0 4-15 0,0-1 0 0,7 4 0 16,-7 4 4-16,6 3 9 0,-6 1 10 0,7 4 5 15,-1-1 4-15,-6 3 11 0,0 1 7 16,7 1 4-16,-7-1 1 0,7 0 2 16,-7 0 3-16,0-1 3 0,0-3 2 0,0 5 2 15,6-4 0-15,-6-5 2 0,0 1-5 16,0 0-6-16,0-5-8 0,0 1-3 0,0-4-1 16,0 0 0-16,0-3 9 0,0 0 8 15,0 0 7-15,0-4 5 0,0 0-1 16,6 0-11-16,-6-4-15 0,0 0-19 0,0-3-18 15,0-4-18-15,-6 0-14 0,6 1-6 16,0-5-6-16,0 0-2 0,0 1-1 0,-6-5-1 16,6 1 0-16,-7-1 0 0,7 1-2 15,0 0 1-15,-7-5 1 0,7 5 1 0,0 1 0 16,0-3 0-16,0 6 0 0,0-4-4 16,7-1 1-16,0 4-2 0,-1 1-2 15,0-1-1-15,8 1 1 0,-8-1 1 0,7 5 1 16,0-3 1-16,0 3 1 0,7 0 0 0,-8 1 0 15,2 2-1-15,5 0 1 0,-5 3-1 16,-2-3 2-16,8 4-3 0,-7 3 3 0,-1-4 1 16,8 4 0-16,-6 0-2 0,-8 4 0 15,7-4 3-15,0 3-2 0,0 4-1 0,-7-3-1 16,0 3 2-16,2 4 2 0,-2-3-2 0,0 3 1 16,1 0 1-16,-7 4 2 0,7-1-1 15,-7 1 2-15,0 3 1 0,0 1-2 0,6-1 3 16,-6-1 3-16,0 3 9 0,0 2 6 15,0-4 10-15,0 0 9 0,0 0 3 0,0 1 4 16,0-5-48-16,0 1-1 0,0 0 0 16,0-4 0-16,0 0 0 0,0 0 0 0,0-4 0 15,0-3 0-15,0 3 0 0,0-3 0 0,0-1 0 16,0 1 0-16,0-4 0 0,0 0 0 16,0 0 0-16,0-4-46 0,0-3-168 0,0 0-99 15,0 0-103-15,0-5-139 0,0 1-156 16,0-3-150-16,0-1-142 0,7 0-24 0,-7-3 52 15,6 0 128-15,0-1 182 0,1-2 198 16</inkml:trace>
  <inkml:trace contextRef="#ctx0" brushRef="#br0" timeOffset="64624.75">30870 6859 104 0,'0'-9'408'0,"0"6"63"0,7-5 58 16,-7 5 17-16,6-5-88 0,-6 5-66 0,7 0-38 16,-1-2-19-16,8 1-20 0,-8 1-14 15,7-1-29-15,0 4-39 0,0 0-31 0,7 4-20 16,-1-1-21-16,1 6-20 0,-1-6-17 0,0 8-15 31,8 0-9-31,-8 1-6 0,8 1-4 16,-2 6-1-16,-5-1 11 0,6 4 17 0,-6 4 12 15,5-1 11-15,1 9 7 0,0-1-2 0,-6 3-8 16,7 1-13-16,-15 7-6 0,8-4-2 16,-7 4-3-16,-1-1 5 0,-12-2 3 0,8 3 0 15,-8 0-6-15,-8-5-10 0,2 3-8 16,-7-3-9-16,0 1-58 0,0 2-30 0,-7-6 0 15,1 1 0-15,6-5 0 0,-6 2 0 0,-1-5 0 16,7 1 0-16,0-5 0 0,0-3 0 16,0-5 0-16,6 3 0 0,1-6 0 0,0 1 0 15,-1-4 0-15,0-4 0 0,7-3 0 0,0-1 0 16,0 1 0-16,-6-4 0 0,6 0 0 16,6 0 0-16,-6-4 0 0,0-3 0 0,0 0 0 15,0-1-434-15,0-2-132 0,0-1-161 16,0 0-174-16,-6-4-168 0,-1 0-32 0,-6 0 52 15,-6 1 118-15,-1-5 187 0,-12 4 225 0</inkml:trace>
  <inkml:trace contextRef="#ctx0" brushRef="#br0" timeOffset="65222.7">28819 6773 251 0,'-6'-10'374'0,"6"2"37"0,0 1 39 15,0 0-65-15,0 0-93 0,0 2-43 0,-8 2-4 16,8-1-4-16,0 0-11 0,0 4-20 16,0-3-27-16,0 3 0 0,0 3 9 0,0 1 15 15,0 3 5-15,0 5 9 0,0-1 10 16,8 6-7-16,-8 2-17 0,0 6-22 0,0 4-5 15,0 5-3-15,0 3 0 0,0 7 2 16,-8 8-9-16,8 2 1 0,0 8-8 0,0 4-12 16,0 0-15-16,0 4-12 0,-6 7-10 15,6-3-13-15,0 2-4 0,0 1-7 0,6-4-5 16,-6 4-2-16,0-4 2 0,8-3 3 16,-2-1 5-16,0-3 1 0,1 0 1 0,-1-7-4 15,1 0-27-15,-1-5-64 0,7 2 0 16,-7-9 0-16,2 0 0 0,-2-2 0 15,0-5 0-15,-6 0 0 0,7-7 0 0,-7-3 0 16,7-2 0-16,-7-2 0 0,0-8 0 0,0-3 0 16,0-4 0-16,0 0 0 0,0-6 0 15,0-10 0-15,0 2 0 0,0-8-134 16,0-4-196-16,-7-7-72 0,7-3-85 0,0-8-116 16,7-3-126-16,-7-9-113 0,6-3-117 0,0-3-16 15,-6-4 65-15,7-3 140 0,6-5 173 16,-6-3 179-16</inkml:trace>
  <inkml:trace contextRef="#ctx0" brushRef="#br0" timeOffset="66191.24">28858 6773 304 0,'-7'-14'379'0,"-6"-4"37"15,0 3 42-15,1-4-104 0,4 9-61 0,2-5-6 16,0 4 14-16,-1 0 5 0,7 4-6 16,0-4-16-16,0 7-36 0,7-3-43 15,-1 4-56-15,8-6-16 0,5 9-7 0,7-3 1 16,6-2 15-16,7 5 7 0,13 0 14 16,7-2-17-16,13 2-15 0,12-4-26 0,1 1-23 15,13-2-21-15,13 2-19 0,-1 0-12 16,14-2-10-16,6 3-4 0,1-3-5 0,-1 1 5 15,0 1-3-15,0-1 0 0,-6 1 1 16,-1-1-3-16,-11 0-6 0,-1-3-12 16,-14 4 5-16,-13-5 0 0,1 1-3 0,-6-4 2 15,-14 3 7-15,0-2 8 0,-7-2 10 0,1 2 22 16,-14-5 19-16,1 3 17 0,-7 2 10 16,0-5 10-16,-7 3 5 0,1 2-7 0,-7-5-3 15,0 8-4-15,-6-4-1 0,-1 0-4 16,-5 4-6-16,-2-1-3 0,2 1-8 0,-1 4-8 15,-7-1-11-15,-6 0-13 0,6 1-10 0,1 3-15 16,-7 0-9-16,0 0-4 0,0 3-3 16,0 5 2-16,0-2-1 0,0 6 6 15,-7-1 9-15,7 3 8 0,0 5 11 0,-6 3 13 16,6 0 17-16,0 3 16 0,0 4 10 16,0 1 14-16,0 7-9 0,6 0 7 0,-6-1 7 15,7 8 7-15,0 0 7 0,-7 3-102 0,12 5-18 16,-4 2 0-16,-2 2 0 0,0 2 0 15,7 2 0-15,0-3 0 0,0 7 0 0,1-7 0 16,-2 2 0-16,1 0 0 0,1 3 0 16,5-4 0-16,-6 1 0 0,7 4 0 0,-7-5 0 15,-1-3 0-15,-5 4 0 0,6-4 0 0,-7-1 0 16,2-2 0-16,-2-4 0 0,-6-1 0 16,6-3 0-16,-6 0 0 0,0-4 0 0,0-3 0 15,-6 0 0-15,6-8 0 0,-6 3 0 0,-2-6 0 16,2 0 0-16,0 0 0 0,-1-4 0 15,0-4 0-15,1 0 0 0,-7 1 0 0,7-5 0 16,-1-2 0-16,0-1 0 0,-5-1 0 0,5-2 0 16,-6 3 0-16,0-8 0 0,-7 4 0 15,0 1 0-15,1-1 0 0,-13 1 0 0,-1-5 0 16,1 5 0-16,-14-1 0 0,1 1 0 16,-8-5 0-16,-12 4 0 0,0-3 0 0,-7 3 0 15,-12-3 0-15,-7 3 0 0,-14-2 0 0,1 1 0 16,-7 2 0-16,-13-5 0 0,1 5 0 15,-1-6 0-15,-12 7 0 0,-8-2 0 0,8 4 0 16,-8-4 0-16,0 4 0 0,8 0 0 16,0 0 0-16,5 0 0 0,7 0 0 15,14 0 0-15,5-4 0 0,21 4 0 0,5-4 0 16,14 1 0-16,13 0 0 0,7-5 0 16,12 1 0-16,7 0 0 0,0-4 0 0,13 3 0 15,0 1 0-15,0-4 0 0,7 0 0 16,6 0 0-16,-7 3 0 0,7-3 0 0,0 0 0 15,0 0 0-15,0 0 0 0,7 0 0 16,-7 0 0-16,0 0 0 0,0 0 0 0,0 0-478 16,6-3-282-16,-6-1-310 0,7-7-133 15,-7 0-17-15,6-4 61 0,-12-7 130 0,6-3 246 16,-7-9 349-16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20:29.2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4109 4385 163 0,'0'0'344'0,"0"-3"59"0,-7-1 38 0,7-1-37 16,-6 2 4-16,6-4-6 0,0 3-5 16,-6 1-6-16,6-1-13 0,0 0-24 0,-7 1-36 15,7-1-52-15,0-1-37 0,0 3-25 16,0 2-27-16,0-4-25 0,-7 4-29 15,7 0-28-15,0 0-25 0,0 0-23 0,0 4-7 16,7-2 3-16,-7 7 9 0,7-2 13 16,-1 8 9-16,0 0 8 0,1-1-3 0,0 4-7 15,-1 0-12-15,7 4-10 0,0 1-8 16,-6-5-4-16,5 4-1 16,2 0-6-16,-1 0-3 0,0-4-3 0,0 1-3 0,-1-1-6 15,2-4-6-15,-8 4-3 0,8-6-3 16,-8 2-1-16,7-3 1 0,-7 1-3 0,1-6-1 15,0 2-3-15,-1-1-11 0,0 1-21 16,-6-5-35-16,0 2-43 0,0-3-54 0,7 2-76 16,-7-4-104-16,0 0-123 0,0 0-133 15,0-4-116-15,0 2-110 0,0-6-7 16,0-4 69-16,7 1 118 0,-7 0 154 0</inkml:trace>
  <inkml:trace contextRef="#ctx0" brushRef="#br0" timeOffset="312.82">4487 4451 258 0,'6'-8'435'0,"1"-3"76"0,-7 0 91 15,6 0-10-15,1 0-63 0,-7 1-54 0,7 3-41 0,-1-5-45 16,-6 5-64-16,0 3-73 0,6-3-60 16,-6 3-44-16,0 4-35 0,0 0-27 0,0 0-15 15,-6 0-5-15,6 4-4 0,-6 3 2 16,-8 1 10-16,8 3 9 0,-7 0 1 0,6 3-2 15,-6 4-2-15,1-3-3 0,-2 8-8 16,1-5-6-16,0 3-10 16,0 1-10-16,1-3-7 0,-2 3-13 15,8-4-6-15,-8 1-7 0,8-1-4 0,-1-4-2 0,7 1-5 0,-6 0-12 16,6-4-27-16,-6 0-45 0,12-4-55 16,-6 1-84-16,6-2-109 0,1-6-127 15,-1 0-131-15,8 0-103 0,-8-3-110 0,14 0-9 16,-7-5 63-1,0-3 112-15,6 0 144 0</inkml:trace>
  <inkml:trace contextRef="#ctx0" brushRef="#br0" timeOffset="703.89">4656 4506 274 0,'0'-3'430'0,"0"-5"63"16,0 1 52-16,-6 3-21 0,6 0-68 15,-7 1-65-15,1-1-51 0,6 0-47 0,-7 4-46 16,0 4-58-16,1 0-54 15,-6-1-24-15,4 5-7 0,2 2 1 0,0 1-6 0,-1 0-2 16,0 4-4-16,1 0-10 0,-1 2-14 16,7-2-9-16,0 4-7 15,0-4-6-15,0-1-6 0,7 1 0 0,-1 0 5 0,1-1 2 0,0-3-2 0,5 1 3 16,2-6 7-16,-2 5-7 0,8-7-8 16,-7 4-3-16,7-8 2 0,-1 3 2 15,-6-3-2-15,7-3 13 0,-7 3 16 0,-1-4 13 16,2-4 15-16,-8 5 9 0,7-5 7 15,-6-3 1-15,0 1-4 0,-1-5-8 0,-6 5-12 16,0-6-15-16,0-2-17 0,-6 4-12 16,-1-2-11-16,0-1-11 0,1 2-8 0,-7 0-6 15,-1 4-2-15,2 0-5 0,-8 0-5 32,7 4-7-32,0 4-20 0,0-2-35 0,-7 2-41 0,8-1-48 0,-1 4-57 15,6 0-70-15,0 0-88 0,1 4-96 16,0-4-92-16,6 3-90 0,0 2-66 0,6-2-72 15,-6 0 27-15,6 1 88 0,8-4 110 16,-8 4 127-16</inkml:trace>
  <inkml:trace contextRef="#ctx0" brushRef="#br0" timeOffset="972.51">4832 4495 144 0,'6'0'436'0,"-6"-4"110"15,7 1 128-15,0-1 38 0,-7-3-54 16,6 3-70-16,-6 0-62 0,0 4-77 0,0-3-105 15,7-2-87-15,-7 5-68 0,0 0-49 16,0 5-34-16,0-2-15 16,0 1 1-16,0 7 11 0,0-4 3 15,0 8 4-15,0-4 1 0,0 4-1 0,0-1-11 0,0 4-18 0,0-3-12 16,0 4-13-16,0-6-14 0,0 3-19 16,6-2-11-16,-6-2-5 0,0 2-25 0,6-3-41 15,-6-4-54-15,0 0-68 0,8 1-80 16,-8-1-108-16,6-3-121 0,-6-4-127 15,6 0-107-15,-6-4-112 0,6 0-16 0,-6-2 58 16,0-6 116 0,0 1 151-16</inkml:trace>
  <inkml:trace contextRef="#ctx0" brushRef="#br0" timeOffset="1095.97">4852 4417 329 0,'0'-10'368'0,"-7"-1"22"0,7 4-12 0,-7 3-117 16,7-3-111-16,0 2-79 0,0 2-65 15,0 3-68-15,0 0-72 16,7 0-96-16,-7 3-86 0,7-3-34 0,-1 9 4 0,1-6 32 16</inkml:trace>
  <inkml:trace contextRef="#ctx0" brushRef="#br0" timeOffset="1731.65">5223 4539 211 0,'6'-4'424'0,"7"1"79"16,-7-1 95-16,-6 0 4 0,8-3-48 16,-2-1-57-16,-6 2-51 0,0-2-49 0,0-3-67 15,0 4-77-15,-6-1-56 0,6 0-49 16,-8 1-32-16,2 0-22 16,-7 3-22-16,7 1-22 0,-7-1-17 15,6 0-7-15,-13 4-3 0,8-3-8 0,-2 6-4 16,2-3 4-16,-1 4 0 0,-1 0 0 0,-5 3 2 0,12 5-2 15,-5-5 1-15,5 4-2 0,-6 3 0 0,13 1 0 16,-7-1 0-16,7 1-1 0,0 3-1 16,0-4-4-16,7 1-2 0,0 1-2 15,-1-3-1-15,1 3-2 0,5-5 2 0,-5-1 2 16,6 2 3-16,0-5 1 0,0 0 5 16,0-3 3-16,0 0 10 15,0-1 5-15,1-3 11 0,-2-3 16 0,1 3 11 0,-6-8 16 16,6 5 11-16,-1-5 10 0,-4-2 2 15,-2 2-6-15,-6-7-3 0,6 1-5 0,-6-4-15 16,0-1-14-16,0-3-11 0,-6 0-10 16,6-4-14-16,-6-3-10 0,-2 0 0 0,8 4 6 15,-6-5 6-15,0 7 10 0,-1-2 6 16,1 7 3-16,6-1-1 16,-7 4-7-16,1 1-8 0,6 3-11 0,-7 4-8 0,7 0-8 15,0 3-3-15,0 0-4 0,-6 8 0 16,6 3-2-16,0 0 0 0,0 8-1 0,0-1 1 15,6 5 0-15,-6 2-1 0,0 6-3 16,7-1 2-16,-1-1 2 0,1 4 0 0,-1-3 2 16,7 3 0-16,-7-3 7 0,2 0-4 15,-2 0 0-15,0-4-3 16,1-1 0-16,-1-2 1 0,1-4-3 0,-1 3 0 0,1-7 0 16,-7-1 1-16,6 1-1 0,-6-3-6 0,7-1-13 15,-7-3-21-15,0 0-33 0,0-1-49 16,0-3-67-16,0 0-82 0,0 0-94 15,-7-3-118-15,7-1-132 0,0-4-131 0,-6 5-133 16,6-8-35 0,0 3 45-16,0-2 105 0,6-1 146 0,-6-3 171 15</inkml:trace>
  <inkml:trace contextRef="#ctx0" brushRef="#br0" timeOffset="2424.51">6148 4334 70 0,'6'0'285'0,"1"0"53"16,-7-4 27-16,6 4-29 0,0-4 16 16,1-3-21-16,-7 3 6 15,7-2 20-15,-7-2 10 0,0 0-9 16,6 1-23-16,-6-4-25 0,0 0-44 0,-6 0-53 0,6-4-41 15,-7 5-30-15,0-5-18 0,1 4-18 0,0 0-16 16,-1-1-17-16,1 6-17 0,-1-2-15 16,-6 2-11-16,0-2-12 0,6 8-6 0,-5-5-1 15,-1 5-2-15,6 5 2 0,-6-2-1 16,7 2 7-16,-8 1 5 0,8 5 2 0,0-1 6 16,-1 9 6-1,0-1 5-15,1 1 4 0,6 3 7 0,0 3 9 0,0 1 1 0,0 0 1 16,0 0 2-16,0-4 4 0,6 3-1 15,-6 1-4-15,7-5-1 0,-7 2-2 16,7-1-10-16,-7 0-9 0,6-4-12 16,0 0-10-16,-6-3-7 0,6-1-6 0,-6 2-2 15,0-6-4-15,8 1-14 16,-8 0-20-16,0-4-39 0,0-2-54 16,0 2-72-16,0-4-121 0,0-3-147 0,0 0-144 0,0 0-120 15,-8-6-117-15,8 2-15 0,-6-8 73 0,0 1 136 16,0-3 149-16</inkml:trace>
  <inkml:trace contextRef="#ctx0" brushRef="#br0" timeOffset="2969.76">5919 4506 187 0,'-6'-3'403'0,"0"-2"62"15,6 2 61-15,-6-4-12 0,6 3-55 16,6 0-59-16,-6 1-40 0,6-1-29 0,0 0-33 16,8 1-54-16,-1-2-52 0,7 3-34 15,-2-3-26-15,2 2-20 0,7-1-17 0,-9 0-13 16,9 4-14-16,-7-3-18 0,-1 3-13 15,0-4-8-15,1 4-12 0,-7 0-4 16,0 0-4-16,-6 0 4 0,-1 0 1 0,0 4 0 16,2-1 7-1,-8 1 7-15,6 0 5 0,-6 4 0 0,0-1 4 0,0 0 2 0,0 4 1 16,0 0-2-16,-6 0 1 0,6 0 3 16,0 4 5-16,0-5-1 0,0 5 3 15,0-5 4-15,0 5-1 0,0-4 3 0,0 0 0 16,6 1 4-16,0-1 8 0,1-4 8 15,-1 0 5-15,7 0 6 16,-6-2 6-16,5-1 0 0,8-1-4 16,-7 0-4-16,7-3-11 0,0-3-8 0,-1 0-7 0,1-1-5 0,-8-1-8 15,8 2-3-15,-6-4 5 0,-8-1-1 16,7-3-1-16,-7 1-3 0,1-1-1 16,-1-5-6-16,-6 1-6 0,0 1-1 0,0 0-4 15,0-1-2-15,-6 0 0 16,6 4 0-16,-7 1 0 0,7-1-1 15,-6 3 0-15,6 0 2 0,-7 6-2 0,7-6-2 16,-6 4-2-16,6 0-4 0,0 4-3 0,0 0-6 16,0-3-2-16,-6 6-3 0,6-3 0 0,0 4 1 15,0 3-1-15,0 0 3 0,0 1 0 16,0 7 3-16,6-4 0 0,-6 3 0 0,6 1 1 16,1 3 1-16,-7-3-1 0,6 0-1 15,1-1 0-15,-7 1-6 0,6 0-19 0,1-4-32 16,-7 0-50-16,6-1-52 15,0 2-78-15,2-1-93 0,-2-4-119 0,0 0-125 0,7-3-131 16,0-1-124-16,-6-3-92 0,6 0 5 16,0-3 88-16,0-1 132 0,-6-3 167 0</inkml:trace>
  <inkml:trace contextRef="#ctx0" brushRef="#br0" timeOffset="3547.94">6617 4550 185 0,'0'-15'415'0,"0"4"75"15,-7 0 78 1,0 1 16-16,7 2-46 0,0 1-58 0,-6-1-43 0,6 5-48 0,0-5-60 15,0 8-82-15,0-3-76 0,6 3-43 16,1 3-26-16,-7-3-6 0,7 4 1 0,-1 3 2 16,7 1 9-16,-6 2 7 0,-1-2-1 15,0 6-8-15,1-2-3 0,0 2 8 16,-1 1 2-16,1 0-8 16,-1-1-2-16,-6 0 3 0,6 1-3 0,2 0-14 15,-8-1-10-15,6 1-3 0,-6-4-3 0,6-3-6 0,-6 2 0 16,0-2-4-16,0-1 0 0,0-3-3 15,0-1-2-15,0 1 8 0,0 0 11 0,0-4 12 0,0 0 2 32,-6 0 0-32,6-4-3 0,-6 0-15 0,-2-3-18 0,2 0-19 0,6-4-12 0,-6 0-6 31,-1-4-5-31,1-3-1 0,6 0-1 0,-7 0 3 16,7-1-1-16,0-4 1 0,0 6-2 15,7-1-3-15,-7 3 1 0,6 1-6 0,1-1-1 0,-1 4-3 16,8 0-3-16,-2 4-1 0,1-5-1 0,0 8 0 15,6 1-1-15,1 3 0 0,0 0 2 16,-1 3-2-16,1 5 1 0,0 0 3 0,-1-1-2 16,-6 4 4-16,6 0 5 0,-5 4 8 15,-2-5 9-15,-5 5 13 0,6-1 10 0,-6 1 14 16,-1 4-57-16,-6-5-2 0,6 0 0 16,-6 1 0-16,0 4 0 15,0-4 0-15,0-1 0 0,0 1 0 0,0 0 0 16,-6-5 0-16,6 1 0 0,0 0 0 15,0 0 0-15,0-3 0 0,-6-5 0 0,6 5 0 16,0-6 0-16,0 3 0 0,0-1 0 16,0-4 0-16,0 0 0 0,0 0 0 0,0 0 0 15,0-4 0-15,-7-1-73 0,7 3-268 16,0-2-103-16,0-3-134 0,0 3-145 0,-6-4-157 16,6 1-144-16,0-4-19 0,0 4 58 15,0-1 129-15,0-3 178 0,0 1 208 16</inkml:trace>
  <inkml:trace contextRef="#ctx0" brushRef="#br0" timeOffset="13266.57">7828 4128 124 0,'-7'-3'369'0,"7"-5"69"0,0 1 52 16,0 4-34-16,-6-5-16 0,0 1-59 15,6 3-22-15,-7-3-27 16,0 4-23-16,1-2-40 0,-8 2-50 0,8 3-48 0,-7-4-41 15,0 8-28-15,0-1-10 0,1 5-4 16,-2 3 1-16,-5 4 9 0,-1 3 8 0,7 3 4 16,-6 9-4-16,5-1 1 0,-5 8-2 15,6-1-9-15,6 5-15 0,-5 3-7 0,4-4-8 16,2 4-12-16,6 0-6 0,6 0-4 16,-6-3-3-16,14-1-7 15,-8-3-1-15,8-1-4 0,-2-7-1 0,8 1 0 0,-1-5 0 16,1 0 0-16,0-6-2 0,-1-1-2 0,7 1-4 15,-6-8-2-15,-1 0-5 0,7-3-2 16,-6-6-4-16,-1 3-3 0,1-5-1 0,0 0-10 16,-1-5-21-16,-6 5-42 0,0-2-59 15,-7-6-85-15,8 4-124 0,-8-3-150 0,0-1-153 16,1-2-141 0,-7-2-71-16,7 1 17 0,-7 0 88 0,0-4 136 0,6 1 167 15</inkml:trace>
  <inkml:trace contextRef="#ctx0" brushRef="#br0" timeOffset="13564.06">8114 4488 397 0,'0'-8'558'0,"0"1"111"0,0 0 94 0,0 0-27 16,0-1-132-16,0 0-100 0,0 5-95 0,0-1-96 15,0 0-87-15,0 4-71 0,0 0-59 16,0 0-42-16,0 0-20 0,0 8 1 0,7-1 5 15,-7 0 13-15,0 8 13 0,7-4 18 16,-7 4 11-16,0 3-3 16,6-3-6-16,-6-1-10 0,0 5-9 15,0-4-19-15,6-1-15 0,-6 0-9 0,0-2-8 0,0-1-5 16,7-4-17-16,-7 4-32 0,0-3-57 0,0-1-84 16,0-4-108-16,7 1-143 0,-7-4-167 15,-7 0-157-15,7 0-103 0,-7-7 0 0,7 0 62 16,-6-5 117-16,0-2 168 0</inkml:trace>
  <inkml:trace contextRef="#ctx0" brushRef="#br0" timeOffset="13673.25">8024 4345 245 0,'-8'-9'338'0,"8"7"16"16,-6-2-30-16,6 0-107 0,0 4-164 0,6 0-142 15,-6 0-135-15,8 4-70 0,-2-4-28 16,0 4 5-16,7-2 39 0</inkml:trace>
  <inkml:trace contextRef="#ctx0" brushRef="#br0" timeOffset="14204.49">8231 4392 121 0,'8'4'437'0,"-8"-4"83"16,0 0 74-16,6 0 8 0,-6 0-64 0,0 0-118 15,0 0-93 1,6 3-71-16,-6-3-58 0,7 4-54 15,-1 3-33-15,1-3-10 0,0 8-1 0,-1-6-1 0,0 5 1 0,0 5 7 16,2-6 4-16,-2 5-5 0,0 4-1 16,-6-5 6-16,7 1 5 0,-1-1-5 0,-6 1-4 15,7 0-1-15,-7-1-1 0,0 0-6 16,0-2-6-16,0-1-5 16,0 0-9-16,0-4-5 0,0 1-5 15,0-1-3-15,0 0-4 0,0-3-3 0,0-1 1 16,0-3 3-16,-7 4 7 0,7-4 7 0,0 0 1 15,-6 0-2-15,6-4-6 0,0 1-12 0,-7-1-15 16,1-6-13-16,6 1-12 0,-6-1-3 16,6-5-3-16,-8 1-4 0,8-2 1 0,0 2-5 15,0-1 0-15,0 1-4 0,8-1-5 16,-2 4-2-16,0-4 0 0,1 4 0 0,-1 1 1 16,8-1 2-1,-2 0 1-15,2 4 3 0,-2-1-4 0,2 0 3 0,-8 1-1 0,7 3 0 16,0 4-2-16,0 0-1 0,0 0 2 15,0 4-2-15,0 0-1 0,-6 3 2 0,6-3 3 16,-1 6 1-16,-4-2-2 0,-2 7 2 16,0-4 0-16,1 0 0 0,-1 3 1 15,-6 1 1-15,7 0 2 0,-7-1 0 0,6 1-2 16,-6-1 2 0,0 2-2-16,0-6 2 0,0 1-2 0,7 0-1 0,-7 1 0 15,0-5-21-15,0 0-40 0,0 0-58 0,0-3-66 16,0 3-74-16,6-7-93 0,-6 4-116 15,0-4-124-15,6-4-125 0,-6 1-121 0,0-1-36 16,8-7 35-16,-2 1 107 0,0-2 147 16,1-3 172-16</inkml:trace>
  <inkml:trace contextRef="#ctx0" brushRef="#br0" timeOffset="14484.85">8681 4429 42 0,'-6'-15'448'15,"6"4"96"-15,0 0 99 0,0 1 100 16,-7-2-76-16,7 5-114 0,0-4-81 0,-7 7-60 15,7-3-78-15,0 2-88 0,0 3-72 16,0-2-55-16,0 4-40 16,0 0-32-16,0 0-20 0,0 4-1 0,7 3 11 15,-7 0 17-15,0 4 20 0,7 3 18 16,-7 5 17-16,6-1 2 0,-6 1-6 0,6 3-8 0,-6 0-12 16,7 0-13-16,0 3-15 0,-7-3-14 0,6 0-10 15,1 0-7-15,-7 1-11 0,6-5-8 16,0-4-5-16,-6 5 1 0,8-8-10 0,-8 3-32 15,6-7-48-15,-6 4-62 0,6-3-81 16,-6-5-123-16,0-3-157 16,0 4-169-16,0-8-158 0,0 1-56 0,0-5 21 15,-6 2 91-15,0-6 146 0,6 1 190 0</inkml:trace>
  <inkml:trace contextRef="#ctx0" brushRef="#br0" timeOffset="14704.12">8622 4503 21 0,'-6'-5'482'0,"0"2"130"15,-1-1 104-15,7 1 74 0,-7-1-78 16,7 0-155-16,7 1-130 0,-7 3-111 16,13-4-87-16,-7 0-65 0,7 4-39 0,7-3-29 15,-7 3-19-15,6 0-13 0,1-5-7 16,-1 5-7-16,1 0-9 0,0-2-7 16,-1 2-9-16,1 0-7 0,-7-5-8 0,0 5-8 15,0 0-20-15,-7-3-46 16,8 3-78-16,-8 0-111 0,0 3-125 15,1-3-145-15,0 0-142 0,-1 0-110 0,7 0-2 0,0 5 67 16,-6-10 103-16,13 5 135 0</inkml:trace>
  <inkml:trace contextRef="#ctx0" brushRef="#br0" timeOffset="15375.96">9397 4359 411 0,'7'-3'601'0,"-7"-1"95"0,0-3 74 0,0 3-58 16,0-3-104-16,0 3-143 0,-7 0-117 15,7 1-82-15,0 3-68 0,0 0-56 16,0-4-47-16,0 4-44 16,0 4-27-16,0-1-11 0,7 1-7 0,-7 2-3 15,0 6-3-15,0-1 11 0,7 0-2 0,-7 4-3 16,6-1 0-16,-6 4-2 0,0-3 4 0,7 4-8 15,-7-1 11-15,0 1 7 0,6-1 4 16,-6 4 7-16,0-8 3 0,0 5 2 0,0-4 4 16,6-1 3-16,-6 0 5 0,0-2 5 15,0-1 9-15,7-4 13 16,-7 0 11-16,0-3 18 0,0 4 19 16,0-8 21-16,0 4 18 0,0-4 7 0,0 0-6 0,0 0-17 15,0 0-21-15,0-4-30 0,0-4-29 0,0 4-21 16,0-7-18-16,0 0-7 0,0 1-7 0,0-1-3 15,0-5-1-15,0 1-3 0,-7 1 0 16,7 0 0-16,0-5-1 0,7 5-1 16,-7-4-2-16,0 3-1 0,0 1-1 0,7 2-1 15,-1-3-1-15,-6 4 0 0,6-3 2 16,8 3-2-16,-8 0-2 0,7-1 3 0,-6 6-2 16,6-2 3-16,-1 1-3 0,2 3 1 15,-1-3 0-15,0 2-2 0,0 5 2 16,-1-2-1-16,2 2 1 0,-1 2 0 0,0 3 2 15,6-1 0-15,-5 3-3 0,-2 0 3 16,2 1 1-16,-8 3 1 16,7 0 1-16,-7-1 1 0,8 1 5 0,-8 5 1 15,0-2 3-15,2 0 1 0,-2 1 3 0,-6 0 1 16,6-4 2-16,-6 7-1 0,7-7-2 0,-7 4 0 16,0-1-2-16,6-3 0 0,-6 1-1 15,0-2-3-15,0 2-1 0,0-6-1 0,0 1 1 16,0 1-1-16,7-4-3 0,-7 0 0 15,0-1 0-15,0-3-2 0,0 0-19 16,0 4-36-16,0-4-68 0,0-4-87 0,-7 4-120 16,7-3-163-16,-6-5-184 15,-1-2-187-15,7-1-128 0,-6-1-14 0,0-2 63 16,6-1 135-16,0-3 186 0,-8-1 215 16</inkml:trace>
  <inkml:trace contextRef="#ctx0" brushRef="#br0" timeOffset="15766.6">9788 4092 437 0,'7'-19'576'0,"5"5"91"0,-4-4 75 15,4 6-59-15,-5-2-125 0,6 3-111 16,0-1-84-16,0 5-67 0,6 0-53 16,-5 3-47-16,5 1-38 0,-6 3-29 0,6 0-16 15,1 7-12-15,0 0 6 0,-1 9 9 16,-5-2 7-1,4 9 8-15,2-2 2 0,0 8 9 0,-7-3 7 16,7 6 4-16,-1 1 2 0,-6 4-8 0,0-4-10 0,7 4-10 16,-8 0-24-16,2-1-19 0,-8 1-14 15,1-1-9-15,-7 1-6 0,0 0-5 0,0-4-4 16,0-5 2-16,-7 3-2 0,1-6 0 16,-1-3 5-16,0 0 2 0,1-4 1 0,0 0 3 15,0-7-19-15,-2 4-38 0,8-8 0 16,-6 1 0-16,6-1 0 15,-6-3 0-15,6 0 0 0,-7-2 0 0,7 3 0 0,0-5 0 16,-7 0 0-16,7-5 0 0,0 5 0 0,0-2 0 16,-6-2 0-16,6 0 0 0,-7 1-274 15,1-5-139-15,0 2-129 0,-2-2-153 0,2 0-172 16,0-3-164-16,-7 4-30 0,0-4 44 16,0 0 115-16,-1 4 170 0,2-4 219 15</inkml:trace>
  <inkml:trace contextRef="#ctx0" brushRef="#br0" timeOffset="18579.84">4753 5832 95 0,'0'0'222'16,"0"0"14"-16,0 0 1 0,-6 0 7 15,6 0 28-15,0-4 20 0,0 4 6 0,0-3 14 0,0 3 30 0,-6-4 26 16,6 0 13-16,0 4-6 0,0-3-18 16,0-1-23-16,0 4-40 0,0-4-36 15,0 4-30-15,0-3-20 0,0-1-21 0,-6 4-23 16,6-4-27-16,0 4-23 0,0 0-23 15,0 0-24-15,0 0-20 0,0 0-16 0,0 0-9 16,0 0-9 0,0 0-5-16,0 0-2 0,0 0-3 0,0 4-2 0,0-4 1 15,0 0-1-15,0 0 2 0,0 0 0 0,0 0 9 16,0 0 4-16,0 0 3 0,0 0 6 16,0 0 0-16,0 0 1 0,0 0-6 0,0 0-4 15,0 0-2-15,0 0-5 0,0 0-2 16,0 0-2-16,0 0-1 0,0 0-1 15,0 0-3-15,0 0 3 0,0 0-3 0,0 0 0 16,0 0-1-16,0 0 0 0,0 0 1 16,0 0-1-16,0 0 3 0,0 0 1 0,0 0-1 15,0 0 2-15,0-4 2 0,0 4 4 16,0 0 5-16,0 0 6 0,0 0 7 16,0 0 0-16,0 0 1 0,0 0-2 0,0 0-8 15,0 0-6-15,0 0-3 16,0 0-4-16,0 0-2 0,0 0-2 15,0 0 0-15,0 0 1 0,0 0-3 0,0 0 2 0,0 0-2 16,0 0 1-16,0 0-1 0,0 0 1 0,0 0-1 16,0 0 0-16,0 0 1 0,0 0 1 15,0 0 1-15,0 0-1 0,0-3 0 0,0 3 0 16,0 0 0-16,0 0-2 0,0 0 0 16,0 0-1-16,0 0 1 15,0 0 1-15,0 0-1 0,0 0 0 16,0 0 1-16,0 0-1 0,0 0-1 0,0 0 0 0,0 0 0 15,0 0 1-15,0 0-2 0,0 0-1 0,0 0 3 16,0 0 0-16,0 0 1 0,0 0 0 16,0 0-1-16,0 0 5 0,0 0-4 0,0 0-1 15,0 0 0-15,0 0 0 0,0 0 0 16,0 0 0-16,0 0-1 16,0 0 2-16,0 0 1 0,0 0-2 15,0 0 1-15,0 0 1 0,0 0 2 0,0 0-1 0,0 0-2 16,0 0-2-16,0 0 0 0,0 0 1 0,0 0-1 15,0 0 0-15,0 0 0 0,0 0 2 16,0 0-1-16,0 0-2 16,0 0 2-16,0 0-1 0,0 0 1 0,0 0 0 0,0 0 0 0,0 0 2 15,0 0 0-15,0 0 5 0,0 0 8 16,0 0 8 0,0 0 5-16,0 0 3 0,0 0 5 0,0 0-3 0,0 0-3 15,0 0-5-15,0 0-5 0,0-4-4 16,0 4-5-16,0 0-3 0,0-4-1 0,0 4-5 15,0-3 3-15,0 3-2 0,0-3 4 16,0-2 1-16,-7 2 2 0,7-4-1 16,0 3 3-16,0 0 1 0,0-4-3 15,-7 2-3-15,7-1-3 0,0-1-2 16,-6 0-1-16,6-3-2 0,-7 4 0 0,7 4 0 0,-6-5 1 16,6 1 0-16,-7-1 0 0,7 5 0 15,-7-1 1-15,1 0-2 16,6 1-2-16,0-1 0 0,-6 1 1 0,6 3-1 15,0-5 0-15,-6 5 2 0,6 0 0 16,0-3 1-16,-8 3 0 0,8 0-2 0,0 0 1 16,0 0 0-16,0 0 3 0,0 0-1 15,0 0-1-15,0 0 0 0,0 0 1 16,0 0-1-16,0 0-1 0,0 0 1 0,0 0 0 16,0 0 0-16,0 0-1 0,0 0 1 15,0 0 0-15,0 0 1 0,0 0-1 0,0 0 0 16,0 0-1-16,0 0 2 0,0 0-1 15,0 0-1-15,0 0 2 0,0 0 0 0,0 0 2 16,0 0-4-16,0 0 2 0,0 0 2 0,0 0-2 0,0 0 1 16,0 0 0-16,0 0 0 0,0 0 1 15,0 0-3-15,0 0 1 0,0 0-2 16,0 0 1-16,0 0 6 0,0 0-4 0,0 0-1 16,0 0 2-16,0 0-2 0,0 0 0 15,0 0-7-15,0 0 9 0,0 0-2 0,0 0-1 16,0 0 1-1,0 0 0-15,0 0 0 0,0 0-3 0,0 0 4 0,0 0 5 0,0 0 5 16,0 0 2-16,-6 0 1 0,6 0-1 16,0 0-2-16,0 0-2 0,-6-3-5 15,-1 3-3-15,1 0-2 0,-1 0 2 0,0 3 0 16,1-3-2-16,-6 0 0 0,-2 3 1 16,8 2-1-16,-8-2 0 0,8 1-1 15,-7-1 0-15,7 5 0 0,-1-5 0 0,0 1 0 16,1 3-3-16,0-3 1 0,6 4-1 15,-7-1 0-15,7 0-2 0,0 0 3 0,0 4 0 16,7 1 2-16,-1 2-1 0,0-3 1 16,8 4 2-16,-8-4-1 0,7 3 0 0,0 1-1 15,0 0 1-15,1 3 1 0,-2-4-1 16,-6 2 0-16,8-2 1 0,-14 4 1 16,6-3-1-16,1 0 0 0,-7-1 0 0,0-2 0 15,-7 2 0-15,1 0 0 0,-8-3 2 16,8 0 1-16,-6 1 3 0,-2-2-1 0,1-2-1 15,0-1 1-15,-6-3-2 0,5 0 1 16,2-1-3-16,-2-3 0 0,1 0 2 16,7-3-2-16,-7-1 1 0,0 0 0 0,7 1-2 15,-2-5 0-15,2 1-1 16,0 2 0-16,-1-1-2 0,7 2 0 16,-6 0 0-16,6 1-1 0,0-1-4 0,0 0 0 15,0 4-1-15,6 0 1 0,1 4 0 16,-1-4 0-16,0 7 3 0,2 1 2 0,-2 3 2 0,0 0 1 0,7 4 0 15,-6-4 4-15,6 3-11 0,-7 1 5 16,1 0-1-16,6-1-1 0,-7-3 1 16,1 3 0-16,6-3 9 0,-7-3-2 0,1 3-1 15,-1-4 1 1,8 1-1-16,-8-5 1 0,8 1-3 0,-8 0 0 0,6-1 0 16,2-3-1-16,-8 0-1 0,7 0-21 0,-7 0-42 15,2 0-63-15,4 0-75 0,-6-3-114 16,1 3-153-16,-7-4-185 0,7 0-196 0,-1 1-109 15,-6 0-14-15,0 3 66 0,7-5 130 16,-7 1 190-16</inkml:trace>
  <inkml:trace contextRef="#ctx0" brushRef="#br0" timeOffset="19129">5406 6692 203 0,'0'-3'467'0,"-8"-4"82"15,2 0 81-15,0-1 13 0,-1 5-29 0,0-5-100 0,1 5-67 16,6-2-55-16,-6 5-69 0,6-3-85 16,-7 3-50-16,7 3-32 0,0 5-9 0,0 0 10 15,0 3 18-15,0 3 9 0,7 4-11 16,-7 1-10-16,6-1-11 0,-6 4-17 0,6-3-16 16,1 2-11-16,-7 1-9 0,7-3-15 15,-1-1-20-15,0 1-16 16,2-5-17-16,-8 1-12 0,6-5-10 0,0 2-4 0,-6-5-28 15,7 0-45-15,-7 1-59 0,0-5-70 16,0 0-105-16,0-3-155 0,0 0-164 0,-7-3-160 16,1-4-145-16,0-4-36 0,-8 0 49 0,8-4 125 15,-1-3 173-15,-6-1 196 0</inkml:trace>
  <inkml:trace contextRef="#ctx0" brushRef="#br0" timeOffset="19245.49">5288 6594 236 0,'-7'-15'454'0,"7"4"50"15,-6 0 34-15,-1 4-70 0,7-4-115 0,0 7-147 16,0-3-101-16,0 3-80 0,0 4-93 16,7 0-107-16,-1 4-120 0,1 0-129 15,-1-1-57-15,7 4-6 0,1 1 39 0,-2-4 76 16</inkml:trace>
  <inkml:trace contextRef="#ctx0" brushRef="#br0" timeOffset="19610.53">5796 6586 156 0,'13'-7'441'0,"-6"0"85"0,5 0 80 15,-5-4-2-15,0-1-19 16,-7 2-87-16,6-1-71 0,-6 0-56 0,0-4-62 16,0 4-69-16,-6-4-54 0,6 5-45 0,-7-2-29 15,0 1-18-15,1 0-11 0,-7 3-7 0,6 2-9 16,-6-2-9-16,1 5-3 0,4 0 1 15,-4 3-5-15,-2 0-4 16,8 0-5-16,-7 3-3 0,0 4-2 0,6 3-4 16,1 7 5-16,-6 0 7 0,12 1 13 15,-8 4 14-15,8 4 15 0,0-1 18 0,0 5 6 0,8 0-1 16,-8 2-10-16,6-2-14 0,0 3-20 16,0-4-20-16,1 0-14 0,0 1-10 0,-1-2-6 15,-6-2-3-15,7-4-3 0,-1 1-5 16,0-5-3-16,-6 0-12 0,8-3-37 0,-8-4-62 15,0 0-75-15,0-8-116 0,0 4-175 16,0-7-209-16,-8 0-213 0,8-4-77 16,-12-2 7-16,5-2 75 0,1-6 157 0,-8-1 209 15</inkml:trace>
  <inkml:trace contextRef="#ctx0" brushRef="#br0" timeOffset="19828.86">5594 6748 490 0,'-7'-4'667'0,"1"1"99"16,-1 3 61-16,7-5-77 0,0 5-147 15,7-2-173 1,-1-3-133-16,8 5-73 0,6-3-44 0,-2-1-23 0,9 4-17 0,-1-4-21 16,6 1-14-16,1-1-12 0,-7 0-14 15,7 1-16-15,-14-1-19 0,7 1-10 0,-6 3-15 16,0-5-20-16,-8 5-27 0,1-3-41 16,-6 3-63-16,-1 0-96 0,1-4-126 15,-7 4-152-15,0 0-176 0,0 0-141 0,0 4-30 16,-7-4 49-16,7 0 99 15,-6 0 146-15</inkml:trace>
  <inkml:trace contextRef="#ctx0" brushRef="#br0" timeOffset="20329.64">6382 6316 298 0,'-6'-12'427'0,"6"5"52"15,-7-4 53-15,1 0-70 0,-1 3-44 0,0 2-45 16,1-5-22 0,0 7-23-16,-8-3-30 0,8 3-36 0,-7 0-53 0,0 1-47 0,0 3-26 15,-7 3-7-15,7 5-2 0,0 3 3 16,0 3-2-16,-7 4-1 0,8 4 6 15,-2 8 1-15,2 3-5 0,5 3-8 0,1 5-1 16,-1-1-4-16,7 4-14 0,0 0-13 16,0-5-11-16,7 6-10 0,6-4-16 0,-7-2-13 15,14-2-11-15,-8-4-9 0,8 0-5 16,0-3-5-16,-1-5-4 0,7-3-1 16,-6 0-4-16,-1-3-14 0,1-4-26 0,0-5-41 15,-1-3-61-15,-6 1-67 0,6-5-102 16,-11-6-117-16,4-1-120 0,1-3-120 0,-6 0-120 15,-1-9-51-15,1-1 42 0,-1-1 97 16,0-4 129-16,2-5 152 16</inkml:trace>
  <inkml:trace contextRef="#ctx0" brushRef="#br0" timeOffset="20922.56">6525 6616 128 0,'0'-11'417'15,"0"0"75"-15,0 1 71 0,-6 1-7 0,6-1-2 16,0 2-79-16,0 1-59 0,0-1-49 15,0 5-54-15,0-1-71 0,0 1-75 0,0 3-56 16,0 0-35-16,0 0-10 0,6 3 6 16,-6 4 8-16,7 1 12 0,-1-1 13 0,-6 4 7 15,7 5 0-15,0-3-2 0,-1 6 1 16,-6-1-3-16,6 1-10 0,1 3-3 16,0-5-2-16,-7 2-6 0,6 4-4 0,-6-9-5 15,6 4-3-15,-6 1-8 0,7-9-8 16,-7 5-9-16,6-3-9 15,-6-2-6-15,0-3 0 0,7-4 9 16,-7 5 8-16,0-4 17 0,0 1 19 0,0-5 17 0,0 0 3 16,0 0-8-16,0 0-11 0,0-5-21 0,-7-2-21 15,7 2-22-15,0-5-9 0,-6 0-7 16,6-2-3-16,-7-3-2 0,1-2-1 0,0-2-3 16,6-4-1-16,-7 5 0 0,7 0-2 15,-7-4 1-15,7 8-3 0,0-5 3 0,7 5-2 16,-7-1 1-16,7 1-4 0,-1 3 0 15,7-1 0-15,-7 1-1 0,8 0 0 0,5 4-1 16,-6-1 2-16,0 1 2 0,7 0 0 16,0 3 1-16,-8 1 1 0,8-1-1 0,-7 4 0 0,7 4 0 15,-8-1 3-15,2 1 0 0,-2 0 0 16,1 3 0-16,-6 4 0 0,6 0 0 0,-7 0-2 16,1 3 1-16,0 2 1 0,-1-2 0 15,0 1 2-15,1-1 1 0,-7 1 0 16,7 3 2-16,-7-4 1 0,0 1 1 0,6 0-1 15,-6-1 1-15,0-2 0 0,0 3-1 16,0-5-2-16,0-2 0 0,0-1-2 0,0 0 0 16,0 1 2-16,0-5-7 0,0 1-22 15,0-1-42-15,0 1-55 0,0-4-72 0,0 0-107 32,0 0-139-32,0 0-152 0,0-4-160 0,0-3-159 0,7 0-64 15,-7 0 33-15,6-4 106 0,8-1 156 16,-2 2 189-16</inkml:trace>
  <inkml:trace contextRef="#ctx0" brushRef="#br0" timeOffset="21359.69">7339 6539 399 0,'7'-11'565'0,"6"4"99"0,-7-4 81 16,1 4-45-16,0-1-133 0,-7 4-123 15,6-3-109-15,-6 4-85 0,0 3-75 0,0 0-57 16,0 0-45-16,0 3-26 15,-6 1-11-15,-1 3-6 0,0 4 2 0,1 0 1 16,-7 0 2-16,0 0-2 0,0 0-1 16,-7 0-7-16,8 3-8 0,-8-3-3 15,7 0-7-15,-7 1-1 0,8-2-4 0,-2-1 1 16,1 1 0-16,0-3-1 0,0 1 3 16,7-5-5-16,-1 5 1 0,0-5 14 0,7 1 6 15,-6 0 13-15,6-4 12 0,0 3 17 16,0-3 19-16,6 4 12 0,-6-1 14 0,14 1 15 15,-8-1 10-15,7 2 1 0,0-2-2 16,0 1-11-16,1-1-7 0,-2 5-13 0,1-5-12 16,7 5-4-16,-8-5-3 0,2 4 0 15,-1 1-4-15,0-4-6 0,0 3-6 16,0 1-13-16,0-2-12 0,0-2-13 0,0 4-9 16,0-4-5-16,-7 3-7 0,1-4-1 15,0 1-3-15,-1 0 0 0,0-1-3 16,1 1-13-16,-7-4-25 0,7 3-43 0,-7-3-57 15,0 4-66-15,0-4-84 0,0 5-128 16,0-5-151-16,0-5-173 0,0 1-174 16,0-3-57-16,0 0 22 0,0 0 101 0,0 0 160 0,6-5 206 15</inkml:trace>
  <inkml:trace contextRef="#ctx0" brushRef="#br0" timeOffset="21565.66">7698 6619 464 0,'0'0'620'16,"0"0"99"-16,0 0 59 0,6 0-81 0,-6 0-132 16,6-3-139-16,2 3-125 0,4 0-82 0,-6-5-44 0,8 5-30 15,5 0-28-15,-5-2-18 0,-2 2-16 16,2-4-13-16,5 4-11 0,-6-3-17 0,0 3-12 16,0-5-24-16,-6 5-43 0,5-3-84 15,-5 3-117-15,0-3-136 0,-7 3-170 16,6-5-180-16,-6 5-93 15,-6 0 7-15,6 5 78 0,-7-5 116 0,-6 3 157 0</inkml:trace>
  <inkml:trace contextRef="#ctx0" brushRef="#br0" timeOffset="21781.66">7736 6707 282 0,'-6'11'450'0,"0"-3"71"0,0 2 85 16,-2-5-8-16,8 2-55 0,0-3-48 15,8-1-33 1,-8 1-29-16,6 0-53 0,6-1-71 0,2-3-51 0,-8 0-34 0,13 0-31 15,-5 0-18-15,-1-3-14 0,6-1-7 16,1 0-14-16,-7 1-24 0,7-1-14 0,-1 0-20 16,-6 1-19-16,0-2-20 0,1 3-16 0,-2 2-14 15,-6-5-23-15,1 2-37 0,0 3-56 16,-1 0-81 0,-6-4-114-16,0 4-153 0,0 0-172 15,0-4-179-15,0 1-116 0,0 3-10 0,0-4 65 0,0 0 131 16,0 1 173-16</inkml:trace>
  <inkml:trace contextRef="#ctx0" brushRef="#br0" timeOffset="22140.62">8316 6484 59 0,'0'-11'538'0,"7"4"138"16,-7-5 97-16,0 5 54 0,0 0-45 0,-7 1-168 15,7 1-151-15,0 1-108 0,0 1-80 16,0-2-62-16,0 5-60 16,0 0-49-16,0 0-42 0,0 0-27 0,0 5-3 15,0-2 6-15,0 6 14 0,7 1 21 16,-7 5 21-16,0-1 23 0,6 4 5 0,-6 4 1 0,7-3-4 16,-7 3-10-16,7-1-14 0,-7-2-19 0,6-2-10 15,-6 6-12-15,6-9-10 0,-6 5-9 16,7-4-6-16,-7 0-1 0,7-1-8 0,-7-3-7 15,0-4-5 1,6 0-2-16,-6 1 0 0,0-4-4 0,0 0-17 0,0-1-38 0,0-3-63 16,0 0-89-1,0 0-130-15,-6-3-188 0,6-1-217 0,-7-8-212 0,7 5-70 16,-7-7 19-16,1-1 91 0,0 0 170 16,6-3 222-16</inkml:trace>
  <inkml:trace contextRef="#ctx0" brushRef="#br0" timeOffset="22500.37">8355 6194 431 0,'7'-10'622'0,"0"-5"91"16,5 5 62-16,-5-2-49 0,0 1-120 0,6 4-157 16,6-5-106-16,-6 5-61 0,0 4-38 0,7-1-32 15,-1 4-33-15,0 0-20 0,1 0-13 16,0 7-9-16,5 0-4 0,-5 5-8 15,6 2-2-15,-6 2-8 16,6 5-9-16,-7 2-8 0,1 2-4 0,-1 8 4 0,1-1 2 16,-7 5 0-16,0 0 1 0,-6 3-1 0,-7 0-8 15,0-3-14-15,0 3-12 0,-7-3-9 16,-6-1-8-16,7-2-6 0,-7-1-6 16,-1 0-5-16,2-8-5 0,-1 1-3 0,-1-1-2 15,8-6 3-15,0-1 2 16,-8-3 7-16,14-4 7 0,-6 0 8 0,0-8 4 15,-1 6-1-15,7-9-3 0,0 2-32 16,-7-2-17-16,7 0 0 0,0-2 0 16,-6 2-73-16,6-5-115 0,-7 1-112 0,1 1-148 0,0-2-192 15,-1-1-230-15,-6 2-193 0,-1-3-48 0,2 4 39 16,-8-6 112-16,1 6 180 0,-7-4 254 16</inkml:trace>
  <inkml:trace contextRef="#ctx0" brushRef="#br0" timeOffset="25192.51">6102 7854 86 0,'-6'0'280'16,"6"0"78"-16,-7-4 15 0,7 4-35 16,-6-3 33-16,6 3 6 0,0-4-15 0,0 0-14 15,0 4-10-15,0 0-16 0,0-3-32 16,6 3-38-16,-6 0-54 16,7 0-52-16,-1 0-32 0,0-4-16 15,1 4-8-15,6 0-5 0,0 0 2 0,0 4 1 0,6-1-2 0,-5 1-4 16,6 3-5-16,-1 4-6 0,0 0-3 15,0 0-7-15,1 5-10 0,-7-2-9 0,7 4-6 16,-7-3-4-16,0 3-8 0,-7 0-4 16,1-3-1-16,0-1 1 0,-1 1-2 15,-6 0 1-15,0-5 1 0,-6 2-4 0,-1-1 1 16,0 0-2 0,1-3-3-16,0-5-3 0,-8 1-2 0,8-1-2 15,-7 1 1-15,0-4-4 0,0-4-1 0,7 1 0 16,-2-4 1-16,-4-1 5 0,5-3 2 15,7-4 1-15,-6 0 4 0,6-3 2 0,0-1-3 16,0-2-1-16,6 3-4 0,1-4-1 16,-1 4 0-16,8 3-5 0,-2 1 0 15,1-2 0-15,1 5-2 0,5 0-1 16,-6 4 1-16,7 0 1 0,-1 3-2 0,-6 4-2 0,6 4 1 16,-5-1 2-16,5 1-1 0,-6 7-1 0,0-4 2 15,1 4-2-15,-8 0 2 0,7 4-1 16,0-4 3-16,-7 0 1 0,7-4-2 0,-6 4 1 15,0-3 1-15,5-1-1 0,-5-3-2 16,0 0 1-16,-1-1 5 0,0-3 0 16,1 0-2-16,6-3 0 0,-6 3-2 0,-1-4 1 15,0-4-1-15,-6 1-1 0,7 3 3 16,0-7 3-16,-7 4 0 0,0-4 0 16,0-3 0-16,0 2 0 0,-7-2-3 0,7-1 1 15,-7 0-3-15,1 1 0 0,-7 0 0 16,6 2 2-16,1 1 3 0,-7 0 0 0,7 4-1 15,-8 4 1-15,8-5-1 16,-7 8-3-16,0-4-2 0,6 8-2 0,-6 0 2 16,0 0 1-16,7 3 2 0,-8 0-1 0,8 4 1 15,0-1 0-15,-1 5 1 0,1 4 1 0,6-5 2 16,-7 5 12-16,7 4 10 0,7-6 8 16,-7 1 7-16,6 4 6 0,1-3 14 0,5-1 2 15,-4 1 1-15,4-2 0 0,1-1 6 16,0-2 3-16,0-3-6 0,1 0-2 0,-2 0-3 15,8-4 0-15,-1 1-5 0,-5-5-2 16,12 1-3-16,-7-4-7 0,1 0-7 16,0 0-6-16,-2-4-8 0,2 1-8 0,-1-1-9 15,-5-3-4-15,6 3-1 0,-8-4-6 16,-5 1 1-16,-1 0 1 0,8-4-1 16,-14 4 0-16,6-5 1 0,-6 1 3 0,6-3-1 15,-12-1-4-15,6-3 0 0,0 0-2 16,-6-1-2-16,6 1-3 0,-7-4-1 0,0-1 0 15,1 2-3-15,-1-1 3 16,1 1 1-16,0-2 1 0,6 5 4 0,-7 0 2 16,0-1-2-16,7 4 2 0,-6 4 1 0,6 0 1 15,-6 1-2-15,6 2-2 0,-8 1 21 0,8 3-11 16,0 1-7-16,0 0-6 0,0-1-1 16,0 4-1-16,0 4-21 0,8 2 12 0,-8 2 6 15,0 3 4-15,6-1 3 16,0 9 1-16,1-1 1 0,-7 4-2 0,7 0 1 0,-1 3 2 15,0 1 1-15,1 4 0 0,-1-5 2 16,1 5 0-16,-7-5-1 0,7-2-1 0,-1 2-1 16,-6-3 1-16,6-3 0 0,-6-1 1 15,0-4-1-15,7 1-12 0,-7-4-25 16,0 0-37-16,0-4-42 0,0 1-53 0,7-5-67 16,-7 1-91-16,0-4-90 0,0-4-89 15,0 1-89-15,-7-1-78 0,7-3-48 16,-7-4 0-16,7-1 13 0,-6-2 68 0,-7-1 99 15,6-3 113-15,1-1 106 0</inkml:trace>
  <inkml:trace contextRef="#ctx0" brushRef="#br0" timeOffset="25734.46">6786 7972 19 0,'-13'-15'249'0,"7"4"79"0,-2-4 66 16,2 8 25-16,0-4-22 0,-1 4-17 15,1 0-1 1,6-1-12-16,-7 3-23 0,7 2-41 16,7 0-52-16,-7-1-60 0,6 0-55 0,7 4-37 0,1-3-27 0,-2 3-10 15,2-4 5-15,5 4 11 0,1-4 7 16,-1 4 3-16,0 0 17 0,1-4 11 0,7 4-4 15,-15 0-9-15,8 0-14 0,-7-3-14 16,-1 3-22-16,-4 0-21 0,-2 0-11 0,0 0 1 16,0 3 4-16,-6-3 9 0,8 4 8 15,-8 4 10-15,0-5 12 16,6 5 1-16,-6-2-1 0,0 2-2 0,0 4-1 0,0-1-1 16,0 3-3-16,0-2 1 0,0 2 2 15,0 1 4-15,0-1 7 0,0 1 4 0,6-5 3 16,-6 1 3-16,7 0 2 0,-1 0 1 15,1-4 4-15,6 1 5 0,-1 0 0 16,2-5-4-16,-1 1-9 0,7-4-11 0,-8 0-18 16,8 0-17-16,0-4-12 15,-1 4-7-15,-6-7-2 0,0 3-1 0,1-4 0 0,-2-2 0 16,-5 2 3-16,-1-6-3 0,1 2 3 16,-7-5-1-16,0 2-3 0,0-3-1 0,0-1-4 15,0 5 3-15,-7-4 1 0,7 3 5 16,0 4 3-16,-6 0 4 0,6-1 3 0,0 5 2 15,-7 4-4 1,7-5-4-16,0 5-3 0,0 3-8 0,0-4-3 16,0 4-6-16,-6 0-1 0,6 4-3 0,0-1 2 0,6 5-1 15,-6 2 1-15,0 2 1 0,7-1 1 16,-7 3 0-16,6 5 0 0,1-4 2 0,0 0 1 16,-1 2 3-16,0-2-3 0,0 3-1 15,2-4 0-15,-2 1-1 0,7 1-5 16,-7-5-24-16,8-1-40 0,-2 1-61 0,-5 0-72 15,6-4-84-15,-7 1-102 16,8-4-117-16,-8-1-123 0,7-3-134 0,-7-3-136 0,1-1-37 16,0 1 42-16,-1-5 105 0,0-3 146 15,-6-4 186-15</inkml:trace>
  <inkml:trace contextRef="#ctx0" brushRef="#br0" timeOffset="26561.28">7411 7869 402 0,'0'-15'487'0,"-7"4"65"16,1 0 81-16,6 4-49 0,-6 0-97 15,6 2-69-15,0-1-50 0,0 2-47 0,6 0-69 16,-6 1-68-16,6-1-41 0,1 0-31 16,6 4-13-16,-7 0-3 0,8 0 4 15,-1 0 5-15,0 4-3 0,0 0 1 16,-1 3-2-16,8 0-4 0,-7 5-7 0,0-2-14 16,0 1-9-16,1 3-3 15,-8 1-5-15,7-1-2 0,0 6-8 0,-7-6-3 16,7 4-6-16,-6 1-7 0,0-4-6 0,-7-1-5 15,6 4-3-15,-6-6-6 0,0 2-3 0,-6-3 0 0,-1-1 1 16,0-2-3-16,1 0 1 0,-1-1 2 16,1-3-4-16,-7-1-2 0,6 1-3 0,1-4 0 15,0-4 2-15,-8 1-2 0,8-1-1 16,-1-3 1-16,1-1 1 0,6-2-7 16,0-6 2-16,-7 5 2 0,7-7 0 0,7 0 0 15,-7 0 2-15,6-1 3 0,1-2-1 16,-1 6 1-16,0 1 1 0,2 1 2 0,-2-1 2 15,0 7 2-15,8-4-1 0,-8 4-4 16,7-1-1-16,-7 5-4 0,8-1-1 0,-2 4 0 16,-5-4 1-16,6 8 4 0,0-4 3 15,0 4-1 1,-6 3 5-16,5 0 2 0,2 0 4 0,-8 5 0 16,7-1 2-16,-6 3 1 0,-1-2 3 0,1 2 2 15,-1 1 1-15,-6-1 2 0,6 1 2 0,-6 0 0 16,0-4 1-16,0 3 0 0,0-2 2 15,0-2 3-15,0 2 5 0,0-6 4 0,0 1 0 16,0 1 5-16,0-4 0 0,0 3 1 16,-6-7 2-16,6 4 10 0,0 0 8 15,0-4-2-15,-6 0-4 0,6-4-7 0,-7 0-7 16,1 1-14-16,6-1-13 0,-7-3-7 16,0-5-4-16,7 1-2 0,-6 0-4 0,6-4-2 15,0 1-3-15,0 0-2 0,0-5-1 16,0 2-3-16,6-2 0 0,1 4-1 0,0-3 2 15,-1 7-3-15,1-4 2 0,-1 4 0 16,0 0-2-16,8 4 2 0,-1-1-2 0,0 2 1 16,-7 2-2-16,14-1 1 15,-7 5 0-15,0-3 1 0,0 3-1 0,0 3 2 0,0-3-1 16,6 9 0-16,-5-6-1 0,-8 4 0 16,7 4 0-16,0 0 3 0,0 0 1 0,-7 0 4 15,8 4 5-15,-8 0 5 0,0-1 6 16,2 1 5-16,-2-1 4 0,-6 1 1 15,6 0-2-15,-6-1-4 16,7 0-4-16,-7-2-3 0,0-1-4 16,6 0-2-16,-6-1-2 0,0-2-3 0,7 3-2 15,-7-7-1-15,0 3-10 0,0-3-25 0,0-1-40 0,7 2-48 16,-7-2-72-16,0-3-92 0,0 0-108 16,0-3-139-16,6-2-169 0,-6 2-191 0,6-4-120 15,-6-1-12-15,14-3 64 0,-8 1 135 16,7-1 191-16,0-5 234 15</inkml:trace>
  <inkml:trace contextRef="#ctx0" brushRef="#br0" timeOffset="26923.22">8401 7649 132 0,'0'-4'440'0,"0"1"124"15,7 3 112-15,-7-4-12 0,0 1 20 0,0-1-85 0,0 4-96 16,0 0-93-16,0 0-87 0,0 0-76 16,0 0-49-16,0 0-26 0,6 4-12 0,-6 3-6 15,6-4 4-15,1 8 13 0,0 1 0 16,-1-2 4-16,-6 1-3 0,6 4 0 16,1 3-6-16,0 1-9 0,-1-1-7 0,1 1-15 15,-7-1-13 1,6 4-11-16,1-4-7 0,-7 0-8 0,6 0-10 0,-6 1-7 0,7-1-39 15,-1-3-40-15,-6-1 0 0,0-3 0 16,6 0 0-16,-6-3 0 0,0-4 0 16,0 3 0-16,0-4 0 0,8 1 0 0,-8-4 0 15,0 4 0-15,0-4 0 0,0 0 0 16,-8-4 0-16,8 4 0 0,0-7-9 0,-6 3-303 16,0-3-118-16,-1-1-127 15,7-3-155-15,-6 5-179 0,-1-9-146 0,1 4-18 0,6-3 57 16,-7-3 108-16,7 0 178 0,7 2 232 0</inkml:trace>
  <inkml:trace contextRef="#ctx0" brushRef="#br0" timeOffset="27172.4">8876 7469 321 0,'0'0'695'16,"0"0"141"-16,-6 0 102 0,6-3 18 0,-6 3-105 16,6 0-219-16,0-5-193 0,-7 5-129 15,7 0-96-15,0-3-75 0,0 3-66 0,0 0-67 16,0 0-74-16,0 0-97 0,0 0-140 16,7 0-172-16,-7 0-202 0,0 3-190 15,6-3-66-15,-6 5 25 0,6-2 102 0,1 2 151 16,0 2 200-16</inkml:trace>
  <inkml:trace contextRef="#ctx0" brushRef="#br0" timeOffset="27391.93">8987 7729 160 0,'0'15'602'0,"0"-4"150"0,0 0 111 0,0 4 60 16,0-4-65-16,0 4-147 0,0 0-143 15,0-1-100-15,0 0-73 0,0 5-59 16,-6-2-51-16,6 0-55 0,-14-3-50 0,8 4-39 15,0-4-30 1,-8 1-26-16,-5 0-25 0,6-4-19 0,-6 3-30 16,5-2-53-16,-5-2-80 0,6-3-104 0,0 1-141 0,-7 0-196 15,8-1-233-15,-2-7-222 0,1 3-71 16,-6-3 28-16,6-3 97 0,-7 3 174 0,1-5 237 16</inkml:trace>
  <inkml:trace contextRef="#ctx0" brushRef="#br0" timeOffset="29672.12">5751 9093 238 0,'-8'0'305'16,"8"0"19"-16,0-5-36 0,-6 5 6 0,6-3 26 16,-6-4-18-16,6 3 1 0,-7 1 20 15,7-1 13-15,-6 0-3 16,6-3-17-16,-7 2-20 0,7 5-36 16,-7-2-44-16,7-2-34 0,0 4-32 0,0 0-24 0,-6 0-5 15,6 4-13-15,0 3-6 0,-6 4-1 0,6 4 11 16,6 6 12-16,-6 5-13 0,6 0-6 0,-6 3-1 15,7 5-11-15,0 2-15 0,-1-3-13 0,-6 4-18 16,7-5-12-16,-1 5-13 0,0-4-11 16,-6-4-4-16,8 1-7 0,-8-5 0 15,0-3-12 1,6-4-21-16,-6 1-34 0,0-8-53 0,0 3-71 0,0-7-79 16,0 1-96-16,0-5-112 0,0-3-123 15,-6 0-109-15,6-3-63 0,-8-5 7 0,2-3 70 16,0 1 113-16,-1-8 150 0</inkml:trace>
  <inkml:trace contextRef="#ctx0" brushRef="#br0" timeOffset="30000.54">5646 9176 18 0,'0'-10'371'0,"-7"-1"62"16,7 0 47-16,0-4-17 0,0 4-16 0,0 0-89 15,0 0-42-15,7 0-3 0,-7 0-9 16,7 4-11-16,-1-4-23 0,1 4-39 0,5-1-41 15,-4 5-40-15,10-5-24 16,-4 4-17-16,-1 2-11 0,7 2-7 16,-2 0-1-16,2 0-2 0,7 2-5 0,-8 6-1 0,0-4-3 15,1 7-14-15,7 0-9 0,-15 0-11 16,8 3-3-16,-7 1-3 0,-7-1 2 0,0 1 11 16,2 0-2-16,-8 3-2 0,-8-4-7 15,2 5-6-15,-7-4-11 0,0-1-6 0,0 0-9 16,1-2-12-16,-8 3-22 0,7-4-30 15,-1-5-30-15,-5 2-44 16,6-1-52-16,0-3-59 0,6 0-69 16,-6-4-63-16,7-4-66 0,6 0-59 0,-6 1-35 15,6-4-3-15,0-1 23 0,0 1 28 16,6 0 24-16,0-1 53 0,1-3 65 0,6 3 60 0</inkml:trace>
  <inkml:trace contextRef="#ctx0" brushRef="#br0" timeOffset="30484.45">5854 9206 188 0,'14'-7'282'15,"-8"0"66"-15,7-1 21 0,1-2-27 16,-2 2-23-16,1 0-12 0,0 1 2 0,0 0 8 15,1 0 16-15,-8 2-11 0,6-2-26 16,2 4-36-16,-1-1-48 0,7 4-42 16,-8-4-43-16,2 4-22 0,-2 4-15 0,2-4-1 15,5 7 2-15,-6-3-2 0,0 7-1 16,0-4-3-16,0 4-3 0,0 5-10 0,0-2-2 16,0-1-7-16,-7 4-4 0,2-3-4 15,-2 0-2-15,0 1-3 0,-6 0-4 16,0-1-2-16,0-3-2 0,-6 4-5 0,0-5-4 15,6 2-5-15,-8-5-6 0,-4 4-3 16,5-7-6-16,0 4-3 0,1-5-3 0,0 1-4 16,-1-4 1-16,1 0-2 0,-1-4 0 15,0 1 2-15,1-2 1 0,0-5 2 0,-1 2-2 16,7-6-2-16,0-1 2 0,-7-4-3 16,14 1-2-16,-7 0 0 15,0 0 0-15,7-1 1 0,-1 1-2 0,0 4 1 0,1-2 3 16,0 2 1-16,6 3 2 0,-7 0-1 0,7 3 0 15,-6 5 0 1,5-1-1-16,2 4 1 0,-1 0 5 0,0 4 10 16,0 4 6-16,7-1 9 0,-8 7 12 0,1-3 9 15,1 4 8-15,-2 0 0 0,2-1 5 16,-2 5 3-16,-5-5-5 0,0 1-10 16,-1 0-7-16,1-1-9 0,-1-3-7 0,-6 1-12 0,0-1-5 15,6-1-2-15,-6-2-5 0,0-1-4 0,0 0-13 16,-6-3-31-16,6 4-41 0,-6-8-52 15,6 3-75-15,-7-3-103 0,1 0-133 0,-1-3-137 16,0-5-141-16,-5 1-140 0,5-4-29 16,-6 0 52-16,7-7 115 0,-8-1 150 15,8-3 173-15</inkml:trace>
  <inkml:trace contextRef="#ctx0" brushRef="#br0" timeOffset="30610.24">6258 9026 128 0,'0'0'328'0,"0"-2"24"15,-6-3-7-15,6 5-144 0,0-3-118 16,0 3-173-16,0 0-141 16,0 0-68-16,0 0-18 0,0 0 17 15</inkml:trace>
  <inkml:trace contextRef="#ctx0" brushRef="#br0" timeOffset="31079.03">6408 9051 162 0,'6'5'355'15,"2"2"46"-15,-8-3 43 0,6 0-53 0,0-1-49 16,1 5-29 0,-1-2 2-16,1 2 7 0,-1 3-4 0,1 0-10 0,-1 3-19 15,0 1-36-15,2 0-35 0,-2 4-21 0,0-1-14 16,1-4-12-16,-7 5-12 0,6-5-8 16,-6 1-16-16,7 0-16 0,-7-4-17 0,0-1-11 15,0 1-9-15,0-3-7 0,6 0-3 16,-6-6 1-16,0 6 5 0,0-8 7 0,0 4 11 15,0-4 9 1,0 4-2-16,0-4-10 0,-6-4-14 0,6 0-16 0,0 1-23 0,0-4-19 16,-7-1-10-16,7 0-5 0,0-6-4 15,0 2 0-15,-6-2-2 0,6 0 2 16,6-5-1-16,-6 5 0 0,7-6-1 0,-7 7-1 16,6-1-1-16,1 2-2 0,-1-3-1 15,8 8-1-15,-8-4 2 0,7 4 0 16,-6-1-1-16,5 1 0 15,-5 3 1-15,6 4-2 0,-6 0 1 0,5 4 2 0,2 0-1 0,-8 3 3 16,0 0 2-16,8 5 1 0,-8-2 0 16,1 5-2-16,-1-3 3 0,0 2 0 0,2 4-3 15,-2-3 1 1,0-1 0-16,-6 5 3 0,6-1-4 0,-6-3-2 0,0-1 2 16,0 4 0-16,0-3 0 0,0-4-11 0,0 4-35 15,-6-4-51-15,6 0-74 0,0-4-108 16,0 0-133-16,6 1-135 0,-6-8-148 0,7 3-150 15,-7-6-48-15,7-5 42 0,-1 1 97 16,7-4 129-16,1 1 171 0</inkml:trace>
  <inkml:trace contextRef="#ctx0" brushRef="#br0" timeOffset="31343.83">6968 9024 489 0,'0'-8'634'0,"-6"-4"100"16,6 5 76-16,-7 0-58 0,7 4-160 15,-6-2-161-15,6 2-134 0,0 3-94 0,0 0-68 16,0 3-49-16,0 2-19 0,0 5 3 16,6 1 13-16,-6 5 15 0,7-2 14 0,-1 8 5 15,0-4-4-15,2 4-4 0,-2 0-3 16,0 0-7-16,0 0-17 16,2 0-10-16,-2 0-11 0,-6 0-17 0,6-4-13 0,1 0-11 15,-7 1-8-15,6-5-9 0,-6 4-21 16,0-3-42-16,0-4-66 0,0 0-92 0,7 1-123 15,-7-9-148-15,0 1-167 0,-7-1-181 16,7-3-55-16,-6-3 29 0,-1-1 90 0,1-7 134 16,0 0 178-1</inkml:trace>
  <inkml:trace contextRef="#ctx0" brushRef="#br0" timeOffset="31547.99">6897 9195 476 0,'-13'-7'606'15,"6"3"108"-15,0-4 76 0,1 6-42 16,0-3-159-16,6 2-143 0,0-1-116 0,0 4-97 15,0-4-76-15,12 4-53 0,2 0-33 16,5 0-18-16,1 0-8 0,-1 0-3 16,1 0-3-16,6 0-1 15,-6-3-4-15,-1 3-5 0,1 0-5 16,-2 0-5-16,-4-4-7 0,-1 4-14 0,-7 0-26 0,1 0-55 16,0 0-100-16,-1 0-131 0,0 0-164 0,-6 0-182 15,0 0-136-15,0 0-31 0,-6 0 53 16,6 0 108-16,0 0 151 0</inkml:trace>
  <inkml:trace contextRef="#ctx0" brushRef="#br0" timeOffset="31959.53">7522 8975 327 0,'0'-14'630'15,"0"3"83"-15,0-4 68 16,0 4 9-16,0 0-144 0,0-1-202 0,-7 5-122 0,7 4-71 16,0-5-58-16,-6 5-54 0,6 3-46 15,0 0-42-15,-6 0-27 0,6 0-12 0,-8 8-7 16,2 3 5-16,-7-1 13 0,7 1 14 16,-1 7 26-16,1 1 23 0,-1 3 23 0,1 3 15 15,6 1 2 1,0 7 4-16,0 0-13 0,0 0-14 0,0 0-19 15,6 4-14-15,1-1-14 0,6 1-11 0,-7-4-10 0,7 0-4 16,1 0 1-16,-2 0 4 0,8-8 2 0,-7 5-1 16,7-4 2-16,-8-8-3 0,8 0-5 15,-7 0-9-15,0-7-6 0,0 1-9 0,7-5-1 16,-14-4-2-16,7 1 3 0,-6-4-19 16,6 0-38-16,-7 0-45 0,0-4-70 15,-6 1-90-15,8-4-126 16,-2-5-126-16,-6 1-140 0,6 0-143 0,-6-4-97 0,0 1 2 15,0-4 76-15,6 0 121 0,-6-5 163 16</inkml:trace>
  <inkml:trace contextRef="#ctx0" brushRef="#br0" timeOffset="32172.9">7841 9026 406 0,'0'-10'558'0,"0"2"97"16,7-3 78-16,-7 4-57 0,6-1-120 15,-6 5-121-15,0-1-109 0,0 0-93 16,0 1-73-16,6 3-61 0,-6 3-45 0,0 1-28 16,0 3-9-16,-6 1-6 0,6-1-7 15,0 0 2-15,-6 5-3 0,6-4-19 16,-7 2-50-16,0-3-86 0,7 3-105 16,-6-5-133-16,6 2-138 0,-7-3-137 0,7 3-53 0,0-7 33 15,0 4 77-15,7-4 114 0,-1-4 131 16</inkml:trace>
  <inkml:trace contextRef="#ctx0" brushRef="#br0" timeOffset="32344.98">7925 9019 384 0,'8'-3'582'16,"-2"-5"127"-16,0 1 101 0,-6 3-37 15,0-3-109-15,0 4-127 16,0-2-136-16,0 5-120 0,0-3-98 0,0 3-74 0,-6 3-53 16,6-3-27-16,-6 8-16 0,6-1-6 15,-8 0-1-15,2 5-13 0,-7-2-19 0,7 2-45 16,-1-1-62-16,-6 3-92 0,7-3-107 15,-1 0-114-15,0 4-118 0,1-4-120 16,6 3-51-16,0 1 30 0,-6-4 75 0,12 0 106 16,-6 1 130-1</inkml:trace>
  <inkml:trace contextRef="#ctx0" brushRef="#br0" timeOffset="32813.01">8434 9158 24 0,'6'-14'462'0,"0"2"101"15,-6 2 68-15,0-1 57 0,0-4-102 0,0 4-140 16,-6 4-129-16,0-4-93 0,-1 7-63 16,-6-3-53-16,0 2-40 0,0 5-32 0,-6-2-16 0,-1 2-10 0,0 2-6 15,1-2-5-15,-1 5-4 0,1 2 3 16,-1-3 2-16,8 3-2 0,-2 1-1 15,8-2 2-15,-1 2 2 16,0-1 5-16,7 4 12 0,0-3 18 0,7 2 19 0,0 2 21 16,5-5 11-16,2 4 11 0,-1-4-3 0,7 5-8 15,-2-1-8-15,2-2-6 0,7 0-2 16,-8 2 1-16,0 0 13 0,1 0 6 16,-1 0 6-16,1 0 2 0,-7 0 3 0,0 0-3 15,-6 3-9-15,-1-2-1 0,1 1-2 16,-1-1-2-16,-6 3 0 15,-6 0 0-15,-1-5-4 0,1 5 0 0,-1-4-3 0,-6 0 1 16,0-4-7-16,0 3-8 0,0-2-7 0,0-4-6 16,-7 3-7-16,8-7-9 0,-8 4-6 15,7-4-6-15,-7 0-4 0,8-4-6 0,-8 4-4 16,7-2-5-16,-7-3-9 0,8-2-27 16,4-1-47-16,-4 1-60 15,-2 0-68-15,8-1-93 0,6 1-123 16,0-4-130-16,0 4-130 0,6 0-116 0,1 0-76 0,6-1 17 15,1 1 91-15,-2-1 135 0,8-3 164 0</inkml:trace>
  <inkml:trace contextRef="#ctx0" brushRef="#br0" timeOffset="34235.03">8642 9218 430 0,'13'-5'547'0,"-7"-2"100"15,1 2 45-15,0 3-12 0,-1-2-119 0,-6-3-111 16,6 3-91-16,-6 1-85 0,0-2-77 15,0 5-57-15,-6-2-42 0,6 2-35 16,-6 0-17-16,-1 0-7 0,0 0 5 0,1 0 2 16,0 0 5-16,-8 2 6 0,8 3-2 15,-1-2 4-15,1 5-2 0,-7 1 6 0,6 0 5 16,7 2 4-16,-6 3 1 16,6 1 0-16,-6 0-2 0,12-1-7 15,-6 4-9-15,6-2-9 0,1-3-2 0,0 3-7 0,-1-2-2 16,7-2 0-16,0-2 7 0,0 1 5 15,0-4 6-15,0-3 6 0,7 0 0 0,-7-1 0 16,7-3-5-16,-1-3-5 0,0-1-6 16,0 0-3-16,1 1 3 0,-6-4 4 0,-2 3 4 15,-5-7 2-15,6 3-1 0,-13 1-5 16,7-4-12-16,-7 0-10 0,-7-4-10 16,7 1-8-16,-13-1-4 0,0-3-3 0,0 3 0 15,-6 1-1-15,-1-5 1 0,7 5 0 16,-7 3-1-16,8-4-2 0,-8 5 0 0,7 2 0 15,-1 0-1-15,2 1-2 0,5 3 0 16,0-3-4-16,1 4-8 0,6 3-9 0,-6-5-11 16,6 5-7-16,6 0-7 0,0 0-8 15,1 0-10-15,0 0-10 0,5 5-5 0,8-5-6 16,-7 3 0 0,7-3 10-16,-1 0 12 0,7 0 17 0,-6 0 17 0,0 0 12 0,-1 0 10 15,1-3 6-15,-8 3 4 0,2-5 3 16,-2 5 1-16,-5-3-2 0,-1 3 1 15,1 0 0-15,-7 0 0 0,7 0 1 0,-7 0-2 16,0 0 2-16,0 0-1 16,6 0 0-16,-6 0-2 0,0 0-3 15,0 3 1-15,0 2 2 0,-6-2 2 0,6 4 8 0,0 1 9 16,0 3 15-16,0-1 8 0,0 2 8 16,0 1 7-16,0 4 5 0,0-3-1 0,0 4-1 15,6-3-1-15,-6-1 3 0,6 4 5 16,-6-2 2-16,8 2 9 0,-2-4 7 15,0 1 3-15,0-4-3 0,1 4-4 0,0-8-10 16,-1 4-12-16,1-3-13 16,-7-2-6-16,6-2 3 0,-6 0 10 0,0-1 10 0,6-3 7 15,-6 0 4-15,0 0-4 0,0-3-11 16,0-1-16-16,0-3-14 0,0-1-12 0,-6-3-7 16,6 1-3-16,-6-1-3 0,6-4-2 15,0 0-3-15,0-4-4 16,-7 1-2-16,14 0-2 0,-7-4 0 15,0 4-2-15,6 0 1 0,-6-1 2 0,6 5 0 16,2-1-3-16,-2 5-1 0,0-2-3 0,8 1-2 0,-8 4-5 16,7 3 0-16,0-4 0 0,6 5 1 0,-5 3 4 15,-2 0 3-15,1 0 4 0,1 3 3 16,-8 5 3-16,7-1 2 0,0 1 0 16,-7 3 1-16,1-1 1 0,0 2 0 0,-1-1 2 15,1 3 0-15,-1 1 2 0,0-5-1 16,2 6 1-16,-8-5 0 15,6 3-1-15,0-3 1 0,-6 0-3 0,6 1 2 0,1-1-2 16,-7-1 0-16,7 1 1 0,-1-3-3 16,1-1 3-16,-1 1 2 0,1-5 5 0,0 1 0 15,-1-1-1-15,6-3 3 0,-4 4-2 16,-2-4-1-16,7-4 0 0,-7 1-4 16,8-1 1-16,-2 1 0 0,-6-2 2 0,8-2-3 15,-1 0-1-15,-6-4 4 16,-1 4 0-16,7-5 2 0,-7 1 0 0,1 0 1 0,0-4 0 15,-7 5-2-15,6-5-1 0,-6 1-1 0,0-1-1 16,0 0-2-16,0 1-2 0,-6 3 1 16,-1-1-1-16,7 2 0 0,-13 2-1 15,7-3-1-15,-1 4 0 0,-6 4-1 0,0-2 1 16,7 2-3-16,-8-1-1 0,2 8 2 16,-2-4 0-16,8 8 0 15,-7-5 2-15,-1 8 0 0,8 0 4 0,-6 1-2 0,5 2 1 16,0-1 0-16,1 4 0 0,-1-3 0 15,7 0-1-15,-6 5 1 0,6-5 0 0,0 1 0 16,6-4 0-16,-6 0 2 0,7-1 1 16,-1 2 2-16,1-5-1 0,6 1 2 0,-7-5 1 15,8 1 1-15,-2-4 1 16,1 0 8-16,1-4 13 0,-8 4 14 16,6-3 14-16,2-5 15 0,-8 5 11 0,8-5 2 15,-8 0-66-15,1-2-20 0,-1 2 0 0,0-6 0 0,1 7 0 16,0-4 0-16,-1 0 0 0,-6 3 0 15,6 1 0-15,-6 0 0 0,7 2 0 0,-7 2 0 16,0 0 0-16,0 3 0 0,0-4 0 16,0 4 0-16,0 4 0 0,0-1 0 0,7 0 0 15,-7 2 0 1,0 2 0-16,6 4 0 0,-6-4 0 0,7 1 0 0,-7 3 0 16,6-1 0-16,-6 1 0 0,7-3 0 0,-1 2 0 15,1-2 0-15,-1 0 0 0,0-1 0 16,2 0 0-16,4-3 0 0,-5-1 0 15,6 2 0-15,-7-2 0 0,7-3-125 0,-7 0-255 16,8-3-91-16,-1-2-133 0,0-2-160 16,0 4-168-16,0-8-109 15,-6 0-5-15,5-1 73 0,-5-2 151 0,0-1 200 0,-1 1 225 16</inkml:trace>
  <inkml:trace contextRef="#ctx0" brushRef="#br0" timeOffset="34468.82">9658 8851 206 0,'-7'-11'429'15,"7"3"91"-15,0 5 89 0,0-5-31 0,0 5-4 16,-6-1-77-16,6 0-82 0,0 4-78 16,0-3-82-16,0 3-85 0,-7 3-67 15,7 1-43-15,-6 0-21 0,6 3-10 0,-6 0-4 16,-1 1-5-16,0-1-15 15,1 3-45-15,0-1-80 0,-2-3-110 0,2 2-129 16,0-5-152-16,6 5-166 0,0-5-54 0,0 2 26 16,6-5 80-16,0 0 112 0</inkml:trace>
  <inkml:trace contextRef="#ctx0" brushRef="#br0" timeOffset="34657.11">9756 8825 260 0,'0'0'509'0,"6"-4"121"0,-6 4 98 15,0-3-47-15,0 3-69 0,0 0-130 0,7-4-129 0,-7 8-110 0,0-4-79 16,0 3-47-16,0 5-23 0,-7-5-19 16,7 8-11-16,0-3-11 0,0 3-19 0,-6-1-17 15,6 1-16-15,-6 0-8 0,6 1-46 16,-8 2-92-16,2-3-131 0,0 1-167 16,6-2-208-16,-7-2-123 15,7 2-21-15,-7-2 56 0,7 0 110 16,0-5 160-16</inkml:trace>
  <inkml:trace contextRef="#ctx0" brushRef="#br0" timeOffset="35141.51">9971 8741 352 0,'-6'-8'547'0,"6"1"111"0,-8 3 82 16,8 1-74-16,0-4-71 0,0 7-128 15,-6-5-119-15,6 5-103 0,0-3-75 0,6 3-45 16,-6 0-39 0,8 3-16-16,-2 2-6 0,6 2 3 0,-5 0 5 0,6 4 4 15,0 1 1-15,1 2 5 0,-2 4 6 0,2-3 15 16,-2 7 9-16,1 0 7 0,1 0 0 15,-2-1 0-15,2 5-10 0,-2 0-13 0,-5 0-7 16,-1 0-5-16,1 3-7 0,0-4-5 0,-1 5-7 16,-6-5-5-1,0 1-3-15,-6-1-4 0,-1 2 0 0,0-2 7 16,1-3 7-16,-7 0 3 0,-1-4 3 0,2 0-1 0,-1-3 0 16,0-1-6-16,0 2-6 0,-1-6-3 15,2 1-8-15,6-3-6 0,-8-1-8 0,8 1-8 16,-1-5-5-16,1 1-5 0,-1-1-4 15,0-3-1-15,7 4-2 0,-6-4-3 16,6 0-1-16,0 0-14 0,-6-4-31 0,6 1-48 16,0 3-67-16,0-4-77 15,0-4-100-15,0 5-133 0,0-4-155 0,6-4-167 0,0 0-171 16,1-1-47-16,0 1 34 0,6-3 110 16,-7 2 164-16,14-5 203 0</inkml:trace>
  <inkml:trace contextRef="#ctx0" brushRef="#br0" timeOffset="35359.58">10433 8931 85 0,'-6'-3'636'16,"6"-1"150"-16,0 0 98 0,-7 1 71 0,7-5-75 15,0 5-213-15,0-2-216 0,0 3-132 16,0-3-91-16,0 2-66 0,0 0-57 0,0-2-49 15,7 5-55 1,-7-3-61-16,0 3-80 0,0 0-120 0,0 0-157 0,0-4-191 16,6 4-202-16,-6 0-87 0,7 0 2 0,-1 4 80 15,0-4 136-15,8 8 187 0</inkml:trace>
  <inkml:trace contextRef="#ctx0" brushRef="#br0" timeOffset="35548.31">10524 9147 109 0,'-6'15'498'0,"-1"4"114"0,-6-5 117 16,7 1 60-16,-1-1-49 0,-6 0-147 0,7 5-94 16,-1 0-76-16,0-1-81 0,-5-4-69 15,-1 4-62-15,6 1-49 0,-6-4-40 16,-7 3-41-16,8-3-31 0,-8 4-19 0,1-5-30 16,-1 0-43-1,0 1-66-15,1-1-113 0,-1-2-174 0,0-1-224 16,8-4-221-16,-1 0-91 0,-1 0-3 0,2-2 77 0,-2-2 153 15,2-3 211-15</inkml:trace>
  <inkml:trace contextRef="#ctx0" brushRef="#br0" timeOffset="36543.51">5724 10730 188 0,'7'0'370'0,"-1"-4"70"15,0 2 32-15,2-7-40 0,4 6 15 16,-6-5-33-16,2 1-34 0,-2-3-18 0,0 1-23 16,1-1-20-16,-1 2-42 0,1-2-43 15,0-2-36-15,-7 2-29 0,6-1-17 16,-6 0-29-16,0-1-18 15,0 1-12-15,-6 0-13 0,6 4-17 0,-7 4-22 0,0-5-14 16,-6 4-7-16,7 1-9 0,-8-1-7 0,2 4-3 16,6 0 2-16,-8 0 3 0,1 4-1 15,7 3 2-15,-1-4 0 0,-6 9 0 0,7-1 1 16,0 0 3-16,-2 7 10 0,8 1 12 16,0 3 18-16,0-1 16 0,0 5 17 15,8 1 15-15,-2 0 1 16,0 0-3-16,0 2-10 0,1 1-13 0,0-2-13 0,-1-2-14 15,1 1-14-15,-1-2-9 0,0-4-7 0,2 2-8 16,-2-5-4-16,0 1-1 0,-6-9 0 16,6 4-3-16,-6-3-10 0,0-2-17 15,-6-3-35-15,0-2-50 0,0 3-73 0,6-7-99 16,-8 0-120-16,2 0-122 16,0-3-117-16,-1-5-106 0,1 2-85 15,-8-6 15-15,8 1 86 0,0-8 115 16,-8 5 139-16</inkml:trace>
  <inkml:trace contextRef="#ctx0" brushRef="#br0" timeOffset="37110.14">5555 10862 353 0,'-7'0'458'0,"1"-4"80"0,6 0-10 15,-6 4 26-15,6-3-74 0,0 3-88 16,6-4-70-16,0 0-52 16,8 1-50-16,-2 0-40 0,8 3-21 0,-1-5-14 0,7 1-13 15,1 1-5-15,-1 0-4 0,6-1-7 16,1 0-7-16,-1 1-10 0,1-5-10 0,-7 5-16 15,0-1-12-15,1 1-9 0,-15-1-3 16,8 4-2-16,-7-4-5 0,-7 4-5 0,0 0-5 16,2 0-8-16,-2-4-17 15,-6 4-4-15,6 0-4 0,-6 4-2 16,0-4 3-16,0 4 3 0,0 0 13 0,0 3 7 0,0 0 11 16,0 0 9-16,0 4 9 0,0-4 13 0,0 8 9 15,0-4 6-15,0 0 1 0,0 4 2 16,0 0-7-16,0-5-6 0,0 5-17 0,6-4-5 15,2 0 0-15,-8 0 3 0,12 0 6 16,-5-4 5-16,6 0 11 0,0-2 2 0,-1-2-7 16,2 1-8-1,-1-4-11-15,7 0-9 0,-8-4-11 0,2 1-9 0,5-2-5 16,-6-2-2-16,-6 4 6 0,5-8 3 0,2 3 3 16,-8 1 2-16,0-4 5 0,2 0 1 15,-8 1-1-15,0-5-3 0,0 0-1 16,0 0 0-16,0 0-1 0,0 1-3 0,-8-1 2 15,8 4 2-15,-6 0 2 0,6 4 2 16,0 0-3-16,0 3-2 16,-6-3-7-16,6 7-7 0,0-4-10 0,0 4-7 0,0 0-3 15,0 0 0-15,0 4 0 0,0 3 0 16,0 1 4-16,6 2 3 0,-6 1 1 0,6 0 1 16,2 4 0-16,-8-1 0 0,6 6-2 15,0-7 0-15,1 1-4 0,-1 3-17 0,1-7-25 16,-1 5-32-16,1-5-33 0,-1 1-44 15,8 0-62-15,-2-4-69 16,1 1-91-16,1-1-122 0,5-3-136 0,-6-4-141 0,7 0-124 16,-1-4-31-16,-6 1 53 0,6-4 121 15,-5-1 153-15,-1 1 175 0</inkml:trace>
  <inkml:trace contextRef="#ctx0" brushRef="#br0" timeOffset="37616.39">6493 10843 286 0,'-6'-15'459'0,"6"1"82"16,-8 0 82-16,2 3-27 0,0 0-70 15,6 3-72-15,-7 5-61 0,7-5-63 0,0 5-73 0,-6-2-80 16,6 3-68-16,0 2-42 0,0 0-31 16,0 0-13-16,6 2 3 0,1 3 5 0,-7-2 10 15,6 5 8-15,0-1 14 0,2 4 10 16,-2 0 8-16,7 0 10 0,-7 4 7 0,1 0 2 16,-1-1 0-16,1 0-1 0,-7 5-3 15,6-4-1-15,-6-5-6 16,7 5 4-16,-7-4 4 0,7 0 1 0,-7 0-8 0,0-4-10 15,0 1-11-15,0-5-14 0,6 4-15 0,-6-2-5 16,0-5 7-16,0 3 8 0,-6-3 9 16,6-3 0-16,0 3 4 0,-7-8-3 0,7 4-9 15,-7-7-10-15,7 4-9 0,-6-7-6 16,-1-1-7-16,7 1-6 0,-6-5-5 16,6-2-2-1,0-2-2-15,0 0 0 0,6-2 1 0,-6 3-3 0,7 4-1 0,-1-4-1 16,8 7 0-16,-8 1-2 0,0 3-1 15,8 0 3-15,-8-1 0 0,7 5-3 0,0 4 0 16,0-1-1-16,0 4-3 0,0 0 2 16,7 4 2-16,-7 3 0 0,-1 0 7 15,2 4 13-15,5 0 20 0,-12 4 14 0,6-1 15 16,-1 4 21-16,2-2 12 16,-8 2 3-16,1-3-8 0,0 3-10 15,-1-4-12-15,0 1-15 0,-6 0-13 0,7-1-16 16,-7 1-8-16,6-5-7 0,-6 3-3 15,7-3-3-15,-7-2-9 0,0-1-13 0,0 0-24 0,0-3-34 0,0-1-49 16,0 1-61 0,0 0-74-16,-7-4-82 0,7 0-114 0,-6 0-142 0,6 0-166 0,-7-4-190 0,7-3-56 15,-6 3 26-15,0-7 97 0,-1 4 158 0,0 0 201 16</inkml:trace>
  <inkml:trace contextRef="#ctx0" brushRef="#br0" timeOffset="38359.48">6825 10419 237 0,'7'-7'412'0,"-1"-1"60"16,-6 1 58-16,6-1-60 0,1-3-11 15,0 4-48-15,-7-1-21 0,0 5-14 0,6-4-25 0,-6 3-38 0,0 1-64 16,0-1-52-16,0 4-52 0,0-4-42 16,0 4-31-16,0 0-24 0,0 4-10 15,-6 0-5-15,-1 3 0 0,0 3 8 0,1 5 13 16,-7 4 8-16,6 3 4 0,1 3 7 15,-1 1 10-15,1 7 9 0,6 0 2 0,-6 3 0 16,6 1-2-16,6 0-7 0,0 4-12 0,1-2-14 16,-1 2-10-16,8-1 5 0,-2-4 9 15,8 1 9-15,0 1 6 0,-1-3 0 16,7-1 0-16,0-5-15 16,1-3-15-16,-1 0-15 0,-1-9-8 0,1 1-7 0,0-3-4 15,-6-4-1-15,6-3-3 0,-7-5-1 0,1 1-17 16,-7-4-31-16,0 0-48 0,0-4-64 15,-7-4-84-15,2 2-112 0,-2-5-133 0,-6-4-145 16,0 0-147-16,-6-2-117 0,-2-3-12 16,2-4 61-16,6 1 119 0,-6-3 162 15</inkml:trace>
  <inkml:trace contextRef="#ctx0" brushRef="#br0" timeOffset="38969.39">7294 10606 447 0,'0'-5'613'16,"0"3"103"-16,0-6 72 15,0 4-62-15,0 4-134 0,0-4-146 0,0 4-129 0,0-3-96 16,0 3-68-16,0 0-55 0,0 0-43 0,0 3-28 16,0-3-8-16,6 4 6 0,-6 3 15 15,0 0 23-15,7 1 15 0,-7 3 14 0,6 0 15 16,-6 4 9-16,7-1-1 0,0 4-1 15,-7 1 2 1,6-4-1-16,0 3-8 0,-6 1-14 0,7-1-12 16,-7-4-14-16,0 1-8 0,0 0-8 0,0-4-2 0,7-1 0 0,-7 1 6 15,0-3 8-15,0-5 9 0,0 5 11 16,0-5 11-16,0-3 12 0,0 4 11 16,0-4 7-16,0 0 1 0,0 0-13 0,-7 0-15 15,7-4-18-15,-7 1-23 0,7-5-19 16,-6 1-17-16,0-3-7 0,6-2-6 15,-7-2-5-15,0-1-1 16,7 0-2-16,-6-3 1 0,6-1-1 0,0 1 0 0,0 4-2 16,6-5-1-16,-6 4-1 0,7 5-1 0,0-1 0 15,-1-3-1-15,7 5 0 0,0-1 0 16,0 3 0-16,0-1 1 0,0 5-1 0,7-2 1 16,-8 3 0-16,8-3 2 0,0 5 1 15,-1 0-2-15,-5 5 1 0,5-3 0 16,-6 3 0-16,0-2-1 0,7 5-5 0,-8-1 3 15,-5 3 3-15,6 2 2 0,0-1 1 0,-7 0 3 16,8 3 5-16,-8-3 0 0,0 3-2 16,-6 3-2-16,7-4 1 0,-7 1 0 0,7 2 2 15,-7-5 0-15,0 4 0 0,0-1 1 16,0-3 0-16,0-1-3 0,0 2 0 16,0-5-2-16,0 0-2 15,0 1 0-15,-7-1-13 0,7-2-23 16,0-3-39-16,0 2-53 0,0-4-66 0,0 4-81 0,7-4-112 15,-7 0-160-15,0-4-182 0,0 0-184 0,6 2-102 16,-6-7-6-16,13 2 74 0,-6 0 158 16,12-4 209-16</inkml:trace>
  <inkml:trace contextRef="#ctx0" brushRef="#br0" timeOffset="39234.11">8049 10756 463 0,'0'3'628'15,"0"-3"102"-15,0 0 71 0,0 0-93 0,0 0-111 16,0 0-143 0,7 0-132-16,0 0-90 0,5 4-53 15,-6-4-35-15,8 0-21 0,5 0-12 0,-5 0-11 16,5 0 13-16,-6 0 13 0,7-4 16 16,-1 4 10-16,-6-3 8 0,0 3 4 0,1-5-7 0,-2 3-15 15,1 2-21-15,-6-5-23 0,0 2-25 0,-1 3-22 16,-6 0-26-16,6-4-42 0,-6 4-54 15,0 0-63-15,0 0-76 0,0 0-86 0,-6 0-111 16,6 0-113-16,-6 0-111 0,6 0-112 16,0 0-107-16,-7-4-10 0,7 4 66 15,0-3 113-15,0-1 142 0</inkml:trace>
  <inkml:trace contextRef="#ctx0" brushRef="#br0" timeOffset="39576.6">8570 10557 19 0,'0'-3'548'15,"0"-1"154"-15,0-3 108 0,0 3 72 0,0 1-53 0,0-1-174 0,0 4-191 16,0-4-138-16,0 4-102 0,0 0-73 16,0 0-58-16,0 0-32 0,0 4-8 0,0 3 0 15,0-3 19-15,0 7 27 0,0 0 27 16,6 0 18-16,-6 4 6 0,0 0 4 15,0-1-6-15,8 4-16 0,-8-3-16 0,6 3-14 16,-6 1-11-16,0-5-14 16,0 6-12-16,6-3-12 0,-6 1-10 0,0-3-11 15,0 0-11-15,7-1-5 0,-7-3-4 0,0 0-4 16,0 1-6-16,0-6-3 0,0 2-21 16,0-5-33-16,0 1-48 0,0 0-70 0,0-4-95 15,0 0-133-15,0 0-162 0,0-4-176 16,0-3-195-16,-7-1-66 0,7-3 20 0,0 1 100 15,0-5 160 1,0 1 198-16</inkml:trace>
  <inkml:trace contextRef="#ctx0" brushRef="#br0" timeOffset="39970.06">8590 10338 40 0,'0'-12'562'0,"-6"10"136"0,6-6 81 0,0 0 57 0,0 1-90 0,0 0-176 16,6 0-188-16,0 2-111 0,1 2-67 16,6 3-38-16,0 0-20 0,7 0-17 0,-1 3-12 15,7 2-8-15,-6 2-4 0,6 4-3 16,0 0-5-16,-1-1-5 0,2 6-4 16,-1 2-4-16,0 4 4 15,0 0 6-15,0 3 6 0,-7 2 2 0,1 1 3 16,0 6-1-16,-1-5-3 0,1 7-15 0,-8-2-17 0,-4-1-10 15,-2-5-11-15,0 6-5 0,-6-2-4 16,-6-2 0-16,0-4 1 0,-2-1 1 0,-4 1 0 16,-2-3 4-16,-5-2 4 0,6-2 3 15,-6-5 8-15,5 1 3 0,-5-5 6 0,6-2-3 16,0 3-4-16,0-8-8 0,0 1-10 16,0-1-11-16,0 2-11 15,6-5-7-15,1 0-7 0,0 0-4 0,-1-5-19 0,0 5-33 16,1-3-52-16,0-1-71 0,6 1-85 0,-8-1-102 15,8-3-138-15,0-1-160 0,8 1-179 16,-2-4-165-16,7 0-37 0,-6 1 38 16,12-5 116-16,-6 0 175 0,13 0 219 0</inkml:trace>
  <inkml:trace contextRef="#ctx0" brushRef="#br0" timeOffset="40250.55">9469 10449 329 0,'7'-5'638'0,"-7"1"128"0,0 1 90 0,0-1-20 0,0 0-83 16,6-3-164-16,-6 7-153 0,0-3-92 0,0-1-63 15,0 1-49-15,0 3-43 0,0-5-33 16,0 5-27-16,7-3-23 0,-7 3-20 15,0-4-20-15,0 4-12 0,0 0-20 0,0 0-18 16,0 0-33-16,0 0-54 0,0 0-70 16,0 0-94-16,0 0-132 15,0 4-165-15,0-4-175 0,-7 3-179 0,7 2-58 0,0 2 27 16,0 0 98-16,7 0 152 0,-7 0 187 16</inkml:trace>
  <inkml:trace contextRef="#ctx0" brushRef="#br0" timeOffset="40469.54">9547 10678 28 0,'-6'15'493'16,"0"-1"159"-16,6 3 120 0,-8-4 100 0,2 1-63 0,6-2-94 15,-6 3-111-15,6 0-97 0,-7-1-65 0,7 1-59 16,-6 0-53-16,-1 2-51 0,1-2-49 16,-1 0-51-16,-6 0-51 0,0 0-37 0,0-1-30 15,0-3-23-15,-6 3-38 0,-1-3-50 16,6 0-68-16,-4 1-88 0,-2-5-109 15,7 0-162-15,-1 0-182 16,2 1-208-16,-1-5-131 0,0 2-23 0,6-5 51 0,-6 0 130 16,6-5 190-16,-5 5 238 0</inkml:trace>
  <inkml:trace contextRef="#ctx0" brushRef="#br0" timeOffset="41800.54">4800 12122 254 0,'6'0'388'0,"-6"0"62"15,0-4-23-15,0 4-14 0,0-3-25 16,6 0-47-16,-6-1-32 0,0-1-16 0,6 2-9 15,2-4-21-15,-8 3-20 0,6-3-32 16,7 0-32-16,-6-2-18 0,-1 3-14 0,1-5-8 16,5 3-4-16,-4 6-7 0,-2-6-14 15,0 3-21-15,0 2-22 0,-6-1-16 0,7 4-18 16,-7 4-15-16,0 4-5 0,0 2-2 16,0 9 0-16,0-1 4 15,0 7 7-15,-7 1 6 0,7 4 0 0,-6 0 5 16,6 2 4-16,0-3-1 0,-6 1-4 0,6-1 3 0,6-4 1 15,-6-2 1-15,0 3 5 0,6-8 7 16,1 0 9-16,-7-4 4 0,7 0 6 0,-1-2 4 16,1-5 4-16,-1 1 2 0,0-4 2 15,2-4-5-15,-2 0-9 0,0 0-10 16,0-8-13-16,2 4-11 0,-2-3-13 0,0 0-10 16,1-1-6-1,-7 1-1-15,6-3 1 0,-6 2 2 0,7 0 5 0,-7 5 5 0,0-4-1 16,0 3-1-16,0 0-7 0,0 4-6 15,0 0-7-15,7 4-4 0,-7 3-1 0,0 0 0 16,0 4 6-16,0 4 3 0,0 4 9 16,6 3 10-1,-6-4 6-15,6 8 7 0,-6-5 5 0,0 5 7 16,0-4 3-16,-6 1 3 0,0-2-1 0,-1 2 1 16,0-6-4-16,-6 2-5 0,1-5-7 0,-2 0-1 15,2-2 9-15,-8-1 13 0,7-4 17 0,-7-3 22 16,8-1 26-16,-8 2 24 0,0-10-25 15,1 5-120-15,5-7 0 0,-5 0 0 0,-1-4 0 16,0-1 0-16,2 2 0 0,4-1 0 16,1 0 0-16,0-1 0 15,0 2 0-15,1 3 0 0,4-1 0 0,2 5 0 16,0-6 0-16,-1 7 0 0,7 2 0 0,-6-4 0 0,6 1 0 16,0 3 0-16,0 0-143 0,0 3-330 0,6 1-151 15,-6-4-189-15,13 2-237 0,-7 3-78 16,2-1 10-16,-2-4 75 0,6 3 168 15,-5-6 237-15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22:28.31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16314 3587 204 0,'0'-8'374'16,"0"0"66"-16,0 1 77 0,0 0-20 15,0 0-50-15,0 3-23 0,0-3-23 0,0 3-31 16,0 4-56-16,0-3-78 0,0 3-69 16,0 0-36-16,0 3-13 0,7 4-10 0,-7 1-5 15,0 6 4-15,-7 1 10 0,7 2 4 16,0 6-4-16,0-1 2 0,0 4 7 15,0 3 10-15,-6 1-9 0,6-2-9 0,0 2-18 16,0-1-18-16,0 0-15 0,0-3-13 16,0 0-2-16,0-4-11 0,6 0-1 0,-6-3-7 15,0-2 1-15,0-2 6 0,0-3 7 16,7-2 27-16,-7-3 23 0,0-4 27 16,0 2 11-16,0-2 5 0,0-3-5 0,0-8-22 15,6 5-26-15,-6-8-28 0,0 0-19 16,-6-3-15-16,6-1-9 0,0-4-7 0,0 2-4 15,0-5-3 1,-7 0 1-16,7-1 0 0,0 1-2 0,0 4-2 16,0-4 0-16,7 4 1 0,-7 0-3 15,6 0-1-15,-6-1-2 0,14 4 2 16,-8 1 0-16,6-4-1 0,8 6 3 0,-7-2-1 16,13 3 2-16,-6 0 1 0,-1 0-1 15,1 4 0-15,6 0-1 0,-7 2-1 0,1 2 1 16,0-2-1-16,-1 5-2 0,-6 5 5 15,0 3-2-15,1-1-1 0,-2 4 1 16,2 0 2-16,-8 3 1 0,0 4-2 0,1 1 2 16,-7 3 5-16,6 1 2 0,-6-3 2 0,0 3 0 15,0 2 4-15,0-3-1 0,7 0-3 16,-7-4-8-16,0 5 1 0,7-5 0 0,-7-3 0 16,6-1-2-16,-6-3-1 0,0 4 8 15,0-8-4-15,6 0-12 0,-6 1-25 16,0-5-50-16,0 1-80 0,6-4-114 0,-6 0-149 15,0 0-184-15,8-7-190 0,-2-1-190 16,7 1-47-16,-7-3 44 0,8-5 114 0,-2 1 173 16,8-5 206-16</inkml:trace>
  <inkml:trace contextRef="#ctx0" brushRef="#br0" timeOffset="454.73">17037 3567 210 0,'-6'-3'615'0,"6"-4"105"16,-7 3 93-16,7-3 67 0,-6 3-164 16,6 1-192-16,-7-1-170 0,7 4-97 0,7-3-93 15,-7 6-63-15,13 1-45 0,-1-1-24 16,2 5-9-16,-2 2-10 0,15-3 0 0,-8 8 5 16,8-4-9-16,-2 0-4 0,7 4 0 15,8 0 6-15,-7-4 0 0,5 4-10 16,1-5 6-16,1-3 4 0,-7 5 0 0,-1-5-7 15,1 0 0-15,-14 1 0 0,0-2-3 16,1-2 5-16,-7 4 2 0,-7-3 18 0,2-2 15 16,-2 0 18-16,-6 0 25 0,0 2 10 15,-6 1 15-15,-8 3 0 0,1-2-3 16,-7 0-6-16,1 4-12 0,-7 3-9 0,-6-3-12 16,6 4-4-16,-7-1-4 0,-7 1-2 15,8-1-8-15,-1 6-6 0,1-6-7 0,6 1-9 16,-1 3-7-16,2-3-3 0,-1-1-5 15,0-3-1-15,6 0-1 0,1 1-2 16,5-6-1-16,8 2-3 0,-7-5-3 0,6 0-2 16,1 2-5-16,6-2-21 0,0-3-34 15,0 0-55-15,0-3-87 0,6-2-129 0,8 2-154 16,-2-4-147-16,8-3-148 0,0 1-132 16,5-5-11-16,2 3 79 0,5 1 130 0,8-5 154 15,-1 1 173-15</inkml:trace>
  <inkml:trace contextRef="#ctx0" brushRef="#br0" timeOffset="876.51">17975 3590 9 0,'0'-8'489'16,"0"2"121"-16,0-3 90 0,0 2 61 0,-7 0-77 15,7 0-173-15,-6 3-148 0,6 1-112 16,-7 3-80-16,1 0-53 0,0 3-32 0,-8 1-17 15,8 7-5-15,0-1-8 0,-1 5 3 16,-6 4-4-16,13-1-2 0,-7 1-7 0,1 6 3 16,6 1 11-16,0-1-6 0,0 1 6 15,6 0 5-15,1-1 6 0,-1-3 0 0,8 4 0 16,4-8 6-16,-4 4 0 0,12-7 0 16,-7 0-7-16,7-4 0 0,7-3-8 15,-7-2-5-15,7-6-11 0,-1 0-11 0,7-6 1 16,-13-2 3-16,7-3 16 0,-7 0 19 15,0-3 22-15,0-6 28 0,-7-2 17 0,1 1 6 16,-6-2 2-16,-8-2 1 0,0 0-3 16,-6-2-4-16,0 2-2 0,-6-1 3 0,-8 1-5 15,2 3-13-15,-8 0-13 0,-6 0-113 16,0 0 0-16,-6 4 0 0,-2-1 0 0,2 5 0 16,-1 3 0-16,1 0 0 0,6 3 0 15,0 1 0-15,0 4 0 0,0 3 0 0,6 0 0 16,1 0-39-16,-1 7-281 0,8-4-141 15,-2 9-197-15,2-5-209 0,12 4-208 16,-7 0-50-16,7-1 32 0,0 2 101 0,0 2 194 16,0-3 235-16</inkml:trace>
  <inkml:trace contextRef="#ctx0" brushRef="#br0" timeOffset="30276.66">15976 5938 220 0,'6'-3'464'0,"-6"-1"90"0,-6 1 116 0,6-2 36 15,0 2-103-15,-7-1-88 0,7 1-57 16,-7-1-70-16,7 4-104 0,-6 0-78 0,6 0-44 15,-7 7-33-15,7 0-20 0,-6 1-2 16,6 7 5-16,-7 3 2 0,7 0-5 0,0 4 4 16,0 8 3-16,0-1 10 0,0 0 5 15,7 4-1-15,-7 3-2 0,0 1-9 0,6-4-9 16,-6 0-24-16,0 0-21 0,7 0-15 16,-7-3-15-16,6-5-13 0,1 1-8 0,-7-8-5 15,7 0 0-15,-7-4-3 0,6-2 2 16,-6-1 1-16,0-7-16 0,6-1-25 0,-6-3-44 15,0-3-61-15,0-4-73 0,-6-1-89 16,6-4-108-16,0-2-125 0,-6-4-135 16,-1 3-120-16,0-7-92 0,1 4 1 0,-1-3 75 15,-6-5 126-15,7 0 164 0</inkml:trace>
  <inkml:trace contextRef="#ctx0" brushRef="#br0" timeOffset="30542.23">15696 5916 404 0,'-8'-7'569'0,"2"0"102"16,0 3 80-16,6-3-45 0,0 2-156 15,0 3-129-15,0-6-109 0,6 4-97 0,8 4-69 16,-2-4-40-16,8 1-29 0,-1 3-20 16,7-4-7-16,7 4-5 0,-7-4-8 0,13 1-13 15,-7 3-10-15,1-4-1 0,7 1-1 16,-1-2-2-16,-7 2-1 0,1 0-7 0,-7-1 2 15,0 4-4-15,-7 0-3 0,-6-4-5 16,0 4-10-16,-7 4-25 0,2-4-57 0,-2 0-103 16,-6 4-132-16,0-1-161 0,0 0-183 15,0 5-86-15,-6-4-6 0,-2-1 71 16,8 5 115-16,-6-5 158 0</inkml:trace>
  <inkml:trace contextRef="#ctx0" brushRef="#br0" timeOffset="30901.64">16601 5842 402 0,'6'-10'520'0,"0"-1"94"0,-6-4 90 16,0 1-44-16,0 0-132 0,0-5-83 0,0 4-50 15,-6 5-63-15,6-6-65 0,-6 9-48 16,-1-4-35-16,1 8-45 0,-1-2-39 0,0 5-26 15,-5 5-16-15,-2 2-12 0,2 7-3 16,-8 2 13-16,7 2 18 0,-7 8 23 0,1 2 21 16,6 2 14-16,0 6 15 0,-1 1 10 15,2 7 6-15,6 0-2 0,-2 0-7 0,2 0-3 16,6 3-11-16,0-2-13 0,0-2-15 16,6 1-16-16,2-4-19 0,-2 0-20 15,0 1-16-15,8-9-12 0,-2 2-10 16,1-4-10-16,1-8-2 0,-2-1-2 0,8-3-10 15,-7-3-18-15,0-4-36 0,0 0-45 16,1-6-67-16,-2-5-81 0,1 0-91 0,0-9-126 16,0 2-142-16,1-7-163 0,-2-1-158 15,2-7-50-15,-2 0 28 0,-5-4 106 0,6-3 156 16,0 0 199-16</inkml:trace>
  <inkml:trace contextRef="#ctx0" brushRef="#br0" timeOffset="31478.39">16777 6041 421 0,'0'-11'593'0,"-7"0"112"0,7 3 86 0,0-3-39 16,-7 8-161-16,7-5-137 0,0 5-127 15,0 3-106-15,0 0-79 0,0 3-51 16,0 1-20-16,7 3-8 0,-7 4 10 0,7 0 3 16,-7 3 6-16,6 2 2 0,0 2-5 15,-6 0 0-15,7 4-2 0,-7-3 6 0,0 2 1 16,7 1 2-16,-7-3 0 0,0 3 2 15,0-4-1-15,0 1-5 0,0-5-3 0,6 1-3 16,-6-4-5-16,0 0 1 0,0-3 3 16,0-1 12-16,0 0 16 0,0-3 22 0,0-4 16 15,0 3 1-15,-6-6-9 0,6-1-18 16,0 0-24-16,-7-6-34 0,7 2-23 0,-7-7-16 0,7 1-9 16,-6-1-8-16,6-3-3 0,-6-4-2 15,6-1-1-15,0 1-1 0,6 0 1 0,-6 4 0 16,6-4-1-16,1 4-1 0,6-1 1 15,0 2-2-15,0-3 0 0,0 3 1 0,7 2 0 16,-7 0 2-16,6 4-2 0,0 0 1 16,1 0-5-16,0 1-7 0,-7 2 1 0,7 5-7 15,-1-1 0-15,1 4-1 0,-8 0 5 16,8 0 5-16,-7 7 4 0,0 1 4 0,0-1 1 16,-6 7 4-16,6 1 0 0,-7 3 2 15,0 1 0-15,-6 3 4 0,8 0 0 16,-8 0 0-16,6 0 3 0,-6 0-1 0,0 3 5 15,0-2 1-15,6-2 2 0,-6 1 5 16,0-3 1-16,0-1-2 0,0 0-7 0,7-3 0 16,-7-4-2-16,0-1-5 0,0 2 0 15,0-5 2-15,0-3 1 0,0 0-14 16,0-4-39-16,0 0-63 0,-7-4-78 0,7 0-94 16,-6-3-130-16,0-5-164 0,-2 2-179 15,2-5-181-15,6-4-70 0,-6 2 17 0,6-5 88 16,-7-3 155-1,7-1 203-15</inkml:trace>
  <inkml:trace contextRef="#ctx0" brushRef="#br0" timeOffset="31806.35">17193 5590 210 0,'6'-11'543'16,"2"0"114"-16,-8 0 79 0,6 1 5 0,0-2-120 15,8 5-149-15,-2 0-135 0,1 3-97 16,1 0-60-16,-2 4-34 0,8 4-33 16,0 3-20-16,-1 4-2 0,1 1-2 0,-1 5-9 15,1 5-3-15,0 3 14 0,-1 9 13 16,0-1 11-16,1 7 10 0,-7-3 15 0,7 3 4 16,-8 4-7-16,1 1-12 0,-6 2-12 15,0 0-12-15,-1 1-15 0,-6-1-5 0,0-3-7 16,-6 5-4-16,-1-6-4 0,0-2 0 0,1-1-1 15,-7-3-1-15,0-8-3 0,0 0-2 16,0-3-6-16,0-3-10 0,0-6-7 16,0-2-8-16,0 0-11 0,7-8-7 15,-8-4-28-15,1-3-49 0,7 0-75 0,-8-3-97 16,8-4-147-16,6-8-207 0,0 0-220 16,6-2-184-16,1-10-47 0,13 5 31 0,0-3 113 15,12-1 189-15,1 1 236 0</inkml:trace>
  <inkml:trace contextRef="#ctx0" brushRef="#br0" timeOffset="32009.42">18112 6073 290 0,'6'0'596'0,"1"0"120"0,-1 0 80 15,1-3-23-15,5 0-107 0,2-1-158 0,5 4-158 16,1-4-110-16,-8 1-76 0,15-1-52 15,-8 0-38-15,1 0-34 0,-1 1-36 0,-5 3-62 16,5-5-104-16,1 5-141 0,-8 0-182 16,2-2-210-16,-1 2-110 0,-7 0-15 0,-6 0 63 15,0 2 117-15,-6-2 169 0</inkml:trace>
  <inkml:trace contextRef="#ctx0" brushRef="#br0" timeOffset="32212.46">18209 6191 406 0,'-6'12'615'15,"-1"-2"114"-15,1-3 94 0,-1-4-40 0,7 5-93 16,0-4-126-16,0 0-121 0,7-4-87 16,-1 3-72-16,1-3-56 0,5 0-56 0,8 0-48 15,0-3-34-15,-1 3-27 0,1-4-21 16,6 0-14-16,-7 1-14 0,1-2-17 0,0 5-28 16,-7-3-33-16,0 0-49 0,-7 3-75 15,1-4-101-15,-1 0-131 0,-6 4-159 16,0 0-183-16,-6-3-100 0,-1 0-11 0,-6-2 59 15,0 1 120-15,1 1 171 0</inkml:trace>
  <inkml:trace contextRef="#ctx0" brushRef="#br0" timeOffset="32783.73">19811 5734 488 0,'0'-5'630'0,"0"2"105"0,-6-5 79 0,6 5-69 16,0-1-137-16,0 4-162 0,0-4-124 15,-6 4-100-15,6 0-73 0,0 4-41 0,0 3-18 16,0 4 2-16,0 1 16 0,0 6 25 16,0 4 25-16,0 0 9 0,6 0-1 0,-6 3-5 15,0 4-12-15,0 1-20 0,0-1-20 16,0-3-17-16,0 3-19 0,0-3-21 16,0-1-16-16,-6-2-11 0,6-2-11 0,0-2-6 15,0-1-7-15,6-7 0 0,-6 0-4 16,0 1-11-16,0-5-33 0,0-4-51 0,0-3-63 15,0 0-86-15,-6 0-121 0,6-8-145 16,0 1-157-16,-7-4-149 0,0-3-88 0,7-5 4 16,-6-3 78-16,-1-3 135 0,1-4 176 15</inkml:trace>
  <inkml:trace contextRef="#ctx0" brushRef="#br0" timeOffset="33018.1">19610 5638 374 0,'-6'-7'533'15,"-8"-1"111"-15,8 5 98 0,-1-1-50 0,0-1-93 16,7 3-112-16,0 2-98 0,7-4-89 16,0 4-82-16,5-4-60 0,8 4-43 15,6 0-25-15,7 0-17 0,-1 0-18 0,7-3-16 16,7 3-17-16,-1 0-8 0,-6 0-5 16,7-4-3-16,-1 4-7 0,-12-4 1 0,7 0 3 15,-14 4-8-15,-1-2-15 0,-5 2-32 16,0-5-51-16,-14 5-84 0,7-4-119 0,-13 4-149 15,0 0-158-15,0-3-142 0,-6 3-36 16,-1 0 33-16,1-4 93 0,-8 4 140 16</inkml:trace>
  <inkml:trace contextRef="#ctx0" brushRef="#br0" timeOffset="33361.67">20547 5491 347 0,'7'-11'584'0,"-7"-3"95"0,0-4 91 0,0 2-2 0,0-2-128 15,0 0-137-15,-7 3-103 0,7 4-65 16,-6 0-69-16,0 0-63 0,6 4-50 16,-7 4-47-16,7-5-33 0,-7 8-29 0,1 4-22 15,-7 3-8-15,6 5-7 0,-6 2 3 16,1 8 10-16,-2 3 15 0,1 4 18 15,0 8 26-15,0 4 27 0,1 6 19 0,-2 5 6 0,1 2 2 16,-6 1-7-16,6 4-19 0,6-5-20 16,-6 6-14-16,7-2-14 0,-1-3-5 15,7-7 2-15,0-1 2 0,0-3 2 0,7-7-6 16,-1 0 0-16,0-4-7 0,1-8-11 16,6 0-12-16,0-2-7 0,0-1-7 0,0-7-30 15,7-5-47-15,-7-2-77 0,6-5-109 16,0 2-169-16,1-10-207 0,0-6-221 15,-1 1-170-15,1-8-37 0,0-1 49 0,-1-6 135 16,-6-5 194-16,0 1 237 0</inkml:trace>
  <inkml:trace contextRef="#ctx0" brushRef="#br0" timeOffset="33892.8">20697 5854 481 0,'-6'-12'626'0,"6"-2"124"0,0 3 89 0,0 0-51 16,0 0-135-16,-6 4-136 0,6 0-127 15,0 7-116-15,0-3-88 0,0 3-68 16,0 0-32-16,0 6-18 0,6 5-4 0,0 0 8 16,0 8 7-16,-6-2 3 0,7 2-3 15,0 6 2-15,-1 2 5 0,1 2 0 0,-1 1 5 16,1-2 0-16,0 2 1 0,-7-1 0 16,6-3 0-16,0-1-1 0,-6-3-2 15,6-4 8-15,-6 1-8 0,0-4-3 0,0-5 1 16,8 2 14-16,-8-5 25 0,0-3 33 15,0-1 26-15,0 0 2 0,0-6-156 0,0 3-31 16,0-7 0-16,0 0 0 0,-8-5 0 16,8-2 0-16,-6-5 0 0,0 1 0 0,0 0 0 15,6-4 0-15,-7 0 0 0,0-3 0 16,7 3 0-16,0 3 0 0,0-3 0 0,0 1 0 16,7 2 0-16,0 1 0 0,5-1 0 15,2 1 0-15,5-1 0 0,-6 5 0 0,6-1 0 16,1 4 0-16,0 0 0 0,-7 0-8 15,7 4-1-15,-2 3 4 0,-4 1-2 16,5 3 3-16,-5 3 1 0,4 1-2 0,-4 0 3 16,-1 7-2-16,0-4 1 0,0 8-2 15,-1-1 0-15,2 1 1 0,-8 3 4 0,8 1 0 16,-8-1 7-16,1 4 7 0,-7 0 8 16,6 0-1-16,-6 0-21 0,6-5 0 0,-6 6 0 15,7-4 0-15,-7-1 0 0,0 0 0 16,0-3 0-16,0-4 0 0,0-1 0 15,7 1 0-15,-7-3 0 0,0-5 0 0,0 5 0 16,6-8-94-16,-6 0-261 0,0-3-197 16,6-2-242-16,1-1-266 0,0-10-113 0,-1 6 3 15,1-5 87-15,5 0 175 0,2-3 248 16</inkml:trace>
  <inkml:trace contextRef="#ctx0" brushRef="#br0" timeOffset="34142.74">21472 6011 555 0,'-6'4'769'0,"6"0"124"16,-7-4 87-16,7 3-48 0,0-3-133 15,-6 4-232-15,12-4-158 0,-6 0-97 0,7 0-69 16,5 0-50-16,2 4-43 0,5-4-35 16,1 0-22-16,6-4-19 0,0 4-14 0,7 0-15 15,-7-4-11-15,0 4-10 0,-1-3-10 16,1-1-6-16,1 4-4 0,-7-4-4 15,-8 2 0-15,2 2-13 0,-2-5-24 0,-5 1-52 16,-1 4-62-16,1 0-82 0,-7-3-127 16,0-1-165-16,0 4-184 0,-7-4-178 0,7 1-84 15,-6-1 7-15,-1-3 88 0,1 4 153 16,6-5 198-16</inkml:trace>
  <inkml:trace contextRef="#ctx0" brushRef="#br0" timeOffset="34486.61">22195 5667 160 0,'-7'-7'699'0,"7"0"143"16,-6 2 86-16,6-1 51 0,0 2-119 16,-6 0-280-16,6 1-239 0,0 3-140 0,0 0-75 15,0 3-30-15,0 1 0 0,0 3 11 16,6 8 12-16,-6-1 16 0,6 4 14 15,1 5 0-15,0 3-10 0,-1 3-11 0,-6 0-14 16,6 0-10-16,2 4-12 0,-8-3-10 16,6 2-7-16,-6-2-3 0,6-5-2 15,-6 1-4-15,0-4-4 0,7-4-11 0,-7 1-13 16,0-4-10-16,0-1-7 0,0-3-6 16,0-4-8-16,0 0-10 0,0-2-30 0,0-2-60 15,0-3-101-15,0-3-109 0,0-5-176 16,0-3-230-16,0-4-247 0,-7-3-113 0,7-4 4 15,0-4 59-15,-6-7 153 0,6 0 222 16</inkml:trace>
  <inkml:trace contextRef="#ctx0" brushRef="#br0" timeOffset="34847.36">22247 5400 96 0,'0'-19'602'0,"7"5"144"16,-7 0 103-16,0-1 75 0,7 0-86 0,-1 1-196 15,0 2-170-15,8 1-115 0,-2 0-79 16,8 3-56-16,-1 1-41 0,1 4-34 16,6 3-31-16,0 3-15 0,7 4-15 0,-7 5-2 15,7 2-3-15,-1 9 1 0,7 2 3 16,-7 4-5-16,1 4-7 0,-1 7-8 0,1 1-13 16,-7 7-9-16,-6-5-4 0,-7 9 1 15,-1-5 11-15,-4 5 14 0,-2 0 7 0,0-5 4 16,-6 0 2-16,-6 1 8 0,6-4 14 15,-14-4 10-15,8-3 15 0,-7 0-78 0,0-5-47 16,-6-2 0-16,5-4 0 0,-5-1 0 16,6-7 0-16,0 1 0 0,-7-5 0 15,8-3 0-15,-2-3 0 0,8-2 0 0,-1 2 0 16,1-4 0-16,0-1 0 0,-1 1 0 16,0 0 0-16,7-1 0 0,0-3 0 0,0 0 0 15,-6 0-1-15,6 0-404 0,6 0-171 16,-6-3-210-16,0-5-226 0,0 1-124 0,7-4-8 15,0-3 68-15,-1-1 156 0,0-3 231 16,1-5 275-16</inkml:trace>
  <inkml:trace contextRef="#ctx0" brushRef="#br0" timeOffset="35446.15">23940 5389 303 0,'0'-4'519'15,"-6"-3"107"-15,6 3 91 0,0-3-28 16,0 3-107-16,0 4-124 0,0-4-110 0,0 4-97 16,0 0-82-16,0 4-52 0,0 0-20 15,6 7-1-15,-6 0 14 0,0 7 13 0,0 0 17 16,8 8 11-16,-8 3-5 0,0 1-1 16,0 7-3-16,6-5 2 0,-6 9-2 0,0-5-1 15,0 0-2-15,0-2-11 0,6-1-12 16,-6 0-18-16,0-8-24 0,6 0-22 0,1-2-16 15,-7-2-14-15,0-5-6 0,7-2-6 16,-7-2-4-16,0-5-9 0,6 0-27 16,-6-3-51-16,0-4-64 0,7-4-89 0,-7-3-129 15,0 0-163-15,0-5-181 0,0-2-169 16,0-4-73-16,-7-1 15 0,1-4 91 16,-1 2 150-16,0-5 195 0</inkml:trace>
  <inkml:trace contextRef="#ctx0" brushRef="#br0" timeOffset="35649.11">23804 5623 447 0,'-6'0'611'16,"-2"0"109"-16,8 0 87 0,-6 0-41 0,6 0-136 15,6 0-124-15,2 0-107 0,4 0-77 16,2 0-61-16,5 0-49 0,7 0-36 0,6 4-26 16,7-4-18-16,1 0-17 0,5 0-16 15,1 0-12-15,6 0-16 0,-6 0-17 16,-1 0-13-16,-5 0-11 0,-8 0-10 0,1-4-12 15,-8 4-9-15,-5 0-29 0,-7 0-40 16,0 0-67-16,0 0-90 0,-6-3-139 0,-7-1-168 16,0-1-172-16,0 3-172 0,0-6-46 15,0 5 32-15,0-5 108 0,0 4 160 16,6 2 189-16</inkml:trace>
  <inkml:trace contextRef="#ctx0" brushRef="#br0" timeOffset="36243.83">25465 5429 196 0,'0'-12'375'0,"0"2"56"0,-7-1 51 15,7 0-69-15,0 0-40 0,0 0-35 0,0 1-18 16,0-2-15-16,0 5-16 0,-7 0-18 16,7-1-31-16,0 5-47 0,0-4-48 0,-6 2-30 15,0 5-30-15,-1-3-27 0,1 6-8 16,-1-3 3-16,-6 5 8 0,0 2 11 16,0 4 11-16,0 3 17 0,0 1 12 0,0 3 6 15,-1 0 9-15,-4 7 6 0,4 1 11 16,1 4-5-16,1 3-7 0,-2 0-1 0,2 0-7 15,4 4-6-15,2-4-2 0,6-1 7 16,0 1 4-16,0-4 1 0,6 1 3 16,8-4-1-16,-2-4-12 0,2 0-14 0,5-4-10 15,1 0-14-15,6-4-9 0,0-2-12 16,0-5-14-16,7 1-8 0,-1-5-7 0,1-3-5 16,-1-3-5-16,-5-1-1 0,5-3 3 15,-7-1 8-15,9-2 13 0,-15-2 17 16,7-3 30-16,-6 0 24 0,-1 1-65 0,-6-4-49 15,6-4 0-15,-11-3 0 0,-2-2 0 16,0 2 0-16,1-4 0 0,-7-5 0 0,-7 6 0 16,1-2 0-16,0 1 0 0,-8 3 0 31,1 1 0-31,0-1 0 0,-6 3 0 0,5 5 0 16,-5 0 0-16,-7 4 0 0,6 3 0 15,0 0 0-15,-5 3 0 0,5 5 0 0,0-1 0 16,1 4 0-16,6 4-254 0,-6-1-131 15,5 1-87-15,8 3-125 0,-7 1-152 0,6 3-156 16,7-5-110-16,0 2-3 0,7-1 63 16,6 1 142-16,0-5 197 0,7-3 218 15</inkml:trace>
  <inkml:trace contextRef="#ctx0" brushRef="#br0" timeOffset="36684.01">26422 5180 88 0,'-6'-7'460'0,"6"-5"93"0,-8 5 84 0,8 0 40 16,0-1-47-16,0 1-124 0,-6-3-94 15,6 5-64-15,-6-2-62 0,0 4-57 0,-1-5-50 16,7 5-47-16,-13 3-26 0,6-4-21 15,-5 4-14-15,4 4-11 0,-10-1-8 16,4 1 2-16,-11 7 1 0,5 0 9 0,-6 3 6 16,6 6 11-16,-5 5 15 0,-2 4 23 15,-5 0 23-15,6 8 14 0,-1 3 12 0,7 4 4 16,-6 4-1-16,14 0-12 0,-8-1-13 16,13 0-13-16,1 5-12 0,0-9-9 15,12 1-12-15,-6-2-6 0,6-6-5 0,8-3-4 16,-1-4-8-16,7 0-10 0,-2-6-9 15,2-2-10-15,7-3-13 0,-1-3-27 0,-1-4-8 16,1 0 0-16,-6-7 0 0,6-1 0 16,-7 2 0-16,1-5-25 0,-6-5-76 0,5 2-60 0,-6-5-69 15,0 1-73-15,-1 0-96 0,-4-7-139 16,4 2-164-16,-5-2-163 0,-1-9-129 16,8 5-24-16,-8-4 60 0,6-3 139 0,2-1 192 15,-1 1 211-15</inkml:trace>
  <inkml:trace contextRef="#ctx0" brushRef="#br0" timeOffset="36965.25">26631 5425 498 0,'0'-11'699'0,"0"0"121"0,0 4 92 16,0 0-60-16,0 3-127 0,0-3-183 0,0 7-167 16,-8-4-112-16,8 0-87 0,0 4-63 15,0 4-36-15,0 0-10 0,-6 3 3 16,6 4 13-16,0 4 23 0,0 3 21 0,0 4 5 15,0 4-10-15,0 3-12 0,-6 0-3 16,6 4-7-16,-7 0-5 0,7 0-6 0,-6-4-1 16,6 0-2-16,-7-3-16 0,1 0-20 15,6-4-16-15,0-4-12 0,-7 1-5 0,7-8-8 16,0-4-6-16,0 0-16 0,0 1-42 16,0-8-74-16,7 0-103 0,-7-4-146 0,0-3-206 15,6-4-225-15,1-8-204 0,-1 2-56 16,1-9 32-16,-1-4 108 0,8-3 189 15,-8-8 230-15</inkml:trace>
  <inkml:trace contextRef="#ctx0" brushRef="#br0" timeOffset="37293.81">26872 4956 374 0,'12'-14'633'0,"-5"0"125"15,6-1 80-15,0 4-32 0,7 3-109 16,-8 0-147-16,8 1-146 0,-1 7-96 0,1 5-53 15,0-3-40-15,-1 10-28 0,7-1-24 16,-6 8-10-16,-1 2 0 0,1 5 6 0,0 6-1 16,-1 2 3-16,-6 6-5 0,0 4-8 15,1 4-18-15,-8 2-18 0,0 2-13 16,-6 3-13-16,-6-4-9 0,0 4-6 0,-8 0-7 16,1 1-5-16,0-9-11 0,-6 1-6 15,-1-5 5-15,0 1 6 0,1-7-26 0,-1-4-27 16,0 0 0-16,8-8 0 0,-1 2 0 0,-1-9 0 15,2 0 0-15,6-3 0 0,-2-4 0 16,2-4 0-16,0 0 0 0,6-3 0 16,-7-1 0-16,7 2 0 0,0-5 0 0,0 0 0 15,-7-5-368-15,7 2-231 0,-6-5-262 16,6-2-248-16,-13 2-86 0,7-7 15 0,-14 1 93 16,0 3 188-16,-12-1 275 0</inkml:trace>
  <inkml:trace contextRef="#ctx0" brushRef="#br0" timeOffset="38453.18">17167 10107 230 0,'0'-3'318'15,"-6"3"44"-15,6-4-51 0,-7 0 20 16,7 1-32-16,0-2-23 0,0 2-12 0,0 3 1 16,0-3 1-16,-6 3-7 0,6 0-17 15,0 0-27-15,0 0-31 0,0 0-22 16,0 0-4-16,0 6-4 0,0-1 1 0,-6 6 11 16,6 0 19-16,0 6-48 0,0 6 13 15,-8-2 4-15,8 6 0 0,0 2-6 0,0 4-9 16,0 1 43-16,0-2-30 0,0 0-17 15,8 2-14-15,-8-5-7 0,0 4-4 16,6-8-5-16,-6 4-7 0,6-3-3 0,-6-3-9 16,0-2-6-16,0-3-7 0,7 1-9 15,-7-8-3-15,0 1-6 0,0-2 5 0,0-3 12 16,0-3 20-16,0 0 22 0,0-1 14 16,0-3 6-16,0 0-8 0,-7-3-17 0,7-5-19 15,0 1-39-15,0-3-51 0,-6-5 0 16,0-1 0-16,-2-2 0 0,8 0 0 0,-6-4 0 15,0 0 0-15,-1-3 0 0,1 2 0 16,6-2 0-16,0 3 0 0,0-3 0 16,0-1 0-16,6 0 0 0,1 4 0 0,5-4 0 15,2 1-4-15,5 3-28 0,1 3 3 0,0-2 2 16,-1 2 4-16,7 5 0 0,0-2 2 16,0 2 3-16,0 7-1 0,-7-4 3 0,7 7 3 15,-6 1 0-15,7 3 5 0,-8 3-1 16,0 1 4-16,-6 7 1 0,7 0 1 15,-7 4-1-15,0 3 0 0,0 4 1 0,-7 0 0 16,8 0 0-16,-8 3 1 0,0 4 2 16,2-2 4-16,-8-2 2 0,0 1 4 0,6 3 10 15,-6-4 7-15,6 0 7 0,-6 2 9 16,0-5 6-16,6 0 8 0,-6 0-21 16,0-8-36-16,7 4 0 0,-7-2 0 0,0-5 0 15,0-5 0-15,0 3 0 0,7-6 0 0,-7 4 0 16,0-3 0-16,0-4 0 0,0 3 0 15,0-3 0-15,0 0 0 0,0 0 0 0,0 0 0 16,0 0 0-16,0-3 0 0,6 3 0 16,-6-4 0-16,0 1 0 0,7-4 0 15,-7 2-33-15,6 1-264 0,-6-2-61 0,6-2-57 16,-6 0-79-16,8 2-94 0,-8-1-91 16,6-1-91-16,-6 0-72 0,0 1-48 0,6 0 46 15,-6 0 106-15,0-1 136 0,6 4 154 16</inkml:trace>
  <inkml:trace contextRef="#ctx0" brushRef="#br0" timeOffset="38822.3">18034 10349 191 0,'-7'4'432'0,"7"-4"79"0,0 0 79 0,0 3-18 15,-7-3-34-15,7 0-57 0,0 0-51 16,0 0-39-16,0 0-48 15,7 0-51-15,0 0-56 0,6 0-50 16,-1 0-44-16,2-3-28 0,-2 3-25 16,2-4-24-16,5 4-19 0,1-3-13 0,0-1-10 15,5 0-10-15,-5 4-6 0,-8-7-4 16,8 7-21-16,-6-5-29 0,-2 3-51 0,-5 2-82 16,6-5-115-16,-6 5-131 0,-7-3-141 15,-7 3-148-15,0 3-74 0,1-3 16 16,-13 5 78-16,5-3 116 0,-6 6 150 0</inkml:trace>
  <inkml:trace contextRef="#ctx0" brushRef="#br0" timeOffset="39056.62">18020 10499 146 0,'-12'14'491'16,"4"1"126"-16,2-7 117 0,6-1 38 0,-6 0-43 16,6 0-109-16,0-2-95 0,6-2-86 15,0 1-82-15,8-1-71 0,-1-3-55 0,0 4-40 16,6-4-29-16,7 0-23 0,1 0-20 15,-1 0-12-15,0 0-14 0,0 0-15 16,-1-4-19-16,2 4-16 0,-1-3-10 0,-6 3-16 16,-1-4-10-16,-6 4-25 0,-7 0-35 15,1-3-51-15,-1 3-68 0,1 0-111 0,-7 0-163 16,7-5-189-16,-14 2-189 0,7 3-120 16,0-7-22-16,-7 3 62 0,7-3 141 15,7-1 196-15</inkml:trace>
  <inkml:trace contextRef="#ctx0" brushRef="#br0" timeOffset="39376.47">18678 10137 500 0,'13'-19'743'0,"-6"5"122"0,-1-2 87 0,-6 2-12 16,7 3-154-16,-7-1-235 0,7 2-151 0,-7 6-111 15,0-2-83-15,6 1-62 0,-6 5-55 16,0 0-26-16,0 8-11 0,6 3 4 15,0 3 11-15,2 5 19 0,-8 7 20 0,6-1 7 16,0 8-2-16,7 0-1 0,-13 4-4 16,7-1-13-16,0-3-13 0,-1 0-4 0,-6 1 2 15,6-5-2-15,-6 0-3 0,0-4-3 16,6-2-7-16,-6-4-12 0,8-2-4 0,-8 1-14 0,0-3-10 16,6-4-8-16,-6-3-3 0,0-1-3 15,0-4-9-15,0 1-16 0,0 0-44 0,0-4-60 16,0-4-79-16,0 0-99 0,0-3-136 15,0-1-168-15,0 1-192 0,-6-4-193 16,-2-3-70-16,2 2 16 0,0-5 93 0,-14 2 165 16,7 0 221-16</inkml:trace>
  <inkml:trace contextRef="#ctx0" brushRef="#br0" timeOffset="45226.48">17330 12360 151 0,'-6'-3'395'0,"6"3"67"0,-7-4 56 0,7 0-50 15,0 1 1-15,0-2-44 0,-7 3-35 16,7-3-21-16,0 5-29 0,0-3-43 0,0 3-61 16,0 0-66-16,0 0-59 0,0 3-39 15,0 2-8-15,0 2 11 0,0 4 16 0,7 3 21 16,-7 8 22-16,7 0 12 0,-7 7 0 15,6 1-14-15,-6 3-13 0,7 0-14 0,-7-1-14 16,6 2-12-16,-6-1-7 0,6-4-8 16,-6-3-11-16,8-1-11 0,-2-3-7 15,-6 1-8-15,6-5-10 0,-6-4-8 0,6 1-3 16,-6-4-1-16,0 0-2 0,0-4-6 16,7 0-12-16,-7-2-27 0,0-5-42 15,0 0-67-15,0 0-96 0,-7-5-129 0,7-6-131 16,-6 1-133-16,0-5-112 0,-8-3-83 15,8-1 15-15,-7-7 90 0,7 0 123 0,-8-6 147 16</inkml:trace>
  <inkml:trace contextRef="#ctx0" brushRef="#br0" timeOffset="45480.49">17102 12378 328 0,'-13'-10'483'0,"0"2"79"0,6-3 73 0,1 3-19 15,0-2-123-15,6 2-79 0,0 5-53 0,6-5-46 31,7 5-52-31,0 0-43 0,13-1-31 0,-7 4-35 16,14 0-29-16,7 0-28 0,-2 0-27 16,8 0-27-16,-7 0-12 0,6 0-8 0,2 0-8 15,-9 0-7-15,8 0-1 0,-7 0 5 16,-6 0-4-16,-1 0-2 0,-13-5-1 0,7 5-1 16,-12 0-15-16,-1-3-28 0,0 3-55 15,-6 0-76-15,-1 0-103 0,0 0-120 0,-6 0-137 16,0 0-129-16,0 0-83 0,-6 3 5 15,0-3 63-15,6 0 103 0,-7 0 137 16</inkml:trace>
  <inkml:trace contextRef="#ctx0" brushRef="#br0" timeOffset="45897.96">18125 12199 143 0,'6'-8'403'0,"-6"1"69"0,0-4 59 16,0 0-17-16,-6 1-7 0,6 2-65 0,-7-3-52 16,7 4-40-16,-6 3-37 0,-1-3-52 15,1 4-67-15,-1-1-45 0,0 4-30 0,-5 0-15 16,5 4-11-16,-6-1-3 0,0 8 1 15,0 3 2-15,0 1 3 0,-1 7 7 16,2 4 8-16,-1 7-1 0,0 0-3 0,0 7-7 16,-1 0-5-16,2 4-8 0,6 0-10 0,-1 0-3 15,0 0-7-15,7 0-8 0,0-7-2 16,0-2-8-16,0 2-4 0,7-7-10 0,0-1-7 16,5-2-4-16,-6-2-4 0,8-3-2 15,-1-4-6-15,-7 0-5 0,8-7-8 16,-2 3-27-16,2-5-45 0,-8-1-61 0,7-6-99 15,0-2-141-15,0-2-166 0,7-3-169 16,-8-7-164-16,8 2-50 0,0-5 40 16,-1-3 111-16,1 0 157 0,-1-4 184 0</inkml:trace>
  <inkml:trace contextRef="#ctx0" brushRef="#br0" timeOffset="46553.97">18594 12093 33 0,'0'-15'506'0,"0"1"145"0,0 3 102 15,0-3 86-15,-6-2-63 0,6 5-143 0,0 0-123 16,0 0-108-16,-8 4-70 0,8 0-63 16,0 3-57-16,0 0-48 0,0 1-42 15,0-1-34-15,0 4-31 0,-6-3-23 0,6 3-14 16,0 0-13-16,0 0-7 0,0 0-4 15,0 0-1-15,0 0-2 0,0 3-1 0,0 1-9 16,0-4-16-16,0 3-25 0,0 1-30 16,0 3-42-16,0-3-47 0,0 0-55 0,0-1-73 15,0 1-83-15,0-1-88 0,0 1-93 16,-6 3-85-16,6-3-75 0,0 0 14 16,-7-4 69-16,0 3 97 0,1-3 125 0</inkml:trace>
  <inkml:trace contextRef="#ctx0" brushRef="#br0" timeOffset="49088.33">18541 12444 209 0,'0'-3'327'16,"7"-5"62"-16,-14 2 6 0,7-2 0 0,0 0 1 15,0 1 0-15,0 0-2 0,0 0-3 16,0 0-12-16,-6-1-22 0,6 4-35 16,0 1-40-16,0-1-48 0,0 0-49 0,0 4-50 15,0 0-45-15,0 4-33 0,0 3-10 16,0 0 5-16,6 8 13 0,-6 3 19 15,0 4 14-15,0 1 14 0,0 5-4 0,0-1-9 16,7 2-16-16,-7 0-16 0,-7 0-11 0,7 1-16 16,0-5-10-16,0-3-10 0,0 4-7 15,0-8-3-15,0 0-6 0,-6-3-1 16,6-3-2-16,0-2-5 0,0-2-22 16,0-1-40-16,0-7-59 0,0 0-87 0,0-4-114 15,6-3-117-15,-6-5-104 0,7-2-94 16,-1-1-88-16,1-7-41 0,0-3 47 0,-1-4 85 15,0-8 106-15,2 4 123 0</inkml:trace>
  <inkml:trace contextRef="#ctx0" brushRef="#br0" timeOffset="49435.28">18639 12173 182 0,'0'-14'341'0,"6"-1"50"15,-6 0 43-15,0 1-66 0,8 2-35 16,-2 2-13-16,0-1 2 0,0 4 2 0,8-2-11 15,-1 7-11-15,0-2-27 0,0 0-39 16,7 4-37-16,-1 4-23 0,7 2-20 16,-6 6-16-16,6-1-6 0,-1 12 7 0,1-2 8 15,1 5-2-15,5 6-5 0,1 5 3 16,-1 4-9-16,-6-1-18 0,-6 8-22 0,-1 3-13 16,-5 0-10-16,-8 1-12 0,0-5-8 15,-6 4-8-15,-6-2-4 0,0-6-7 0,-8-3-7 16,8-3-6-16,-13 0-1 0,5-5-9 0,2-7-5 15,-8-2-3-15,7-2 2 0,-7-1-2 16,8-10-14-16,-2 2-34 0,8-9-61 0,-7-3-96 16,6-3-120-16,7-5-142 0,0-3-144 15,7-3-129-15,6-8-113 0,7 0-1 0,-1-4 72 16,13 0 114-16,1-3 141 0</inkml:trace>
  <inkml:trace contextRef="#ctx0" brushRef="#br0" timeOffset="49591.42">19629 12474 97 0,'20'-4'535'0,"-8"4"135"16,2-4 79-16,-2 2 63 0,2 2-123 15,-1-5-156-15,7 2-146 0,-8 3-120 0,8-4-71 16,-1 4-55-16,7-5-44 0,0 5-34 16,1-3-23-16,5 3-15 0,-6-3-13 15,7 3-32-15,-1 0-77 0,-5 0-120 0,-1 0-142 16,-7 0-141-16,1 0-137 0,-14 3-124 15,0 0-9-15,-12 6 75 0,0-6 120 16,-7 8 127-16</inkml:trace>
  <inkml:trace contextRef="#ctx0" brushRef="#br0" timeOffset="49794.48">19811 12641 71 0,'-12'17'540'0,"-2"-3"135"16,8-3 69-16,-7-4 54 0,7 0-112 15,6 1-162-15,0-5-148 0,6 4-97 0,0-3-42 16,1-1-26-16,6 2-17 0,6-5-21 15,7 4-22-15,-6-4-23 0,13 0-20 0,-7 0-22 16,7 0-20-16,-7-4-17 0,6 4-19 16,-7-5-11-16,-5 5-32 0,7-3-49 15,-8 3-88-15,-6-4-136 0,0 1-161 0,7-1-172 16,-8 1-205-16,2-5-72 0,-2 5 20 16,2-5 100-16,-8-3 143 0,7 0 164 0</inkml:trace>
  <inkml:trace contextRef="#ctx0" brushRef="#br0" timeOffset="50321.52">20873 12247 82 0,'7'-11'433'0,"-1"0"90"0,-6-4 82 0,6 4 41 16,-6 1-74-16,0-2-96 0,8 5-69 15,-16-1-63-15,8 5-64 0,0-1-64 0,0 4-57 16,0-3-55-16,-6 6-38 0,6 1-24 16,-6-1-2-16,-1 8 12 0,1 0 11 0,-1 4 14 15,-6 2 14-15,7 3 13 0,-8 6 2 16,8-1 0-16,-7 0-1 0,6 4 3 16,1 5-3-16,-1-1-9 0,1 0-2 0,0 4-8 15,6-4-4-15,6-1-10 0,0 2-5 16,1-5-1-16,13 0-7 0,-8-3-3 0,8-1-4 15,0-3 1-15,-1-3 1 0,7-5 1 16,0-3 5-16,1 1-1 0,-1-5 1 0,-1-4 1 0,1-3 1 0,7-3 10 16,-13-4 9-16,6-1 12 0,-7-7 17 31,7 5 17-31,-13-9 15 0,6 4 8 0,-5-7 0 0,-1-3-7 0,-7-1-126 0,1-3-17 16,-7-4 0-16,0-1 0 0,-7 2 0 0,1 0 0 31,-7 1 0-31,-1-1 0 0,-5 2 0 0,6 5 0 0,-13-1 0 0,7 0 0 0,-7 8 0 15,6 0 0-15,-7 3 0 0,9 5 0 16,-9-2 0-16,7 5 0 0,2 3 0 0,-9 4 0 16,14 4 0-16,-6-2 0 0,-1 7 0 15,7 2 0-15,7 0-213 0,-8 0-207 32,8 3-105-32,6 1-131 0,0 0-138 0,0-1-122 0,6 1-99 0,8-5 10 0,-1 2 87 15,-1-5 155-15,8 1 186 0,0-5 189 0</inkml:trace>
  <inkml:trace contextRef="#ctx0" brushRef="#br0" timeOffset="50727.7">21719 12012 126 0,'7'-15'497'0,"0"1"126"0,-7-1 98 0,6 0 35 0,-6 1-81 0,0 3-133 0,-6 4-116 15,6-5-106-15,-7 9-82 0,0-5-46 32,-5 8-40-32,6 0-22 0,-8 5-5 0,-5 1-4 0,5 1 3 0,-4 9-8 0,-2 2-4 31,0 4-2-31,1 3 2 0,-1 4 2 0,0 9 4 0,1-2 12 0,6 4 3 0,0 1 3 16,-1 3-4-16,2 3-3 0,5-3-1 15,7 4-6-15,0-4-5 0,0 4-8 0,7-8-9 16,5 4-9-16,-4-7-15 0,11 0-14 15,-6-5-12-15,6-3-11 0,1 1-8 0,0-8-7 16,-1-1-4-16,1-5-6 0,0 2-4 31,-2-7-1-31,2-4-2 0,-7 1-4 0,7-5 0 0,-8 1-3 0,2-4-19 0,-8-4-39 32,7 1-64-32,-6-2-90 0,0-2-112 0,-7-4-164 0,6 0-184 0,-6 1-172 0,6-6-183 31,-6 2-42-31,7-5 45 0,-7 1 127 0,7-4 185 0,-1 0 199 0</inkml:trace>
  <inkml:trace contextRef="#ctx0" brushRef="#br0" timeOffset="51028.04">21961 12258 509 0,'6'-15'676'15,"-6"0"126"-15,6 1 93 0,-6 3-56 0,8 4-141 16,-8-5-166-16,0 9-146 0,0-5-115 15,0 8-75-15,0 0-35 0,6 0-14 0,-6 4 5 16,0 8 14-16,6-2 23 0,-6 5 12 16,6 4-10-16,2-2-13 0,-8 5-17 15,6 3-20-15,0 1-23 0,1 4-24 0,-7 0-11 16,6-2-11-16,-6 2-15 0,7-1-7 16,-7 1-7-16,0-5-3 0,7-3-8 0,-7 0-9 15,0-7-4-15,0 3-9 0,6-6-1 16,-6-5-4-16,0 0-2 0,0 0-3 0,0-3-22 15,0-2-48-15,6-2-82 0,-6-2-104 0,0-5-133 16,0-1-179-16,0-2-189 0,0-9-171 16,0 1-123-16,0-5-2 0,0-6 75 15,0 0 151-15,0-8 192 0,6-3 214 0</inkml:trace>
  <inkml:trace contextRef="#ctx0" brushRef="#br0" timeOffset="51372.75">22149 11953 222 0,'0'-18'566'0,"0"4"119"0,0-4 88 0,7 2 15 16,0 1-110-16,6 1-163 0,-7 3-132 16,14 4-94-16,-8 0-63 0,8 7-37 0,0 0-20 15,-1 7-9-15,1 4-4 0,6 7 2 16,0 4 10-16,7 3 6 0,-8 5 3 16,1 11 0-16,1-2-1 0,-1 10-5 0,-6 2-12 15,-1 4-17-15,-13 3-13 0,1 0-6 16,-1 5-4-16,-12-1-1 0,6-3 0 15,-13-4 7-15,0 0 3 0,-7-5-98 0,7-1-30 16,-6-5 0-16,0-4 0 0,-1-3 0 16,6-4 0-16,2-5 0 0,-1-5 0 0,-1-4 0 15,8-1 0-15,0-7 0 0,-1-1 0 16,0-2 0-16,1-4 0 0,6-1 0 0,-6 1 0 16,6 0 0-16,0-4 0 0,0-4 0 0,0 4 0 15,0-4 0-15,0 1-447 0,0-1-428 16,0-4-294-16,0 1-101 0,0-3 16 15,0-1 94-15,0-5 186 0,-7 2 281 0</inkml:trace>
  <inkml:trace contextRef="#ctx0" brushRef="#br0" timeOffset="53967.24">21016 12533 50 0,'0'0'352'0,"0"0"91"16,0-5 74-16,0 5-9 0,0 0 10 16,0 0-25-16,0 0-54 0,0-3-51 15,0 3-50-15,0-3-65 0,7 3-70 0,-7-4-60 16,7 4-52-16,5 0-40 0,-6-4-28 16,8 4-44-16,-1-3-80 0,7 3-145 0,-8-4-170 15,8 0-217-15,-7 1-113 0,13-6-33 16,-6 2 40-16,0 1 124 0,5-6 160 15</inkml:trace>
  <inkml:trace contextRef="#ctx0" brushRef="#br0" timeOffset="55253.71">25354 5663 38 0,'6'4'284'0,"-6"0"47"16,7-1 47-16,-7-3-47 0,0 4-16 16,7-4-23-16,-1 0-21 0,-6 0-18 0,6 0-23 15,1 0-26-15,6 0-35 0,-7-4-42 16,14 1-31-16,-1-1-30 0,14 0-21 15,0-3-37-15,6-1-76 0,6 2-112 0,8-5-124 16,5 0-162-16,-5 0-88 0,4 0-31 16,2-3 40-16,0-2 95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23:46.16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2194 3165 151 0,'0'0'276'0,"0"4"44"0,0-4-34 0,0 0-28 15,0 0-6-15,0 0-35 0,6 0-32 16,-6 0-26-16,0-4-16 0,8 4-10 0,-2 0-7 16,0 0 7-16,1 0 7 0,0-3 7 15,5 3 5-15,1 0-1 0,-6-5-6 0,12 5-13 16,-5 0-16-16,5 0-14 0,-6 0-15 0,6 0-13 16,1 0-8-16,6 0-6 0,-7 0-12 0,8 0-3 15,-1 5-6-15,6-5 4 0,-6 3 3 16,7-3-5-16,-1 4 13 0,7-4 2 15,1 2 3-15,5-2-2 0,1 5-1 0,6-5 5 16,0 0-8-16,1 3-1 0,5-3-6 0,1 0-4 16,-1 5-11-16,8-5 0 0,-9 0 2 15,9 0-2-15,-1 0 1 0,7 4-1 16,-1-4 4-16,8 0-5 0,6 0-4 0,-8 0 2 16,8 0 0-16,0 0 7 0,-1 0 0 0,1 0 1 15,0 0-4-15,0 0-6 0,6 3-3 16,0-3-10-16,0 0-3 0,1 0-4 15,-2 0 1-15,1 0 0 0,0 3-1 0,0-3 0 16,8 0-3-16,-9 0 4 0,15 0-1 16,-7 0-1-16,-1 4 3 0,1-4 10 0,0 0 8 15,0 0-1-15,-1 0 2 0,1 4 5 16,5-4-3-16,2 0-7 0,-1 3-1 0,-6-3 1 16,0 4 0-16,0-4-5 0,-1 0 0 15,1 4 3-15,-1-4-2 0,8 3-3 0,-1-3 2 16,0 0 5-16,1 0 2 0,-8 0-3 15,7 0 0-15,7 0-6 0,0 0 0 0,-1 0-3 16,8-3-4-16,-7 3 5 0,5-4 2 16,2 4 5-16,-1-4-2 0,0 4-1 0,7-3-2 15,-6 3-6-15,5-4 4 0,-6 4-7 16,6 0 2-16,-5-4-3 0,6 4 2 16,-1 0 1-16,-5-3-5 0,6 3 8 0,-7-3 0 15,-7 3 2-15,7-4-3 0,1-1 1 0,-1 5-4 16,1-3-1-16,-1-2-1 0,-7 3 2 15,8 2 4-15,-7-4 3 0,5 1-2 16,-5-2 2-16,7 2 4 0,-8 0-1 0,1-2 7 16,-1 3-3-16,-5-3 7 0,-1 1 0 15,1 1-5-15,-2 3 4 0,-5-4-6 0,0 1-6 16,0-1 2-16,-14 0 2 0,1 1 1 16,-7 3 0-16,-6-4 1 0,-7 4 1 0,0 0-5 15,-6 0-5-15,-7 0 1 0,-1 0-1 16,-11 0-6-16,-1 4 2 0,-7-4 0 15,1 0 1-15,-13 3-4 0,-1-3 0 0,1 0 0 16,-8 0 1-16,2 0 1 0,-8 4 2 16,1-4 7-16,-1 0 3 0,1 0 5 0,-7 0 2 15,6 4 8-15,-6-4-1 0,0 0-1 16,0 0-3-16,0 0 0 0,0 0-2 0,0 0-6 16,0 0-6-1,-6 0-6-15,6 0-29 0,-7 0-54 0,1 0-86 16,-1 0-149-16,7 0-226 0,-6 0-325 15,0 0-151-15,-8 0-42 0,8 0 33 16,-1-4 122-16,-6-3 213 0</inkml:trace>
  <inkml:trace contextRef="#ctx0" brushRef="#br0" timeOffset="213487.09">19134 2110 340 0,'13'-3'416'0,"-6"-2"57"0,-1-2 27 0,0 4 0 16,2-1-52 0,-2 0-36-16,-6 1-28 0,6 3-35 0,-6-4-55 15,0 4-75-15,7 4-53 0,-7-1-33 16,0 5-11-16,0 2 6 0,6 9 21 16,1-1 20-16,-7 8 9 0,6 7 0 0,1 3-9 0,-1 8-12 15,0 4-19-15,2 3-24 0,-2 8-20 16,-6 0-15-16,0 3-11 0,6-3-12 0,-6 2-8 15,0-1-12-15,0-2-8 0,0-3-5 0,0-4-4 16,0 0-4-16,0-3-3 0,0-7 0 16,7-1-4-16,-7-7-2 0,0-1-3 0,0-7-1 15,7-2-2-15,-7-4 1 0,0-9 2 16,0 2-2-16,0-5-1 0,0-4-16 16,0-3-38-16,-7-7-58 0,7 0-78 0,-7-8-111 15,1 1-140-15,6-9-154 0,-6-2-122 16,6-4-135-16,0-4-26 0,0-4 57 0,0-7 116 15,0 0 153-15,6-3 152 0</inkml:trace>
  <inkml:trace contextRef="#ctx0" brushRef="#br0" timeOffset="-214576.5">19212 2033 189 0,'0'-12'420'16,"-6"5"52"-16,6-4 48 0,0 4-21 0,0 0-98 15,0 3-77-15,-7 1-44 0,7-2-32 16,0 2-38-16,0 0-40 0,0 3-49 0,7 0-46 16,-7 0-28-16,6 0-9 0,1 0 1 15,5 3 1-15,8-3-1 0,-6 3 1 0,11 2 0 16,-5-5-10-16,12 3-2 0,1 1 6 0,6-1 16 16,7 1 25-16,6-4 22 0,13 4 9 15,7-1 0-15,13 1-10 0,6 0-22 0,6-1-22 16,1 4-23-16,13-2-13 0,13-2-7 15,-1 5-4-15,7-1-1 0,7 0 0 0,6 0 0 16,7 1-1-16,0-1-1 0,6 1-1 0,1-1 10 16,5 0-5-16,1 0 3 0,0 1-5 15,6-1 2-15,7 0 10 0,0 4-3 0,7-2 4 16,-2-3-4-16,2 1 13 0,6 5 0 16,0-5-8-16,6 0-6 0,-6 1 1 0,7-1 0 15,-7 3-8-15,6-2-1 0,0-1-1 0,-6 1 5 16,-7-1-5-16,8 4-5 0,-9-8 2 15,2 5-2-15,-1-1 7 0,-6 1 0 0,0-1-1 16,7 0 4-16,-8 0 4 0,7 1 1 0,-5 0-6 16,5-1-3-16,0 0-3 0,-5-4 3 0,-2 6-1 15,-6-3-3-15,0 2 2 0,1-1-2 16,-1 0 7-16,-5 1-3 0,-2-1-1 0,1-3-2 16,-7 3 0-16,0-3-1 0,-6-1-1 0,-6 5 0 15,-2-5 0-15,-4-3 3 0,-2 4-1 0,-5-4 2 16,-7 3-5-16,-8-3-1 0,2 0 3 0,-14 0 0 15,-6-3 0-15,-1-1 2 0,-12 1 3 0,-7-2 1 16,1 2 1-16,-8-4-1 0,-6 3 3 16,-6-3 5-16,-7 0 9 0,-7-1 10 0,1 5 9 15,-7-8 7-15,-6 3 9 0,-7 2 6 0,0-3 3 16,-7-1 3-16,-6 3 6 0,0-1 3 16,1 5-3-16,-2-4-9 0,-5-1-11 0,-1 4-10 15,-6 0-13-15,7 1-13 0,-7 3-7 0,6-4-2 16,-6 4-1-16,0-4-3 0,7 4-3 0,-7 0-2 15,0 0-1-15,0 0-4 0,0 0 0 16,0 0-2 0,0 4 0-16,0-4 2 0,0 4-1 0,0-1 5 15,0 5 0-15,0 0-3 0,0-1 3 16,6 4 1-16,-6 3-1 0,0 1-1 0,0 3-1 0,7 4 2 16,-7-1-1-16,7 9-1 0,-7 0 3 15,6 3 0-15,-6 4 2 0,6 2 1 0,-6 2-1 16,7 3 0-16,0 0-3 0,-1 0-1 0,0 0 0 15,7 0 1-15,-6 3 1 0,0-3 3 0,5 4 2 16,2-4-1-16,-8-1-1 0,7-3 0 0,0 1-1 0,-6-4-3 16,-1 0-1-16,0-5 0 0,2-2-2 0,-2-1 2 15,-6-7 0-15,6 0 1 0,-6-4 0 16,0-2 0-16,0-6 5 0,0 0 3 0,0-2 9 16,0 1 4-16,0-7 5 0,-6 6 1 0,0-8-3 15,-2 3-5-15,-4-3-5 0,-8 0-4 16,7 0-4-16,-7 0-1 0,-6-3-3 0,1 3-1 15,-1-4-3-15,-7 4 0 0,1-4 0 0,-14 2 0 16,0-3 1-16,0 5-1 0,-12-4 1 16,-1 1 0-16,-6-2-2 0,-6 2 3 0,-1 0 1 15,-13-1 0-15,0 0-2 0,-6 1-1 16,-6 0 1-16,-7-2-4 0,-7 1 0 0,0 1 4 16,-13-1 1-16,0 1 1 0,-6-1-2 15,-6 1-1-15,-2 3 3 0,-11-8-4 0,0 5 0 16,-1 3-3-16,-14-4 3 0,2 1 4 15,-1-6-4-15,-7 6 1 0,1 0-4 0,-7-1 7 16,0-3 2-16,1 4-4 0,-7-5 0 16,-1 3-1-16,1-2 5 0,-7 0-3 0,6 3-2 15,-5-3-2-15,-1 0 7 0,-7 0-1 16,7 2-2-16,-6-2-2 0,6 4-4 0,1-4 5 16,-2-1-2-16,1 1 0 0,7 3-5 15,-7-3 9-15,13 0 5 0,-6-1-4 0,6 2-2 16,7-3-2-16,-7-1 2 0,13 3-3 0,0-4 0 15,1-1 1-15,6 5 0 0,-1-4-2 16,1 0 7-16,6-1-1 0,7 2-1 0,-1-1-2 16,1-3 0-16,6 6 2 0,1-3-5 15,6 0 1-15,6-1 2 0,0 2 3 0,7 3-2 16,-1-3 0-16,1-2 1 0,-1 4-3 16,2 1-3-16,11-3 1 0,-5 1 3 0,5 2 1 15,8-3-1-15,-1 2 2 0,1 1 0 16,-2-1-3-16,9-2-3 0,5 2 1 0,0 1 1 15,6 0 1-15,2 0 2 0,6-1 3 0,-2 4 0 16,8-3 0-16,0-1-1 0,7 5-4 16,5-1 0-16,2-4 1 0,-2 5 0 0,8 0 1 15,5-1 3-15,2 0 3 0,11 1 0 16,1 3 6-16,1-4 11 0,11 0 9 0,2 4 5 16,-2 0 7-16,8-3 3 0,0 3-3 0,-1 0-3 15,7 0-5-15,-7-4-4 0,7 4-5 16,0 0-4-16,0 0-4 0,0 0-6 15,0 0-5-15,0 0-8 0,0-4-8 0,0 4-21 0,0 0-45 32,7 0-63-32,-7 0-91 0,7-3-123 15,-7-1-155-15,6 0-169 0,0 1-170 0,-6-5-88 16,6 2 10-16,2-6 84 0,-2 1 138 0,7-3 176 16</inkml:trace>
  <inkml:trace contextRef="#ctx0" brushRef="#br0" timeOffset="-214026.1">19519 2436 182 0,'6'-8'378'0,"0"-3"62"0,1 4 61 16,-7-4-14-16,7 4-39 0,-1 0-8 0,0-1-13 15,-6 1-26-15,7 3-39 0,-7 1-68 16,6-1-72-16,-6 4-70 0,0 0-45 0,0 4-25 15,0-1-7-15,7 8 4 0,-7 4 4 16,0 3 2-16,0 0 1 0,0 8 4 0,0 0 1 16,-7 7-7-16,7 0-9 0,0 0-7 15,0 0-15-15,0 0-13 0,0-1-14 0,0-2-11 16,0 0-5-16,0-4-10 0,7-5-29 0,-7 1-60 16,7-4-102-16,-7-3-130 0,6-4-155 15,-6-4-171-15,6-3-160 0,2-4-44 0,-2-4 48 16,6-7 101-16,2 0 139 0,-1-7 169 0</inkml:trace>
  <inkml:trace contextRef="#ctx0" brushRef="#br0" timeOffset="-213760.42">20052 2260 340 0,'20'-15'528'0,"-7"-3"111"0,-7 4 104 0,1-1-17 15,0 4-122-15,-1 4-104 0,0-2-93 16,-6 7-101-16,7-2-96 0,-7 0-71 0,0 8-47 15,0 0-20-15,-7 7-9 0,7 3 9 16,0 8 17-16,-6 4 17 0,6 7 25 0,-6 4 19 16,-1 3 12-16,7 4-5 0,-7 6-13 15,7 2-18-15,-6-1-30 0,6 4-32 0,0-3-23 16,0-5-14-16,0 1-10 0,0-4-4 16,0-4-5-16,6-4-4 0,-6-3-9 0,7-3-29 15,-7-1-60-15,7-7-90 0,-7 0-129 16,6-8-172-16,-6-6-203 0,6-4-188 0,1-4-78 15,0-7 16-15,-1 0 91 0,1-5 155 0,-1-6 195 16</inkml:trace>
  <inkml:trace contextRef="#ctx0" brushRef="#br0" timeOffset="-213338.75">20378 2604 77 0,'13'-14'622'16,"-7"-1"124"-16,2 0 77 0,-8 1 65 0,6-5-68 15,0 5-239-15,1-1-187 0,6 0-102 16,-7 1-60-16,13 3-56 0,-5-1-45 0,-1 2-39 16,6 6-34-16,-6-3-26 0,7 7-15 0,0 0-7 15,5 3-3-15,-5 8-1 0,0 1 1 16,-1 2 2-16,1 4 2 0,-8 5 0 16,2 3 2-16,-8 2-1 0,0 2 0 0,-6-1 3 15,-6 0 1-15,-6-3-3 0,-2 3-2 0,1 5 1 16,-7-8 1-16,2-1-1 0,-2 0 1 15,-7-11 6-15,8 1 5 0,6 0 7 0,0-3 13 16,0-5 25-16,0 0 31 0,6-3 38 0,1-1 39 16,6 1 23-16,0 0 10 0,0-4-10 15,0 0-26-15,6-4-38 0,7 0-40 16,7 1-30-16,-1-5-27 0,7 5-16 0,7-4-10 16,-1 2-4-16,7-2-2 0,-6 0-7 0,7 3 0 15,-2-3 0-15,-5 3 1 0,-1 1-2 16,1-5-6-16,-7 5-19 0,-6 3-37 0,-7-4-60 15,7 4-70-15,-14-4-79 0,6 4-93 16,-4-3-122-16,-2 3-140 0,-6 0-157 0,0-4-161 16,0 0-43-16,0 1 32 0,-6-1 109 0,6 0 159 15,0-3 207-15</inkml:trace>
  <inkml:trace contextRef="#ctx0" brushRef="#br0" timeOffset="-212916.97">21283 2304 299 0,'-6'-15'373'0,"0"1"40"0,6-1 21 16,0 4-77-16,0-4-64 0,-8 4-14 15,8 1 20-15,8-1 22 0,-8 0 15 0,0 0-2 16,0 2-12-16,0 3-28 0,0-2-44 16,6 5-46-16,-6-1-46 0,0 4-38 15,0-4-33-15,0 8-18 0,-6 3-8 0,6 1 2 16,0 10 20-16,-8 1 37 0,2 10 44 0,0 0 42 16,-1 12 43-16,1 2 25 0,-1 9 6 0,1-2-11 15,-7 10-28-15,7-2-40 0,-2-3-47 16,2 0-37-16,6 0-29 0,-6-7-25 0,6-1-17 15,0-7-12-15,0 0-11 0,0-3-7 16,6-4-5-16,-6-3-4 0,0-5-4 0,6-6-3 16,-6-1-10-16,0-7-42 0,8 0-73 15,-8-7-95-15,0-4-108 0,6-4-141 0,-6-3-176 16,6-4-171-16,-6-4-181 0,7 1-39 0,-7-1 36 16,6 0 104-16,1 0 168 0,6-4 198 15</inkml:trace>
  <inkml:trace contextRef="#ctx0" brushRef="#br0" timeOffset="-211567.94">19538 2436 154 0,'-13'-4'260'0,"7"0"16"16,-8 1-8-16,1-5-60 0,7 5-44 0,-7-4-24 16,6 2 0-16,-5-1 12 0,-2 2 5 15,8-3-10-15,-7 3-11 0,6-3-11 0,-6 3 1 16,7-3 24-16,0 3 23 0,-8-3 29 0,14 3 16 15,-6-3 11-15,-1-1-2 0,0 1-41 16,7-4-50-16,0 3-43 0,0 2-22 16,0-6-11-16,7 5-14 0,0-4-6 0,5 4-7 15,2-5 0-15,-1 5 0 0,6 0-3 0,0 3-5 16,8-3 3-16,-8 7 11 0,8 0 4 16,-8 0-5-16,7 7-3 0,-6 1-1 0,0 2-6 15,-8 2-10-15,1 6-7 0,-6 1-1 0,-7 3 1 16,0 3 2-16,-7-3-1 0,-6 7 0 15,1-3 1-15,-8 3 4 0,0 0 1 0,-6 5-1 16,0-5-2-16,0 0 0 0,6-3 0 16,-6 0-2-16,7-5 0 0,6 1 1 0,-6-3 6 15,11-5 7-15,-4 2 18 0,5-6 25 16,7-2 16-16,0-1 17 0,0 0 9 0,13-4 0 16,-7-3-14-16,14 0-20 0,0-3-15 0,-1 0-18 15,7-1-12-15,7-3-12 0,-1-1-3 16,1 0-5-16,7-3-9 0,-2 1-2 0,-5 2-3 15,6-2-2-15,-7 2-4 0,7 1-6 0,-13 3-9 16,7 0-59-16,-7 1-107 0,6 3-157 16,-12 0-172-16,7 0-165 0,-1 3-155 15,-7 1-32-15,7 0 62 0,0-1 132 0,0 1 162 16</inkml:trace>
  <inkml:trace contextRef="#ctx0" brushRef="#br0" timeOffset="-210943.08">20658 2596 208 0,'0'-2'254'0,"0"-2"21"16,0-4-47-16,0 1-31 0,0 1 5 15,0-3 4-15,0 2-2 0,0-4 17 0,0 4 4 16,7-4-1-16,-7-4-5 0,6 4-6 16,0-4-8-16,2 1-22 0,-8-1-6 0,6-3-10 15,0-1-32-15,0-2-7 0,-6 2 4 16,0-3-12-16,-6 5-22 0,0 2-7 0,0-1 0 15,-8 3-21-15,1 1-30 0,-7 5-6 16,2-1-4-16,-9 5-12 0,1 3-10 0,6 3 2 16,-6 1-1-16,0 3-6 0,7 4 0 0,5 1 0 15,-5 2 0-15,13 0-3 0,-1 5 7 16,7-1 4-16,7 1 2 0,-1-2 8 0,13 6 4 16,1-2 1-16,6 2-3 0,7 3-5 15,-1-4-2-15,7 3-7 0,-6 2-3 0,7-2-4 16,-8 4 3-16,1-4-5 0,-7 1 6 15,-7 0 6-15,1-5 7 0,-14 2 7 0,0-1 8 16,-6 0 15-16,-6-4 7 0,-7-3 5 16,-13 3 9-16,0-4 16 0,0-3 19 0,-7 1 23 15,1-5 15-15,-7-3 18 0,6-4 9 0,1-4 0 16,-1-3-5-16,7 0-11 0,0-5-10 16,0-3-13-16,6 0-12 0,1 1-7 0,5-8-14 15,8 4-14-15,0-4-15 0,12 0-16 16,0 0-11-16,8 0-17 0,5 0-11 0,7 0-7 15,7 4-7-15,-1-1-5 0,8 5-7 0,5 3-14 16,1 3-43-16,-7 1-67 0,6 3-85 16,1 4-133-16,-1 0-179 0,-5 4-196 15,5 1-205-15,-6-3-70 0,1 2 15 0,-8 3 98 0,1-3 165 16,-7 0 198-16</inkml:trace>
  <inkml:trace contextRef="#ctx0" brushRef="#br0" timeOffset="-210269.17">21583 2648 55 0,'0'-7'175'16,"0"-1"7"-16,0 5-51 0,6-4-44 15,-6 3-23-15,0-3-9 0,7 3 5 0,-7 0 11 16,6-4 4-16,-6 6 9 0,7-2 23 0,-7 0 22 16,7-3 10-16,-7 3-4 0,6 0 16 15,-6-3 11-15,0 3-1 0,6-3-3 16,-6 3 10-16,0 1 12 0,0-5-7 0,0 5-18 16,0 0-7-16,8-5-4 0,-8 4-16 0,0-3-4 15,0 3-6-15,0-3-4 0,6 3-11 16,-6-3-13-16,0-1 5 0,6 1-2 0,-6 0 2 15,0 0 6-15,0 3 2 0,6-3-6 0,-6 2-16 16,0-2-6-16,0 4-6 0,0 3-7 16,0-4-8-16,-6 4-3 0,6 0-6 0,0 4-12 15,-6 4-9-15,6-1-2 0,-6 4 4 16,6 3 6-16,-8 5 4 0,2-1 6 0,0 4 3 16,-1 0-3-16,7 0-8 0,-7 0-1 15,7 0-5-15,0 0-6 0,-6-4-6 0,6 1-5 16,0-5 1-16,0-3-4 0,0 1 12 15,0-2 27-15,0-7 35 0,6 2 23 0,-6-2 12 16,7-3 3-16,0-3-9 0,-1-5-25 0,8 0-34 16,-2-3-22-16,1 1-11 0,0-1-8 15,6-4-2-15,1 4-2 0,0-4-1 0,-1 5-3 16,7 2-2-16,-6-3-1 0,6 4 0 16,-7 3-2-16,7 4 1 0,-6 0 1 0,-1 0-1 15,1 8 0-15,0-1 1 0,-1 3 3 0,-5 2 5 16,-2 2-8-16,-6 4 12 0,8-3 9 0,-14 3 11 15,0 4 8-15,0-3 2 0,-6 3 16 16,-8-4-3-16,2 1-4 0,-2-2-8 0,-5 2-6 16,-1-4-8-16,-6 3-7 0,7-7-5 15,-7 3-6-15,6-2-3 0,-6-5-3 0,7 1-5 16,-1-1-4-16,0-4-21 0,1-3-56 0,5 0-96 16,-4-3-145-16,4-1-186 0,8-3-217 15,-7-4-190-15,-1-4-57 0,8-3 39 16,-6-4 112-16,-2 0 172 0,1-7 211 0</inkml:trace>
  <inkml:trace contextRef="#ctx0" brushRef="#br0" timeOffset="-210097.35">21511 2506 56 0,'0'-11'451'0,"0"-1"71"0,7 2 49 16,-1-1 63-16,7 0-104 0,1-1-149 16,5 5-90-16,7 0-61 0,6-1-42 0,1 5-61 15,-1-1-48-15,8 1-36 0,5 3-22 16,-6 0-8-16,7 0-9 0,-1 3-10 0,-5 1-44 15,5-4-109-15,-12 3-152 0,5 5-189 0,-4-8-123 16,-9 3-60-16,1-3 8 16,1 0 93-16,-15-3 142 0</inkml:trace>
  <inkml:trace contextRef="#ctx0" brushRef="#br0" timeOffset="-209847.39">22378 2252 98 0,'0'-10'454'0,"0"-5"117"0,0 1 110 15,0-1 77-15,0 4-129 0,0 4-139 0,6-4-80 16,-6 3-108-16,0 4-103 0,0 4-64 0,7 0-38 16,-1 8-18-16,0 3-2 0,1 4 6 15,0 2 24-15,-1 9 16 0,-6 7 12 0,6 1 2 16,-6 9-4-16,0 1-5 0,-6 7-25 16,6 8-24-16,-13-4-21 0,6 4-19 0,-5-4-12 15,5-1-9-15,-6-6-5 0,6 0-3 16,1-4-2-16,0-4-1 0,-1-7-5 0,7 0-4 15,0-6-11-15,0-6-45 0,0-7-125 16,7-2-197-16,-1-5-234 0,7-7-226 0,0-4-114 16,0-7-20-16,7-3 89 0,-8-9 179 0,8 1 229 15</inkml:trace>
  <inkml:trace contextRef="#ctx0" brushRef="#br0" timeOffset="-209376.65">22808 2590 170 0,'-7'-8'617'16,"0"-5"88"-16,1-3 74 0,0 1 68 0,6-3-114 16,0 4-265-16,6-4-140 0,-6 3-75 15,13 0-64-15,-6 1-65 0,5 2-40 0,8 5-23 16,-1-4-29-16,1 7-11 0,6 1-9 16,1-2-2-16,-9 10-3 0,9-2-1 0,-1 4 1 15,-6 1-3-15,-1 3-1 0,-6-1-3 0,0 6-2 16,-7-2-2-16,0 1-3 0,-6 0-1 15,-6 3 1-15,-6-4 1 0,-2 5-1 0,1-5 0 16,-7 5 5-16,-6-1 1 0,7 1 1 16,-1-5 2-16,2 1 1 0,4-1 1 0,1-2 2 15,0-2-1-15,6-2 1 0,1-1 10 0,6-4 14 16,0 1 17-16,0 1 10 0,6-3 7 16,8 3 1-16,5-5-4 0,1 6-11 0,-1-1-9 15,7 2-10-15,0 0-4 0,0 0 0 0,-6 4 4 16,5 0 0-16,-5 0 3 0,0 4 1 15,-7-4 6-15,-7 4 6 0,1-1 5 0,-7 1 5 16,0 0 6-16,-7-1 7 0,-5-3 2 16,-8 1-1-16,1 2-6 0,-1-7-6 0,-6 4-9 15,-1-4-10-15,1-2-8 0,1-2-7 16,-7 0-5-16,5-3-3 0,1 0-4 0,0-3-6 16,0 0-4-16,7-2-9 0,-1 1-7 0,0 1-29 15,7-4-66-15,-7 0-120 0,14 3-180 16,0-3-234-16,0 0-263 0,6-5-113 0,-8 1-11 15,16 0 82-15,-8 1 161 0,0-6 228 16</inkml:trace>
  <inkml:trace contextRef="#ctx0" brushRef="#br0" timeOffset="-208858.15">23790 2432 65 0,'8'-22'301'0,"4"-3"64"0,-5-5 52 0,0 4-25 31,-1 1-21-31,0 3 4 0,-6 0 20 0,7 0-15 0,-7 4 0 0,0 3-19 0,0 4-43 16,6 0-69-16,-6 4-61 0,0 2-50 0,0 3-44 15,0 4-26-15,0 3-12 0,0 6 7 0,0 7 15 16,0 8 28-16,0 3 23 0,7 7 9 15,-7 6 21-15,0 8 13 0,0 6 0 0,0 2-15 16,0 9-17-16,0-6-4 0,0 1-20 16,0 4-24-16,0-3-15 0,0-1-12 0,-7-4-6 15,7 1-16-15,0-7-11 0,0-6-8 32,0-5-9-32,-6-4-4 0,6-4-3 0,0-11-2 0,0-4-1 0,0 0 1 0,0-10-5 31,0-1-4-31,-7-7-4 0,1 0-7 0,0-7-49 0,-1-1-81 0,0-2-142 0,1-5-191 31,0 0-234-31,-2-3-231 0,2 0-80 0,6-4 14 0,0-3 108 0,0-2 177 0,6-2 226 16</inkml:trace>
  <inkml:trace contextRef="#ctx0" brushRef="#br0" timeOffset="-207670.84">24553 2773 210 0,'0'-10'247'0,"0"-2"22"0,0 1-65 0,0 0-45 15,6 1-34-15,-6-2-23 0,0 1-5 0,7-3-10 16,-7 2-11-16,0 1-16 0,6 4-9 15,-6-4-2-15,7 3-10 0,-7 2-3 16,0-2 2-16,0 5 3 0,0-1 4 0,0 0 11 16,6 4 11-16,-6-4 17 0,0 4 20 0,0-3 20 15,0 3 18-15,0-5 9 0,0 5-3 32,0-2-5-32,0 2-13 0,0-4-18 0,0 4-15 0,-6-4-14 0,6 0-9 0,0 4-13 15,0-3-9-15,0 3-3 0,0-4-12 0,0 4-6 16,0 0-8-16,0-4-4 0,0 4-6 0,0 0-2 15,0-2 1-15,0 2-4 0,0-5 4 16,0 5 4-16,0-4 7 0,0 4 3 0,0-3 1 16,0 3 3-16,0-4 3 0,-7 4-4 15,7-4-2-15,0 4 3 0,0 0 4 0,0-3 3 16,0 3 1-16,-6-4-1 0,6 4-1 16,0-4-6-16,0 1-4 0,0 3-1 0,-7-3-5 15,7-2-1-15,0 2 6 0,0 3 9 16,0-4 7-16,0 1 2 0,-6 3 9 0,6-4 4 15,0 0 0-15,0 4-1 0,0-3-2 16,0-1-1-16,0 4 0 0,0-4 2 0,0 4 0 16,0-3-3-16,0-1-1 0,0 1 2 0,0 3-6 15,0-5-5-15,0 5-4 0,0-3-4 16,0 3-6-16,0 0-6 0,0-4-6 0,0 4-2 31,0 0 0-31,0 0-6 0,0 0-2 0,0 0-2 0,0 0-1 0,0 0-9 0,0 0-2 16,0 0 0-16,0 0 4 0,0 0 2 0,0 0 3 15,0 0 6-15,0 0-2 0,0 0 3 32,0 0-3-32,0 0-2 0,0 0-1 0,0 0-1 0,0 0 1 0,0 0-2 0,0 0 1 15,0 0 1-15,0 0 1 0,0 0 2 0,0 0-1 16,0 0 0-16,0 0-1 0,0 0 1 16,0 0-3-16,0 0 0 0,0 0-1 0,0 0-1 15,0 0 0-15,0 0-4 0,0 0 2 0,-7 0-3 16,7 0 0-16,0 0-1 0,0 4-3 15,0-4 1-15,0 0 1 0,0 0 2 0,-6 3-1 16,6-3-1-16,0 5 9 0,0-2-3 16,0 1-3-16,0-4-4 0,-6 3-3 0,6 1-17 15,0 0-27-15,0-1-18 0,0 1-17 0,0 0-7 16,0-4-2-16,0 3 11 0,0 1 22 16,0-4 22-16,0 3 16 0,0 2 10 15,0-5 10-15,0 3 9 0,6-3 1 0,-6 0-2 16,0 3 4-16,0-3 3 0,0 0 2 0,0 0 1 15,0 0 1-15,0 0 2 0,0 0 3 16,0 0-6-16,0 0-5 0,0 0 0 0,0 0-2 16,0 0-1-16,6 0 1 0,-6 0-1 15,0 0 2-15,0 0-1 0,0 0 6 0,0 0-3 16,7 0-4-16,-7 0 1 0,0-3 0 0,0 3 2 16,0 0-4-16,0 0-1 0,0 0 3 15,0 0 2-15,0 0 2 0,0 0-4 16,0-3-1-16,0 3-1 0,0 0-3 0,0 0 1 0,0 0-5 15,0 0-4-15,0 0-1 0,0 0-22 16,0 0-58-16,0 0-78 0,0 0-86 16,0-5-98-16,0 5-91 0,0 0-50 0,-7 5-18 31,7-5-34-31,-6 0 33 0,6 3 69 0,0-3 79 0,-6 0 67 0</inkml:trace>
  <inkml:trace contextRef="#ctx0" brushRef="#br0" timeOffset="-207326.03">24507 2586 125 0,'0'-4'243'0,"7"1"31"16,-7-5-20-16,0 1-27 0,6 0-20 15,-6-1 0-15,6 1 10 0,2 0 21 0,-8 4 10 16,6-5 17-16,-6 4 21 0,6 1-2 0,-6-1-22 16,0 0-43-16,7 4-41 0,-7 0-41 15,0 4-38-15,0 3-23 0,0 5 1 16,0 2 0-16,0 9 7 0,6-2 13 0,-6 8 7 16,0 0 5-16,0 0-2 0,7 4 1 0,-1-3-8 15,-6-1-18-15,7 1-19 0,-1-2-14 16,0-2-19-16,2-3-11 0,-2-1-2 0,-6 0-4 15,6-4-1-15,1-4-2 0,0 1-1 16,-7-5-3-16,6-2-3 0,-6 1-5 0,0-7-4 16,0 2-7-16,0-4-34 0,0 0-102 15,0-4-133-15,0-3-168 0,0 3-190 0,0-7-134 16,6 0-39-16,1-4 64 0,-1-2 113 0,8-1 158 16</inkml:trace>
  <inkml:trace contextRef="#ctx0" brushRef="#br0" timeOffset="-207053.53">24891 2726 118 0,'14'-12'450'0,"-2"1"122"0,-5-3 90 0,0-1 44 16,-7 0-82-16,6 4-92 0,-6 1-82 15,7-1-95-15,-7 3-78 0,0 5-76 0,0-1-63 16,0 0-45-16,0 8-34 0,6 0-18 16,-6 3-7-16,6 8 2 0,-6-1 3 0,8 4 1 15,-2 4 6-15,-6 5 4 0,6-2 8 16,0 4-1-16,-6 0-4 0,7-4-3 0,0 5-7 15,-7-4-10-15,0-1-16 0,6-2-3 0,-6-2-5 0,7-2 0 16,-7-1-2-16,0-7-1 0,0 4-3 16,6-4-4-16,-6-4-2 0,0-3-5 15,0 0-5-15,0-4-51 0,0 0-101 0,-6-4-158 16,6-4-159-16,0 0-173 0,0-6-177 0,0 1-48 16,6-7 51-16,8-2 133 0,-2-3 145 15</inkml:trace>
  <inkml:trace contextRef="#ctx0" brushRef="#br0" timeOffset="-206741.65">25367 2495 135 0,'19'-22'435'0,"-5"3"81"0,-2 1 97 15,2-4 68-15,-8 7-131 0,7-3-86 0,-7 3-56 16,1 4-59-16,0 4-85 0,-1 0-73 16,0 7-44-16,-6 0-33 0,7 7-19 0,6 8-4 15,-6-1 5-15,-1 11 17 0,1 5 9 0,-1 3 7 16,1 8 1-16,5 6-2 0,-12 1-5 15,8 3-19-15,-2 0-26 0,0 0-19 0,-6 1-14 16,7-1-13-16,-7-4-11 0,0 1-3 16,6-4-6-16,-6-3-3 0,7-8-2 15,-7-1 0-15,6-6-2 0,-6-3-3 0,0-5 0 16,7-3-1-16,-7-1-1 0,0-7-2 16,0-3-5-16,0-4-6 0,0 0-52 0,0-4-117 15,0-3-178-15,0-3-206 0,0-7-255 16,6 3-132-16,-6-4-21 0,6 0 78 0,8-5 158 15,-8 6 196-15</inkml:trace>
  <inkml:trace contextRef="#ctx0" brushRef="#br0" timeOffset="-206010.68">25777 2527 137 0,'-6'-7'239'0,"6"0"27"0,-6 0-40 16,-2-1-24-16,8 1-12 0,0-1 13 15,-6-2 28-15,6-1 34 0,-6 0 39 0,6 4 47 16,0-1 24-16,-7-3-4 0,7 7-21 16,0 0-42-16,0 1-55 0,-6-1-70 0,6 4-56 15,0 0-33-15,-7 7-23 0,7 1 1 16,0 11 7-16,-6-1 15 0,6 8 16 0,0 6 4 15,-7 1 5-15,7 4-9 0,0 0-12 0,0 3-19 16,7-4-14-16,-7-2-18 0,0 2-14 16,6-7-13-16,-6 4-8 0,0-7-2 15,0 0-5-15,0 0-3 0,0-5-6 0,-6-3-4 16,6-3-5-16,-7 0-49 0,7-3-103 0,-6-6-147 16,6-2-158-16,-7-4-181 0,0 0-175 15,7-8-48 1,0-3 54-16,-6-3 122 0,6-5 146 0</inkml:trace>
  <inkml:trace contextRef="#ctx0" brushRef="#br0" timeOffset="-205604.59">25810 2729 19 0,'6'-10'392'0,"0"-6"74"0,2 2 74 0,-2-1 100 16,0-3-98-16,1 3-92 0,6 1-66 15,0-1-52-15,7-1-65 0,-8 6-91 0,8-5-58 16,-1 4-40-16,7 4-28 0,-6 3-17 0,6 1-6 15,-7-1-7-15,7 8-4 0,-6-1-2 16,0 5 2-16,-1 4-3 0,1 5-2 0,-7 1 5 16,0 5-2-16,-6-2-3 0,-7 5-1 15,0 3 1-15,-7-3 2 0,0-1-4 0,-6 5 3 16,-6-4 2-16,6-1 3 0,-7 1 4 0,1 0 11 16,-1-9 14-16,0 6 16 0,1-5 22 15,6-3 15-15,0-4 18 0,7-5 17 0,-8 6 14 16,14-7 15-16,-6-3 3 0,12 2 2 15,-6-4-7-15,8 4-17 0,4-8-16 0,8 4-24 16,5-4-18-16,1 2-19 0,7-3-15 16,0 1-10-16,6 1-10 0,0-2-9 0,0-1-7 15,7 2-1-15,-7 0 2 0,6 1-4 0,-5 0 0 16,-8-2 0-16,1 5-1 0,-7-4-5 16,-7 1 0-16,1 3-2 0,-8 0-3 0,-4-4-2 15,-2 4-2-15,0 0-3 0,-6 0-8 16,-6 0-2-16,6 0-6 0,-6 0-38 0,-8 0-68 15,8 4-97-15,-7-4-155 0,6 0-173 0,-6 0-198 16,7 0-175-16,-1 0-44 0,0-4 40 16,1 1 128-16,0-4 160 0,6-1 193 15</inkml:trace>
  <inkml:trace contextRef="#ctx0" brushRef="#br0" timeOffset="-205099.57">27093 2462 105 0,'-6'-8'306'0,"6"-2"41"0,-8-2 41 16,8 1-28-16,0 4-39 0,0 0-12 0,0-1 27 15,0 1 11-15,0 3-7 0,-6 1-39 0,6-1-49 16,0 4-56-16,0 0-61 0,0 4-33 16,0 3-9-16,6 3 17 0,-6 9 34 0,0 6 38 15,0 9 30-15,0 6 5 0,-6 4-7 0,6 8-19 16,0-1-25-16,0 1-34 0,-6 2-28 15,6 0-19-15,0-2-14 0,0 3-15 16,6-4-21-16,0-7-9 0,-6 0-10 0,8-3-7 16,-2-9-2-16,0 1-2 0,-6-7-1 15,7-8-1-15,-7 1 4 0,0-9 1 16,6 2-2-16,-6-9-2 0,0 1-1 0,0-4-3 16,-6-4-11-16,6 1-4 0,-7-1-7 0,1-4-37 15,0 1-85-15,-2-7-133 0,2 3-152 16,0 0-171-16,0 0-179 0,-2 1-109 15,2-7 5-15,-7 8 96 0,7-2 136 0,-1-5 163 16</inkml:trace>
  <inkml:trace contextRef="#ctx0" brushRef="#br0" timeOffset="-204245.91">26077 2721 60 0,'0'-11'269'0,"0"1"39"0,0-5 30 0,6 4-15 16,-6-4-20-16,0 4 7 0,0-4 27 0,0 5 20 15,0 3-4-15,0-5-35 0,0 4-32 16,-6 2-53-16,6 2-64 0,0 0-56 0,-6 4-32 31,-2 0-30-31,2 8-25 0,-6 6-12 0,4 1 14 16,-4 11 21-16,-1-1 7 0,-1 5 9 15,-4 2 10-15,10 2 16 0,-4 2-8 0,-2-3-17 16,8 3-7-16,-1-6 2 0,1 3 8 16,0-4 8-16,6-3 14 0,0-4 17 0,0-4 24 15,6-3 23-15,0-1 25 0,1-2 11 16,6-9 5-16,6 1 2 0,7 0-8 0,7-8-14 15,-1 0-24-15,8-3-25 0,-1-1-23 16,6 2-25-16,-5-2-21 0,11 1-15 0,-4-4-14 16,-2 6-9-16,7-1-6 0,-7-2-3 0,-5 5-2 15,-1-1-6-15,-7 0 2 0,-6 4-2 0,1-2-1 16,-8 2-2-16,1-5-4 0,-14 5-5 16,7 0-4-16,-6 0-6 0,-7 0-5 0,-7 0-5 15,0 0-30-15,-5 0-57 0,-1 0-73 0,-7 0-100 16,0-4-122-16,-6 4-144 0,1-3-111 15,-2-5-83-15,8 1-103 0,-8 0-5 0,1-5 68 16,1-2 119-16,-1 0 128 0,0-5 136 16</inkml:trace>
  <inkml:trace contextRef="#ctx0" brushRef="#br0" timeOffset="-203933.08">26240 2744 374 0,'-7'-18'466'0,"-6"-1"72"16,6 4 79-16,1-3-57 0,0 3-56 0,0 1-43 15,6-1-41-15,-8 4-41 0,8 0-64 16,0-1-55-16,0 10-73 0,-6-6-58 0,6 4-38 15,6 4-22-15,-6 4-12 0,8 6-6 0,-2 2 11 16,0 10 21-16,0 0 24 0,8 8 22 16,-8 2 18-16,1 5 15 0,5 3 11 0,-4 1 5 15,-2 6-2-15,0 1-7 0,0-1-12 16,2 5-9-16,-8-1-19 0,6 0-21 0,-6-3-12 16,6-4-8-16,1 0-14 0,-7-4-15 15,0-3-10-15,6-8-7 0,-6-3-12 16,7-3-14-16,-7-6-1 0,0-2 2 0,0-4 2 15,7-4-1-15,-7-3-2 0,0-4-2 16,0 0-7-16,-7-4-14 0,7-3-7 0,0-1-29 16,-7-3-71-16,7 0-98 0,0-2-140 15,0-4-204-15,0 0-253 0,0-2-243 16,7-2-75-16,6-1 23 0,-1-5 106 0,2 2 186 16,-1-4 248-16</inkml:trace>
  <inkml:trace contextRef="#ctx0" brushRef="#br0" timeOffset="-203147.64">27276 2835 3 0,'6'-3'271'0,"0"-2"50"16,0-1 34-16,1 2-38 0,-7-3-19 0,7-1-22 15,-1 1-7-15,1 3 21 0,-1-3 19 16,-6 3 10-16,7-3-1 0,-7 3-19 0,7 1-38 16,-7 0-44-16,0-2-41 0,6 1-22 15,-6 1-14-15,0 0-15 0,0 3-8 0,0 0-17 16,0 0-17-16,0 0-20 0,0 0-20 0,0 3-10 16,0 0-2-16,0 6 0 0,-6 1 8 15,6 1 12-15,0 4 9 0,-7 3 9 0,7 0 9 16,0 0 6-16,0 8-3 0,0-4-4 15,0 4-4-15,0-5-10 0,7 5-15 0,-7 0-12 16,0-5-10-16,6 2-6 0,-6-1-8 16,0-4-1-16,6 0-4 0,-6-3-3 0,0-4-3 15,6 0-6-15,-6 1-3 0,0-6-10 16,0-1-18-16,0-2-90 0,0-3-149 16,0 0-209-16,0-3-243 0,8-5-155 0,-8 0-68 15,0-3 46-15,6 1 126 0,-6-5 198 16</inkml:trace>
  <inkml:trace contextRef="#ctx0" brushRef="#br0" timeOffset="-202640.48">27588 2864 124 0,'0'-7'499'0,"-6"-4"96"0,6-3 80 15,-8-1 66-15,8 4-142 0,8-4-150 0,-8 1-109 0,6 0-83 16,0-1-76-16,7 4-59 0,-6-5-44 15,12 9-30-15,-5-4-19 0,5 4-8 16,1 3-5-16,-1-3-6 0,0 7-3 0,8 0-2 0,-8 0-1 16,0 4-4-16,8-1-2 0,-14 5 4 15,6-1 0-15,-5 0-2 0,-8 5 3 16,0-1-3-16,1 0 4 0,-7 4-5 0,-7-1 2 0,1 0-1 16,-8-3 3-16,-5 4 3 0,6 0-3 15,-6-5 2-15,-1 1-1 0,0 0 1 0,1 1-3 16,-1-5 0-16,8 0 2 0,5 1-3 0,0-5 4 15,1 0 7-15,0-3 16 0,6 4 12 16,0-4 14-16,6 0 8 0,0 0 2 16,8-4-4-16,5 4-7 0,-6 0-9 0,13 0-4 15,-7 0 3-15,8 4 2 0,-1-4 0 0,0 5 1 16,0-2 3-16,-7 4-1 0,7-3 0 0,-6 7 1 16,-1-1 4-16,1 2-3 0,-6 2-1 0,-2 1 4 15,-6 0-1-15,-6 2 1 0,7 3-2 16,-14-3 0-16,7-2 0 0,-12 4-2 15,-2-4-2-15,-5-1-2 0,-1 0-1 0,1-3-1 16,-7-3 2-16,0 0 2 0,6-5 1 16,-6 1 3-16,0-2-4 0,1-2-3 0,5-2-8 15,-6-5-11-15,6 2-7 0,-6-6-10 16,7 4-6-16,6-4-2 0,-7 4-12 0,6-4-21 16,2-1-66-16,6 2-101 0,-1-1-169 15,14 0-202-15,-7 0-237 0,12 0-154 16,2 0-30-16,5-1 53 0,7-2 142 0,0-4 190 15</inkml:trace>
  <inkml:trace contextRef="#ctx0" brushRef="#br0" timeOffset="-202312.33">28604 2575 24 0,'13'-15'564'0,"-7"1"130"16,1-5 81-16,-7 1 73 0,0 4-15 0,7-5-233 15,-7 8-151-15,0 0-106 0,0 1-68 0,0 5-67 16,0-2-68-16,0 7-52 0,0 0-30 16,0 4-9-16,0 4-2 0,0 6 6 0,6 8 10 15,-6 4 16-15,0 6 15 0,6 5 10 16,-6 7 13-16,0 4 5 0,-6 4 0 0,6-2-7 16,-6 5-16-16,-1 0-20 0,7 4-19 15,-7-3-15-15,7-2-12 0,-6-4-11 0,6-2-7 16,0-3-4-16,0-1-4 0,0-8-2 15,0-3-2-15,0-8 0 0,0 2-1 0,0-13 2 16,0 1 0-16,6-4-1 0,-6-5-5 16,0-1-7-16,0-5-51 0,0-5-98 0,0-1-158 15,-6-5-224-15,6-1-272 0,0-2-213 16,0-4-65-16,6-4 33 0,1-1 126 16,0-2 207-16,-1 3 268 0</inkml:trace>
  <inkml:trace contextRef="#ctx0" brushRef="#br0" timeOffset="-199406.34">29308 2835 194 0,'0'4'253'0,"0"-1"30"0,6-3-36 0,-6 4-35 16,0 0-9-16,6-4 6 0,-6 0 9 16,6 0 7-16,-6 0 3 0,7 0 3 0,-7 0 6 15,7 0 11-15,-7 0 6 0,6 0-2 16,-6 0-9-16,0 0-23 0,0 0-29 0,7-4-34 16,-7 4-31-16,0-4-24 0,6 4-12 0,-6-3-3 15,0 3-4-15,7-4 1 0,-7 1 7 16,7-2 7-16,-7 2-6 0,0 0-8 0,6-1 1 15,-6-3-8-15,0-1-17 0,0 1-17 16,0 0-7-16,0-4-4 0,0 0-4 0,0-1 0 16,-6 2 2-16,6-5 0 0,-7 5-1 0,0-6-1 15,1 5-4-15,-1-4-4 0,-6 5-4 16,0-1-1-16,1 3 0 0,-2 1-2 16,-5-1 0-16,-1 2-4 0,0 2-5 0,-6 0-3 15,7 4-2-15,-1 4 0 0,-6 0-2 0,7-1 1 16,-1 5 2-16,0-1 0 0,8 4 0 15,-1 0 1-15,0-1 0 0,0 2-1 0,7 2 0 16,-2-3 4-16,8 4 0 0,0-4 7 0,0 0 3 16,8 1 6-16,-2-2 2 0,7-3 1 15,0 4 4-15,6-3-5 0,1-5-2 0,-1 5-6 16,1-5-1-16,6 1-3 0,-6-4 0 16,5 0-3-16,-5 0 0 0,0 0 3 0,-1-4 6 15,1 1 13-15,-8-1 3 0,2-3 7 16,-2-1-1-16,-5 1 8 0,0 0 0 0,6-1 2 15,-13-3 10-15,6 4 8 0,1 0 5 16,0 3 0-16,-7-4-4 0,0 5-9 0,0 0-15 16,6-2-12-16,-6 3-7 0,0 2-9 0,0 2-7 15,0 3-4-15,0-2-2 0,0 8-2 16,-6 3 0-16,6 1 4 0,0 4 6 0,0 3 10 16,0 3 10-16,0 1 7 0,0 0 9 15,0 3 3-15,6-4 3 0,-6 5 1 0,0-5-4 16,6 0 6-16,-6-2-1 0,0-1 3 15,6-4-5-15,-6-4-2 0,0 2-2 0,0-5-1 16,8-1 1-16,-8-6-1 0,0 3-1 16,0-2 0-16,0-2-5 0,0-3-9 15,0 0-15-15,0 0-17 0,-8 0-39 0,8-3-97 16,-6-2-147-16,6-2-228 0,-12 0-290 16,5-4-269-1,-6 0-113-15,6-1 14 0,-6-2 102 0,0 0 208 0,1-4 281 0</inkml:trace>
  <inkml:trace contextRef="#ctx0" brushRef="#br0" timeOffset="-191498.08">23830 3348 91 0,'13'-10'272'16,"-13"-2"37"-16,6 1 5 0,1 0-47 0,0-4-21 15,-1 4-23-15,-6 4-19 0,0-4-15 16,6 3-24-16,-6 5-23 0,0-1-30 16,-6 4-32-16,6 4-27 0,-6 4-11 0,-8 6 0 15,1 9 18-15,-6 2 16 0,0 8 17 16,-8 3 18-16,1 8 11 0,-6 0 13 0,-7 7 6 16,-7 4 19-16,1 4 23 0,-14 11 22 15,-6-1 14-15,-7 8-2 0,-6 8-14 0,-7-1-22 16,-6 4-38-16,0 0-22 0,-1-1-24 15,-5 6-15-15,-1-2-8 0,1 0-11 0,-1 2-5 16,7-2-16 0,0-4-7-16,12-6-11 0,2 0-3 0,11-8 1 15,8-4-4-15,6-2-4 0,5-9-1 16,9 1-3-16,5-12-5 0,7 0-4 0,0-5-1 16,7-6-1-16,5-7-6 0,2-3 1 15,-2-8-1-15,8-2-6 0,6-10-30 0,0-2-57 16,0-12-82-16,13-3-105 0,0-3-111 15,7-12-125-15,6-3-106 0,-1-8-105 16,15-3-3-16,-1-4 59 0,0-7 87 0,13-4 120 16</inkml:trace>
  <inkml:trace contextRef="#ctx0" brushRef="#br0" timeOffset="-190887.39">24234 3194 42 0,'-6'-3'223'0,"6"0"26"15,-8-1-14-15,8-1-53 0,-6 5-47 16,6 0-28-16,0 0-13 0,0 0 11 0,6 5 13 15,2 2 13-15,-2 4 19 0,6 3 28 16,2 5 29-16,5 6-4 0,1 1 10 0,0 11 21 16,-1-1 13-16,7 4-5 0,0 7-4 15,0 2 5-15,7 6-1 0,-7 4-18 0,6 6-18 16,1 1-15-16,6 11-28 0,0 4-24 16,0 3-24-16,0 7-12 0,14 4 6 0,-8 1 9 15,13 7 7-15,1-1-2 0,6 1-7 16,0 3-12-16,-6-3-25 0,6-5-13 0,0 1-13 15,-6-7-1-15,-1-3 1 0,-5-6-1 16,-2 2-3-16,-5-12-8 0,-1 0-5 0,-12-11-12 16,-1-3-8-16,2-8-4 0,-9-11-7 15,-5-3 0-15,0-7-4 0,-7-9 0 0,-7-2-1 16,1-5-8-16,-1-3 0 0,-6-7-12 16,-6 0-61-16,-1-12-125 0,-6 1-171 0,-7-4-192 15,1-4-243-15,-7-3-138 0,-6-1-18 16,-1-2 81-16,1-5 151 0,-14 4 185 15</inkml:trace>
  <inkml:trace contextRef="#ctx0" brushRef="#br0" timeOffset="-189980.63">19570 5484 128 0,'-6'-11'292'16,"-1"-1"32"-16,1 2 16 0,0-5-80 15,-1 4-53-15,0 0-34 0,1 4-11 0,0-4-6 16,-1 4-9-16,7 3-12 0,-7 0-23 16,7 4-22-16,0 0-26 0,-6 8-20 0,6 3-3 15,-7 3 14-15,7 12 21 0,-6 3 46 16,6 8 55-16,-6 10 46 0,-1 5 28 0,0 6 8 15,1 8-12-15,6 0-41 0,0 7-50 16,0 1-36-16,0-1-29 0,0 0-20 0,6 0-7 16,1 1-9-16,0-5-5 0,-1-6-13 15,0-1-10-15,7-10-12 0,-6-5-3 0,0 0-1 16,-1-11 1-16,0 1-2 0,-6-10-1 16,0-2 0-16,7-3-7 0,-7-8 2 15,0-2-5-15,-7-5-12 0,7-3-21 0,-6-8-50 16,0-3-78-16,-1-5-100 0,0-2-98 15,1-8-115-15,-1-7-112 0,1-4-87 0,0-8 8 16,6-6 58-16,-7-8 80 0,7-4 112 16</inkml:trace>
  <inkml:trace contextRef="#ctx0" brushRef="#br0" timeOffset="-189215.18">19460 5631 43 0,'-6'-41'280'0,"6"4"34"0,0 1 31 16,0 7-46-16,0-5-68 0,0 9-35 0,6 3-17 15,0 4-11-15,-6-1-13 0,14 8-8 16,-2-3-12-16,1 7-6 0,7-1-4 16,0 1 6-16,12 3 13 0,7 4-1 0,6 0 0 15,8 0-5-15,5 4-15 0,14 0-26 16,6-1-31-16,0 1-9 0,13 3-18 0,0-3-16 16,20 4-9-16,1-2-1 0,4 2-3 15,8 3-3-15,-1-4 0 0,1 0-2 0,7 4 1 16,-1-3-4-16,0-2 4 0,0 2-10 15,1-1 2-15,-7-3 2 0,6 0 0 16,-6-1-1-16,0 2-1 0,-1-5 3 0,1-5-6 16,-14 5 3-16,-5-3 0 0,-14-1 4 0,-6-3 1 15,-7 3 2-15,-13-4 2 0,-13-2 32 16,1 3 27-16,-15-1 20 0,-5 1 22 0,-7 0 17 16,-7-4 13-16,1 3-18 0,-8 5-15 15,2-5-14-15,-8 5-18 0,1-1-16 16,0 4-14-16,-1-3-11 0,-6 6-13 0,0-3-9 15,0 7-1-15,0 4 0 0,0 0 6 16,0 8 2-16,-6 6 5 0,6 4 9 0,-7 8 7 16,0 4 11-16,7 10 10 0,0 0 4 15,-6 8 8-15,6 3 4 0,6 4 6 0,-6 3-3 16,7 5-7-16,0-1-5 0,-1 0-7 16,7 8-7-16,-7-4-8 0,8 0-7 15,-2-4-3-15,2-3-5 0,-1-5-1 0,-7-2-3 16,7-4-10-16,0-8-7 0,-7 0-2 15,2-7 0-15,-8-4 0 0,0-6 8 0,-8-2 4 16,2-6 5-16,-14-5 3 0,1-2 9 16,-1-1-7-16,-6-7-7 0,-6 0-3 0,-7 1-1 15,0-10 0-15,-13 3-8 0,-1-2 0 16,-5-3-2-16,-7 0 0 0,-13 0-5 0,-7-3-2 16,-6-2 0-16,-13 3 2 0,-7-6 0 15,-7 4 1-15,-12-2-3 0,-6-1-2 0,-1-2 2 16,-6 2 0-16,-1 3 0 0,-5-3-1 15,5 4 1-15,-5-1 9 0,-1 1-3 16,13-2-5-16,-6 1-2 0,12 1 0 0,-5 0 1 16,12-1-9-16,0 0 0 0,13 1 4 0,7-5 5 15,13 5 0-15,0-4 1 0,12-1 2 16,14 4 1-16,7-3-1 0,12 0-1 16,8-1 0-16,5 0 0 0,13 1-2 0,0 0-5 15,14-4-21-15,6 0-48 0,0 0-87 16,14 0-136-16,-2 0-161 0,1-3-161 0,7 3-185 15,6 0-96-15,-6-4 8 0,5 1 95 16,1-2 140-16,-6-2 156 0</inkml:trace>
  <inkml:trace contextRef="#ctx0" brushRef="#br0" timeOffset="-188746.54">19772 6004 191 0,'0'-4'312'0,"-6"1"41"16,6-5 25-16,-6 5-70 0,6-5-37 16,0 2-7-16,-8 1 4 0,8 2 6 0,0-5-4 15,0 5-18-15,0 3-34 0,0-4-39 16,0 4-43-16,0 4-43 0,-6-1-31 15,6 5-12-15,0 3 4 0,0 7 8 0,0 0 28 16,0 7 23-16,0 2 22 0,0 2 3 16,0 4-6-16,0 1-9 0,-6-2-23 0,6 0-25 15,0 2-24-15,-6-5-16 0,6 1-14 16,0-2-6-16,0-5-6 0,0-1-2 16,0-4-2-16,-7 0-1 0,7-7 2 0,7 0-4 15,-7-4-4-15,0 0-10 0,0-2-40 16,0-5-91-16,0-5-110 0,0-2-125 0,0-3-135 15,6-5-145-15,-6-3-77 0,6-4 29 16,0-4 81-16,8 1 108 0,-8-4 129 16</inkml:trace>
  <inkml:trace contextRef="#ctx0" brushRef="#br0" timeOffset="-188343.25">20066 5685 276 0,'6'-25'326'0,"7"-4"41"0,-7-1-6 16,1 8-56-16,-7-4-39 0,7 8-13 16,-7 0 0-16,6 4 3 0,-6-1-7 0,0 4 3 15,6 0-3-15,-6-1-17 0,0 6-27 16,0 1-33-16,0-2-38 0,0 3-43 16,0 4-32-16,0 0-23 0,0 4-14 0,0 3-9 0,0 9 6 0,7 2 12 15,-7 8 20-15,0 6 16 0,0 8 19 0,-7 5 19 16,7 2 12-16,0 8 16 0,0 4-2 0,0 2-4 15,-6 2-12-15,6 4-10 0,0-3-7 16,0 7-19-16,0-1-9 0,-6-1-9 0,6 1-5 16,0-5-6-16,0-2-13 0,0-4-10 15,0-5-9-15,0-2-8 0,0-5-3 0,0 1 0 16,0-8-2-16,0 1-2 0,0-9 2 16,-7-2 3-16,7-5-2 0,0-3-2 15,0-3-3-15,0-9 2 0,0 2-2 0,7-5-2 16,-7 0-5-16,0-7-17 0,0 0-43 15,0-7-75-15,6 0-108 0,-6-8-133 16,6-3-143-16,1-5-143 0,0 3-137 0,-1-11-20 16,7-2 57-16,0 1 107 0,0-5 132 15</inkml:trace>
  <inkml:trace contextRef="#ctx0" brushRef="#br0" timeOffset="-187889.36">20306 6257 333 0,'0'-18'441'0,"0"-4"50"15,0-1 49-15,0 1-59 0,7 4-76 0,-7 0-48 16,0-1-30-16,7 1-30 0,-1 4-31 0,0-1-37 16,1 1-67-16,0 2-46 0,6 2-32 15,-7-2-15-15,14 5-19 0,-8 1-19 16,8 1-13-16,0 1-9 0,-1 4-2 0,1 0-2 16,-1 4-4-16,1 3-1 0,0 1 0 15,-1 3 1-15,0 3 5 0,-6 5 2 0,1-1 7 16,-8 4 4-16,-6 0-1 0,0 0 5 15,0 3 1-15,-6 1 1 0,-8-4-3 0,1 4-3 16,-6 0 1-16,0-5-5 0,-1 5-7 31,7-4-1-31,-7-3 0 0,0-1 3 0,8-4 1 0,-1 1 10 0,0-5 20 0,6-2 21 32,1 1 25-32,0-7 20 0,6 2 17 0,-8 0 6 0,16-4-9 0,-8 0-16 15,6 0-22-15,7-4-22 0,0 0-18 0,6 2-16 16,1-3-11-16,6 1-6 0,7-4-5 15,-1 5-2-15,1 0-2 0,-1-5-1 0,7 5-1 16,-7 0 1-16,1-2 2 0,-1 2 0 16,-5 3 0-16,-1-4 3 0,-6 4-3 0,-1-4-2 15,-6 4-2-15,-6 0-1 0,5-3-8 32,-4 3-10-32,-8 0-36 0,6 0-74 0,-6-4-119 0,0 1-152 0,0-1-170 0,0 0-191 15,-6-3-102-15,6-1-1 0,-8-2 84 0,8-5 132 16,0 1 165-16</inkml:trace>
  <inkml:trace contextRef="#ctx0" brushRef="#br0" timeOffset="-187544.88">21010 5671 338 0,'6'-26'505'0,"1"4"66"0,0-3 66 15,-7 6-18-15,6 4-156 0,-6 1-110 16,0 3-76-16,6 4-60 0,-6 3-60 0,0 0-59 15,0 8-40-15,6 0-13 0,2 11-3 16,-8 2 6-16,6 5 18 0,0 12 28 16,-6 2 40-16,7 5 26 0,-7 9 12 0,7 2 3 15,-7 6-7-15,0 5-25 0,0-1-28 16,0 4-18-16,0 0-8 0,0 4-3 0,6-4 1 16,-6 3 5-16,7-7-7 0,-7 1-12 31,6-4-10-31,0-1-9 0,-6-8-15 0,7-1-11 15,0-2-7-15,-1-6-4 0,0-4-4 16,-6-5-2-16,7-7-3 0,-7-2-5 0,7-4-1 16,-7-5-1-16,6 1-2 0,-6-8-4 15,7-4-9-15,-7 2-31 0,0-5-62 0,0-5-86 16,0 2-131-16,6-8-148 0,-6-4-138 16,0 0-133-16,6-3-113 0,1-4-6 15,0 5 82-15,-1-10 125 0,0 5 134 0</inkml:trace>
  <inkml:trace contextRef="#ctx0" brushRef="#br0" timeOffset="-187091.79">21394 6261 366 0,'7'-19'558'0,"-7"-3"85"0,0 5 65 16,6-2-8-16,-6 7-160 0,0 1-133 0,0 0-92 15,0 4-77-15,0 4-62 0,0-1-56 16,-6 4-40-16,6 4-28 0,0 6-14 0,0 1-1 15,-7 5 0-15,7-2-4 0,-7 4-6 16,7 1-4-16,0-1-3 0,0 0-6 16,0-3-2-16,0-1-4 0,0 2-1 0,0-6 0 15,0 1 17-15,0-3 23 0,0-2 24 16,7-2 24-16,-7 1 11 0,7-2 12 0,-1-3-9 16,8 0-16-16,-2-3-18 0,1 3-20 15,7-5-10-15,-8 1-11 0,8 1-9 0,0 0-7 16,-1 3-6-16,1-4-3 0,0 4-4 15,-1 0-1-15,-6 0-4 0,0 4 2 0,1-1-1 16,-2 4 3-16,1 1 7 0,-6-1 5 16,-1 4 8-16,1 0 9 0,-7 4 5 0,6-1 7 15,-12 1-2-15,6 0 7 0,-13 0-7 16,6 3-8-16,-12-4-3 0,5 1-10 16,-5 0-3-16,-1-1-10 0,-6 1-1 0,7-4 1 15,-1-4-3-15,1 0-1 0,6 2-2 16,-7-2-5-16,1-4-2 0,6 0-14 0,0-3-41 15,-1-3-64-15,2 3-96 0,5-8-132 16,-6 1-156-16,7-4-158 0,-1 0-142 16,7-7-77-16,-6 0 20 0,6-8 94 0,0 0 139 15,-7-7 158-15</inkml:trace>
  <inkml:trace contextRef="#ctx0" brushRef="#br0" timeOffset="-186888.76">21336 6143 27 0,'0'-14'442'16,"0"2"87"-16,0 5 66 0,6-4 48 0,-6 4-100 15,13 0-123-15,-6 0-99 0,6-1-64 16,-1 5-41-16,8-5-28 0,0 5-35 0,6-1-27 16,7 0-18-16,-8 4-19 0,15-4-20 15,-8 1-16-15,1 3-14 0,-1-5-12 0,1 5-14 16,-7 0-2-16,-7 0-9 0,1-2-13 16,0 2-38-16,-8 0-83 0,2-4-116 0,-2 0-143 15,1 0-157-15,-6 1-148 0,0-5-47 16,5 1 39-16,-5 0 94 0,0-4 128 15</inkml:trace>
  <inkml:trace contextRef="#ctx0" brushRef="#br0" timeOffset="-186557.82">22084 5572 112 0,'7'-15'525'0,"-7"5"118"0,0-2 79 0,0 1 64 16,0 0-118-16,0 4-162 0,0-1-135 0,0 1-108 15,0 4-75-15,0 3-59 0,0 0-58 16,0 3-30-16,0 9 2 0,0 2 13 0,0 11 21 16,7 5 25-16,-7 9 52 0,0 10 32 15,0 6 8-15,6 3 0 0,-6 5-6 16,0 3-2-16,0 7-23 0,0-4-12 0,7 4-12 16,-7 4-12-16,0-4-15 0,0-2-23 15,6-2-24-15,0-7-23 0,-6 1-13 0,7-9-8 16,-7-6-6-16,7-4-3 0,-1-4-3 15,-6-6-2-15,6-8-2 0,-6-5-3 0,7-3-1 16,-7-7-4-16,0 0-27 0,7-8-54 16,-7-3-75-16,0-3-94 0,0-8-118 0,0 0-155 15,0-7-149-15,6 0-126 0,1-8-123 16,5 0-11-16,-5-3 66 0,6-4 127 0,7-3 159 16,-1-1 172-16</inkml:trace>
  <inkml:trace contextRef="#ctx0" brushRef="#br0" timeOffset="-186146.19">22352 6311 224 0,'6'-21'448'0,"-6"-2"68"0,6-2 74 16,-6 0 15-16,7-1-88 0,0 4-74 16,-1 0-43-16,7 0-29 0,-7 0-48 0,8 7-63 15,6-3-47-15,-8 4-41 0,8 2-33 0,-1 2-34 16,1 2-22-16,6 1-22 0,-7 3-22 16,7 0-12-16,0 4-14 0,-6 4-5 0,-1 0-5 15,1-1-3-15,-7 5-1 0,-6-2 1 16,-1 6 4-16,1-1 2 0,-14 3-1 0,1 1 2 15,-1-4-2-15,-6 4-1 0,-7-4-6 16,1 4 0-16,-7-5 5 0,6 6-2 16,-6-5 2-16,7-2 0 0,6 3 3 0,0-4-3 15,-1-1-3-15,8 0 0 0,6-4-2 16,0 5-1-16,0-4 3 0,14 3 0 0,-2 1 0 16,8 3 0-16,-7-5 4 0,13 9 5 15,-6-4 6-15,5 5 8 0,-5-2 11 16,0 4 16-16,-1-3 14 0,-6 3 14 0,-6 0 14 15,5-3 11-15,-12 3 15 0,-6 1 10 0,-7-4 10 16,-7-1 8-16,-6 1 7 0,0 0-1 16,-13-5-11-16,7 1-19 0,-7-3-22 15,0-1-22-15,-1-4-25 0,8 2-20 0,-7-2-15 16,13-3-8-16,-7-3-9 0,7 3-12 16,0-8-42-16,7 4-73 0,5-7-99 0,2 4-143 15,-2-4-202-15,8 0-252 0,0-3-186 16,-1-1-46-16,1 0 33 0,6-2 108 15,0-6 190-15,0 1 252 0</inkml:trace>
  <inkml:trace contextRef="#ctx0" brushRef="#br0" timeOffset="-185544.61">24657 5671 389 0,'0'3'518'0,"7"1"45"16,-7-4 23-16,0 7-83 0,0 5-152 0,0 2-93 15,6 4-10-15,-6 12 26 0,0 3 40 16,6 7 33-16,1 7 19 0,0 5-14 16,6 10-38-16,-7 4-35 0,7 4-37 0,-6 7-28 15,-1 3-30-15,0 1-23 0,2-1-23 0,-8 1-23 16,6 0-21-16,-6-5-24 0,0-6-18 15,0 0-14-15,0-4-12 0,0-11-9 16,0-4-9 0,0-7-1-16,0-7-2 0,0-8-4 0,0-7-6 15,0-8-9-15,0-3-34 0,0-14-59 16,0-5-67-16,0-6-71 0,0-8-86 0,6-7-121 16,-6-8-111-16,0-7-92 0,0-4-89 15,0-7-82-15,0-7 9 0,-6-4 87 0,6-11 122 16,0-3 138-16</inkml:trace>
  <inkml:trace contextRef="#ctx0" brushRef="#br0" timeOffset="-184841.74">24716 6019 184 0,'0'-41'397'0,"0"1"49"0,0 0 33 0,0 7-33 15,6 0-106-15,1 0-71 0,5 7-45 16,2 0-12-16,-1 5 3 0,13 2-8 16,-6 1-11-16,12 7-12 0,7-4-10 0,7 8-13 15,-1-1-13-15,14 2-12 0,0 2-9 16,12 0-8-16,0 1-8 0,14-5-13 0,6 8-20 15,14-3-22-15,5-1-17 0,8-1-8 16,5 3-11-16,14-2-9 0,0-3-9 0,13 3-3 16,13-6 4-16,-1 1-5 0,8-2-5 15,5 4 0-15,8 0 8 0,-7 4 5 0,0-2-7 16,-7 5-3-16,-13 5 4 0,-13-5 3 16,-12 3 0-16,-20-3-2 0,-14 0 2 15,-12 0-1-15,-14 0-3 0,-6-3 2 0,-12-2-1 16,-1 2 2-16,-13-4-1 0,0 3 3 15,-7 0 0-15,-5-3 1 0,-1 3 11 0,-6 1 8 16,-1 3 4-16,-6-4 1 0,0 4 2 16,-7 0-3-16,0 0-11 0,2 4-7 0,-2 3 3 15,-6 8 6-15,0 0 2 0,0 2 6 16,-6 9 4-16,6 7 15 0,-8 4 11 16,8 3 16-16,0 7 19 0,0 9 21 0,14 2 12 15,-8 9-1-15,14 5-7 0,-1 1-12 16,7 13-15-16,0-3-21 0,1 2-17 0,5-1-14 15,1-4-10-15,-1 1-5 0,-6-5-8 16,7-2-4-16,-13-4-2 0,5-3-1 0,-11-6-1 16,-2-6-1-16,2 0 6 0,-14-11 8 15,-6-1 5-15,-2-6 10 0,-4-3 7 0,-15-9 9 16,1 0 5-16,-6-6 3 0,-7-1 4 16,0-7-2-16,-7 0 1 0,-6-4-3 15,-6 0-8-15,-14-2-9 0,0-5-7 0,-13 0-8 16,-6 0-9-16,-13-5-7 0,-7 2-4 15,-13-4 0-15,-6-1-2 0,-13 1-3 0,-13 0-2 16,-7 0 5-16,0 2-3 0,-13-1-3 16,0 6-3-16,-6 0 7 0,-1 0 2 0,8 3-3 15,-1 0-3-15,0 2 1 0,13 2 4 0,1 0-3 16,18 0-1-16,8 1 0 0,12-5 1 16,13 4 2-16,14 1-2 0,12-3-1 15,13-2 1-15,7-3 2 0,13 3-1 0,6-3-7 16,13-3-2-16,8 3-5 0,-1-3-26 15,6-2-52-15,7-3-65 0,6 1-76 16,1-4-106-16,-1-3-135 0,14-1-134 0,-7 1-135 16,6-8-143-16,8 0-44 0,-2 0 41 15,2-3 105-15,-2-2 140 0,8-2 175 0</inkml:trace>
  <inkml:trace contextRef="#ctx0" brushRef="#br0" timeOffset="-184561.58">25120 6319 140 0,'6'-10'434'0,"-6"-6"60"16,6 5 51-16,-6 1 26 0,7 2-127 16,-7 1-103-16,0 0-75 0,6 3-50 15,-6 4-48-15,0 0-35 0,7 4-28 0,-7 7-13 16,7 0 5-16,-1 7 5 0,0 3 11 15,2 6 1-15,-2 2-10 0,0 4-19 0,-6 1-13 0,6-2-9 16,1 0-11-16,-7-2-19 0,0 3-14 0,0-3-7 16,0-5-15-16,0-3-49 0,-7 0-94 15,7-7-113-15,0-5-142 0,-6 2-151 0,6-9-143 0,0-3-36 16,0-3 48-16,0-5 90 0,0-3 130 16</inkml:trace>
  <inkml:trace contextRef="#ctx0" brushRef="#br0" timeOffset="-184343.43">25374 6319 246 0,'12'-15'538'16,"-5"4"103"-16,0 0 61 0,-1 4-13 0,0-1-155 16,-6 2-154-16,7 2-134 0,-7 4-94 15,7 0-45-15,-7 7-19 0,0 1 8 16,6 6 18-16,-6 4 13 0,7 1 14 0,-7 6-6 16,6 1-15-16,0 3-26 0,1 4-24 15,0-3-23-15,-1-1-17 0,0 0-10 16,1 1-5-16,0-5-8 0,-7-2-13 0,6-2-43 15,1-2-88-15,-7-5-124 0,6-3-159 16,-6-3-177-16,0-8-163 0,0-4-46 0,-6-3 35 16,6-9 96-16,-7-1 143 0</inkml:trace>
  <inkml:trace contextRef="#ctx0" brushRef="#br0" timeOffset="-184013.79">25692 5876 92 0,'7'-19'524'15,"6"-2"106"-15,-6 2 82 0,-1 1 62 16,7 3-115-16,-13 1-180 0,7-1-137 0,-1 7-95 16,0 2-75-16,2 6-50 0,-2 3-24 15,0 5-11-15,1 10-6 0,6 0 4 16,-7 11 12-16,7 4 16 0,-7 8 13 0,8 6 13 31,-8 4 6-31,8 8 8 0,-8 3-2 0,0 8-12 16,1 0-15-16,-7 10-13 0,0-3-6 15,0 4-11-15,-7-4-5 0,1 3-8 16,0-3-16-16,-1-4-13 0,0-3-13 0,-5 0-11 16,4-8-10-16,2-3-7 0,-7-8-4 15,7-4-4-15,-1-7-1 0,1-6 2 16,-1-5-4-16,1-7-2 0,0-8-25 0,6-3-64 16,-8-7-76-16,2-8-113 0,6-7-149 15,-6-7-183-15,6-7-188 0,0-5-131 0,0-10-26 16,0-4 58-16,0-4 122 0,6-6 169 15,8-5 207-15</inkml:trace>
  <inkml:trace contextRef="#ctx0" brushRef="#br0" timeOffset="-183779.47">26045 6341 70 0,'12'-14'542'0,"2"-2"117"0,-8 6 63 0,0 2 33 15,-6 1-129-15,7 3-187 0,-7 1-147 16,6 6-78-16,-6 5-27 0,0 3 6 0,0 7 12 15,0 4 1-15,7 4-10 0,-7-1-16 16,7 8-22-16,-1-4-25 0,-6 8-23 0,6-4-18 16,1 0-26-16,0 1-22 0,-1-6-15 15,0 1-10-15,1-2-7 0,-7-2-9 0,6-3-9 16,-6-3-28-16,0-5-57 0,0 0-92 16,0-2-142-16,0-8-169 0,0-4-182 15,0 0-166-15,0-7-49 0,0-5 37 0,0-2 111 16,0-9 156-16,7 1 182 0</inkml:trace>
  <inkml:trace contextRef="#ctx0" brushRef="#br0" timeOffset="-183388.93">26298 6367 91 0,'0'-4'471'0,"7"-3"78"16,-7 4 39-16,0-2 42 0,-7 5-124 16,7 0-121-16,0 5-76 0,-6 2-49 0,6 0-12 15,0 4-18-15,0 0-26 0,6 3-25 16,-6 0-25-16,7 5-16 0,-1-1-21 15,8-3-19-15,-2 4-26 0,2-4-23 0,-2-1-21 16,1-3-9-16,7 0-6 0,-8-3-3 16,8-1 0-16,-6-4-2 0,-1-3-1 0,-1 0-1 15,2-3 0-15,-2-1-1 0,-5-4-1 16,6-2-2-16,-6-5 0 0,-1 1 4 16,1-5 5-16,-1-4 6 0,7 6 11 0,-13 2 15 15,6-3 15-15,2 7 2 0,-8 0 2 16,6 0-6-16,-6 7-13 0,6-3-12 0,-6 7-14 15,0 0-8-15,0 7-6 0,0 4 1 16,0 4 9-16,0 2 4 0,0 2 7 0,7 6 7 16,-7 2 9-16,0 2 0 0,6-4-3 15,-6 5-2-15,7-5-7 0,-1 6-7 16,-6-6-7-16,7-3-4 0,-7 0-3 0,6-4-7 16,-6 1-24-16,0-5-46 0,6-3-78 15,-6-1-133-15,0-6-175 0,8-4-191 0,-8-4-185 16,6-6-69-16,-6-1 16 0,6-8 102 15,1-3 158-15,0-7 184 0</inkml:trace>
  <inkml:trace contextRef="#ctx0" brushRef="#br0" timeOffset="-183091.91">26838 5953 113 0,'14'-48'538'0,"-1"8"100"16,0-4 87-16,0 1 84 0,0 6-84 15,-6 3-178-15,5 5-99 0,2 4-65 0,-8 6-68 16,7 1-76-16,-7 7-63 0,1 4-40 15,0 10-24-15,5 5-10 0,2 14-2 16,-8 7 17-16,7 8 16 0,0 10 8 0,0 4 5 16,1 8 1-16,-8 7-1 0,0 7-9 15,0 4-11-15,-6 3-12 0,8 5-21 0,-8-1-14 16,-8 0-8-16,8 1-6 0,-6-5-7 16,0 0-11-16,0-6-6 0,-2-1-7 0,2-7-8 15,0-4-9-15,-1-3-8 0,1-11-2 16,-1 0-2-16,7-12-3 0,-7-3-1 15,7-6-5-15,0-10-34 0,-6-2-64 0,12-8-95 16,-6-3-116-16,0-11-170 0,7-4-213 16,-7-4-209-16,7-10-144 0,-1-5-14 0,1-3 58 15,-1-10 139-15,0-6 201 0,8-6 234 16</inkml:trace>
  <inkml:trace contextRef="#ctx0" brushRef="#br0" timeOffset="-182849.66">27262 6246 320 0,'6'-23'700'0,"2"3"112"0,-8-3 80 16,6 4 59-16,-6 5-200 0,0-1-266 0,0 8-161 16,0-1-81-16,0 8-40 0,6 8-19 15,-6 7-1-15,6 6 7 0,1 4 5 0,0 6-17 16,6 5-28-16,-7 1-34 0,8 7-33 16,-2 0-27-16,2 0-19 0,-2 0-16 0,1-4-2 0,-6 1-10 15,0-2-15-15,-1-6-34 0,-6-4-54 0,0 1-74 16,0-8-109-16,0 0-139 0,0-10-165 15,0-2-176-15,0-6-161 0,0-4-41 16,0-4 42-16,6-6 110 0,-6-9 162 0,6 1 198 16</inkml:trace>
  <inkml:trace contextRef="#ctx0" brushRef="#br0" timeOffset="-182474.69">27523 6304 54 0,'6'-22'506'0,"1"4"101"15,-1-4 81-15,7 3 72 0,-6 2-84 16,5-3-167-16,8 6-123 0,-7-4-79 0,7 7-68 15,-8 0-62-15,8 4-53 0,-6-1-44 16,5 5-30-16,-6 3-19 0,6 3-12 16,-5 2-12-16,-1 2-7 0,-1 0-7 0,-5 4-9 15,0 3-13-15,-1 2-18 0,-6-2-11 0,-6 1-11 16,-8 2-4-16,8-1 6 0,-7-2 8 16,7 0 13-16,-8 1 13 0,8-4 13 0,0 0 10 15,6 1 5-15,0-5 9 0,0 0 20 16,6 4 18-16,7-4 24 0,0 5 21 0,6-1 17 15,1-1 11-15,0 1 3 0,6 0 1 16,-7 3 0-16,1 3 5 0,0 0 3 16,-1-2-2-16,-6 0-7 0,0 2-4 0,0-2-8 15,-13 4-12-15,0-4-5 0,0-1-9 16,-7 0-1-16,-5 2-11 0,-8-5-9 16,7 3-16-16,-13-2-13 0,6-2-8 0,-6-3-8 15,-7 1-5-15,7-5-6 0,1 1-9 16,-1 0-37-16,0-4-70 0,-1-4-96 0,7-3-141 15,2-4-182-15,4-3-203 0,1-5-178 16,7-4-47-16,6-2 33 0,0-8 109 0,0 0 165 16,13-8 202-16</inkml:trace>
  <inkml:trace contextRef="#ctx0" brushRef="#br0" timeOffset="-182174.74">27868 5784 31 0,'20'-29'458'0,"-1"-4"106"16,1 8 104-16,-1-5 87 0,-6 8-67 15,6 4-136-15,-5 0-88 0,-2 7-80 0,8 3-87 0,-14 2-63 16,8 6-37-16,-1 6-23 0,-7 5-9 16,8 8-2-16,-2 6 2 0,-5 8 2 15,0 4 4-15,-1 7 6 0,-6 7 2 0,6 4 10 16,1 3 10-16,-1 12 6 0,1 0-10 16,0 10-20-16,-1 5-21 0,7 3-19 0,-6-1-24 15,5 1-22-15,-5 0-22 0,-1 0-48 16,-6-3-19-16,7-5 0 0,-7-3 0 0,0-4 0 15,0-6 0-15,-7-6 0 0,7-10 0 16,-6-2 0-16,-1-9 0 0,1-11 0 0,6-7 0 16,-6-4-148-16,6-7-104 0,-7-7-106 15,7-8-134-15,0-7-165 0,0-4-179 0,7-6-151 16,5-9-54-16,1-3 30 0,1 1 105 16,6-9 163-16,5 1 211 0</inkml:trace>
  <inkml:trace contextRef="#ctx0" brushRef="#br0" timeOffset="-181768.59">28682 6535 149 0,'7'-32'585'0,"-7"2"110"0,0 1 73 15,-14-4 61-15,2 3-114 0,-2 5-203 16,-5-1-141-16,-7 5-90 0,0 2-57 16,0 4-51-16,-7 4-49 0,7 0-33 0,-7 8-22 15,7-1-18-15,7 8-12 0,-1-1-10 16,8 5-6-16,4-2-4 0,2 6-7 0,12 2-3 15,2 2-4-15,-2-2-2 0,13 1 0 16,1 0-1-16,0-5 0 0,6 1-1 16,-7 0 3-16,7-4 0 0,-6-2 0 0,-1-5-2 15,1 0 4-15,-8 0 18 0,2-5 25 16,-1 2 29-16,-7-1 28 0,1 4 14 0,0-4 6 16,-7 4-13-16,6 4-16 0,-6 0 4 15,0 7 17-15,-6 3 30 0,6 12 36 16,0 3 33-16,0 5 22 0,-7 5-9 0,7 3-26 15,0 5-34-15,7-3-107 0,-7 3-63 0,6 0 0 16,-6-3 0-16,6-3 0 0,-6-1 0 16,6-3 0-16,-6-8 0 0,0 0 0 15,0-7 0-15,0-7 0 0,0 0 0 0,0-7 0 16,0-1 0-16,0-7-109 0,-6 0-219 16,0-3-123-16,-7-9-172 0,0 1-216 0,0-3-210 15,-7-5-63-15,1-3 23 0,-1 0 93 16,-6-3 177-16,-6-1 250 0</inkml:trace>
  <inkml:trace contextRef="#ctx0" brushRef="#br0" timeOffset="-180940.65">21212 7088 111 0,'19'19'146'0,"1"3"-26"16,-8-4-29-16,8-4-3 0,0 2 8 0,-1-5 18 15,-5-5 30-15,5 3 26 0,1-6 24 16,-1 1 21-16,-6-4 24 0,7 0 22 0,-1 0 19 16,-6 0 13-16,-6 0 17 0,5 0 12 15,-4 0 0-15,-8 0-6 0,0 3-15 16,-8 4-19-16,2 4-28 0,-13 5-17 15,-1 1-12-15,-12 5 1 0,-1 8 2 0,-6 3 1 16,-7 3-2-16,-6 8-4 0,0 5-8 0,0 1-17 16,0 1-15-16,-7 5-19 0,-6 6-16 0,14-4-17 15,-8 5-14-15,6-5-14 0,1 1-17 16,7-4-14-16,6-4-13 0,-1-7-12 16,8-4-10-16,6-4-8 0,0-6-6 0,6-4-6 15,1-5-5-15,6-6-5 0,7 0-25 16,-2-8-55-16,2-3-73 0,6-4-90 15,0-4-112-15,0-3-155 0,14-4-166 0,-8-3-168 16,7-1-154-16,0-3-30 0,0-1 47 16,0-6 121-16,-6 2 173 0,-1-2 211 0</inkml:trace>
  <inkml:trace contextRef="#ctx0" brushRef="#br0" timeOffset="-180345.23">18809 8342 99 0,'6'-16'330'0,"-6"-2"53"0,6 4 51 0,1-1-39 15,-7 4-10-15,0 0-27 0,7 1-17 16,-7 6-21-16,0-4-18 0,0 8-16 0,-7 3-32 16,7 6-28-16,0 5-3 0,-7 4 19 15,1 8 6-15,6 7-7 0,-6 7 3 0,-2 8 8 16,2 2-5-16,6 10-19 0,-6 5-18 15,0 5-17-15,6-4-20 0,-7 4-33 0,0 3-18 16,7-3-18-16,0-4-11 0,-6 3-7 16,6-7-12-16,0-3-9 0,0 0-20 0,0-5-11 15,0-5-10-15,0-5-11 0,6-7-6 16,-6-5-1-16,0-7-5 0,0-3-7 16,0-3-21-16,0-9-41 0,0-2-57 0,7-4-63 15,-7-8-64-15,0-4-74 0,0-6-76 16,0-4-86-16,0-4-88 0,7-5-104 0,-7-5-110 15,6 0-44-15,-6-9 29 0,6 1 90 16,0-9 127-16,-6 2 155 0</inkml:trace>
  <inkml:trace contextRef="#ctx0" brushRef="#br0" timeOffset="-179483.66">18860 8275 16 0,'-6'-7'292'0,"6"0"47"15,0-4 44-15,0-1-20 0,-6 2-32 16,6 3-39-16,0-4-7 0,0 2 2 0,-7 3 2 16,7 2-9-16,0-3-30 0,0 3-28 0,0 0-35 15,0 4-41-15,7-2-41 0,-7 2-33 16,6 0-4-16,0 0-6 0,1 0 0 15,6 0 9-15,-7 0 7 0,8 0 3 0,-8 2-4 16,7-2-11-16,1 0-5 0,-2 4-7 16,2-4-4-16,-8 4 0 0,-6-4 4 0,6 0 3 15,1 4 2-15,-1-4-3 0,-6 0-6 16,0 3-6-16,7-3-10 0,-7 0-6 16,0 0-6-16,0 4 3 0,7-4 7 0,-1 0 13 15,0 4 7-15,8-4 5 0,-2 2 3 16,8-2 4-16,6 5-6 0,7-5-2 15,6 4-4-15,6-4-3 0,1 0 0 0,13 3-7 16,-1-3-7-16,7 4-10 0,0 0-8 16,7-1-4-16,6 1-8 0,7 3-5 0,-7 1 0 15,7-1-4-15,-8 0 1 0,2 4 2 16,-1-4 1-16,-6 5 2 0,-7-5 0 16,-6 0-1-16,-8 0 1 0,-5 1-1 0,-7-5 0 15,-6 2 1-15,-14-3 1 0,1-2 3 16,-1 0 4-16,-12 0 4 0,6 0 7 0,-7-2 6 15,1-3 8-15,-7 2 10 0,6-5 7 16,-6 5 3-16,0-1 5 0,0 0-3 0,0 1-4 16,7-1-8-16,-7 1-12 0,0 3-8 15,0 0-12-15,0 0-7 0,0 0-6 0,0 7-5 16,-7 0 1-16,7 4 0 0,0 3 3 16,7 9 1-16,-7 2 4 0,0 8 0 0,0 1 9 15,7 9 10-15,-7 1 7 0,6 7 8 16,-6 5 4-16,6-2 7 0,2 6-7 0,-2-6-8 15,0 0-6-15,0 6-6 0,-6-6-1 16,14-1 7-16,-8 1 9 0,1-3 6 16,-7-4 4-16,6-2 6 0,-6 2 3 0,0-7-8 15,-6 1-3-15,-1-1-3 0,-6-7 0 16,0 0-4-16,-7-3 0 0,-6-2-2 16,1-5-2-16,-1-5 0 0,-7 0-7 0,1-3-3 15,-8-3-10-15,-5-5-3 0,6-4-2 0,-14 0-5 16,1-3 1-16,-13-3 0 0,-6 0 3 15,-2-4 0-15,-10-2-1 0,-2-1 1 0,-7-5 1 16,-5 4-2-16,-1-4 2 0,-6 1 1 16,0-1 6-16,0 1 1 0,5 3 3 15,2-5 5-15,12 6 5 0,1 0-2 0,19 1-5 16,-1 1-3-16,15 2-5 0,4 2-4 16,9 0-7-16,5-2-4 0,13 1-16 15,1 5-43-15,6-3-79 0,6-1-107 0,7 0-148 16,7-3-221-16,13 0-277 0,12-4-188 15,7 0-44-15,13-4 43 0,7-6 113 0,12-2 205 16,8-6 282-16</inkml:trace>
  <inkml:trace contextRef="#ctx0" brushRef="#br0" timeOffset="-178904.39">21453 7253 52 0,'-7'-11'313'0,"7"0"49"0,0 0 27 16,-6 4-70-16,6 4-49 0,0 3-51 0,6 3-8 16,-6 8 23-16,7 7 49 0,6 7 58 15,-1 5 40-15,8 7 4 0,6 3-14 0,7 8-35 16,-1 4-44-16,1 6-39 0,6 1-22 15,1 3-20-15,-2 7-22 0,8 1-21 0,-7-5-17 16,6 2-26-16,-6-1-31 0,7-7-23 16,-13-1-18-16,6-4-13 0,-7-5-14 15,-12-2-10-15,6-7-4 0,-13-3-5 0,-7-8-2 16,1 1-17-16,-7-8-36 0,0 0-58 16,-7-8-95-16,-5-2-134 0,-1-1-173 0,-7-11-191 15,6 2-166-15,-4-4-48 0,-2-3 36 16,1 2 103-16,-1 0 160 0,0-2 194 15</inkml:trace>
  <inkml:trace contextRef="#ctx0" brushRef="#br0" timeOffset="-178013.17">21922 8638 133 0,'0'8'588'0,"0"-1"121"15,0-3 87-15,-6-4 72 0,6 0-114 16,0 0-189-16,-8 0-168 0,8 0-107 15,0 3-67-15,-6 0-44 0,6 9-25 0,0-1-5 16,-6 7 14-16,6 8 20 0,0 0 8 16,0 6-4-16,0 5-15 0,0 0-16 0,0 2-26 15,0 3-23-15,6 2-20 0,-6-1-19 16,6 1-13-16,2-4-13 0,-2 1-10 16,-6-1-7-16,6-3-11 0,-6-4-5 0,6-4-4 15,-6-4-5-15,7-2 1 0,-7-9 0 16,0 1 4-16,0-4-1 0,0-4 1 15,0-3-12-15,0-1-29 0,0-6-40 0,-7-8-49 16,7 0-49-16,-6-7-49 0,6-1-45 16,-6-7-33-16,6-6-24 0,0-1-23 0,0-9-29 15,6-1-29-15,-6-4-7 0,6-8 20 16,-6-4 40-16,7-7 60 0,0 1 76 0,-7 2 92 16,0-3 92-16,-7 7 111 0,7 5 91 0,-7 2 67 15,7 5 45-15,-6 3 21 0,6 7 13 16,-6 4-30-16,6 4-37 0,0 3-32 15,0 8-27-15,6-1-18 0,7 5-25 0,0 3-23 16,0 4-14-16,13-1-11 0,7 1-11 16,-1 7-4-16,14 0-8 0,13 0-4 0,6 3-8 15,6 4-6-15,8 1-3 0,5-1-4 0,7 4-3 16,8 5-9-16,-2-6-6 0,7 5-9 16,7-1-6-16,-1 1-10 0,1 0-4 15,-7-1-1-15,1-3 3 0,-8 0-1 0,1 1-2 16,-7-6 1-16,-6 2 0 0,-1 0-2 15,-5-5-5-15,-14-3 2 0,-7 0 4 0,-13 0 12 16,-5-3 15-16,-7 3 12 0,-7-5 12 16,-7 2 3-16,1-1 2 0,-14 4-12 0,8-4-13 15,-14 4-12-15,0 0-9 0,-8 0-6 16,-4 8-4-16,-2 0-1 0,-5 5-2 0,-1 6 0 16,1 7 4-16,0 7 13 0,-1 4 9 15,1 7 11-15,-1 3 11 0,7 8 9 16,-7 1 13-16,8-2 4 0,4 5 6 0,2-1 6 15,0-3-2-15,0 4-8 0,6-5-10 16,0 2-16-16,0-6-11 0,0 2-14 0,0 0-7 16,0-8-2-16,-8-1-4 0,2-3-1 15,0-6-2-15,-7-5 1 0,-7 1 0 16,-6-9-2-16,0-3 1 0,-7-2 1 0,-6-7 1 16,-7 0-2-16,-5-1 1 0,-8-5 1 0,-12 0-2 15,-1-3-1-15,-12-3-3 0,-8 0 0 16,-6-5 2-16,-6-1 3 0,0 0 2 0,-13-2 1 15,6-1 4-15,-7 1 10 0,8 0 6 16,5 1 2-16,8-2 6 0,6 1-34 16,19 4-6-16,1 0 0 0,19 0 0 0,5 2 0 15,15 2 0-15,7-1 0 0,5 1 0 16,0 3 0-16,7-4-27 0,7 4-199 0,6-3-107 16,0-1-145-16,0 0-181 0,6-3-214 15,-6-5-180-15,7 6-44 0,-14-8 38 16,1-3 110-16,-1 0 183 0,-6-2 247 0</inkml:trace>
  <inkml:trace contextRef="#ctx0" brushRef="#br0" timeOffset="-177435.21">19434 8796 126 0,'-7'-3'294'0,"-6"-5"42"16,7 1-7-16,-7-4-8 0,7 0-39 15,-2-1-25-15,2 1-9 0,-7 0 7 16,6 4 28-16,7-4 24 0,-6 4 17 0,-1-1 7 16,7 1-11-16,0 3-29 0,-6 1-59 15,6-1-59-15,0 4-58 0,0 0-27 0,0 7-7 16,0 4 5-16,0 0 13 0,6 8 20 16,-6 3 19-16,0 4-1 0,0 0-11 0,0 2-14 15,0-2-17-15,0 3-17 0,0 1-17 16,-6-5-15-16,6 1-13 0,0-1-12 0,0-3-6 15,-6-2-6-15,6-3-10 0,-7-2 0 16,7 0-19-16,0-4-40 0,-7 0-48 16,7-4-76-16,0-4-116 0,0-3-149 0,0 0-144 15,0-7-115-15,7-4-110 0,0 0-6 16,-1-7 78-16,0-4 125 0,1-4 146 16</inkml:trace>
  <inkml:trace contextRef="#ctx0" brushRef="#br0" timeOffset="-177122.79">19649 8404 369 0,'20'-26'465'16,"-8"1"59"-16,1 3 74 0,-6-1-30 0,6 5-100 15,-7 7-63-15,1 0-50 0,-7 0-46 16,7 7-71-16,-7 1-80 0,0 6-56 16,-7 8-20-16,7 4 3 0,0 3 12 0,0 9 19 15,-7 2 16-15,7 7 15 0,0 4 20 16,-6 7 10-16,6 9 1 0,0 3-3 15,0 3-5-15,-7 0-11 0,7 4-16 0,0 4-10 16,-6-4-6-16,6 4-10 0,-7-6-5 16,0 7-10-16,7-9-15 0,-6 0-19 0,6 0-14 15,-6-10-9-15,6 0-12 0,0-9-11 16,-6-6-9-16,6-4-4 0,0-8-3 16,0-3 0-16,0-4-4 0,0-7-17 0,0-6-47 15,0-2-61-15,0-6-74 0,0-4-106 16,6-9-147-16,-6-2-165 0,0-8-162 0,6-3-152 15,0-5-39-15,1-2 42 0,0 0 118 16,-1-5 167-16,7-3 197 0</inkml:trace>
  <inkml:trace contextRef="#ctx0" brushRef="#br0" timeOffset="-176716.63">19922 8899 444 0,'7'-16'568'0,"-7"5"87"16,6-4 72-16,-6 1-60 0,7 3-143 0,-7-3-114 15,0 3-87-15,7 0-74 0,-1 0-58 16,0 0-54-16,8 0-44 0,-2 4-31 16,8 0-22-16,-7-1-14 0,13 4-16 0,-6 4-5 15,-1 4-1-15,1 4-4 0,-1-1-4 16,7 7 1-16,-13 1 4 0,6 3-1 16,-5 0 1-16,-8 4 6 0,1 4 15 0,-1-1 7 15,-12 1 11-15,6 0 10 0,-13-1 6 16,-1 5 3-16,2-5-9 0,-8 0-3 0,1-2 0 15,5-1 7-15,-5 0 11 0,0-3 7 16,6-5 17-16,-1-3 12 0,8 1 14 0,-8-5 7 16,14 0 2-16,-6-3 6 0,6-1-2 15,6 1-6-15,2-4-8 0,4-4-14 0,8 4-12 16,-1-3-15-16,7-5-15 0,7 5-10 16,-1-2-10-16,8 3-9 0,-1-6-8 15,0 4-5-15,0 0-5 0,-7-3-4 0,8 3-4 16,-8 1-2-16,-5-1-2 0,-2 4-6 15,-5-3-24-15,0 3-28 0,-14 0-35 0,7 0-51 16,-6 0-75-16,-7 3-109 0,0-3-141 16,0 4-186-16,0-1-220 0,0-3-95 0,0 4-4 15,0-4 74-15,0 0 141 0,6 0 205 16</inkml:trace>
  <inkml:trace contextRef="#ctx0" brushRef="#br0" timeOffset="-175951.19">22078 8788 47 0,'0'5'259'0,"6"-5"71"0,-6 0 14 16,0 0-28-16,0 3 12 0,0-3-30 0,0 0-56 16,0 0-55-16,0 3-33 0,0 1 0 15,0 3 19-15,0 1 28 0,0 3 26 0,-6 3 20 16,6 5 5-16,0-1-19 0,0 1-31 15,0 2-31-15,0-3-28 0,0 5-26 16,0-5-20-16,0-4-17 0,6 5-14 0,-6-5-6 16,0-2-10-16,0-5 3 0,0-1 12 15,7 3 29-15,-7-6 21 0,0 1 10 16,0-4 12-16,0 0-1 0,0-4-18 0,7-3-33 16,-7 2-26-16,6-5-22 0,7 3-15 15,-7-3-12-15,8-2-5 0,-8 1-4 0,14 0-4 16,-7 0 0-16,-1 3 2 0,8 1 0 15,-6 0 3-15,5 3-2 0,1 4 2 0,-2-3-2 16,-4 6 0-16,5 1-1 0,1 3 0 16,0 0-2-16,-8 4 1 0,2 4 2 15,-1 0 0-15,-1 3 3 0,-5 1 4 0,0 3 9 16,-7-5 5-16,0 6 7 0,-7-2 11 16,0-2 6-16,-5-1 5 0,-8 1 2 0,7-1 5 15,-7-3 1-15,1-1-1 0,-1 1-2 16,-6-8-5-16,14 4-8 0,-8-3-7 15,7-5-9-15,-7 0-8 0,7-3-19 0,0-3-36 16,0 0-54-16,7-1-78 0,-8-7-120 16,8 4-159-16,-7-9-184 0,6-1-169 0,7-3-111 15,-6 3-10-15,6-9 71 0,0-3 135 0,0 0 184 16</inkml:trace>
  <inkml:trace contextRef="#ctx0" brushRef="#br0" timeOffset="-175732.5">22137 8774 420 0,'0'-7'620'0,"6"-1"92"16,-6 0 55-16,6 1-51 0,1 0-151 16,0 3-160-16,6-3-118 0,6 0-73 15,0 3-34-15,8 1-29 0,-1-2-19 0,6 5-14 16,7-3-18-16,1 3-15 0,-1-4-16 16,0 4-17-16,-1 0-19 0,-5-3-16 0,0 3-8 15,0 0-5-15,-14-4-16 0,1 4-27 16,0 0-50-16,-8-4-89 0,-6 4-134 15,8-3-156-15,-8-1-156 0,1 0-152 0,-7-3-44 16,0-1 40-16,6 2 106 0,-6-5 142 16</inkml:trace>
  <inkml:trace contextRef="#ctx0" brushRef="#br0" timeOffset="-175435.68">22899 8411 441 0,'6'-11'636'0,"1"0"110"0,-1 0 91 15,0 4-28-15,-6-4-145 0,0 4-163 16,0 3-136-16,8 0-102 0,-8 1-87 0,0 6-70 16,0 1-31-16,-8 3-9 0,8 8 18 15,0 7 26-15,0 3 26 0,0 12 34 0,0 3 17 16,0 8 14-16,0 10-4 0,8 1-10 16,-8 7-17-16,0 4-24 0,0 3-20 0,0-4-30 15,0 5-21-15,0-4-19 0,-8-8-10 16,8 0-4-16,-6-3-12 0,0-8-2 15,6-4-2-15,-7-6-5 0,7-5-2 0,0-7-6 16,0-6-5-16,-6-2-13 0,6-6-34 16,0-7-53-16,0-1-73 0,0-7-86 15,0-4-109-15,6-3-142 0,-6-7-164 0,7-1-166 16,5-7-144-16,-4-4-27 0,10-3 46 16,-4-1 122-16,5 2 177 0,-5-2 210 0</inkml:trace>
  <inkml:trace contextRef="#ctx0" brushRef="#br0" timeOffset="-175011.73">23120 9114 92 0,'7'-18'529'16,"-1"0"117"-16,0 0 83 0,1-4 66 0,-7 0-102 16,13-4-157-16,-7 4-114 0,1 0-86 15,6 4-49-15,0-4-43 0,7 7-39 16,0 0-40-16,-1 1-31 0,7 3-28 0,-6 0-32 16,5 3-16-16,1 5-18 0,7 3-13 15,-13 0-15-15,6 3-3 0,-6 5-2 0,5 3-7 16,-12-5-4-16,0 9 1 0,1-4 3 15,-8 5 0-15,-6-2 1 0,-6 1 2 0,-2 0 0 16,-11-1-3-16,0 0 0 0,0-3 0 16,-8 4-4-16,1-4 2 0,0 0 2 0,13-4 0 15,-6 1 0-15,12-1 0 0,-6-3 2 16,13 2 0-16,6-1 0 0,1-1 0 16,6 3 2-16,7-3 4 0,6 3 10 0,-1 3 9 15,1-2 12-15,1 7 10 0,-1-4 18 16,0 4 15-16,0-1 9 0,-7 4 7 0,1-3 4 15,-7 2 4-15,0 0 5 0,-7-3 6 16,-12 4 12-16,0-7 11 0,-8 4 10 16,-5-4 8-16,-14-1 6 0,0 1-2 0,-5-3-11 15,-8-5-81-15,7 2-70 0,-6-3 0 16,-2-2 0-16,9 0 0 0,-1-2 0 0,6 2 0 16,1-5 0-16,6 2 0 0,-1-5 0 15,15 5 0-15,-2-5-141 0,2 1-270 16,12-1-179-16,6 2-207 0,0-5-233 0,8-4-104 15,5 0 10-15,1-2 76 0,6-2 163 16,0-6 225-16</inkml:trace>
  <inkml:trace contextRef="#ctx0" brushRef="#br0" timeOffset="-173571.08">27268 7432 63 0,'0'4'196'0,"0"1"15"0,0-2-17 16,8-3-22-16,-8 3 0 0,0-3 8 0,0 0-10 15,0 0-5-15,0 0 5 0,6 0 12 16,-6-3 13-16,0 3 9 0,0-3 13 16,6 3 11-16,-6-5 13 0,0 1 8 0,6 4 5 15,-6-3 0-15,7-1-9 0,-7 1-14 0,7-5-24 16,-7 5-29-16,6-1-32 0,-6-3-28 16,7-1-25-16,-7 1-16 0,6 4-17 15,-6-5-10-15,7 1-4 0,-7 3-6 0,0-3-7 16,7 4-10-16,-7-1-5 0,6 0-8 15,-6 0-5-15,0 1-1 0,0-1-2 16,0 4-1-16,0-4-5 0,0 4 4 0,6 0 0 16,-6 0-2-16,0 0 0 0,0 0 1 0,-6 0 1 15,6 4-1-15,0-4 1 0,0 0 0 16,0 4 0-16,0-4-1 0,0 0 0 0,0 0-2 16,0 3 1-16,0-3 0 0,0 0 2 15,0 0 2-15,0 0 1 0,-6 0 2 16,6 0 11-16,0 0 12 0,0 0 15 0,0 0 13 15,0 0 12-15,6 0 7 0,-6 0-2 16,0-3-3-16,0 3-9 0,0 0-9 0,0 0-12 16,0-4-6-16,0 4-8 0,0-4-8 15,6 4-7-15,-6-3-4 0,0 3-1 0,0 0-4 16,0-3-1-16,6 3-1 0,-6 0-2 16,0 0 0-16,-6 3-3 0,6 4 0 15,-6 0 0-15,-7 8 4 0,-7 7 14 0,0 4 12 16,-12 2 10-16,-1 6 17 0,1 6 12 0,-13 4 2 15,-1 0-6-15,-7 4-9 0,8 3-8 16,-7 0-15-16,-7 4-8 0,8-4 3 0,-8 2 7 16,7-7 11-16,-1 2 17 0,8-7 22 15,-1-5 19-15,7-3 6 0,7-4 5 16,-1-7 2-16,7 0 0 0,7-7-8 16,-1 0-6-16,6-4-3 0,2-4-3 0,6 0-3 15,-1-4-4-15,0 2-6 0,1-1-7 16,6-1-5-16,-7 0-6 0,7-3-7 0,0 0-9 15,0 4-6-15,-6-4-17 0,6-4-22 16,6 4 0-16,-6 0 0 0,0-3 0 0,0 3 0 16,0-3 0-16,7 3 0 0,-7-4 0 15,0 4 0-15,0 0 0 0,0-5 0 0,6 5 0 16,-6 0-2-16,0-3 1 0,0 3 4 16,0 0-3-16,0-3 0 0,0 3 0 15,0 0 0-15,0 0 0 0,0 0 0 0,0 0 0 16,0-4 0-16,0 4 0 0,0 0 0 15,0 0 0-15,7 0 0 0,-7 0 0 0,0-4 0 16,0 4 0-16,0 0 0 0,0 0 0 16,0 0 0-16,0 0 0 0,0 0 0 0,0 0 0 15,0 0 0-15,0 0 0 0,0 0 0 16,0 0 0-16,0 0 0 0,0 0 0 16,0 0 0-16,0 0 0 0,0 0 0 0,0-3 0 15,0 3 0-15,0 0 0 0,0-4-40 16,0 4-37-16,0 0-27 0,0-4-26 0,0 4-32 15,0 0-38-15,0-3-43 0,0 3-50 16,0 0-62-16,0 0-83 0,0-4-103 0,0 4-114 16,0-5-119-16,0 3-106 0,0-2-4 15,0 0 67-15,0 1 121 0,0-1 151 0</inkml:trace>
  <inkml:trace contextRef="#ctx0" brushRef="#br0" timeOffset="-170185.7">19669 5886 113 0,'-8'0'101'0,"2"-2"-21"0,-7 2-8 0,7-5 3 15,-1 5 3-15,-6-3-2 0,7 3-5 16,-8 0-2-16,8 0-4 0,-7 0-4 0,6 0-3 16,-6 0-2-16,1 3-1 0,-2-3 4 15,8 5 4-15,-14-5 10 0,7 2 17 16,1-2 20-16,-2 5 28 0,2-5 35 0,4 3 50 16,-4-3 67-16,5 0 67 0,1 0 36 15,6-3 8-15,-7 3-16 0,7-5-37 16,0 3-64-16,7-6-71 0,-1 4-50 0,1-3-32 15,5-1-15-15,2 1-11 0,6-1-4 0,-1 2-6 16,7 2-8-16,-6 0-7 0,5 4-14 16,1 0-12-16,0 4-14 0,1 3-11 0,-1 1 0 15,-7 6 3-15,7 1 4 0,-12 3 8 16,-2 4 5-16,2 0 10 0,-8 4 0 16,-6 3-3-16,0 0-2 0,-14 1-4 0,8 3-5 15,-13-1-8-15,-1 1-6 0,0 1-9 16,2-1-2-16,-9-4-5 0,7 4 1 15,-6-3 8-15,7-5 10 0,-1-3 15 0,8 0 9 16,-2-3 12-16,8-5 11 0,-7-3 7 0,6 1 3 16,7-6 0-16,0 1 0 0,0 0 0 15,7-2-6-15,6-3-7 0,0-2-8 0,6 0-5 16,8 0-5-16,5 0-3 0,1-2-5 16,5-6-4-16,9 4-7 0,-9-3-9 15,7 1-7-15,2-6-8 0,-9 4-5 0,2-3-5 16,-1 5 0-16,-6-2-2 0,-1-3-1 15,-12 7-3-15,-1-3-1 0,1 3-13 0,-8 1-31 16,-5-1-44-16,0 1-62 0,-1 3-75 16,-6 0-91-16,0-5-109 0,0 5-127 15,0 0-128-15,0 0-124 0,0 0-120 0,0 0-13 16,0-4 69-16,7 4 126 0,-7-3 157 16,6 0 178-16</inkml:trace>
  <inkml:trace contextRef="#ctx0" brushRef="#br0" timeOffset="-169320.77">20482 6253 45 0,'20'-7'568'0,"-7"-4"130"0,0-1 82 16,-6 2 65-16,-1-5-75 0,0 1-182 0,1-1-172 16,0 0-96-16,5-3-56 0,-12-1-45 15,13 1-39-15,-13 0-29 0,7 0-29 0,0-4-18 16,-7 3-7-16,6 6 1 0,-6-7-2 15,-6 9-7-15,6-3-8 0,-14 6-14 0,1 1-19 16,-6 0-18-16,0 3-14 0,-1 1-9 16,-6 3-7-16,-1 3 0 0,2 1-3 0,5 0 1 15,-6 3 0-15,6 0 2 0,1 0-2 16,-1 4 2-16,8 0 0 0,-2 0-4 16,8 0 3-16,-1 4 1 0,7 0 6 0,7 0 2 15,-1-1 10-15,8 4 7 0,5 1 6 0,1-1 7 16,6-3 4-16,6 4 5 0,-6-1 4 15,13 3 4-15,-6-2 7 0,6-1 6 0,-7 0 9 16,2 1 4-16,-2 2-2 0,-7-3 3 16,1 5 2-16,-12-4 1 0,-1-1 1 0,0 3 1 15,-13-2-2-15,-7-1-5 0,1-3-11 16,-14 2-15-16,1-1-12 0,-7-5-13 0,-1-1-8 16,1-2-7-16,0-1-14 0,-6-7 0 15,6 0 0-15,0 0 0 0,0-7 0 0,0 4 0 16,6-9 0-16,1 5 0 0,5-8 0 0,2 5 0 15,5-5 0-15,7-4 0 0,0 1 0 16,7 0 0-16,-1-4 0 0,8-4 0 16,5 1 0-16,7-1 0 0,-6-3 0 0,12-1 0 15,-6 2 0-15,0-3 0 0,6 2 0 0,-6 3 0 16,0 1 0-16,-6 3 0 0,-7 4 0 16,-7 0 0-16,2 3 0 0,-8 0 0 0,-8 4 0 15,-4 0 0-15,-1 4 0 0,-7-1 0 16,-6 5 0-16,0-1 0 0,0 4 0 15,0 0 0-15,6 4 0 0,-6 4 0 0,0-2 0 16,7 2 0-16,6 3 0 0,0 1 0 16,7-2 0-16,-2 5 0 0,8-1 0 0,8 5 0 15,-2-5 0-15,7 8 0 0,6-3 0 16,0 2 0-16,8 2 0 0,5 2 0 0,1-3 0 16,6 4 0-16,-6-4 0 0,-1 3 0 15,-5 0 0-15,-9 2 0 0,2-5 0 0,-7 3 0 16,-6-3 0-16,-7 0 0 0,-7 0 0 15,1-4 0-15,-14 1 0 0,1-4 0 16,-1-1 0-16,-6-7 0 0,1 1 0 0,-2-5 0 16,1 1 0-16,6-8 0 0,-6-3 0 15,7 0 0-15,-1-8 0 0,0 4 0 0,8-3 0 16,5-6 0-16,1 3 0 0,6-5 0 16,6 0 0-16,1 0 0 0,13 0 0 0,-1-4 0 15,7 0 0-15,6 1 0 0,1 3 0 0,-1-4 0 16,8 4 0-16,-7-1 0 0,-1 9 0 15,-6-4 0-15,-1 7 0 0,-11 0 0 16,5 4 0-16,-5 4-418 0,-8-2-180 0,0 2-165 16,-6 6-185-16,0 2-136 0,-12-2-6 15,-2 1 53-15,1 3 115 0,-13 0 190 0,0 4 246 16</inkml:trace>
  <inkml:trace contextRef="#ctx0" brushRef="#br0" timeOffset="-168131.34">19121 8796 71 0,'0'0'270'0,"0"0"64"16,0 0 13-16,-6-3-40 0,6 3 19 15,-7-8 7-15,0 4 2 0,1 1 14 16,0-5 19-16,-1 5 17 0,0-5 1 0,1 0-3 15,0 1-25-15,6 0-36 0,-7 0-32 16,7-4-31-16,0 4-28 0,0-1-32 16,7-3-30-16,-1 4-30 0,0-4-27 0,8-1-19 15,-2 2-12-15,2-1-11 0,5 0-6 16,1 0-3-16,6 4-3 0,-7-5-4 0,7 10-10 16,0-3-10-16,-6 2-8 0,6 3-10 15,0 3-8-15,-7 4-5 0,1 1 0 0,-1 7 1 16,1-1-1-16,-7 5 8 0,-6 2 10 15,-1 8 11-15,-6-3 16 0,0 4 8 0,-13 0 7 16,0 2 0-16,-7 0-1 0,1-1-3 16,-7 1-12-16,-6 1-1 0,-1-4-2 0,7 1-1 15,-7-1 3-15,1-3 9 0,-1 0 13 16,7-5 15-16,6-3 15 0,1-3 11 0,0 0 17 16,6-3-10-16,6-5-116 0,0 0 0 15,7-3 0-15,0-1 0 0,14-3 0 16,-1 0 0-16,13 0 0 0,0-3 0 0,6-1 0 15,7 0 0-15,0 1 0 0,1-4 0 16,-1 2 0-16,6-2 0 0,-5-4 0 16,-2 4 0-16,1 0 0 0,-6-1 0 0,-1 1 0 15,-6-1 0-15,-6 1 0 0,-1 3 0 0,-5 1 0 16,-8 3 0-16,0-4 0 0,1 4 0 16,0-3 0-16,-7 6-18 0,0-3-450 0,-7 4-158 15,7-4-167-15,-7 3-168 0,7 1-129 16,-6-4-7-16,6 0 66 0,-6 0 147 15,6 0 199-15,6-4 228 0</inkml:trace>
  <inkml:trace contextRef="#ctx0" brushRef="#br0" timeOffset="-167233.4">20091 9056 35 0,'14'-7'609'0,"5"-1"147"16,-6-3 82-16,0-3 57 0,0-1-73 0,6 1-190 15,-5-5-217-15,-1-3-112 0,0 4-55 16,-7-4-31-16,7-4-25 0,1 3-25 16,-8-2-17-16,0 3-20 0,-6 0-15 0,0 4-21 15,0-1-14-15,-6 1-19 0,-8 4-19 16,2 2-16-16,-8 2-11 0,1 2-6 16,-1 1-8-16,-6 7-1 0,0-4-1 0,-7 8 3 15,8-4 5-15,-9 7 3 0,9 1 10 16,-1-1 4-16,6 1 5 0,-6 2 1 0,13 1 5 15,-7 0-1-15,14 1 1 0,0 2 1 16,0-3 6-16,12 4 14 0,0-1 11 16,7 1 12-16,7 3 8 0,0-4 4 0,6 5 0 15,-1-4-5-15,7 3-7 0,-5 1-4 16,5-4 1-16,1 3 4 0,-1 0 7 0,-6 0-5 16,1 1-82-16,-1-5 0 0,-6 5 0 15,-8-5 0-15,2 5 0 0,-2-5 0 0,-5 1 0 16,-7-1 0-16,-7-2 0 0,1 2 0 15,-7 1 0-15,0-5 0 0,-13 2 0 0,6-1 0 16,-5 0 0-16,-2-3 0 0,-5-2 0 16,6-2 0-16,0 0 0 0,-1-4 0 0,7 0 0 15,2-4 0-15,-2 0 0 0,7-2 0 16,-1-6 0-16,8 5 0 0,0-8 0 16,12 0 0-16,-6-3 0 0,14-4 0 0,-2 0 0 15,8 0 0-15,-1-3 0 0,1-5 0 16,6 1 0-16,7 3 0 0,-7-3 0 0,-1 3 0 15,1 0 0-15,-6 1 0 0,0 7 0 16,-1-4 0-16,-13 3 0 0,2 5 0 0,-2-4 0 16,-12 3 0-16,-2 3 0 0,-4-2 0 15,-8 3 0-15,1 4 0 0,-7 0 0 0,-7 2 0 16,7 5 0-16,0 0 0 0,-7 5 0 16,7-2 0-16,-6 4 0 0,5 4 0 0,9 0 0 15,-2 1 0-15,7 2 0 0,-1 1 0 16,8 3 0-16,6-3 0 0,6 3 0 0,1 0 0 15,13 4 0-15,0 1 0 0,12-2 0 16,-6 5 0-16,7-1 0 0,-1-3 0 16,1 4 0-16,-1 0 0 0,-6 0 0 0,1-1 0 15,-8-3 0-15,0 4 0 0,-12-4 0 16,-1 0 0-16,-6 0 0 0,-6-4 0 0,-7 0 0 16,0 1 0-16,-14-5 0 0,8 1 0 15,-13-4 0-15,6-3 0 0,-7-5 0 0,7 0 0 16,0-6 0-16,0 0 0 0,7-9 0 15,-1-2 0-15,7-1 0 0,0-3 0 0,6-4 0 0,7 0 0 16,7-4 0-16,6 4 0 0,0-3 0 16,13-1 0-16,0 3 0 0,-1-2 0 15,9 3 0-15,-2 0 0 0,7 4 0 0,-6-1 0 16,6 1 0-16,-7 4 0 0,1 2 0 16,-1-2 0-16,-12 7 0 0,6-1 0 0,-13 0-125 15,0 6-502-15,0-3-265 0,-7 2-251 16,-6 0-87-16,-6-2 22 0,0 2 98 15,-1-1 191-15,-6-3 275 0</inkml:trace>
  <inkml:trace contextRef="#ctx0" brushRef="#br0" timeOffset="-166456.87">25380 8543 27 0,'0'-7'454'0,"0"-4"97"0,0 4 90 16,0-5 90-16,0 5-78 0,0-4-141 0,0 7-108 0,0 1-77 15,0 3-47-15,0 3-45 0,0 8-11 0,0 7 9 16,0 8 28-16,0 7 42 0,6 11 31 15,-6 8 27-15,7 10 3 0,0 4 4 0,-1 7-7 16,7 4-33-16,0 7-89 0,0 0-239 16,0 1 0-16,0 3 0 0,-7-7 0 0,8-5 0 15,-8-2 0-15,7-5 0 0,-6-10 0 16,-1-5 0-16,1-5 0 0,-1-10 0 16,-6-6 0-16,6-7 0 0,-6-4 0 0,0-7 0 15,0-8 0-15,0-4 0 0,0-6 0 16,0-4 0-16,-6-8-141 0,0-3-229 0,-1-4-45 15,1-7-59-15,-1-8-48 0,7-4-85 16,-6-6-78-16,6-8-66 0,0-8-44 0,0-2-27 16,-7-5 47-16,7-3 100 0,0-4 127 15,0 4 134-15</inkml:trace>
  <inkml:trace contextRef="#ctx0" brushRef="#br0" timeOffset="-165863.21">25491 9051 2 0,'-7'-69'190'0,"0"4"115"0,1 2 81 0,0 5 71 16,-1 6 3-16,0 1-20 0,1 7-6 15,0 4 3-15,-1 3-4 0,7 4-19 0,0 4-46 16,7 3-65-16,-1 5-69 0,7 2-55 0,6 1-31 15,1 3-19-15,6 4 0 0,7 0-5 16,6 4 5-16,13-1-3 0,0 5-8 16,14-5-9-16,5 5-17 0,0 3-10 0,8-4-13 15,-2 4-17-15,15 0-17 0,-7 0-11 0,12 4-6 16,8-1-6-16,-1-3-8 0,0 5 0 16,7-5 0-16,-7 0 0 0,0 0-1 15,0 0-2-15,-6-5 1 0,-1 2-2 0,-6-1 1 16,-6-3-1-16,-6 0 0 0,-14-1 2 15,-6-2 1-15,-8-2 5 0,-11 1 12 0,-1 0 21 16,-13 3 13-16,0 1 8 0,-7 0 9 16,1 0 1-16,-7 3-12 0,-6 0-21 15,-1 1-14-15,0 0-6 0,1 3-11 0,-7 3-7 16,0 0-2-16,0 5 3 0,0 3-2 16,-7 7 5-16,7 4 24 0,-6 8 32 0,0 6 26 15,6 8 25-15,0 8 27 0,0 6 26 16,0 9 7-16,6 2-6 0,7 7-9 0,0-2-13 15,0 2-137-15,7 5-7 0,-1-5 0 16,1 5 0-16,6-3 0 0,-7-1 0 0,7-1 0 16,-6-10 0-16,-7 1 0 0,0-9 0 15,-7-3 0-15,-6-11 0 0,0 0 0 0,-6-11 0 16,-7 0 0-16,-14-8 0 0,2-2 0 16,-7-9 0-16,-8-2 0 0,-5-2 0 0,-14-3 0 15,0-4 0-15,-12 2 0 0,-14-2 0 16,0 1 0-16,-6-4 0 0,-7 0 0 0,-5 0 0 15,-9-4 0-15,1 4 0 0,-5-3 0 16,-2-2 0-16,14 5 0 0,0-3 0 0,0 3 0 16,13-3 0-16,6 3 0 0,6 0 0 15,2 0 0-15,12 0 0 0,6 0 0 16,6 0 0-16,8 0 0 0,6 0 0 0,6 0 0 16,14 0 0-16,-1 0 0 0,0-4 0 0,14 0 0 15,0 1-254-15,6-5-153 0,6-3-90 16,8 1-115-16,-2-5-130 0,2 0-148 15,5-3-105-15,-6-4-6 0,6-4 63 0,-5-3 135 16,-8-4 179-16,0 0 218 0</inkml:trace>
  <inkml:trace contextRef="#ctx0" brushRef="#br0" timeOffset="-165597.64">25972 9088 150 0,'0'-14'571'0,"0"3"107"15,0-1 79-15,0 6 62 0,0-1-137 16,0-1-191-16,-6 4-149 0,6 2-89 0,0 2-59 16,-6 2-42-16,-1 6-33 0,7 3-14 15,-7 4 1-15,7 3 3 0,-6 4 1 16,6 3-5-16,0 1-6 0,6 4-13 0,-6-5-16 16,0 4-21-16,7 1-18 0,-7-5-15 15,0 1-9-15,0-4-5 0,7 0-27 16,-7-4-45-16,0-3-73 0,6-4-104 0,0-3-137 15,-6-2-153-15,14-6-138 0,-8-6-130 16,7-2-30-16,0-3 52 0,0-4 108 0,1-7 141 16,4 0 153-16</inkml:trace>
  <inkml:trace contextRef="#ctx0" brushRef="#br0" timeOffset="-165394.58">26207 9166 67 0,'20'-15'492'0,"-7"1"139"16,-1-1 118-16,-4 4 87 0,4 0-88 0,-6 4-139 15,2-1-128-15,-8 5-127 0,6-1-106 16,-6 4-58-16,6 4-37 0,-6 2-10 0,7 6 4 15,-7 2 6-15,6 1 12 0,-6 7-17 16,7 1-22-16,0-2-29 0,-7 5-27 0,6-1-17 16,0 1-18-16,0-4-15 0,2 3-9 15,-8 1-19-15,6-3-39 0,0-5-60 16,1 0-81-16,-7-4-112 0,6-6-163 0,1-5-194 16,-7 0-194-16,7-6-80 0,-7-8 6 15,0-3 74-15,6-4 142 0,-6-5 196 0</inkml:trace>
  <inkml:trace contextRef="#ctx0" brushRef="#br0" timeOffset="-165097.81">26702 8587 289 0,'13'-25'654'0,"0"6"106"0,-6-3 87 0,-1 4 68 16,1 3-187-16,-7 1-210 0,6 3-154 15,-6 3-97-15,7 4-84 0,-7 4-65 16,0 7-37-16,0 4-12 0,0 8 10 0,0 6 20 15,0 12 43-15,-7 4 36 0,7 6 20 16,-6 4 22-16,-1 9 8 0,7 1-2 16,-6 9-15-16,-1 0-12 0,1 4-13 0,-1 2-22 15,0 0-20-15,1 5-20 0,-7 0-124 16,6-1 0-16,-5-6 0 0,5-4 0 0,-6-6 0 16,6 0 0-16,1-10 0 0,0-5 0 0,-2-10 0 15,2-2 0-15,0-12 0 0,6-2 0 16,-7-9 0-16,7-7 0 0,0-2-57 0,0-10-253 15,0-2-89-15,0-3-110 0,7-10-138 16,-7-1-169-16,6-5-179 0,0-3-51 16,2-8 20-16,4-7 96 0,-5-3 170 0,6-4 229 15</inkml:trace>
  <inkml:trace contextRef="#ctx0" brushRef="#br0" timeOffset="-164832.24">26897 9063 468 0,'7'-22'694'0,"0"0"95"0,-1 4 75 15,0 4 21-15,-6 2-245 0,7 1-219 0,-7 4-127 16,0 3-78-16,7 4-48 0,-7 0-25 16,0 11-3-16,6 0 10 0,-6 7 12 15,6 1 9-15,-6 7-8 0,7 3-11 0,-1 0-11 16,1 4-10-16,0 0-13 0,-1 0-18 16,0-4-18-16,2 4-17 0,-2-3-19 0,0-1-18 15,0-3-12-15,-6 0-5 0,7-8-5 16,-7 0-21-16,0-4-31 0,0-6-41 0,0 3-61 15,7-8-80-15,-7-3-107 0,0-3-108 16,0-5-121-16,0 1-123 0,6-8-111 16,-6 1-78-16,7-1 22 0,-7-7 83 0,12 0 123 15,-4 1 154-15</inkml:trace>
  <inkml:trace contextRef="#ctx0" brushRef="#br0" timeOffset="-164394.29">27197 9096 458 0,'14'-14'592'0,"-8"3"111"0,0 0 96 16,-6 2-47-16,6 3-143 0,-6-1-124 15,0 3-114-15,0 4-94 0,0 0-69 0,0 4-43 16,-6 3-13-16,0 4 1 0,6 4 10 16,-6 2 6-16,6 6-7 0,0-2-14 0,0 2-16 15,0 3-16-15,0-6-11 0,6 7-11 16,-6-5-12-16,6 0-9 0,7 0-13 0,-6-3-8 16,6-6-11-16,-7 3-8 0,14-5-5 15,-8-4-5-15,8 1-2 0,0-5-3 0,-1-3-8 16,1 0-2-16,-1-3-1 0,1-5-2 15,-8-3-2-15,8 4-3 0,-6-9 3 16,-8 6-2-16,7-5 2 0,-7-4-3 0,-6 5 0 16,7-4 0-16,0 3 0 0,-7 1-1 15,0-1 0-15,0 4 2 0,6 0 4 0,-6 3 7 16,0 1 3-16,0 4 2 0,0-1 2 16,0 4 5-16,0 0 14 0,0 4 25 0,0 6 33 15,-6 2 46-15,6 6 47 0,0 4 26 16,0 4-142-16,0 2-73 0,0 9 0 0,6 0 0 15,-6 0 0-15,0 2 0 0,6 3 0 16,-6-3 0-16,7-5 0 0,-7-1 0 0,0-1 0 16,7-6 0-16,-7-1 0 0,0-6 0 15,0-4 0-15,6-5-77 0,-6 2-371 16,0-9-135-16,0-3-150 0,0-3-185 0,0-9-152 16,0-2-27-16,-6 0 49 0,6-5 131 15,-7-3 195-15,0-4 246 0</inkml:trace>
  <inkml:trace contextRef="#ctx0" brushRef="#br0" timeOffset="-163735.65">27686 7096 80 0,'-7'0'312'0,"7"4"64"15,-6-4 18-15,-1-4-22 0,7 0-37 16,0 4-36-16,0-7-34 0,0 3-24 16,0 1-7-16,7-1 2 0,-1 4 11 0,7 0 2 15,0 0-5-15,13 7-1 0,0 0-2 16,14 8 0-16,-2 4-13 0,8 6-11 0,6 8-13 16,7 4-2-16,12 3 1 0,-6 7-6 15,20 2 1-15,0 5 1 0,0 0-2 0,12 6-17 16,1-2-25-16,6 5-28 0,7-1-25 15,6 0-29-15,7 0-17 0,-7-4-17 0,-7-1-11 16,2-7-8-16,-9-2-8 0,-11-8-1 16,-14-3-3-16,-6-8-4 0,-14-2-1 15,-13-10-1-15,-12-2 2 0,-7 0-3 0,-6-8 1 16,-1 0-3-16,-19-4-13 0,7-3-28 16,-14 5-40-16,-6-5-53 0,1 0-64 15,-8 0-85-15,0 4-108 0,1 2-133 0,-7 2-157 16,6-1-166-16,-6 4-79 0,7 0 13 15,-7 4 80-15,6-1 139 0,1 5 184 0</inkml:trace>
  <inkml:trace contextRef="#ctx0" brushRef="#br0" timeOffset="-163102.37">29588 8547 256 0,'0'7'727'15,"-8"-4"124"-15,8-3 82 0,-6 0 67 0,6 0-123 16,-6 0-299-16,6-3-186 0,0 3-113 15,0 0-75-15,-7 3-41 0,14 5-15 0,-7 3 0 16,0 7 16-16,6 4 22 0,0 8 20 16,2-1-3-16,-2 8-25 0,6 2-30 15,-4 3-35-15,4-6-27 0,-5 4-28 0,-1 0-18 16,1-3-13-16,0-4-9 0,-1 0-6 16,-6-4-3-16,6-3-3 0,-6-5-9 0,0 2-24 15,0-9-29-15,0-2-34 0,0-2-55 16,0-6-67-16,0 0-61 0,0-4-54 15,0-8-54-15,0 1-74 0,6-4-77 0,-6-7-67 16,8 0-64-16,-2-1-29 0,0-6 17 16,1 2 89-16,6-2 147 0,-6 3 178 0,-1-4 188 15,7 4 160-15,-6 0 129 0,-1 1 102 16,0 2 74-16,1-3 37 0,-7 4 9 0,13-4-1 16,-6 3-20-16,-1 1-42 0,7-1-60 15,0 1-47-15,1 4-35 0,11-1-31 16,-5 0-26-16,0 4-25 0,5 4-25 0,1-1-28 15,0 5-25-15,1 0-21 0,-1 6-17 16,-6 0-13-16,-1 2-9 0,-6 2-8 0,0 4-3 16,-7 0-2-16,0-1 2 0,2 5-1 15,-16 0-1-15,2-1 2 0,-7 2 1 16,0-2-1-16,-6 4-1 0,-1-3-1 0,0 0 0 16,1-4-1-16,6 0-3 0,0-5 2 15,7 3 0-15,-1-3 3 0,7 2-1 0,7-5 0 16,-1 2 1-16,7 1 1 0,7-1-1 15,-1 2-1-15,0 0 0 0,8 0 11 0,-1 4 21 16,0 1 21-16,0 2 22 0,0 0 21 16,0 5 19-16,-7-5 5 0,-6 8-6 0,1-3-9 15,-2-1-2-15,-12 4-6 0,0-4-6 16,0 1-4-16,-12-1-6 16,-2-3-13-16,-5 4-14 0,-7-9-15 15,-7 5-13-15,1-4-12 0,-1 0-27 0,-5-8-41 16,4 1-63-16,-5 0-83 0,7-8-102 15,-1-3-155-15,1-4-184 0,6-4-208 0,-7-4-157 16,7-6-36-16,0-4 41 0,0-5 122 16,0-3 186-16,6-6 237 0</inkml:trace>
  <inkml:trace contextRef="#ctx0" brushRef="#br0" timeOffset="-162814.99">29373 8319 296 0,'-14'-14'702'0,"8"-1"103"0,-1 0 52 0,-6 4 26 15,6 0-198-15,1 5-290 0,0 6-153 0,0 0-70 16,-2 10-10-16,2 5 27 0,0 10 42 16,-1 9 49-16,7 9 27 0,0 9 10 15,0 14-5-15,7 7-21 0,-1 8-30 0,0 6-45 16,2 5-33-16,-2 0-33 0,0 3-29 0,-6-4-22 16,0 1-64-16,0-5-35 0,-6-6 0 15,0-7 0-15,-2-5 0 0,-4-10 0 0,5-4 0 16,-6-12 0-16,6-2 0 0,1-12 0 15,-6-3 0-15,12-11 0 0,-8-4 0 16,8-8-8-16,-6-3-159 0,6-7-74 0,0 0-81 16,0-11-96-16,0-5-135 0,6-6-168 15,-6-7-190-15,8-8-109 0,-2-8-10 16,0-7 62-16,7-5 142 0,-6-10 199 0</inkml:trace>
  <inkml:trace contextRef="#ctx0" brushRef="#br0" timeOffset="-162190.4">29340 8495 417 0,'0'-29'755'0,"0"0"105"16,6-1 56-16,1 1 32 0,13 4-239 16,-8-2-282-16,21 6-136 0,-1 3-85 0,8-5-28 15,5 9-11-15,8-1-18 0,5 4-26 16,14 0-31-16,5 4-18 0,14 2-28 0,8 5-20 16,5 0-10-16,7 5-8 0,-1-1-4 15,14-1-3-15,13 5 0 0,-7-1 3 0,14 0-3 16,-2 1-1-16,8-4-5 0,-6 2-3 0,12 2-5 15,-6-5-1-15,-1 5 0 0,-5-1 0 16,-7 1 4-16,-1-1 5 0,-12 0 9 16,-13 0-2-16,-13-3 17 0,-13 0 32 0,-20-1 44 15,-7-6 44-15,-13 3 37 0,-12-4 29 0,-1 0 4 16,-5 1-18-16,-15-1-37 0,8 4-42 16,-14-4-37-16,8 4-31 0,-8 0-23 0,-6 4-12 15,0 3-8-15,-6 4 5 0,0 8 27 16,-2 6 29-16,-4 9 32 0,-2 6 30 0,-5 11-95 15,6 4-29-15,-6 3 0 0,-1 9 0 0,0 2 0 16,7 1 0-16,1 3 0 0,-2 0 0 16,2 0 0-16,12 1 0 0,-7 0 0 0,7-2 0 15,0 1 0-15,7-3 0 0,-1-4 0 0,-6-3 0 16,6-5 0-16,-6-3 0 0,0-4 0 0,0-7 0 16,-12-3 0-16,5-5 0 0,-13-2 0 15,-6-9 0-15,-6-3 0 0,-1-5 0 0,-12-1 0 16,-7-2 0-16,-13-7 0 0,0 1 0 15,-14-4 0-15,-12-4 0 0,0 0 0 0,-13-4 0 16,-14 1 0-16,1-5 0 0,-13 4 0 16,0-3 0-16,-14-4 0 0,1 4 0 0,0 0 0 15,-7-1 0-15,6 1 0 0,-6 3 0 16,8-2 0-16,-8 6 0 0,13-5 0 0,0 5 0 16,7 0 0-16,13 0 0 0,-1 0 0 0,7-4 0 15,14 4 0-15,13 0 0 0,5-3 0 16,20 3 0-16,7-5 0 0,13 2 0 15,7 0 0-15,6-5 0 0,13 5 0 0,-1-8 0 16,8 3 0-16,6-2 0 0,6-5-204 16,14 0-286-16,0 1-132 0,13-4-154 0,5-1-172 15,1-4-111-15,7-2-8 0,6-8 57 16,0 1 138-16,1-9 202 0,5-7 243 16</inkml:trace>
  <inkml:trace contextRef="#ctx0" brushRef="#br0" timeOffset="-161806.52">30472 8463 364 0,'8'-26'630'0,"-2"0"65"0,7-3 34 0,-6 7 19 16,-1-4-261 0,1 8-196-16,-1-4-92 0,-6 7-51 0,6 0-27 15,2 4-11-15,-2 1-24 0,-6 2-26 16,6 1-25-16,0 3-15 0,-6 1-5 0,0-1-9 15,7 4-4-15,0 0-3 0,-7 0 1 0,6 0 1 16,1 0-1-16,-1 0 2 0,-6 4 0 16,6-4 1-16,2 3 0 0,-2-3 1 0,-6 0 10 15,6 4 14-15,-6-4 19 0,0 0 12 16,6 4 15-16,-6-4 5 0,8 0-8 0,-8 0-13 16,6 0-16-16,0 0-15 0,-6 3-10 0,7-3-10 15,-1 0-6-15,-6 3-1 0,7-3 0 16,-7 5-6-16,7-5-8 0,-1 4-11 0,0-1-12 15,-6 0-14-15,6-3-16 0,2 4-12 0,-2 0-12 16,0-1-7-16,1 1-14 0,0 0-20 16,6-4-41-16,-1 3-47 0,-5 1-66 15,6-4-67-15,-7 3-60 0,8-3-36 0,-8 5-24 16,7-2-38-16,-7 1 19 0,8-1 53 0,-8 1 70 16,8 0 59-16</inkml:trace>
  <inkml:trace contextRef="#ctx0" brushRef="#br0" timeOffset="-161337.89">31202 8368 82 0,'7'-8'343'16,"-7"4"36"-16,0-3 21 0,0 0-36 16,0-1-120-16,-7 0-92 0,7 6-56 0,0-6-32 15,-6 4-21-15,0-3-12 0,6 7-10 0,-7-4-10 16,7 0-4-16,0 4 0 0,0-3-4 15,0 3 0-15,0 0 7 0,0 0 15 16,0-4 23-16,0 4 27 0,0 0 35 0,0 0 39 16,0 0 44-16,-7 0 43 0,7 0 34 0,0 0 12 15,0 0 7-15,0-3-13 0,0 3-36 16,0 0-46-16,0 0-44 0,-6 3-19 0,6 1-8 16,-7 7 6-16,1 0 18 0,-1 4 30 15,-6 7 32-15,7 7 27 0,-14 4 20 0,7 3 7 16,0 8-2-16,-6 8-4 0,-1 6-5 0,-6 5-14 15,7 2-15-15,-7 5-12 0,-1 3-4 16,1 1-133-16,0 2-74 0,0 1 0 0,1 1 0 16,-2-2 0-16,1-2 0 0,0-5 0 0,6-6 0 15,1-1 0-15,6-11 0 0,0-1 0 16,-1-8 0-16,2-6 0 0,6-3 0 0,-1-7 0 16,0-8 0-16,7 1 0 0,-6-5 0 15,6-7 0-15,0 1 0 0,0 0 0 0,6-8 0 16,-6 0 0-16,0 0 0 0,7-5 0 15,-7 2 0-15,0-5-210 0,0 5-225 0,7-4-104 16,-7-4-134-16,6-1-158 0,0-2-179 16,8-1-49-16,-2 0 26 0,2-3 107 0,5-4 168 15,7 0 217-15</inkml:trace>
  <inkml:trace contextRef="#ctx0" brushRef="#br0" timeOffset="-160822.39">31508 9166 397 0,'27'-26'649'0,"-7"0"93"16,5-3 65-16,-12-5 37 0,6 7-205 0,-5-4-153 15,-2 6-106-15,-4 0-63 0,-2-1-37 0,-6 8-51 16,-6-1-46-16,-2 1-45 0,2 3-28 16,-6 4-25-16,-8 4-21 0,0-1-17 0,1 8-15 15,-7 0-9-15,6 8-8 0,-6-1-3 16,0 4-5-16,6 4-2 0,0-5 1 0,8 6 0 15,-2-3-1-15,2 3-3 0,5 2 1 0,1-7 2 16,6 4 1-16,0-5-4 0,6 1 3 16,1 0 2-16,5-3-1 0,2-1-2 15,-2-3 1-15,8 0 6 0,-7-4 13 0,7 0 17 16,-7-4 17-16,0 0 16 0,0-3 20 0,0-1 30 16,6 2 17-16,-11-2 21 0,4 0 24 15,-6 1 18-15,1 4-4 0,0-1-22 0,-1 0-37 16,-6 1-141-16,7 6 0 0,-7 1 0 15,0 7 0-15,0 3 0 0,0 8 0 0,0 8 0 16,0 3 0-16,-7 7 0 0,7 4 0 0,-6 4 0 16,-1 7 0-16,0-1 0 0,1-2 0 0,-6 3 0 15,4-4 0-15,2 1 0 0,-7-8 0 16,7-5 0-16,-1-2 0 0,0-4 0 16,7-7 0-16,-6-4 0 0,6-8 0 0,0 2 0 15,0-6 0-15,0-2 0 0,0-5 0 0,0 1 0 16,6-4 0-16,-6-4 0 0,7-3 0 15,-7 0 0-15,0 0 0 0,7-5-275 0,-14-3-443 16,7 0-290-16,0 1-186 0,-7-8-36 16,1 0 54-16,0-1 120 0,-8-4 218 0,-5 0 307 15</inkml:trace>
  <inkml:trace contextRef="#ctx0" brushRef="#br0" timeOffset="-158909.46">19460 9707 22 0,'6'-3'247'0,"-6"-1"25"16,0 1 3-16,7-1 1 0,0-3-40 16,-7 3-27-16,6-3-17 0,-6 3-3 15,6-4 2-15,-6 5 12 0,7 0 16 0,-7-5 13 16,6 5 13-16,-6 0 6 0,0-2 9 15,0 2-16-15,0-1-23 0,0-1-37 0,0 5-40 16,0 0-39-16,0 0-45 0,0 5-11 16,0-1-10-16,-6 4 18 0,6 6 17 15,-7 4 18-15,1 4 20 0,0 7 11 0,-8 1 8 16,8 7-8-16,-8 2-5 0,8 3-11 0,-7 5-7 16,7-4-19-16,-1 5-11 0,-6-4-10 15,13 0-9-15,-6-4-3 0,6 1-4 0,-6-9 0 16,6 1-6-16,0-7-7 0,0 1-8 15,0-10-8-15,0-2-4 0,0 0-2 16,0-5 1-16,0-3-1 0,0-2-2 0,0 2 0 16,0-7-1-16,-8 0-19 0,8 0-37 15,-6-7-59-15,0 2-89 0,6-2-124 0,-7 0-137 16,0 0-151-16,1-4-155 0,-1 4-78 16,7-5 19-16,-6 5 86 0,6-4 119 0,-6-1 157 15</inkml:trace>
  <inkml:trace contextRef="#ctx0" brushRef="#br0" timeOffset="-157869.16">18606 10818 179 0,'0'-22'353'0,"0"0"40"0,0-1 33 15,0 5-69-15,0 0-89 0,-6 7-48 0,6-3-32 16,0 2-24-16,0 5-23 0,0 0-15 16,0 3-33-16,0 1-32 0,0-1-21 0,0 1-16 15,-6 3-10-15,6-4-11 0,0 4 1 16,0 0 2-16,0 0 4 0,0-3 5 15,0 3 10-15,0 0 15 0,0 0 17 0,0 0 17 16,0 0 24-16,0 0 19 0,0 0 14 16,0 0 1-16,0 0-6 0,0 0-6 15,0 0-22-15,0 0-25 0,0 0-23 0,0 0-16 16,0 0-13-16,0 0-11 0,0 0-4 16,0 0-5-16,0 0-1 0,0 0-5 0,0 0-1 15,0 3-18-15,0 1-33 0,0-4-50 16,0 3-61-16,0 1-61 0,0-1-67 0,6 1-52 15,-6 0-33-15,6-1-16 0,-6 4-12 16,7-3-36-16,-7 1 18 0,7-2 43 0,-1 0 49 16,-6-3 60-16</inkml:trace>
  <inkml:trace contextRef="#ctx0" brushRef="#br0" timeOffset="-149141.95">19727 9697 228 0,'13'-4'365'0,"-7"-3"48"0,0-4 40 15,2-1-66-15,-2-2-43 0,0 3-28 0,-6-3-8 16,0-1-1-16,0 0-7 0,0 1-16 16,-6-1-22-16,6 4-28 0,-6-4-30 15,-2 8-36-15,-4 0-35 0,-1 7-16 0,0 0-16 16,-7 7-15-16,1 4 0 0,-7 8 11 16,-1 2 15-16,-5 5 15 0,-1 8 6 0,-5 5 20 15,-1 1 6-15,-7 8-1 0,1 7 2 16,-8 4-7-16,-6 0-13 0,1 2-21 15,-7 6-19-15,6-6-16 0,0-1-23 0,14-6-19 16,-1-6-13-16,7 0-10 0,13-8-8 16,0-3-3-16,0-7-1 0,13-3-2 0,-7-4-2 15,14-4 0-15,0-5-8 0,-1-3-26 16,0-4-45-16,7-7-53 0,7 0-71 0,0-7-101 16,-1-4-127-16,14-3-145 0,-8-5-161 15,15-6-145-15,-1-5-37 0,6-7 43 0,1-2 107 16,6-5 154-16,-1-1 193 0</inkml:trace>
  <inkml:trace contextRef="#ctx0" brushRef="#br0" timeOffset="-148813.87">19512 9737 28 0,'26'-22'394'0,"-7"0"77"0,1 0 64 0,-1 4 76 15,-5 0-85-15,-2 0-67 0,2 2-52 16,-8 5-48-16,7 4-45 0,-7 4-54 15,8-1-46-15,-2 8-31 0,2 6-8 0,5 1 6 16,7 8 16-16,0 7 10 0,7-1-7 16,6 11-3-16,1 6-5 0,11 2-8 0,1 6-10 15,1 8-12-15,-2 2-11 0,8 5-22 16,0 2-20-16,6-5-23 0,-7 1-21 0,7-2-15 16,0-2-12-16,-6 0-9 0,0-7-5 15,-1-2-2-15,-11-2-4 0,-2-8-4 0,-7-3-3 16,-5-4-2-16,-13-8-4 0,0-3-3 15,-8-7-2-15,-5-1-27 0,-7-6-49 16,-7 0-67-16,-5-8-84 0,-8-5-119 0,-6-2-172 16,-7-4-208-16,1 0-209 0,-1-3-71 15,1-5 9-15,-7 5 83 0,-1-4 152 0,-5 2 222 16</inkml:trace>
  <inkml:trace contextRef="#ctx0" brushRef="#br0" timeOffset="-148282.78">18008 10733 279 0,'0'-9'407'0,"-8"0"47"16,8-2 40-16,0 4-75 0,-6 0-119 0,6-1-78 16,0 4-26-16,0 8 20 0,0 1 29 15,0 5 22-15,0 8 24 0,0 4 31 0,-6 8 18 16,6 6-24-16,-6 8-30 0,6 8-33 16,-7 2-28-16,0 5-31 0,1 0-47 15,-7-1-35-15,7 2-35 0,-2-6-21 0,8 0-19 16,-6-5-12-16,6-2-3 0,-6-7-4 15,6-3-6-15,0-4-2 0,0-8-4 0,0 1 0 16,0-8-3-16,0 1-2 0,0-9-8 16,0-2-29-16,-6 0-50 0,6-8-71 0,0-8-92 15,-7 0-120-15,7-6-127 0,0-4-125 16,-7-8-109-16,7-3-70 0,7-4 18 0,-7-4 79 16,7-7 113-16,-7-3 145 0</inkml:trace>
  <inkml:trace contextRef="#ctx0" brushRef="#br0" timeOffset="-147672.09">17988 10763 343 0,'0'-26'413'0,"6"-4"37"16,-6 5 45-16,0 0-93 0,6-1-84 15,2 4-20-15,-2 0-2 0,0 4 2 0,8-1-10 16,-1 5-23-16,-1 3-24 0,8-1-35 16,0 6-30-16,6-2-26 0,7 8-23 0,5-3-17 15,1 3-18-15,0 3-14 0,13 1-10 16,1 0-5-16,-2 2-7 0,8-1-8 15,6 2-7-15,7-4-11 0,6 5-11 0,7-5-10 16,0 5-5-16,6-5-2 0,0 1-4 0,0-1 3 16,-7 2 3-16,1-2 2 0,-6-3-2 15,-14 4 1-15,0-4 0 0,-13-4-1 0,-7 4 5 16,-6-3 13-16,-13 3 18 0,1-5 15 16,-7 2 13-16,-2-4 7 0,-4 3-1 15,-8-3-8-15,1 3-14 0,-7 0-10 0,6 1-13 16,-6-1-7-16,0 1-4 0,0 3-6 15,0 0-5-15,0 3-7 0,0 8 1 0,-6 0 1 16,6 11 10-16,-7 4 12 0,7 7 16 16,-6 7 16-16,6 3 15 0,-6 9 12 0,6 3 2 15,-8 7-4-15,8-3-9 0,-6 3-4 16,6 0-10-16,0-3-9 0,-6-1-6 16,6 2-5-16,0-6-4 0,0-2-9 0,0-1-6 15,0-3-5-15,-6 0-4 0,6-4-3 16,-7-5-1-16,0 3 1 0,-6-10 1 15,0 0 2-15,0-2 7 0,-7-8 9 0,-5-1 4 16,-1-1 5-16,-7-9 4 0,-6 0-2 0,0-4-8 16,-14-7-7-16,2 0-4 0,-8 0-7 15,-12-7-5-15,-1-1-4 0,-6-3-1 0,-1 1-1 16,2-3 2-16,-8-1-1 0,0-1-1 16,0 1 4-16,-6-1-1 0,7 0-3 15,5 1-1-15,-6 3-1 0,14-3 0 0,6 3 3 16,6 0 0-16,7 3 2 0,7-3 0 15,6 4 1-15,5-1 0 0,9 1-3 16,5 3-11-16,0 1-29 0,8-1-49 0,-1 1-70 16,6 3-98-16,1-4-129 0,12-3-163 15,1 3-186-15,0-3-189 0,11-5-53 0,2 5 29 16,0-7 96-16,5 3 154 0,2-7 206 16</inkml:trace>
  <inkml:trace contextRef="#ctx0" brushRef="#br0" timeOffset="-147181.98">18594 11111 17 0,'0'-8'427'16,"-6"-2"59"-16,6 2 39 0,-8-6 46 15,2 2-81-15,6 1-134 0,-6 0-67 0,-1-2-29 16,0 1-20-16,1 1-30 0,6 0-34 15,-7-4-36-15,7 4-29 0,0 4-26 0,0-4-15 16,0 0-16-16,0 4-18 0,7-3-15 16,-1 1-8-16,1 6-6 0,6-4-3 15,1 3 4-15,4 0 11 0,-4 4 12 0,5 0 6 16,1 0 6-16,-1 8 5 0,7-1-1 16,-12 1-8-16,4 6-13 0,-4 1 0 0,-1 6-4 15,-7 2-3-15,1-2-2 0,-14 5 6 16,7 4 4-16,-13-1 2 0,1 0 3 0,-8 0-1 15,0 1 2-15,-6-1-2 0,-7 4-2 16,8-4-6-16,-1 0-1 0,-7-4 2 16,7 2 7-1,0-2 13-15,6-6 20 0,1-1 22 16,6-7 26-16,0 0 26 0,7-4 21 0,-2 0 9 16,2-2-5-16,12-2-8 0,2-3-21 15,-2 0-26-15,7-3-28 0,6 3-25 0,8-5-16 16,-1 1-13-16,6 1-5 0,7 0-8 15,0-5-2-15,7 5-1 0,5-1-3 0,2-3-3 16,-1 3-4-16,0 1 0 0,0-2-1 16,-13 2-2-16,7 3-13 0,-13 0-37 0,-7 0-48 15,0 0-54-15,-13 3-81 0,0 2-127 16,-7-2-139-16,1 1-159 0,-1-1-187 0,-6 1-74 16,0 0 15-16,0 3 89 0,0-3 135 0,0-4 184 15</inkml:trace>
  <inkml:trace contextRef="#ctx0" brushRef="#br0" timeOffset="-146229.09">20346 11085 119 0,'6'-21'494'15,"1"2"79"-15,-1-2 78 0,-6-2 77 0,6 4-122 16,1 5-147-16,-7-1-91 0,0 5-60 16,0-1-71-16,7 3-71 0,-7 5-60 15,0 0-40-15,0 6-16 0,-7 4 0 0,7 4 14 16,0 7 22-16,-7 7 21 0,7 5 29 16,-6 3 6-16,0 7-2 0,-1 1-6 0,1 2-8 15,-1 6-9-15,0-2-26 0,-5 4-14 0,5 1-11 16,-6-5-14-16,6 5-11 0,1-9 0 15,0 1 10-15,-1-4 7 0,7-6 8 16,-7-1 9-16,7-7 3 0,0-5-5 0,-6-3-8 16,6-3 8-16,0-5 6 0,0-2 0 15,0 0-4-15,0-8-4 0,0-3-10 0,6-5-23 16,-6-3-35-16,0 0-39 0,0-8-42 16,0-3-42-16,0-3-41 0,-6-8-42 15,6-1-16-15,0-5-10 0,0-5-5 0,0-4 5 16,0-3 18-16,0 0 29 0,6-5 27 15,-6 1 30-15,0 1 39 0,0-2 35 0,0 9 28 16,0 0 20-16,0 2 21 0,0 1 22 16,0 8 15-16,0 3 16 0,0 3 9 15,7 5 3-15,0-1-3 0,5 8-7 0,1 0-10 16,1 3-11-16,5 3-5 0,7 5-1 0,6 0-1 16,8 7-2-16,5 0-1 0,14 4-2 15,0 4-7-15,12-1-8 0,8 4-9 16,-8 0-2-16,14 0-3 0,-8 3-4 0,2-6-3 15,-1 3 0-15,0-1-3 0,1-2-2 16,-8-5-2-16,1 1 1 0,-7 0 2 0,-7-8 2 16,-12 4 1-16,-1-4 12 0,-6-2 12 15,-13 1 13-15,1-2 10 0,-7 0 5 0,-1 0 4 16,-6-1-5-16,0 1-7 0,-7 0-5 16,1-4 2-16,0 7 0 0,-7-3-3 15,6 3-4-15,-6 0-5 0,0 4-7 0,0 4-12 16,-6 3-8-16,-1 4-1 0,0 8 0 15,1 6 8-15,-1 4 13 0,1 8 11 0,0 7 9 16,-1 3 8-16,0 2 11 0,1 5-1 16,6-2-8-16,-6 3-6 0,-1 0-7 0,0-5-4 15,1 6-7-15,-7-5-6 0,6-4-3 16,0 1-1-16,1 0 1 0,0-1 0 0,-8-2-2 16,2-6-1-16,-1 2-1 0,-1-4-1 15,-4-4 5-15,-2-4 3 0,-7 0 1 16,1-4 6-16,0-2 8 0,-6-4 4 0,-7-5 3 15,6 1-4-15,-13-8 0 0,1 1-2 16,0-1-6-16,-8-7-7 0,-5 0-8 16,-1-4-4-16,-6-4-4 0,0 5-5 0,0-4-5 15,0-4 1-15,-1 3 2 0,8-2 3 0,0 2 5 16,11-3 2-16,2 3 5 0,6 2 1 16,6-6-1-16,1 5-5 0,5 3-4 15,8-3-3-15,0 0-4 0,0 3-20 0,11 1-36 16,-4-5-64-16,5 4-81 0,0-3-95 15,1 0-127-15,6-4-145 0,6 4-161 0,8-4-160 16,6-4-104-16,-1-1-6 0,13 2 74 16,1-1 136-16,-1 1 180 0,8-4 215 15</inkml:trace>
  <inkml:trace contextRef="#ctx0" brushRef="#br0" timeOffset="-145807.31">21010 11378 182 0,'13'-21'555'0,"0"-5"108"0,-7 0 75 15,0 0 64-15,2 0-158 0,-8 1-169 16,-8 3-120-16,2-3-93 0,-6 6-61 0,-2-3-53 16,-5 4-43-16,-1 3-31 0,-6 1-14 15,-7 6-10-15,7 1-8 0,1 3-7 0,-7 1-4 16,12 6-7-16,0 1-4 0,7 7-5 16,7-4 0-16,6 8 4 0,0 0 4 15,6 3 8-15,13 0 12 0,1 4 6 0,6 4 3 16,7 0 3-16,-7 3-3 0,13 3 1 15,-7 2-10-15,1-1-8 0,-1 0-8 0,-6 0-3 16,-6-1-5-16,-7-1-6 0,-7-6 3 16,-6 0 7-16,-6-3 11 0,-7 0 15 15,-7-3 18-15,-6-5 25 0,0-3 28 0,1 1 29 16,-1-9 27-16,-1 1 22 0,1-4 20 16,0-4 14-16,7-3 7 0,-1-4-1 0,0-3-7 15,14-2-156-15,-7-2-75 0,13-4 0 16,0 0 0-16,7-7 0 0,5 3 0 0,2-4 0 15,12 1 0-15,-7 0 0 0,7 4 0 16,0-1 0-16,1 4 0 0,-1 3 0 0,-7 1 0 16,7 3 0-16,-6 4-60 0,-8 4-339 15,8 0-98-15,-7 0-134 0,0 3-166 16,0 0-167-16,-7 4-83 0,1-3 3 0,0 3 74 16,-1-4 153-16,1 1 212 0</inkml:trace>
  <inkml:trace contextRef="#ctx0" brushRef="#br0" timeOffset="-145213.7">22997 10034 222 0,'18'-15'367'0,"2"-3"45"0,-7-1 42 15,1 1-60-15,-2 0-72 0,2 0-29 16,-2-1 15-16,2 1 11 0,-8 3 15 0,1 4-1 15,-1 0-17-15,-6 4-33 0,6 0-56 16,-6 4-57-16,0-2-52 0,-6 10-37 16,0 1-15-16,-1 8 0 0,-13 5 9 0,8 4 19 15,-8 6 17-15,-6 7 8 0,-1 1-2 16,-5 3 3-16,-1 7-3 0,1 2-12 0,-7-2-15 16,7 1-17-16,-1-1-16 0,-7-2-18 15,15-1-14-15,-7-5-9 0,5-2-7 16,1-5-3-16,6-1-2 0,1-2-1 0,-1-8-16 15,8 2-23-15,-2-2-52 0,2-5-76 0,5-2-130 16,0 1-162-16,1-4-173 0,-1 0-176 16,1-1-79-16,-1 2 9 0,-6-1 92 15,7 0 144-15,-8 1 173 0</inkml:trace>
  <inkml:trace contextRef="#ctx0" brushRef="#br0" timeOffset="-144385.77">22514 10953 193 0,'0'8'615'0,"0"-5"103"16,0 1 63-16,0-4 32 0,-6 0-182 0,6 4-197 15,0-4-146-15,-6 7-64 0,6 4-16 16,-8 0 5-16,8 7 15 0,0 5-3 16,-6 3-9-16,6 2-17 0,0 2-20 0,0-1-22 15,0 5-18-15,0-2-21 0,0 0-18 16,6 5-14-16,-6-4-12 0,8 4-12 0,-8-4-9 15,6-4-10-15,-6 0-10 0,0-2-10 16,0-2-9-16,0-3-4 0,0-4-4 0,0-3-1 16,0-1-1-16,-6-3 2 0,6-3-2 15,0-1-4-15,0-7-23 0,-8 3-33 16,8-6-31-16,-6-4-32 0,0-1-29 0,6-3-25 16,-7-7-2-16,1 0 6 0,6-4 12 0,0-3 16 15,6-5 19-15,-6-7 22 0,7 1 19 16,-1-8 24-16,0-4 16 0,2-3 11 0,-2 0 11 15,0-4 10-15,1 3 21 0,-1 4 23 16,1 8 25-16,-1 0 23 0,1 7 17 16,-1 0 15-16,1 7-10 0,6 4-16 0,-7 4-20 15,14 0-13-15,-1 4-15 0,7 2-12 16,0 5-1-16,7 0 0 0,6 3 2 16,1 4 0-16,11 4-3 0,1-1-6 0,1 5-3 15,12 3-4-15,0 3-5 0,0-3-5 16,0 0-3-16,7 4 1 0,-7-4-2 0,-6-4 0 15,0 4 0-15,-14-6 2 0,7 1 0 0,-13-2 0 16,0-1 0-16,-13-3 1 0,0 0 4 16,-6 4 2-16,-7-4 6 0,-1 0 5 15,2 0 4-15,-8 0-1 0,-6 0-3 0,7 4-7 16,-7-4-6-16,-7 4-6 0,1 3-3 16,0 1 0-16,-8 2 0 0,1 5 2 15,0 7 1-15,0 4 2 0,0 3 5 0,-6 3 5 16,5 2 7-16,8 2 9 0,-7 1 9 15,0 3 15-15,6 1 12 0,1 2 15 0,6-2 12 16,-6 3 5-16,6-1 5 0,0-3-3 16,0 6-8-16,6-6-9 0,-6-1-11 0,0 3-9 15,6-6-12-15,-6 1-11 0,-6-5-9 16,6-3-10-16,-13 1-6 0,6-5-3 16,-12-3 0-16,-1-3-2 0,-6-1 2 0,0-4 1 15,-7 1 2-15,-5-8 1 0,-8 1 5 16,0 0 6-16,-6-6 6 0,7-2 7 15,-8 0 8-15,2-2 10 0,-8-3 2 0,7-1 3 16,-1-2 0-16,2 0-62 0,-8 2 0 0,13-6 0 16,-6 1 0-16,7 4 0 0,6-4 0 15,6 4 0-15,1-1 0 0,6 1 0 0,6 3 0 16,7 1 0-16,0 0 0 0,6-2 0 16,1 2 0-16,6-1-148 0,0-3-189 15,6 0-89-15,7-1-103 0,7-2-126 0,0-3-140 16,-1-1-145-16,7-1-58 0,6-3 20 15,-6 1 91-15,1-6 155 0,5-2 195 0</inkml:trace>
  <inkml:trace contextRef="#ctx0" brushRef="#br0" timeOffset="-144073.34">22950 11279 322 0,'0'-14'640'0,"0"-1"84"16,0 4 43-16,-6 0 12 0,6 4-211 15,-6 0-200-15,0 3-131 0,-2 0-65 0,2 4-27 16,0 0-13-16,6 4-7 0,-7 0-9 15,7 0 5-15,-6 3 11 0,6 0 6 16,6 0 9-16,1 4 4 0,5 1-2 0,2 2-17 16,5 0-18-16,1 1-21 0,0 0-16 15,6 4-13-15,-1-1-7 0,1 0-4 0,-6 0-1 16,0 4 0-16,-1-4-3 0,1 0-5 16,-14-2-2-16,0 1 6 0,1-2 4 15,-7 4 14-15,0-4 6 0,-7-1 5 0,-5-3-7 16,-2 0-11-16,-5-4-11 0,-1 4-15 15,-6-7-14-15,-6-1-28 0,-1 1-39 0,1-4-54 16,-1-4-73-16,1 1-90 0,-1-5-130 16,1 1-159-16,5-4-170 0,1-3-187 0,0-1-61 15,7-7 21-15,5 1 97 0,2-5 154 0,6 0 195 16</inkml:trace>
  <inkml:trace contextRef="#ctx0" brushRef="#br0" timeOffset="-143948.37">22820 11184 391 0,'20'-11'606'0,"-1"0"84"15,-5 0 46-15,5-3-32 0,7-1-186 0,0 0-173 16,0 4-124-16,7-3-81 16,-1 0-44-16,7-1-48 0,7-1-63 0,-1 5-104 15,1-3-129-15,0-1-181 0,0-3-190 0,-7 0-92 16,-1 0-14-16,1-1 57 0,-5-6 107 16,-9 0 168-16</inkml:trace>
  <inkml:trace contextRef="#ctx0" brushRef="#br0" timeOffset="-143573.46">23419 9906 32 0,'-12'-19'419'15,"-1"-3"72"-15,6 4 58 0,7-4 52 0,0 4-91 16,0 4-128-16,7-1-58 0,-1 4-44 15,1 3-27-15,5 5-19 0,8 6-28 0,-6 1-23 16,5 11-12-16,7 3-3 0,-6 4-6 16,5 11-6-16,1 3 1 0,0 8 8 0,7 4 6 15,-1 4 8-15,1 5-3 0,7 2-13 16,5 3-20-16,1 1-29 0,-1 3-30 16,1-7-27-16,5 3-21 0,-4 0-12 0,4-3-9 15,-11-8-5-15,-1 0-3 0,-1-3-6 16,-11-8-9-16,-1 1-22 0,-6-9-31 0,-8-6-39 15,1 0-59-15,-13-3-86 0,0-6-128 16,-6 1-148-16,-7-7-148 0,-7 4-165 0,0-4-56 16,1 4 28-16,-7-4 104 0,6-1 150 15,-6 1 172-15</inkml:trace>
  <inkml:trace contextRef="#ctx0" brushRef="#br0" timeOffset="-142807.93">24090 11265 349 0,'-6'14'603'0,"6"1"85"0,0-4 85 16,-6 4 41-16,6-1-168 0,-7 5-142 16,7-1-75-16,-7 4-34 0,7 0-34 0,0 4-38 15,0 0-30-15,0 3-26 0,0 3-24 16,0 2-24-16,0-2-33 0,0 5-28 0,0 0-31 16,7-1-29-16,-7 1-28 0,0 0-23 15,0-4-17-15,-7-4-14 0,7 0-5 16,0-7-3-16,0 1-1 0,0-5-1 0,0-7 1 15,0-1 1-15,7 2-1 0,-7-9 1 16,0-3-2-16,0 0-6 0,0-3-13 0,7-9-12 16,-7 2-15-16,6-9-17 0,-6-2-18 15,0-6-17-15,0-5-14 0,6-9-12 16,-6 2-6-16,0-13 4 0,0 1 15 0,6-4 20 16,-6-4 21-16,0 1 23 0,8 2 19 15,-8 1 15-15,0 3 9 0,0 5 11 16,6 4 8-16,-6 6 9 0,6 0 10 0,-6 7 2 15,7 1-3-15,6 8-5 0,0-2-7 16,7 9-7-16,-1 0-9 0,7 2-3 0,6 5-4 16,8 0-4-16,-1 3 0 0,6 4 2 15,8 0 1-15,-7 4-3 0,5-1 0 0,1 1 1 16,1 0 0-16,-2 4-6 0,2-8-1 16,-1 2-2-16,0 3 1 0,-6-5 0 0,6 0 0 15,-13 0 3-15,0-5-1 0,-7 3 3 16,-6 2 2-16,-6-5 0 0,-7 2 0 0,-1-1-1 15,2 0 1-15,-14 1-2 0,6-1-2 16,-12 0-2-16,6 1 1 0,-6 3 0 0,-8 3 0 16,2 1-1-16,-2 3 2 0,-5 9 1 15,-1 2 2-15,8 4-1 0,-2 3 0 16,-5 4 2-16,5 4 0 0,8 5 3 0,-6-2 1 16,4 4 15-16,8 0 18 0,-6 4 20 15,12 0 19-15,-6 4 12 0,8-5 8 0,4 6-5 16,-6-2-12-16,8 1-16 0,-8-4-15 15,7-1-12-15,-7 1-8 0,-6-7-9 16,8 0-3-16,-16-4-3 0,2-8-1 0,0 0 4 16,-14 2 4-16,1-9 4 0,-14 0 10 15,7-7 11-15,-13 0 8 0,0-4 6 16,0-3 5-16,-6 0 7 0,-1-4 1 0,0-4-3 16,0 4-4-16,-6-7-65 0,7 3 0 0,-8-3 0 15,2 0 0-15,-1-1 0 0,-1 1 0 16,8 0 0-16,5 0 0 0,1 2 0 0,13-2 0 15,0 4 0-15,7-1 0 0,5 0 0 16,2 1 0-16,6-1 0 0,6-3-139 0,0 0-226 16,12-1-104-16,2-3-123 0,5 0-144 15,1-4-156-15,6-3-120 0,6 0-15 16,1-4 54-16,-7 0 131 0,7 0 187 0,-7 0 221 16</inkml:trace>
  <inkml:trace contextRef="#ctx0" brushRef="#br0" timeOffset="-142374.48">24481 11514 52 0,'0'-25'486'0,"0"3"103"16,-6-4 87-16,0 0 81 0,6-3-69 0,-8 0-126 0,2 3-90 0,6 4-65 16,0-4-49-16,0 5-52 0,0 2-52 15,0 1-50-15,14-1-36 0,-8 5-31 0,7 3-30 16,6-1-25-16,0 5-25 0,1 0-21 16,6 3-12-16,7 4-10 0,-7 4-9 0,0-1-3 15,7 5-2-15,-14 2 1 0,1 3-1 16,0 1-2-16,-14 1 0 0,0-1 0 0,-6 4-1 15,-6-3-2-15,-8-1 1 0,-5 4 1 0,-7-3 10 16,0-1 0-16,-7 2-3 0,1-5-1 16,6 0-2-16,6 0-1 0,1-4-7 15,-1 0 0-15,7 1 6 0,0-1 4 0,13 1 3 16,-6-1-1-16,12 0 3 0,1 4 8 0,6-1 7 16,-1 5 10-16,8 1 8 0,0-1 7 15,5 2 9-15,2 1 5 0,-1 5 0 16,-6-5 2-16,6 4 2 0,-7 1 0 0,-6-6 12 15,0 2-13-15,-7-5-2 0,-6 0-3 16,-6 1 3-16,0-4 4 0,-14 0-12 0,1-4 5 16,-7-3-1-16,-1 0-6 0,-5-4-10 15,-1 0-13-15,1-4-6 0,-7-3-8 0,-1 0-7 16,8-1-10-16,-7-3-30 0,7 1-45 16,5-1-62-16,-5-4-78 0,12 1-100 15,1-1-157-15,5-4-180 0,2 1-202 0,12-1-142 16,0-2-30-16,0-2 45 0,12-2 132 15,2 0 190-15,-1-2 240 0</inkml:trace>
  <inkml:trace contextRef="#ctx0" brushRef="#br0" timeOffset="-141842.53">27294 10041 70 0,'7'-15'496'0,"-7"1"108"15,0-4 83-15,0 3 72 0,0 0-99 16,0 4-174-16,-7 1-114 0,1 5-75 0,-6 5-51 16,-2 8-44-16,-5 3-27 0,-7 7-8 0,0 8-2 15,-7 4-12-15,1 7-6 0,-7-1-11 16,-1 7-19-16,1 2-18 0,0 2-19 16,7-4-22-16,-8 1-21 0,1 1-15 0,7-4-7 15,-7-2-8-15,6 3-5 0,7-3-11 16,-6-2-39-16,6 0-62 0,-1 0-99 0,7-5-144 15,1-3-167-15,0-3-173 0,0 0-158 16,-1-1-40-16,0-3 45 0,1 0 114 16,-1-4 154-16,0 1 177 0</inkml:trace>
  <inkml:trace contextRef="#ctx0" brushRef="#br0" timeOffset="-141092.45">26233 11026 339 0,'0'5'711'0,"-6"-10"98"0,6 5 48 15,-7-2 28-15,0 2-211 0,1 2-251 0,0 6-144 16,-8 0-62-16,8 6-11 0,0 4 10 16,-8 8 7-16,8 3 1 0,-1 4 0 0,-5 4-11 15,12 0-16-15,-7 6-20 0,7 1-29 16,0 4-31-16,0-4-32 0,0 3-22 0,7 1-18 16,-1-4-15-16,-6-4-13 0,6-3-7 15,-6-4 0-15,7-4-3 0,-7-7 0 16,6-3 3-16,-6-8 6 0,0-5 6 0,0-1 3 15,0-5 0-15,-6-11-1 0,6 0-5 32,-7-11-4-32,7-3-6 0,-6-9-8 0,0-5 1 0,-1-6 1 0,0-10-1 0,1 0-2 31,0-11-2-31,-1-1 3 0,7 3-5 0,-7-3 1 0,7 9-1 0,-6 3 3 0,6 4 0 16,0 7 0-16,6 7 1 0,1 5-2 15,0 1 0-15,5 9-1 0,2 4-1 0,11-1-1 16,1 5 4-16,7 3 1 0,7 4 0 15,5 0 0-15,1 3 1 0,5 4 0 16,8 0-3-16,0 0 1 0,12 4-1 0,-5 3 0 16,5 0-1-16,1 1 1 0,-7-1 4 15,7 0-4-15,-7 0 1 0,-6 1-4 0,-14-5-5 16,1 5-5-16,-7-5-8 0,-13 1 0 16,0 0-2-16,-13-4 5 0,-1 3 4 0,2-3 6 15,-14 0 4-15,0 4 3 0,0-4 1 16,-14 5 1-16,8-3 0 0,-7 2-2 15,0 3 0-15,0 5-1 0,1 3 2 0,-2 3-1 16,1 3 0-16,0 5 3 0,6 3 2 16,7 8 9-16,0 0 11 0,7 7 9 0,-1-4 3 15,8 8 3-15,-2-5 5 0,2 5-1 16,-2 0-4-16,2 3-3 0,-1-4-1 0,-1-2-3 16,-4 2-4-16,-2-3-5 0,-6-3-5 15,-6-1-2-15,-8-4-1 0,1 1 0 16,0-7-1-16,-12-1 1 0,-2-7 1 0,-5 0 0 15,-1-8-2-15,-7-3 2 0,2-4 5 16,-1-2 8-16,-7-5 11 0,1-5 13 0,-8 1 12 16,1-2 7-16,0-5-48 0,0 0-22 31,0 0 0-31,-7-4 0 0,14 5 0 0,-8-5 0 0,8 4 0 0,-1 0 0 0,7-4 0 16,7 4 0-16,-1 3 0 0,7 1 0 15,14-1 0-15,-8 1 0 0,13 4 0 0,1-5-109 16,-1 1-182-16,7 0-85 0,7 0-67 0,6-1-84 15,-1-3-105-15,2 0-127 0,6-3-133 32,-1-1-59-32,1 0 14 0,-2-7 90 0,2 0 146 0,-7-3 188 0</inkml:trace>
  <inkml:trace contextRef="#ctx0" brushRef="#br0" timeOffset="-140874.04">26442 11253 77 0,'0'-14'519'0,"0"0"117"0,0 3 89 0,0-4 76 16,0 5-97-16,0 2-164 0,0 0-131 15,0 4-100-15,0 1-73 0,0 3-54 16,6 0-28-16,-6 7-12 0,0 4 5 0,7 8 7 16,-7-1-2-16,6 4-12 0,-6 0-21 0,6 3-30 15,-6 5-24-15,7-1-24 0,-7 0-14 16,0 0-20-16,0 1-38 0,0-5-51 16,0-3-83-16,0-3-108 0,0-1-141 0,0-3-147 15,0-8-140-15,7 1-139 0,-7-8-22 16,0 0 56-16,6-8 112 0,-6-2 142 0,6-5 163 15</inkml:trace>
  <inkml:trace contextRef="#ctx0" brushRef="#br0" timeOffset="-140716.74">26558 11320 142 0,'8'-23'548'0,"-2"5"123"15,0 4 68-15,-6-1 43 0,7 8-157 16,-7 0-151-16,6-1-115 0,-6 8-76 0,0 4-25 16,0 3-6-16,7 7-9 0,-7 1-26 31,6 4-34-31,1 3-37 0,-1 0-38 0,0 4-35 15,2-1-23-15,-2 5-17 0,7-5-13 16,-6 0-27-16,-1 2-44 0,1-2-70 0,-1-3-117 16,0 0-161-16,1-8-190 0,0 1-205 15,-7-8-101-15,6 0-6 0,0-7 76 0,1-3 136 16,-7-4 180-16</inkml:trace>
  <inkml:trace contextRef="#ctx0" brushRef="#br0" timeOffset="-140382.92">26943 10199 9 0,'6'-52'451'0,"1"1"65"0,-7 6 51 16,6 2 53-16,1 3-66 0,-7 7-170 0,7 7-89 16,-1 4-50-16,0 9-33 0,8 1-19 15,-8 12-22-15,7 7-13 0,7 11-5 0,0 4 6 16,-2 12 9-16,9 5-2 0,-1 5 2 0,6 8-5 15,7 7 1-15,1 3-1 0,5 4-9 16,8-5-17-16,5 6-17 0,1-1-23 16,-1 3-21-16,-6-6-19 0,7 3-17 0,-7-8-12 15,0 1-13-15,-6-5-5 0,-7-2-4 16,-7-4-5-16,1-4-6 0,-7-8-16 0,-13-2-23 16,0-5-31-16,-13-7-47 0,0 0-87 15,-13-8-129-15,0-3-151 0,-6-4-152 0,-1-3-161 16,-6 0-79-16,0-1 20 0,7-3 103 15,-8-3 146-15,1 3 166 0</inkml:trace>
  <inkml:trace contextRef="#ctx0" brushRef="#br0" timeOffset="-140127.72">27731 11247 152 0,'7'6'674'0,"-1"3"138"0,-6-6 75 0,7 0 41 16,-7 1-107-16,6 0-240 0,-6 3-181 15,6 0-86-15,-6 8-31 0,0 0-3 0,7 7-14 16,-7 0-25-16,7 3-34 0,-1 1-39 16,-6 0-35-16,6 3-34 0,2 0-24 0,-2-3-23 15,-6 0-19-15,6-1-12 0,-6 0-19 16,7 2-26-16,-7-9-40 0,-7 0-50 0,7 1-64 16,0-9-75-16,-6 1-109 0,6-7-130 15,-6-4-144-15,6 0-130 0,0-11-129 0,0 1-37 16,6-5 54-16,-6-4 123 0,6-3 163 15,1-8 170-15</inkml:trace>
  <inkml:trace contextRef="#ctx0" brushRef="#br0" timeOffset="-139815.58">27927 11342 203 0,'0'-16'623'0,"6"6"113"0,-6-1 73 0,0 0 49 16,0 4-155-16,-6 3-171 0,6 4-138 16,-7 0-68-16,7 7-22 0,-7 0-10 0,7 5-11 15,0-1-20-15,0 8-28 0,0-5-28 16,7 4-31-16,0-3-26 0,-1 3-31 0,7-3-26 15,0-1-22-15,6-3-15 0,-5 1-15 16,6-6-13-16,-2 2-9 0,-4-5-8 0,5-3-3 16,7-3-4-16,-6 0-1 0,-1-5 1 15,1-4 0-15,-7 6 9 0,6-9 12 0,1 4 18 16,-7 3 25-16,1-2 17 0,-8 2 7 16,0 1-3-16,0 3-11 0,-6 4-18 0,7 8-22 15,-7-1-17-15,-7 7-2 0,7 5-16 16,-6 2-3-16,6 5 0 0,-6 0 0 15,0 3 0-15,-2 1 0 0,2-1-36 0,-7 1-108 16,6-4-82-16,1-1-90 0,-7 0-107 16,7-3-139-16,-1-7-157 0,-6 0-153 0,0-9-124 15,0-1-17-15,0-5 55 0,-7-8 139 16,8-3 185-16,-2-4 207 0</inkml:trace>
  <inkml:trace contextRef="#ctx0" brushRef="#br0" timeOffset="-139534.39">27639 11005 316 0,'-12'-23'698'0,"-1"2"108"16,0 3 66-16,0-1 42 0,7 4-208 15,-2 5-257-15,2 2-147 0,0 8-69 0,6 4-16 16,-7 10 15-16,14 9 30 0,-7 9 31 16,6 9 10-16,8 7-4 0,-2 2-24 15,1 9-34-15,7 0-43 0,-8 3-45 0,8 4-40 16,-6-3-30-16,5 3-26 0,-6-4-21 15,-6-4-15-15,5-3-8 0,-5-4-8 0,-7-7-11 16,7-3-15-16,-7-8-20 0,6-4-19 16,-6-11-21-16,0 0-32 0,0-7-42 0,0-6-42 15,0-5-40-15,-6-5-47 0,-1-2-63 16,0-8-83-16,1-6-88 0,0-1-92 0,-8-8-93 16,2-6-98-16,-1-5-47 0,6-7 48 15,-6-2 101-15,-1-6 127 0,2-9 143 16</inkml:trace>
  <inkml:trace contextRef="#ctx0" brushRef="#br0" timeOffset="-139112.58">27574 11126 316 0,'-6'-41'649'16,"0"4"100"-16,6 1 61 0,0 6 53 0,0 5-199 16,6 3-215-16,8 1-135 0,-2-2-78 15,8 8-36-15,5-3-38 0,9 3-26 0,11 4-15 16,0 1-7-16,8 2-9 0,5 1-16 16,1 3-10-16,12 1-18 0,2-1-18 0,4 4-18 15,2 0-12-15,-8 4-5 0,8-4-5 16,-14 0-1-16,-7 0 2 0,-6 0 3 15,-6 0 3-15,-13 0 0 0,-1 0-70 0,-12 3 41 16,-7-3 24-16,-7 8 20 0,0-1 24 16,-6 3 30-16,0 9 115 0,-6 3 1 15,0 8 12-15,-7 6 21 0,6 4 11 0,0 4 7 16,7 8-9-16,0-1-20 0,0 3-110 16,7 2-107-16,0 2 0 0,6-6 0 0,-1 3 0 15,-5-8 0-15,6 5 0 0,-7-8 0 0,1-1 0 16,0-2 0-16,-7-4 0 0,0-1 0 15,-7-3 0-15,0-4 0 0,-5-3 0 16,-8 0 0-16,1-8 0 0,-7 0 0 0,-7-3 0 16,-7-5 0-16,2-1 0 0,-8-3 0 15,0-2 0-15,1-4 0 0,-7 0 0 0,-1 0 0 16,2 0 0-16,5-4 0 0,-6 1 0 16,0 0 0-16,6 3 0 0,1-5 0 0,5 1 0 15,8 4 0-15,6-3 0 0,0 3 0 16,6 0-128-16,14-3-369 0,0 3-168 0,6-8-182 15,6 1-212-15,14-7-73 0,-1-1 18 16,7-7 98-16,0-7 178 0,7-5 225 16</inkml:trace>
  <inkml:trace contextRef="#ctx0" brushRef="#br0" timeOffset="-138700.89">30167 9975 382 0,'13'-11'450'0,"0"-3"45"0,-6 2 43 16,5-2-92-16,-5 3-91 0,6-1-52 15,-6 5-35-15,-7 0-23 0,0 7 1 16,0 0-12-16,0 4-14 0,-14 6 4 0,1 10 23 16,1 2 21-16,-14 7 5 0,-1 7 8 15,-5 7-5-15,-1 6-24 0,-5 2-30 0,4 1-30 16,-5 2-43-16,7-3-39 0,-1 1-33 15,7 0-22-15,0-2-20 0,1-2-11 0,5-4-7 16,0 1-6-16,7-6-25 0,0-2-54 16,6-8-70-16,-5 0-108 0,5-6-149 15,7-5-189-15,-7-3-205 0,7-4-146 0,-6-4-32 16,6 0 51-16,-6-7 120 0,-1 0 173 16,1 0 220-16</inkml:trace>
  <inkml:trace contextRef="#ctx0" brushRef="#br0" timeOffset="-137982.31">29529 10811 209 0,'-6'0'655'0,"-2"3"116"16,2-3 58-16,0 4 39 0,-7 3-144 15,6-4-202-15,0 9-144 0,1 2-51 16,6 8 5-16,-6 3 25 0,6 9 10 0,0 6-8 16,0 9-18-16,6-2-26 0,0 4-38 15,1 0-44-15,0 1-41 0,6 2-57 0,-7-2-135 16,0-1 0-16,8 0 0 0,-8-6 0 15,0-2 0-15,1-6 0 0,0-4 0 0,-1-7 0 16,-6-4 0-16,7-8 0 0,-7-3 0 16,6-3 0-16,0-8 0 0,-6-4 0 0,8-3 0 15,-8-8 0-15,0-7 0 0,0-4 0 0,0-7 0 16,0-7 0-16,0-4 0 0,0-7 0 16,-8-11 0-16,2-5 0 0,0-6 0 15,6-4 0-15,-13 0 0 0,6 4 0 0,7 7 0 16,-7 5 0-16,1 5 0 0,6 12 0 15,0 3 0-15,0 9 0 0,0 6 0 0,6 4 0 16,1 3 0-16,13 5 0 0,0 0 0 16,6 7 0-16,13 2 0 0,-1 2 0 0,15 3 0 15,12 3 0-15,0 2 0 0,6 2 0 16,1 4 0-16,6 0 0 0,1-1 0 0,-8 2 0 16,0-2 0-16,-5 1 0 0,-14-4-41 15,0 5-24-15,-13-5 6 0,-7 0 12 0,-5 1 8 16,-15-5 10-16,8 1 6 0,-14 1 4 15,-6 1 9-15,0 1 3 0,-6-3 3 0,-6 6 3 16,4-2 1-16,-4 7 9 0,-1 0 12 0,-1-1 14 16,2 8 14-16,6 0 17 0,-2 7 21 15,2 4-10-15,6 8-77 0,6-1 0 0,2 4 0 16,-2 4 0-16,6-1 0 0,2-3 0 16,-1 4 0-16,-7-1 0 0,8-3 0 0,-8 1 0 15,0-5 0-15,0 0 0 0,-6 1 0 0,0-5 0 16,-6-3 0-16,0 0 0 0,-14 1 0 0,1-5 0 15,-7-4 0-15,0 0 0 0,-7-3 0 16,-6-3 0-16,7-2 0 0,-14-4 0 0,7-3 0 16,-7-2 0-16,7-5 0 0,-6 1 0 15,-1-8 0-15,1 4 0 0,-1-7 0 16,0 0 0-16,0 3 0 0,7-7 0 0,1 3 0 16,-2 1 0-16,1-4 0 0,7 3 0 15,5-2 0-15,1 2 0 0,7 1 0 0,-1 0-246 16,8 0-137-16,4-1-77 0,8 1-119 15,0-4-141-15,8-3-151 0,-2-5-127 0,7 1-17 16,-6-5 56-16,6-2 133 0,-1 0 181 16,2-9 211-16</inkml:trace>
  <inkml:trace contextRef="#ctx0" brushRef="#br0" timeOffset="-137759.89">29795 10994 595 0,'0'-15'743'16,"0"0"88"-16,0 4 52 0,-6 1-49 0,6 2-232 15,0 1-224-15,0 7-106 0,0 0-46 16,0 4-5-16,0 7 4 0,0 7 9 16,6 3 8-16,1 5-8 0,0 3-20 0,-1 2-32 15,8 1-35-15,-2 0-32 0,1 2-30 16,-6-5-30-16,6 1-23 0,-1-2-36 0,-4-2-49 16,-2 0-64-16,0-8-78 0,-6 1-94 15,7-4-135-15,-7-8-157 0,0 0-155 0,0-7-160 16,0-7-57-16,0 0 21 0,-7-4 96 0,7-4 157 15,0-4 186-15</inkml:trace>
  <inkml:trace contextRef="#ctx0" brushRef="#br0" timeOffset="-137440.36">29939 11053 253 0,'13'-19'513'0,"0"-3"72"0,-7 4 49 16,8-1 21-16,5 1-136 16,-6 0-106-16,0 3-72 0,7 5-46 0,-1-3-36 15,1 7-53-15,-8-2-63 0,2 5-55 16,-1 3-37-16,0 0-24 0,-7 3-12 0,1 5-9 15,-7 3-1-15,0 1-1 0,-13-2-2 0,6 5 0 16,-6-1-2-16,7 1 2 0,-8 0-6 16,8-1 3-16,6 1 6 0,0 0 3 0,6-4 21 15,2 3 24-15,11 1 25 0,-6 3 20 16,13-4 18-16,0 5 23 0,0 3 9 16,0 0 5-16,6 1 6 0,-5-2 2 0,-1 5-4 0,-7-5-13 15,1 1-11-15,-14 4-13 0,1-8-8 0,0 5-5 16,-14-5-5-16,0-4-8 0,-6 1-13 15,0-4-13-15,-6 0-19 0,-1-4-24 16,-6-3-38-16,1-4-51 0,-2-4-67 0,7-3-90 16,-6-1-128-16,7-6-177 0,-1-1-197 15,7-3-216-15,7-8-74 0,-1-3 13 0,1-8 88 16,6-3 162-16,6-7 212 0</inkml:trace>
  <inkml:trace contextRef="#ctx0" brushRef="#br0" timeOffset="-137143.58">30630 10037 380 0,'19'-22'707'15,"7"-3"101"-15,-6 3 71 0,-8 0 50 16,2 4-246-16,-1 3-250 0,-7 3-137 0,7 5-71 16,-6 4-47-16,5 6-23 0,8 9 4 15,-7 3 1-15,13 2 16 0,0 13 12 0,7 3 13 16,6 7 3-16,0 7-10 0,13 5-21 15,0 3-28-15,7 0-40 0,-7 0-35 0,6 0-26 16,1-3-19-16,6-2-9 0,-7-2-6 16,1-1-6-16,6-3-1 0,-6-2-2 0,-7-10 0 15,-7 0-14-15,2-2-23 0,-15-8-30 0,-6-3-28 16,-7-4-33-16,-12-1-47 0,0-7-57 0,-14 1-64 16,-6-2-84-16,-6-2-104 0,-1 1-116 15,-6-5-99-15,0 3-94 0,-1 0-50 0,2 1 39 16,-1 0 94-16,6-1 127 0,0 1 134 15</inkml:trace>
  <inkml:trace contextRef="#ctx0" brushRef="#br0" timeOffset="-136373.17">31541 10964 381 0,'0'11'669'0,"-6"1"83"16,6-5 72-16,-7 4 47 0,7 0-188 0,-6 7-171 15,6 1-98-15,-7 6-24 0,7 0-12 0,-7 9-22 16,7 2-29-16,0 1-28 0,-6 3-29 15,6 4-31-15,0-4-29 0,0 4-23 16,0 0-23-16,6-4-19 0,-6 1-25 0,0-4-120 16,7-1 0-16,0-3 0 0,-1 1 0 15,-6-9 0-15,7-3 0 0,-1 0 0 0,-6-8 0 0,6-3 0 16,-6 0 0-16,8-3 0 0,-8-5 0 16,6-3 0-16,-6-3 0 0,6-2 0 15,-6-5 0-15,0-1 0 0,0-4 0 0,0-3 0 16,0-1 0-16,-6-6 0 0,6-4 0 0,-6-8 0 15,-2 1 0-15,2-8 0 0,0-4-36 0,-1 1-62 16,1-8 10-16,-1-1 14 0,-6-2 15 16,7 4 16-16,-1 2 17 0,0 0 10 0,1 9 8 15,6 6 5-15,0 4 2 0,0 0 5 16,6 8 2-16,1 2-1 0,6 6-3 0,7-3 1 16,5 9-3-16,15 0 0 0,5 4-3 15,1 0 2-15,12 7-1 0,8-4-2 0,-1 4 2 16,6 4 1-16,1-4 1 0,0 4-1 0,-1-1-1 15,8-3 2-15,-2 3-1 0,2 1-3 16,-1 1-3-16,0-2 0 0,0 0 3 0,-13-3-1 16,-6 0 1-16,-7 0 4 0,-7-3 3 15,-5 0-1-15,-14-2-1 0,-1 1 1 0,-5 1-2 16,-7-4-2-16,-6 7-3 0,0-4 0 0,-7 1-2 16,0 3 0-16,-7 0 1 0,0 0 0 15,-6 3 2-15,1 8-1 0,-2 4 3 0,2 3-1 16,5 8 2-16,-6 8 4 0,6 1 8 15,-5 9 14-15,4 4 19 0,2 3 28 0,6 4 25 16,-6 4 14-16,6-1 5 0,0 0-70 16,-7 2-46-16,7-5 0 0,-7 0 0 0,7-4 0 15,-6-4 0-15,-7-2 0 0,7-1 0 0,-8-8 0 16,-5-4 0-16,6-1 0 0,-7-5 0 16,-5-5 0-16,5-6 0 0,-13-1 0 0,1-3 0 15,-7-4 0-15,-1 1 0 0,1-8 0 16,-13 0 0-16,7-3 0 0,-14-2 0 0,0-2 0 15,-12-4 0-15,-1-3 0 0,-6 3 0 0,-7-4 0 16,0 0 0-16,8-3 0 0,-2 7 0 16,8 1 0-16,6-3 0 0,12 7 0 0,2-2 0 15,5 1 0-15,13 3 0 0,1 0 0 0,6 1 0 16,6-1 0-16,7 1 0 0,1-5 0 16,12 1 0-1,0-3-83-15,0-2-330 0,12-2-85 0,-6-1-98 16,14 0-102-16,-1-7-108 0,1 4-111 15,13-4-60-15,-7 0 28 0,6-4 115 0,7 1 151 16,1-4 181-16</inkml:trace>
  <inkml:trace contextRef="#ctx0" brushRef="#br0" timeOffset="-136076.36">31977 11169 442 0,'20'-18'618'0,"-7"4"71"0,-6-1 42 16,-7 4-40-16,-7 7-165 0,-12 0-153 0,-1 4-75 15,-6 0-28-15,-1 8-3 0,-5-1-10 16,-1 1-16-16,7 3-20 0,1-1-26 0,-1 1-28 15,12 4-28-15,-5-4-28 0,12 4-24 0,1-4-17 16,6-3-20-16,6 2-11 0,8 1-12 16,5-3-7-16,0-2-6 0,14-6-5 0,-7 4-4 15,7-8-3-15,-7 4 10 0,6-3 23 16,-5-4 30-16,-1 3 33 0,-7 4 20 0,1-3 16 16,-8 6 20-16,2 1 33 0,-2 10 47 15,-4 12 11-15,-2 7 8 0,-6 4-156 0,0 7-97 16,0 6 0-16,0 6 0 0,-6-1 0 0,6 4 0 15,-8-1 0-15,2 1 0 0,0-8 0 16,-1-3 0-16,0-5 0 0,1-10 0 0,0-3 0 16,-1-8-3-16,-6-4-579 0,6-10-272 15,-5-5-282-15,-2-3-104 0,-5-7 7 0,-7-8 87 16,0 0 186-16,-7-6 269 0</inkml:trace>
  <inkml:trace contextRef="#ctx0" brushRef="#br0" timeOffset="-135089.7">18678 11844 151 0,'0'-19'416'0,"0"2"57"0,0-2 47 0,-7 1-2 16,7-2-48-16,0 3-49 0,0 2-35 16,0 4-29-16,0 0-36 0,-6 7-49 0,6 1-70 15,0 6-52-15,6 1-17 0,-6 11 14 16,7 3 36-16,6 3 39 0,0 13 21 15,7 3 7-15,6 3-4 0,0 4-22 0,7 8-26 16,6 2-31-16,6 9-30 0,1 2-27 16,6 5-21-16,0 0-16 0,6 3-17 0,1-4-14 15,-7 0-9-15,7-2-8 0,-7-4-5 16,0-6-3-16,-6-1 0 0,-7-8 2 0,-7-4-2 16,1-8-4-16,-13-3-1 0,-1-7-3 15,1-4 0-15,-14-7-3 0,8-5-1 0,-8 1 1 16,-6-3-11-16,0-8-17 0,-6 3-36 15,-2-6-53-15,2-1-67 0,0-3-68 16,-1-1-80-16,0-2-118 0,7-2-126 0,0-2-131 16,7-2-130-16,0-1-73 0,-1-1 18 15,8-5 94-15,4 1 141 0,2-6 172 0</inkml:trace>
  <inkml:trace contextRef="#ctx0" brushRef="#br0" timeOffset="-134773.08">20515 12133 92 0,'26'-18'503'0,"-6"3"103"0,-1 1 83 0,1-1 70 15,-8 0-104-15,2 4-148 0,-8 0-105 16,0 3-87-16,1 5-75 0,-7-4-66 16,0 7-50-16,0 0-31 0,-13 7-14 0,7 1 10 15,-14 2 13-15,0 13 29 0,-5-1 24 16,-8 10 9-16,-6 5 0 0,0 4-5 0,-6 2-13 15,-1 5-23-15,-7 4-26 0,-6 2-20 0,2-3-17 16,-9 1-14-16,8-1-7 0,-1-3-5 16,1-4-2-16,11-8-2 0,-4 1 0 15,5-4 1-15,13-4-3 0,1-7-2 0,6 0-5 16,-1-4-5-16,9-7-5 0,4 0-7 16,1-3-25-16,7-2-53 0,-8 3-89 15,14-6-149-15,-6-3-202 0,0 0-248 0,6-3-205 16,-6-1-69-16,6-4 23 0,0-3 114 15,-8 0 183-15,8 0 241 0</inkml:trace>
  <inkml:trace contextRef="#ctx0" brushRef="#br0" timeOffset="-134272.49">18828 13046 262 0,'-7'-19'457'0,"1"4"62"0,6-3 44 16,-6 0-46-16,-2 3-64 0,8 0-80 16,-6 5-47-16,6 2-37 0,0 1-36 0,-6 0-52 15,6 2-61-15,0 10-38 0,-6-3-11 16,6 10 11-16,-7 6 31 0,0 4 49 16,7 12 49-16,-6 3 41 0,6 10 25 0,-7 7 4 15,7 9-8-15,0 3-28 0,0 4-37 0,0-1-44 16,0 0-43-16,0 1-32 0,0-3-25 15,0-2-15-15,7-5-16 0,-7-3-12 0,0-1-12 16,0-9-8-16,6-3-6 0,-6-8-6 16,0-6-2-16,0-5-3 0,0-7 1 0,0-2 0 15,0-10 0-15,0 3-13 0,0-9-33 16,0-5-44-16,0-2-65 0,0-7-72 16,-6-4-87-16,6-5-101 0,0-3-120 0,6-3-121 15,-6-8-115-15,7 2-114 0,-7-10-26 16,7-3 51-16,-1-3 119 0,0-4 149 0,0-3 167 15</inkml:trace>
  <inkml:trace contextRef="#ctx0" brushRef="#br0" timeOffset="-133631.7">18789 13030 421 0,'-6'-25'500'0,"-1"3"36"16,0 0 23-16,1 4-84 0,-1 3-125 16,7 1-63-16,-6 3-34 0,6 3-17 0,6 2-11 15,1 1-12-15,6 2-45 0,6-1-36 16,7 8-16-16,7-1 1 0,6 2 10 15,7 1-5-15,6 5-5 0,7-3-6 0,-1 3-10 16,8 0-11-16,5-1-16 0,-6 2-14 16,14-2-14-16,-8 1-15 0,7 0-10 15,6-4-10-15,1 1-6 0,0-1-3 0,-7-3 0 16,7-1-1-16,-8-3 4 0,-4 0 18 16,-2 0 22-16,-12-3 30 0,-1-4 40 0,-12 0 42 15,-7-1 37-15,0 1 20 0,-13-1 6 16,-7 1-8-16,1 3-26 0,0-3-31 0,-7 4-36 15,-7-2-35-15,8 2-29 0,-14 3-23 16,6 0-17-16,0-4-11 0,-6 4-8 16,7 4-1-16,-7-1 1 0,7 5-1 0,-1 7 5 15,0-1 11-15,1 8 13 0,-1 7 16 16,-6 8 16-16,7 4 14 0,0 6 13 0,-7 8 4 16,0 1-2-16,6 1-11 0,-6-1-11 15,-6 2-13-15,6 2-11 0,0-6-11 0,0 0-8 16,0-2-6-16,0-4-3 0,0-5 0 15,0 1-4-15,0-3-1 0,0-5-1 0,0 0 0 16,0-2-4-16,0-1-1 0,0-4 0 16,0-2 0-16,-7-6 0 0,0 2 0 15,-6-6 0-15,1 2 0 0,-2-5 0 0,-5 0 0 16,-7-2 0-16,0-5 0 0,-7 4 0 0,-5-4 0 16,-2 0 0-16,-5-2 0 0,-8-2 0 15,1 5 0-15,-13-5 0 0,0 1 0 16,-13 0 0-16,0-4 0 0,-7 3 0 0,1-6 0 15,-15 3 0-15,2-4 0 0,-1 0 0 16,-13 1 0-16,14-5 0 0,-7 5 0 0,6-4 0 16,7-1 0-16,6-3 0 0,6 5 0 15,8-6 0-15,12 4 0 0,8-3 0 0,11 4 0 16,8 3 0-16,6-3 0 0,7 0 0 16,5 3-219-16,8-3-116 0,6-1-64 15,6 2-48-15,14-6-74 0,-7 5-103 0,13 0-101 16,0-1-133-16,0 5-68 0,7-4 11 15,-7-1 91-15,-7 0 148 0,7 5 168 0</inkml:trace>
  <inkml:trace contextRef="#ctx0" brushRef="#br0" timeOffset="-133029.68">19108 13741 230 0,'0'-14'575'0,"7"-1"77"16,-7 0 47-16,6-3 46 0,-6 4-162 15,0-5-155-15,7 1-103 0,-7-1-47 16,0 1-28-16,0-1-38 0,-7 5-47 0,1-4-43 16,-1 3-37-16,0 1-30 0,-5 3-15 15,-2 0-17-15,-5 3-12 0,-1 1-5 16,0 4-4-16,2 3 0 0,4 0-1 0,-5 3 2 15,5 0-2-15,2 5-2 0,-1-2 1 16,6 3 0-16,7 2 0 0,0 0-1 0,7 3 2 16,0 1 6-16,11-1 0 0,2 5-2 15,7 3 0-15,-1-4 4 0,6 7 2 16,1-2-3-16,-1 2 1 0,1 0 1 0,-7 1 0 16,0 0-5-16,-7 0 3 0,-5 0-2 15,-2-5-2-15,-12 1 1 0,0 0 2 0,0-3 6 16,-12-5 3-16,4 1 15 0,-11-1 18 15,6-6 18-15,0 0 22 0,-7-5 23 0,1 1 23 16,6-8 21-16,-6 1 10 0,5-5 10 16,-5 0 4-16,6 2 1 0,0-5-10 0,7-4-16 15,-1 0-19-15,0 0-16 0,1 1-21 16,6-1-24-16,0 0-16 0,0 1-13 0,6-1-7 16,-6 0-12-16,7 1-7 0,0 3-5 15,-1 4-5-15,-6 0-3 0,7-1-4 0,-1 0-1 16,-6 5-2-16,0-1-2 0,6 2-5 15,-6 2 0-15,0 0-2 0,0 0-10 16,0 0-15-16,0 2-26 0,0 2-33 0,-6-1-45 16,6 1-53-16,0 0-56 0,0-1-58 15,-6 2-84-15,6-3-105 0,0 3-129 0,0-5-151 16,0 0-136-16,0 0-28 0,0-5 55 16,0-2 110-16,0 4 159 0,-7-5 196 15</inkml:trace>
  <inkml:trace contextRef="#ctx0" brushRef="#br0" timeOffset="-132432.87">18939 13565 362 0,'-6'-7'512'0,"-8"0"56"16,8 3 33-16,-1-3-71 0,1 0-111 15,-1-1-81-15,0 1-49 0,1 3-21 0,6 1-3 16,-6-5-1-16,-1 5-18 0,7-1-26 16,0-3-13-16,-7 3-4 0,7 0-7 15,0 0-10-15,0 1-17 0,7 0-21 0,-7-4-21 16,7 2-21-16,-1 1-17 0,7-3-19 16,0 3-13-16,0 1-11 0,7-1-6 0,0 4-4 15,-1-3-5-15,1 3-4 0,-2 3-4 16,2 1-2-16,0 3-5 0,-1 0-3 15,1 4 0-15,0 4 2 0,-7 0 7 0,0 7 9 16,-7-4 6-16,1 8 10 0,-1-1 5 16,-6 2 8-16,-6-2-1 0,-1 4 4 0,-6 0 2 15,-6 1-2-15,-1-1-3 0,0 0-4 0,-5-3-1 16,-1 3-4-16,0-7 2 0,-1 5 0 16,1-6 6-16,0 2 8 0,7-6 19 15,5-2 29-15,-5-4 39 0,6 0 8 0,7-4-162 16,-1 1 0-16,1-5 0 0,6 1 0 15,0-4 0-15,6 0 0 0,7 0 0 0,0-4 0 16,6 4 0-16,14-8 0 0,-1 5 0 16,8-1 0-16,5 1 0 0,1-1 0 15,0 0 0-15,0 4 0 0,-1-3 0 0,1 3 0 16,-7 0 0-16,-1 0 0 0,1 0 0 16,-12 0 0-16,-1 0 0 0,0 0 0 0,-13 0 0 15,6 0 0-15,-12 0 0 0,6 0 0 16,-6 0 0-16,-7 0 0 0,6-4 0 0,-12 4 0 15,6 0 0-15,-7 0 0 0,0-3 0 16,1-1 0-16,-1 4 0 0,1-4-1 0,0 1-379 16,-8 3-63-16,8-5-61 0,0 2-81 15,-8 0-85-15,8-1-92 0,-7 0-96 16,6 1-61-16,-6-5 34 0,1 1 96 0,-2 0 133 16,-6-1 162-16</inkml:trace>
  <inkml:trace contextRef="#ctx0" brushRef="#br0" timeOffset="-131931.59">18939 13679 120 0,'-20'-4'492'0,"7"-3"79"0,0 0 63 16,0 4 69-16,0-6-101 0,0 3-106 0,7-2-78 16,-1-3-42-16,1 3-28 0,-1-2-44 15,7 2-57-15,-7-3-42 0,7 4-31 0,7-4-23 16,0 0-21-16,-1 4-19 0,7 0-19 15,0-1-19-15,0 0-11 0,7 2-8 0,-1 2-6 16,1 0-9-16,6 1-7 0,-7 3-9 16,1 3-3-16,6 5-3 0,-6-5-6 0,-1 8-4 15,-6 0 1-15,6 4 2 0,-5 3-1 16,-8 0 3-16,1 5 1 0,-7-1 7 16,0 3 2-16,-7 1 2 0,1-1 5 0,-14 4 3 15,7 1-1-15,-6-5 7 0,-8 5-2 16,7-5 1-16,-5 1 0 0,-1-4 6 0,6-4 14 15,1 5 12-15,-1-9 28 0,0 1 29 16,8-4 36-16,5-1 39 0,-6-2 35 16,7-4 6-16,6-1-202 0,-7 1-40 0,7-4 0 15,7 0 0-15,-1 0 0 0,7 0 0 16,6-4 0-16,8 1 0 0,11-1 0 0,2-4 0 16,-1 5 0-16,13-1 0 0,0 1 0 15,0-1 0-15,1 0 0 0,-2 1 0 16,-5 3 0-16,7-4 0 0,-15 4 0 0,-5-3 0 15,-1 3 0-15,-5 0 0 0,-8-4 0 0,-6 4 0 16,0 0 0-16,-7 0 0 0,-6 0 0 16,7 0 0-16,-14 0 0 0,1 4-212 15,-1-4-251-15,1 0-108 0,0 0-120 0,-1 0-133 16,0 0-151-16,1-4-56 0,-7-3 31 16,6-1 103-16,7 1 159 0,-6-3 192 0</inkml:trace>
  <inkml:trace contextRef="#ctx0" brushRef="#br0" timeOffset="-131587.96">19675 13320 415 0,'6'-29'712'0,"0"-1"86"0,-6 2 64 0,7 2 61 16,-7 3-235-16,0 1-217 0,0 4-102 16,0 0-38-16,0 7-25 0,0-4-35 0,0 8-43 15,0 0-48-15,0 4-45 0,7-2-45 16,-7 5-37-16,0 5-23 0,0 5 2 15,0 8 21-15,0 4 31 0,0 7 32 0,6 8 34 16,-6 7 38-16,7 4 37 0,-7 2 16 16,6 10-10-16,-6-2-222 0,0 8-9 0,0 0 0 15,0 4 0-15,0-1 0 0,-6-3 0 16,-1 4 0-16,-6-8 0 0,6 0 0 16,1-3 0-16,-6-8 0 0,4-7 0 0,2-4 0 15,0-3 0-15,-1-4 0 0,1-10 0 16,6-6 0-16,0-2 0 0,-7-4 0 0,14-4 0 15,-7-7 0-15,6 0 0 0,-6-3 0 16,7-7-70-16,5 1-382 0,-4-2-102 0,4-3-114 16,1-1-137-16,7 1-148 0,0-4-77 15,-2-1 16-15,9 1 84 0,-1-1 145 0,6-3 194 16</inkml:trace>
  <inkml:trace contextRef="#ctx0" brushRef="#br0" timeOffset="-131164.61">20117 13880 202 0,'14'-28'660'0,"-1"2"132"15,-1-4 87-15,-12 0 68 0,7 3-125 0,-14 0-222 16,7 5-172-16,-6 0-103 0,-7 0-69 16,0 4-54-16,0-1-44 0,-7 5-31 0,1 3-19 15,-1-4-12-15,0 8-9 0,2-1-8 16,-2 5-14-16,7 3-13 0,-1 0-18 16,2 3-11-16,6 5-9 0,6-1-4 15,0 8 2-15,6-1 0 0,6 4 4 0,2 1 1 16,5 4 3-16,7 2 0 0,-6 0-4 0,6 6 3 15,0-4 0-15,0 7 1 0,0-1 4 16,-6-4 3-16,0 5 6 0,-8-6 0 16,1 1 2-16,-13-3 5 0,0 0 16 0,-6-4 22 15,-7 0 21-15,-1-3 16 0,-5-4 18 16,-7-5 12-16,6 1 6 0,-6-7-66 16,1-1-85-16,5-3 0 0,0-3 0 0,8-5 0 15,-2-3 0-15,1-4 0 0,1-2 0 16,12-6 0-16,0-2 0 0,6-5 0 0,0 1 0 15,7-5 0-15,1 7 0 0,4-4 0 0,2 6 0 16,0 0 0-16,-1 2 0 0,1 2 0 16,-7 2 0-16,7 4 0 0,-8 1 0 0,2 3 0 15,-2 3 0-15,2 1 0 0,-8 3-488 16,1-3-194-16,6 7-199 0,-7-4-219 0,1 4-60 16,-1-3 32-16,0-1 97 0,-6 1 179 15,8-1 240-15</inkml:trace>
  <inkml:trace contextRef="#ctx0" brushRef="#br0" timeOffset="-130354.03">22652 11862 19 0,'12'-4'172'0,"1"1"51"0,-6-1 2 16,6-3-35-16,-7 3-35 0,0-3 15 16,8-1 21-16,-8 5-15 0,0-5-3 0,1 2 23 15,0 1 26-15,-1 2 19 0,-6-1 16 16,7 4 2-16,-7-3 0 0,6 3-15 0,-6 0-1 16,0 7 0-16,6 1 7 0,-6 2 0 15,8 9 2-15,-8 2 2 0,6 5-11 0,0 4-3 16,8 2-9-16,-2 9 8 0,8 3 4 15,6 3-1-15,0 8-6 0,6 8-17 0,8-1-22 16,-1 3-34-16,6 9-34 0,1-5-27 16,-1 1-24-16,1 0-21 0,-1-1-11 15,-5-3-8-15,-1-4-6 0,0-3-7 0,-13-5-5 16,7-5-6-16,-14-5-5 0,0-7-4 0,-5-5-3 16,-1-7 0-16,0-2 1 0,-7-9 3 15,1 1 2-15,-7-8-1 0,6 1-7 0,-6-5-32 16,0-3-45-16,0-7-60 0,-6 3-77 15,6-6-91-15,0-5-129 0,0-3-151 0,6-4-161 16,0-4-149-16,8-4-80 0,5 1 12 16,1-4 94-16,0-3 157 0,6-1 194 15</inkml:trace>
  <inkml:trace contextRef="#ctx0" brushRef="#br0" timeOffset="-130041.62">24319 12166 227 0,'25'-22'580'0,"1"4"109"16,-6 4 92-16,0-5 78 0,-14 8-173 16,7-5-166-16,-7 10-129 0,1-1-97 0,-7 3-71 15,-7 8-50-15,1 3-29 0,-13 4-1 16,-7 7 23-16,0 8 34 0,-13 3 19 16,-1 8 12-16,-11 7 2 0,-2 7-9 0,1 4-25 15,0 4-33-15,-6-2-38 0,-1 7-33 16,0-6-27-16,0 1-21 0,1-4-14 15,5-1 0-15,2-2-1 0,-2-5-3 0,8 1-2 16,6-7-3-16,0-5-3 0,6-7-9 16,7 0-6-16,6-9 0 0,1-3-9 15,6-7-22-15,0 2-48 0,7-4-71 0,-1-5-95 16,7-3-139-16,0 0-215 0,0-6-265 0,0-2-191 16,0-3-54-16,0 0 27 0,0-3 102 15,0-2 202-15,-7-2 276 0</inkml:trace>
  <inkml:trace contextRef="#ctx0" brushRef="#br0" timeOffset="-128877.6">22326 13023 199 0,'-7'-21'354'16,"0"-2"47"-16,1-3 52 0,-7 1-49 0,7 0-47 16,-8-1 4-16,8 4 29 0,0 0 10 15,-1 0 3-15,0 4-16 0,1-1-26 0,-1 9-58 16,1-2-68-16,6 5-51 0,-6 3-42 16,6 8-16-16,-8 7-6 0,8 11 19 15,-6 8 27-15,6 6 36 0,-6 11 32 0,6 5 13 16,-7 10-2-16,0 8-13 0,7 2-13 15,-6 6-20-15,6 6-28 0,0 0-27 0,0-3-27 16,0 3-24-16,0-7-19 0,0 0-16 16,6-4-8-16,-6-3-29 0,0-9-21 0,0-5 0 15,0-5 0-15,0-10 0 0,0-8 0 16,0-8 0-16,0-3 0 0,0-7 0 0,0-4 0 16,-6-8 0-16,6-3 0 0,-6-9 0 15,6-8 0-15,-7-4-166 0,7-5-72 0,-6-6-43 16,6-9-28-16,0-3-21 0,6-3-9 15,1-9-7-15,-1-6 2 0,0 0 18 0,8-8 29 16,-2 0 43-16,-4 1 47 0,4-4 54 16,-5 7 53-16,-1-1 40 0,1 6 29 0,0 2 15 15,-7 4 14-15,0 8 13 0,0-1 23 16,-7 7 23-16,7 5 26 0,-7 3 23 16,7 4 19-16,-6 3 22 0,6 4 3 0,0 4-5 15,0-1-7-15,6 1-7 0,1 7-10 0,6-4-15 16,-1 8-3-16,15-4-4 0,-1 4-1 15,6 3-2-15,7 1 2 0,7 3-3 16,7-5-5-16,-2 5-1 0,8 0-4 0,6 5-9 16,0-2-10-16,7-3-8 0,6 8-11 15,7-5-14-15,12 5-10 0,-6-1-9 0,14 1-2 16,-7-1-2-16,12-4-1 0,-5 5-4 0,5-1 1 16,1-4 3-16,0 1-7 0,-1 0-4 15,-12-4 0-15,-7 0 4 0,-12 0 2 16,-14 0 3-16,-13-4 14 0,-13 4 13 0,0-4 9 15,-13 1 4-15,-14-1 5 0,2 1-3 16,-8-1-8-16,1 0-7 0,-14 1-5 0,7-1-7 16,-6 4-1-16,0 0-6 0,-2 0 1 15,-4 7 8-15,5 1 12 0,1 6 21 0,-1 8 25 16,-6 5 28-16,13 9 32 0,-6 4 20 16,6 7 14-16,6 7-176 0,-6 6 0 15,7 5 0-15,-1 2 0 0,7 2 0 0,-6 1 0 16,5-3 0-16,-4-3 0 0,4 3 0 0,-5-4 0 15,-1-5 0-15,1 0 0 0,-1-3 0 16,-6 0 0-16,0-6 0 0,-6-6 0 0,-1 1 0 16,-6-7 0-16,1-5 0 0,-8-2 0 15,-6-8 0-15,-1 1 0 0,-5-6 0 0,-7 1 0 16,-7-7 0-16,-5 0 0 0,-8-4 0 16,-6 1 0-16,-8-4 0 0,-4-4 0 0,-8 0 0 15,-6-4 0-15,-7 1 0 0,-6-2 0 16,0-2 0-16,-7 0 0 0,0 0 0 15,0-1 0-15,7 0 0 0,1 1 0 0,5 4 0 16,0-1 0-16,14-3 0 0,5 7 0 16,8-4 0-16,6 2 0 0,12 2 0 0,7-5 0 15,14 5 0-15,-1 0 0 0,14-4 0 0,-1 4 0 16,8-8 0-16,-2 5 0 0,14-8 0 16,-6 0-113-16,12 0-328 0,0-3-85 15,8 0-102-15,-1-5-129 0,13 1-146 0,-6-5-105 16,6-3 0-16,-1 1 67 0,1-4 132 15,1-4 182-15,-8 0 220 0</inkml:trace>
  <inkml:trace contextRef="#ctx0" brushRef="#br0" timeOffset="-128324.33">22690 13466 197 0,'-6'-7'489'0,"-1"-4"73"16,0 0 69-16,1 4 53 0,0-4-133 15,0 0-109-15,-2 4-70 0,-4-4-37 0,5 4-36 16,0-1-47-16,7-3-42 0,-6 4-28 16,6-4-30-16,0-1-22 0,6 1-27 0,1 2-25 15,0-3-21-15,5 1-11 0,2 3-1 16,5-3-7-16,1 4-3 0,0 0-1 16,-2 3 1-16,2 0-5 0,-1 4-7 0,1 0-7 15,-6 4-4-15,5 3-5 0,-6 1-5 16,-6 3 0-16,-7 3 0 0,0 1 1 0,0-1 1 15,-7 4-1-15,-6 2 3 0,-6-3-1 16,5 2 0-16,-6-1-2 0,-5 1-1 0,5-5 0 16,0 2 1-16,1-3-3 0,-1-1 0 15,8-1 3-15,6-3 0 0,-2-5 1 0,2 0 3 16,0 1 5-16,6 0 2 0,6-4 6 16,0 3 2-16,8-3-1 0,-2 0 6 0,8 3 2 15,-1 2 6-15,1-2 10 0,6 5 8 16,-7-1 11-16,8 0 5 0,-8 0 4 15,1 5-5-15,-1 2-7 0,-5-3-9 0,-2 3 2 16,-5 5 1-16,0-5 4 0,-7 5 15 16,-7-1 11-16,0 1 13 0,1-5 5 15,-14 6 1-15,8-7-1 0,-15 1-7 0,8-2-6 16,-8-5-5-16,8 1 1 0,-7-1 3 16,0-7 0-1,7 3 0-15,-7-6-28 0,6-1-61 16,-6-3 0-16,7 0 0 0,5-4 0 0,-5-1 0 15,12 1 0-15,-6-7-81 0,13 4-168 0,0-5-86 16,7 1-82-16,6 0-112 0,0-4-124 16,7-1-132-16,5-2-143 0,1-1-57 0,0 1 25 15,7-4 101-15,-1-1 157 0,1-3 190 16</inkml:trace>
  <inkml:trace contextRef="#ctx0" brushRef="#br0" timeOffset="-127978.06">23172 13041 36 0,'13'-18'446'0,"6"0"85"0,-12 0 88 16,6 3 100-16,-7 1-71 0,-6-1-114 16,8 0-60-16,-8 3-38 0,6 5-52 0,-6 1-69 15,0-2-58-15,0 4-59 0,0 2-54 16,0-3-42-16,0 10-29 0,6-3-13 16,-6 10 5-16,0 1 27 0,0 10 36 0,0 3 29 15,0 11 27-15,0 0 19 0,-6 10 10 16,6 4-2-16,-6 8 6 0,-2 3 5 0,8 7-2 15,-6 1-8-15,0-1-121 0,6 5-91 16,-7 0 0-16,7-2 0 0,0-2 0 0,0 0 0 16,-7-5 0-16,7 2 0 0,0-9 0 15,0-6 0-15,0-5 0 0,0-7 0 16,0-4 0-16,0-9 0 0,0-5 0 0,0-4 0 16,0-4 0-16,0-6 0 0,0-1 0 0,0-7 0 15,7-4 0-15,-7-2 0 0,0-2 0 16,0-7 0-16,0 4-337 0,0-7-136 0,0 0-89 15,7-5-121-15,-7-2-146 0,12-1-163 16,-4-7-38-16,4 1 34 0,1-5 103 0,1 0 167 16,4-4 207-16</inkml:trace>
  <inkml:trace contextRef="#ctx0" brushRef="#br0" timeOffset="-127572.23">23472 13587 210 0,'13'-22'570'15,"-7"4"117"-15,1-1 94 0,-1 5 73 16,-6 0-177-16,0 5-166 0,6 3-135 0,-6-2-102 15,0 5-76-15,0 3-57 0,0 3-15 16,0 5 3-16,0-2 8 0,0 6 8 0,0-1-4 16,0 0 4-16,0 4-27 0,0-4-24 15,0 0-16-15,0-1-11 0,8 2-8 0,-8-5-6 16,0 0 10-16,0-3 18 0,0 0 18 16,0-1 15-16,6 2 12 0,0-5 4 0,7 0-6 15,0 0-15-15,0 0-23 0,7-5-22 16,0 5-19-16,-1-3-13 0,7 3-8 0,0 0-7 15,7 0-4-15,-13 3 0 0,5 2 2 16,1 2 0-16,-6-4-2 0,0 5 0 0,-1 3 1 16,1-1 0-16,-14 2 0 0,7 2 3 15,-6 1 6-15,-1-1 11 0,-6 5 21 0,-6-1 11 16,-1 1 18-16,0-1 14 0,-5 0-93 16,-2 0-5-16,-5-3 0 0,-1 4 0 15,-6-5 0-15,7-3 0 0,-1 3 0 0,-6-3 0 16,7-3 0-16,-1-2 0 0,0 2 0 15,8-4 0-15,-8 1 0 0,7-5 0 0,0 0 0 16,6-5 0-16,1 1 0 0,0 1 0 16,-1-4 0-16,0-5 0 0,7 6-330 0,0-10-279 15,0 2-190-15,7 0-207 0,0-5-117 16,5-3-3-16,-5-4 62 0,0 0 141 0,-1 1 215 16,0-4 268-16</inkml:trace>
  <inkml:trace contextRef="#ctx0" brushRef="#br0" timeOffset="-127353.52">23615 13485 381 0,'0'-11'716'0,"0"1"103"16,0-6 72-16,0 5 59 0,0 1-226 0,6 2-235 16,7-3-139-16,1 4-76 0,5-1-51 15,0 1-36-15,14-1-22 0,0 1-15 0,-1 4-15 16,14-4-13-16,-1 3-14 0,8-3-19 16,-1 3-20-16,7-1-22 0,-8-2-18 15,-5 4-14-15,-1-1-11 0,-6 0-22 0,-13 1-41 16,1 3-42-16,-7-4-46 0,-14 8-63 15,0-4-109-15,-6 3-150 0,-12-3-169 0,-2 8-208 16,-11-8-88-16,-1 3-6 0,-7-3 75 16,7 0 149-16,-7-3 195 0</inkml:trace>
  <inkml:trace contextRef="#ctx0" brushRef="#br0" timeOffset="-126676.77">26689 12031 412 0,'13'-5'516'15,"0"2"92"-15,-6-1 75 0,-1 1-74 0,1-1-133 16,6 4-85-16,-7 4-54 0,7 3-56 16,1 4-37-16,-2 8-16 0,8 10 13 15,-1 11 10-15,7 8 13 0,0 7 20 0,7 11 9 16,6 3-6-16,7 8-29 0,-1-3-39 16,1 2-45-16,-1-2-48 0,8-1-44 0,-8-7-30 15,1 0-16-15,-1-7-10 0,1-8-6 16,-7-4-7-16,0-6 0 0,-7-5-2 0,-6-6-2 15,1-8 1-15,-8-4 3 0,-6-4-4 16,1-7-15-16,-8-2-23 0,0-5-41 0,1-5-62 16,-7-2-83-16,-7-4-103 0,1 0-141 15,0-7-167-15,-8-4-177 0,8-3-148 0,-1-1-34 16,1-4 48-16,6-2 122 0,6-1 174 16,1-4 207-16</inkml:trace>
  <inkml:trace contextRef="#ctx0" brushRef="#br0" timeOffset="-126358.71">28193 12276 170 0,'26'-14'592'0,"0"-1"105"0,-6 1 84 0,-7-5 69 16,1 8-134-16,-8-1-224 0,0 2-146 16,-6 6-76-16,-6 4-50 0,-8 7-38 0,-5 5-10 15,-7 6 10-15,-6 4 26 0,-7 7 11 0,-1 8 3 16,-5 0-3-16,-1 7-15 0,1 0-21 15,-8 7-35-15,2-1-34 0,-2 2-33 16,1 0-25-16,-7-1-16 0,8-3-14 0,-8-1-6 16,7 1-5-16,6-5-5 0,1-6 0 0,6 0-3 0,-1-4-3 15,15-7-2-15,-1-5 1 0,-1 2-9 16,7-9-25-16,8 1-45 0,-2-4-61 16,8-4-86-16,0 0-137 0,6-4-192 0,6-3-228 15,0 0-193-15,2 0-65 0,4-3 21 16,1 3 100-16,7-3 180 0,0-1 244 0</inkml:trace>
  <inkml:trace contextRef="#ctx0" brushRef="#br0" timeOffset="-125321.52">26558 13441 327 0,'-12'-26'443'16,"5"1"34"-16,-6-1 22 0,7-4-63 0,-1 5-124 15,1-1-33-15,-1 4 7 0,7 4 34 16,-7 0 34-16,7 3 17 0,-6 1-31 16,6 7-59-16,0-1-52 0,-6 4-44 0,6 8-24 15,-7 6-10-15,0 9 9 0,7 7 32 16,-6 7 39-16,0 12 17 0,-1 2 9 0,1 7-4 16,-1 5-14-16,0 7-29 0,7 0-37 0,-6 7-33 15,6-4-30-15,0 5-25 0,0 0-15 16,0-9-7-16,0 1 4 0,6-7 2 15,1-8-1-15,0-4-2 0,-1-6-27 0,1-8-39 16,-7-4 0-16,6-11 0 0,0 1 0 16,-6-8 0-16,7-5 0 0,-7-6 0 0,0-6 0 15,7-2 0-15,-7-5 0 0,0-7 0 16,0-5 0-16,-7-8 0 0,7-4 0 0,0-3-94 16,-7-8-13-16,1-3 2 0,6-4 2 15,-6-7 6 1,6-1 7-16,0-2 6 0,0-5 13 0,0-3 14 15,0 3 13-15,0-4 9 0,6 10 9 16,0-3 6-16,1 9 7 0,0 6 4 16,-1 5 3-16,7 6 0 0,-6 4 2 0,6 5 5 15,-7 5 0-15,14 7 1 0,-8-3-1 16,15 9-2-16,-8-2 3 0,14 9 5 16,0 0 5-16,12 0 4 0,1 7 4 0,6 0 11 15,7 3 35-15,6 1-16 0,6 3-10 0,8 0-8 16,11 4-6-16,15 1-6 0,5 1-41 15,1 4 13-15,7-3 6 0,5 4 2 0,1-3 1 16,0 2 0-16,-1 2-1 0,1-1 1 16,-6-3-1-16,-8 0 3 0,-12-1 0 0,-8-2 0 15,-5-5 3-15,-20-4-1 0,-6 1 11 16,-7-4 15-16,-13 0 16 0,-6 0 14 16,-7-4 7-16,-6 1 4 0,-1-1-11 0,-12 1-13 15,6-4-15-15,-13 2-11 0,6 2-9 16,-6-1-6-16,-6 1-2 0,-1 3-4 15,1 3-1-15,-7 4-1 0,0 5 0 0,-1 6 2 16,2 4 7-16,-2 7 15 0,1 8 20 16,-6 3 24-16,12 4-39 0,-5 7-28 0,5 4 0 15,-6 7 0-15,6-2 0 0,7 4 0 16,-6-1 0-16,6 4 0 0,-6-5 0 0,6 0 0 16,0-7 0-16,0 0 0 0,0-8 0 15,-7 1 0-15,7-8 0 0,-7-3 0 0,1-4 0 16,-8-4 0-16,2 0 0 0,-1-6 0 15,-13-5 0-15,0 0 0 0,-7-4 0 0,1-2 0 16,-7-5 0-16,-7 0 0 0,-7 1 0 16,-5-5 0-16,0 2 0 0,-14-5 0 0,0 0 0 15,-6 0 0-15,-6 0 0 0,-15-5 0 16,2 2 0-16,-7-5 0 0,-7 5 0 0,1-5 0 16,-1 1 0-16,7-4 0 0,-1 4 0 15,7-1 0-15,14-3 0 0,6 4 0 0,13-4 0 16,6 4 0-16,7 0 0 0,7-1 0 15,12 1 0-15,7 2 0 0,0 3 0 16,13-2 0-16,0 0 0 0,0 0 0 0,13 1 0 16,0-5-28-16,6 6-379 0,1-7-69 15,6 2-85-15,0 0-109 0,7-4-117 0,-1 0-128 16,0-4-66-16,0 4 15 0,1-4 93 16,0-3 153-16,-7-1 185 0</inkml:trace>
  <inkml:trace contextRef="#ctx0" brushRef="#br0" timeOffset="-125040.36">26949 13793 133 0,'7'-15'574'0,"-1"1"128"0,-6-5 84 0,7 4 73 16,0 1-112-16,-7 3-167 0,6-4-130 16,-6 8-90-16,6-1-65 0,-6 1-65 0,0 4-54 15,0 3-48-15,0 3-28 0,0 4-13 16,-6 4 4-16,6 5 14 0,-6 1 13 15,6 5 3-15,-7 3-14 0,0 2-17 0,1-2-20 16,-1 4-21-16,7 1-20 0,-6-5-10 16,0 1-11-16,-1-4-21 0,7 4-43 0,-7-8-56 15,7 0-71-15,0-7-86 0,0 0-106 16,0 1-122-16,7-9-118 0,0-3-114 16,-1 0-118-16,7-3-13 0,-7-9 53 0,8 1 111 15,-2-3 141-15,2-8 162 0</inkml:trace>
  <inkml:trace contextRef="#ctx0" brushRef="#br0" timeOffset="-124817.1">27132 13826 142 0,'20'-23'518'16,"-8"5"120"-16,1-1 99 0,1 5 82 0,-2 1-123 16,-4-4-121-16,4 7-95 0,-6 0-86 15,1 2-79-15,-7 0-69 0,7 5-64 0,-7 3-37 16,6 3-15-16,-6 5-6 0,7 3 3 16,-1 3 5-16,-6 6 0 0,6 5-11 0,-6 0-26 15,8 4-25-15,-8 0-22 0,6 4-15 0,-6 1-11 16,6-1-8-16,0-1-7 0,1 1-7 15,-7 1-26-15,7-9-41 0,-1 1-55 0,-6-4-64 16,7-8-69-16,-1 0-93 0,-6-6-111 16,7 1-117-16,0-9-116 0,-7-5-133 15,6-2-34-15,-6-4 42 0,6-8 108 0,-6 1 139 16,0-8 163-16</inkml:trace>
  <inkml:trace contextRef="#ctx0" brushRef="#br0" timeOffset="-124504.66">27582 13496 119 0,'19'-30'485'0,"1"-2"80"16,-8-1 94-16,8 7 85 0,-7 1-120 0,0-2-118 16,-6 6-61-16,5 2-30 0,2 5-52 15,-8-1-61-15,0 4-56 0,-6 4-54 0,7 4-40 16,0 3-27-16,-7 10-6 0,6 5 17 16,1 4 29-16,-7 9 30 0,0 6 20 0,6 5 3 15,-6 5-9-15,-6 5-11 0,6 2-8 16,0 4-4-16,-7 3-3 0,1 4 2 0,6 5-135 15,-7-2-50-15,0 2 0 0,1-2 0 16,6-3 0-16,-6 1 0 0,-1-8 0 0,7-5 0 16,-7-1 0-16,7-9 0 0,0-4 0 15,0-3 0-15,0-10 0 0,0-2 0 16,0-6 0-16,0-4 0 0,0-8 0 0,0 2 0 16,0-10 0-16,0-2-276 0,0-4-133 15,0 0-62-15,0-7-107 0,0 0-128 0,7-8-145 16,-7 0-131-16,0-7-24 0,7-3 54 15,-7-1 131-15,6-3 176 0,0 3 208 16</inkml:trace>
  <inkml:trace contextRef="#ctx0" brushRef="#br0" timeOffset="-124285.87">27842 13862 434 0,'6'-10'567'0,"8"-5"118"0,-8 0 99 16,0 1-34-16,1 2-107 0,0 1-78 0,-1 4-70 15,0 0-83-15,-6 2-76 0,7-2-73 16,-7 7-65-16,0 0-40 0,6 0-22 15,-6 7-5-15,0 1 1 0,7 3 6 0,-7 4-2 16,7 0-19-16,-1 3-26 0,-6 1-25 0,0-2-23 16,6 5-18-16,-6-3-10 0,0-1-7 15,0 4-8-15,0-3-23 0,0-1-38 16,0 0-53-16,0-3-65 0,0-1-83 0,0 1-113 16,0-7-130-16,0 3-138 0,0-8-149 15,0 0-118-15,7-3-14 0,-7-3 65 0,7 0 126 16,-1-8 160-16</inkml:trace>
  <inkml:trace contextRef="#ctx0" brushRef="#br0" timeOffset="-123879.81">28069 13852 75 0,'14'-15'525'0,"-14"0"137"15,6 4 107-15,-6 0 83 0,0 0-94 16,0 4-158-16,0 3-141 0,0 0-118 0,0 1-76 16,0 3-42-16,0 3-26 0,-6 5-8 15,6 3 5-15,-6-1 10 0,6 9-9 16,-8-4-19-16,8 6-22 0,8-2-24 0,-8 3-25 15,6 0-21-15,0-4-17 0,1 4-16 16,0-4-10-16,5 0-5 0,1-3-1 0,1-4 1 16,-2 0 2-16,8-4 1 0,-7-2 0 15,7-2-4-15,0-6-5 0,-8-2-2 16,8 3 5-16,-7-10 9 0,7 1 9 0,-8 0 11 16,1-4 10-16,0 1 9 0,0-1 13 15,1-3 21-15,-8 3-106 0,0 3-9 0,0 2 0 16,2 0 0-16,-2 3 0 0,-6 2 0 15,6 1 0-15,-6 4 0 0,0 4 0 0,0 8 0 16,-6-2 0-16,6 8 0 0,0 8 0 16,-6 0 0-16,6 3 0 0,0 5 0 0,0-2 0 15,-8 1 0-15,8-4 0 0,0 4 0 16,0-3 0-16,-6-5 0 0,6-3 0 0,0 0 0 16,-6-7 0-16,6-1 0 0,0-3 0 15,0 0-282-15,-6-3-188 0,6-5-147 16,0-3-190-16,0-3-230 0,0-5-83 0,0-3 15 15,0 0 81-15,6-6 172 0,0-6 236 16</inkml:trace>
  <inkml:trace contextRef="#ctx0" brushRef="#br0" timeOffset="-123266.95">30297 11953 171 0,'0'-14'347'16,"0"3"44"-16,-6-3 42 0,-1 3-67 15,0-1-46-15,1 2-31 0,0 1 13 0,6 3 26 16,-6 2 10-16,6-3-4 0,0 3-19 16,-8 0-41-16,8 4-48 0,8 0-37 0,-8 8-15 15,6-1-4-15,0 7 8 0,7 8 17 16,0 4 9-16,6 3-5 0,1 12-6 0,0 4-4 16,-1 2-12-16,7 4-9 0,7 8-3 15,-7-1 6-15,6 0 2 0,1 8-2 16,6-3-1-16,1-1-10 0,5 0-17 0,7 1-29 15,0-5-27-15,6 1-26 0,-5-4-21 0,-1 0-13 16,0-4-10-16,-6-4-6 0,-8-6-4 16,-5-5-13-16,-7-2-23 0,0-9-31 0,-6-3-30 15,-1-3-30-15,-12-5-34 0,6-3-43 16,-7-4-53-16,1-3-69 0,-7-4-110 0,0-4-130 16,7-3-139-16,-7-4-123 0,6-3-103 15,0-5 2-15,7-3 94 0,1-3 132 0,5 0 160 16</inkml:trace>
  <inkml:trace contextRef="#ctx0" brushRef="#br0" timeOffset="-123001.41">31932 12262 315 0,'19'-26'506'0,"7"0"98"16,-12-3 98-16,5 7 23 0,-6 0-158 15,-6 3-73-15,-1 1-64 0,0 4-79 0,-6 3-89 16,0 2-71-16,-6 7-39 0,-7 4-30 0,-7 10-9 15,-6 3 9-15,-6 7 18 0,-7 7 27 16,0 8 9-16,-7 3 4 0,-6 8 4 0,6 3-2 16,-6 0-10-16,1 8-22 0,4 0-20 15,2-1-19-15,-1 1-24 0,-5-4-18 0,11-1-16 16,-5 2-15-16,-1-5-14 0,7-1-9 16,0-6-4-16,0 1-7 0,6-4-4 15,-6-9-17-15,7 0-43 0,-1-5-69 0,1-1-85 16,-1-8-125-16,7-3-184 0,0-8-237 0,7 0-218 15,-1-3-68-15,0-1 12 0,7 1 86 16,-7 0 163-16,1-1 244 0</inkml:trace>
  <inkml:trace contextRef="#ctx0" brushRef="#br0" timeOffset="-122013.42">30395 13606 379 0,'-20'-15'722'0,"7"1"88"0,0-5 49 15,0-3 47-15,1 0-198 0,4 4-240 16,-4-1-112-16,5 6-53 0,1 1-31 0,-1 4-41 16,7 1-52-16,-7 4-40 0,1 10-19 15,0 4 11-15,6 8 33 0,-6 10 40 16,-2 7 46-16,8 8 29 0,0 11 9 0,0 4-15 15,0 11-123-15,0-5-150 0,0 8 0 16,-6 1 0-16,6-4 0 0,-6-1 0 0,6-7 0 16,-7 1 0-16,0-9 0 0,1-2 0 15,-1-8 0-15,1-7 0 0,6-8 0 0,-6-8 0 16,6-2 0-16,0-4 0 0,0-12 0 0,6 1 0 16,-6-8 0-16,6-2 0 0,1-6 0 15,-1-2 0-15,1-4 0 0,0-5 0 16,-7-6 0-16,6-5 0 0,-6-3 0 0,0-6 0 15,0-8 0-15,0-7 0 0,0-9 0 16,-6-3 0-16,-1-6 0 0,0-9 0 0,1 2 0 16,-1-3 0-16,1 3 0 0,0 6 0 15,6 6-4-15,-7 7-14 0,0 8 8 16,7 5 4-16,0 8 7 0,0 6-1 0,7 4 0 16,0 3-1-16,5 5-2 0,1 3 0 15,7 7-5-15,6 0 2 0,0 4 0 0,13 5 5 16,7 1 2-16,-1 5 0 0,14 0 3 15,6 8-1-15,6-1 1 0,14 3-2 0,13 2-4 16,-1 6 1-16,15 1 0 0,5-1 0 0,0 3-2 16,13 2-3-16,-6-4-8 0,6 2-14 15,-6-6-11-15,-7-1-11 0,-6-6-3 0,-7-5 0 16,-6-3 9-16,-13-7 10 0,-8 3 18 0,-12-7 17 16,-12 0 12-16,-7 0 8 0,-7 1 6 15,-13-2 3-15,-7 5-4 0,-6-4-8 0,-6 4-6 16,-1-5-6-16,-6 10-3 0,0-3-3 15,-6 2-2-15,-1 3-1 0,-6 8 1 0,0 2 4 16,1 5 11-16,-2 11 25 0,-5 6 23 0,5 5 24 16,2 7-39-16,-2 4-46 0,2 3 0 15,-2 0 0-15,8 4 0 0,-1 3 0 0,1-2 0 16,0-1 0-16,6-4 0 0,0 0 0 0,0 0 0 16,0-3 0-16,6 0 0 0,0-4 0 31,1-4 0-31,-7-3 0 0,6-1 0 0,-6-3 0 15,0-3 0-15,0-5 0 0,-6 1 0 0,-7-4 0 16,0 0 0-16,-6-4 0 0,-1-3 0 16,-7 0 0-16,-5-1 0 0,-1-3 0 0,-5 0 0 15,-1 0 0-15,-7-4 0 0,1 4 0 16,-14-3 0-16,0-1 0 0,-6 1 0 0,-7-5 0 0,-6 1 0 16,-7-4 0-16,0 0 0 0,-6-4 0 15,-6 1 0-15,-1-5 0 0,1 4 0 0,-1-3 0 16,7 0 0-16,0-1 0 0,12 5 0 15,8-4 0-15,12-1 0 0,7 1 0 0,7 3 0 16,12-3 0-16,1 3 0 0,5-3 0 16,7 2 0-16,2-1 0 0,4-2 0 0,-5 5 0 15,5-5 0-15,8 1-187 0,0-4-266 16,-2 4-96-16,2-1-109 0,6-3-121 0,6 1-113 16,2-1-96-16,-2-4 5 0,7 0 77 15,0 1 137-15,6-2 172 0,-5-2 190 0</inkml:trace>
  <inkml:trace contextRef="#ctx0" brushRef="#br0" timeOffset="-121622.97">30948 13808 493 0,'13'-26'632'0,"1"0"81"16,-8 0 62-16,0-2-41 0,-6 1-184 16,0 5-130-16,-12 1-92 0,-2-2-58 0,-5 1-38 15,-7 7-34-15,0 1-30 0,0 0-29 16,-7 6-23-16,1 0-16 0,5 2-17 0,1 6-18 15,1 0-16-15,-1 3-16 0,12 0-11 16,-5 5-8-16,12 0-4 0,-6-1-3 0,13 4 0 16,0-1 2-16,7 2 5 0,-1-5-2 0,14 4 0 15,-8-4 0-15,8 0-1 0,0-2-5 16,6-2-3-16,-7 1 1 0,8-4 7 0,-8 0 15 16,0-4 11-16,-5 1 17 0,5-2 19 0,-6 3 27 15,0-6 20-15,-7 4 10 0,2 0 7 16,-2 1-5-16,0 3-16 0,-6-4-25 0,7 4-28 15,-7 0-25-15,6 4-20 0,-6-1-11 16,0 5-2-16,0 7 13 0,0 7 21 0,0 3 24 16,0 1 27-16,0 7 23 0,7 4 16 15,-7 2 0-15,0 2-7 0,6-1-33 0,-6 0-89 16,7 5 0-16,-1-5 0 0,-6-3 0 16,7 0 0-16,-7-9 0 0,7-2 0 0,-7-4 0 15,6-4 0-15,-6-4 0 0,6-6-151 0,-6 0-115 16,7-5-60-16,-7-3-57 0,7-7-88 15,-1 0-116-15,7-12-126 0,-7 1-127 0,8-8-100 16,-8-3-8-16,8-7 70 0,-2-5 133 16,8-3 172-16</inkml:trace>
  <inkml:trace contextRef="#ctx0" brushRef="#br0" timeOffset="-121326.14">31281 13503 45 0,'12'-26'517'0,"-5"1"115"0,0-5 92 15,6 5 74-15,-7-1-50 0,0 1-165 0,2 2-101 16,-2 5-58-16,0 0-46 0,-6 8-44 15,6-2-62-15,-6 5-52 0,0 3-42 0,7 4-27 16,-7 7 2-16,0 4 23 0,7 11 37 16,-7 7 51-16,6 9 46 0,-6 5 5 0,0 8-41 15,7 5-274-15,-1 2 0 0,-6 8 0 0,6-4 0 16,2 7 0-16,-8-2 0 0,6-1 0 16,-6-4 0-16,0 0 0 0,0-7 0 15,0-3 0-15,0-5 0 0,0-3 0 0,-6-7 0 16,6-4 0-16,0-8 0 0,0-2 0 0,-8-9 0 15,8 1 0-15,0-5 0 0,0-2 0 16,0-8 0-16,8 0 0 0,-8 0 0 0,0-8-249 16,0 2-219-16,6-2-104 0,-6-3-121 15,6-3-140-15,0-5-164 0,2 1-44 0,-2-4 38 16,0-4 108-16,7-3 165 0,1-5 198 0</inkml:trace>
  <inkml:trace contextRef="#ctx0" brushRef="#br0" timeOffset="-120713.52">31723 13719 3 0,'7'-11'619'0,"-1"5"154"0,-6-6 92 16,0 5 48-16,0-1-52 0,0 5-242 15,0 3-218-15,0 0-106 0,-6 3-38 0,6 8-4 16,-7 0 23-16,7 8 13 0,0-1-8 16,0 7-28-16,0 1-31 0,0 0-38 0,7 7-46 15,-7-4-42-15,6 4-31 0,1 0-22 16,0 0-20-16,-1-3-11 0,0-5-26 0,1 0-42 15,-7-3-55-15,7 1-61 0,-7-9-70 0,6 1-73 16,-6-4-79-16,6-4-82 0,-6-4-83 16,7-3-65-16,0-3-39 0,-1 0-12 0,-6-8 37 15,7 0 81-15,-1-4 119 0,0-3 129 16,1-4 127-16,-7-3 123 0,7-2 109 0,-1-6 92 16,0 4 82-16,-6-7 72 0,8 2 82 0,-2-2 75 15,0 3 40-15,1 4 15 0,-1-1-5 16,1 5-32-16,-1 3-68 0,1 0-79 15,-1 4-63-15,8-1-54 0,-2 5-49 0,8-2-35 16,-7 6-32-16,7 2-28 0,-1 1-24 0,7 3-16 16,-6 1-12-16,6 3-7 0,-7 3-3 15,1 1-3-15,-8 3 1 0,2 1-2 0,-1 2 0 16,-13-2 1-16,0 3 0 0,0 0 3 16,-7 1-1-16,-5-2 0 0,-8 1 3 0,0 0-1 15,1-4-1-15,-1 4-3 0,0-3 1 0,8-2 2 16,-8 2 9-16,13 1 20 0,1 0 30 0,0 2 37 15,12 4 34-15,0 0 26 0,8 7 23 16,-1 0 6-16,13 3-2 0,0 1-7 16,-7 6 0-16,7 2-1 0,0-5-25 0,-6 4-151 15,-1-4 0-15,-5-2 0 0,-8-2 0 0,0-7 0 0,-6 1 0 16,-12-2 0-16,-2-5 0 0,1-1 0 16,-13-4 0-16,-6-3 0 0,-1-4 0 0,1 0 0 15,-7-4 0-15,-1 0 0 0,1-3 0 16,0-4 0-16,1 3 0 0,-2-2 0 0,7-5-522 15,1 4-304-15,-1-3-305 0,1 0-111 0,6-1 9 16,-1-1 86-16,-5 3 170 0,-1 1 250 16</inkml:trace>
  <inkml:trace contextRef="#ctx0" brushRef="#br0" timeOffset="-120135.58">19884 14122 21 0,'-14'30'0'0</inkml:trace>
  <inkml:trace contextRef="#ctx0" brushRef="#br0" timeOffset="-119582.5">20267 14339 28 0,'0'-8'473'15,"-6"-3"104"-15,0 5 71 0,-2-10 65 16,2 5-63-16,-7 1-115 0,7-2-85 16,-1 1-54-16,1 0-35 0,-1 8-46 0,1-4-66 15,6 2-64-15,0 5-42 0,0 5-15 0,6 2 20 16,1 11 42-16,6 4 45 0,6 12 41 15,7 1 25-15,0 9 1 0,13 8-23 16,0 2-30-16,1 2-31 0,11 3-76 0,-5-1-142 0,7 4 0 16,6-7 0-16,-8 0 0 0,8-3 0 15,-7-5 0-15,1 1 0 0,-2-8 0 0,1-3 0 16,-7-4 0-16,2-4 0 0,-9-7 0 0,-5 0 0 16,-1-8 0-16,-5 2 0 0,-8-6 0 15,0-2 0-15,-11-5 0 0,4 5 0 16,-5-8 0-16,-1 3 0 0,1-3 0 0,-7-3 0 15,6 3-55-15,-6-4-353 0,7-3-96 16,-7 3-127-16,6-3-153 0,0 0-162 0,2-6-95 16,4-1 4-16,8 3 70 0,-1-3 148 15,7-1 201-15</inkml:trace>
  <inkml:trace contextRef="#ctx0" brushRef="#br0" timeOffset="-119254.45">22104 14621 430 0,'39'-30'667'16,"6"5"84"-16,-5-5 60 0,-7 8 23 16,5 1-222-16,-5 2-167 0,-7 4-106 0,0 1-65 15,-7 3-49-15,-5 4-44 0,-8 2-31 16,-6 10-22-16,0 2-1 0,-13 7 21 0,-13 4 19 16,0 5 17-16,-6 2 5 0,-7 8-2 15,-14 0-7-15,1 3-19 0,0 9-13 0,-14-4-13 16,1 2-12-16,0 1-4 0,-6-4-6 15,0 4-2-15,-2-7 5 0,2 0 4 16,0-1-104-16,5-3-16 0,8-3 0 0,6-1 0 16,-1-7 0-16,8-4 0 0,5 0 0 15,8-3 0-15,7-1 0 0,5-6 0 0,6-1 0 16,2 1 0-16,5-5 0 0,1 0 0 16,-1-3-172-16,7 5-315 0,0-10-192 0,7 2-195 15,-1 0-211-15,1-5-57 0,-1 1 33 0,7-4 102 16,-6 0 188-16,5-4 231 0</inkml:trace>
  <inkml:trace contextRef="#ctx0" brushRef="#br0" timeOffset="-118746.2">19701 15141 24 0,'-14'-8'442'0,"2"-3"79"0,-2 1 48 16,2-1 35-16,5 3-118 0,-6 5-131 0,6-1-70 16,1 8-17-16,-6 3 0 0,4 8 19 15,2 3 30-15,0 11 11 0,-1 11 0 0,0 4-6 16,1 11 6-16,6 5-6 0,-7 9-14 15,7 0-14-15,0 8-28 0,0 0-34 16,0 0-41-16,0 0-35 0,0-8-33 0,0 1-30 0,0-4-19 16,0-3-18-16,7-8-10 0,-7-5-8 15,0-2-11-15,0-8-8 0,0-3-7 16,0-8-5-16,0-4-2 0,0-5-3 0,0-3-13 16,0-5-28-16,0-5-44 0,0-3-58 0,-7-8-72 15,1 0-79-15,6-6-84 0,-6-5-102 16,6-3-122-16,-7-8-124 0,7-1-136 0,0-9-78 15,0 0 13-15,0-8 85 0,0-7 141 16,0-8 173-16</inkml:trace>
  <inkml:trace contextRef="#ctx0" brushRef="#br0" timeOffset="-117918.75">19512 15141 106 0,'0'-29'446'15,"0"3"76"-15,0 0 62 0,0 4 58 0,0 4-139 16,7 0-89-16,-1 3-56 0,0 4-46 15,8 0-35-15,-2 4-35 0,1 3-42 0,7 4-32 16,0 0-26-16,12 0-14 0,7 4-15 16,7-1-18-16,6 4-13 0,13-3-17 0,7 0-18 15,-1 3-12-15,14-3-5 0,6 0-7 16,7 2-6-16,12-1-4 0,1-2-6 0,13 1-6 16,-7 3 2-16,7-3 1 0,0-1 1 15,0 1 0-15,-1 3 2 0,-5-7 5 0,-1 4-6 16,-7-4 1-16,-5-4 1 0,-7 1 5 15,-1-5 6-15,-6 1-6 0,1 0 6 0,-1-5-2 16,0 2-1-16,0-1-1 0,-7-4 5 16,1 4-27-16,0-3 21 0,-14-1 15 0,8 4 10 15,-8-3 0-15,1 2-4 0,-6-2 31 16,5 3-24-16,-6-1-13 0,0 2-1 0,-6 2 10 16,-1-3 9-16,-5 4 9 0,-8 0 14 15,-6 0 11-15,0-1 4 0,-6 5-3 0,-7-4-2 16,-7 2-7-16,1 5-9 0,-7-3-13 15,0-2-14-15,-7 5-17 0,1 0-8 0,-1 0-6 16,-6 5-2-16,7-2-3 0,-14 5 1 16,7-1 2-16,0 1-2 0,-6 3 0 0,6-1 3 15,-7 5 14-15,7 7 29 0,-6 0 36 0,-1 3 36 0,7 6 34 16,-6 4 42-16,6 2 25 0,-7 7 6 16,7 0-2-16,0 7-225 0,7 1 0 15,-1 6 0-15,7 4 0 0,0 5 0 0,1 2 0 16,5 1 0-16,0 3 0 0,1 0 0 0,-1 0 0 15,1-3 0-15,0-4 0 0,-7 0 0 16,7-7 0-16,-14 0 0 0,7-8 0 16,-7-1 0-16,-6-6 0 0,7-2 0 0,-7-6 0 15,-7-8 0-15,7 3 0 0,-6-6 0 0,-7-3 0 16,-1-4 0-16,-5-3 0 0,-1-1 0 16,-6-6 0-16,0-1 0 0,1 0 0 0,-8-3 0 15,-6-4 0-15,0 4 0 0,-6-8 0 16,-8 4 0-16,1-4 0 0,-13-3 0 0,0 0 0 0,-7-1 0 15,0-2 0-15,-13-1 0 0,1 0 0 16,-7-1 0-16,0 2 0 0,-7-1 0 16,7 4 0-16,-6-4 0 0,-2 3 0 0,2 5 0 15,-7-5 0-15,-1 4 0 0,1 4 0 0,-7-2 0 16,-5 2 0-16,-2 0 0 0,-6-5 0 0,1 5 0 16,-7-3 0-16,-1-1 0 0,1-1 0 15,6 2 0-15,6 0 0 0,8-1 0 16,-1-3 0-1,14-1 0-15,5 5 0 0,8-5 0 0,12 5 0 16,7-5 0-16,13 5 0 0,7-1 0 16,5 1 0-16,14-1 0 0,7 4 0 0,-1 0 0 15,7-3 0-15,7 3 0 0,6 0 0 0,0 0 0 16,6 0-237-16,7-5-234 0,1 5-124 16,4-3-158-16,2 3-202 0,0-7-117 15,5-1-8-15,-5 1 57 0,0-5 143 0,-1-2 201 16,1-1 265-16</inkml:trace>
  <inkml:trace contextRef="#ctx0" brushRef="#br0" timeOffset="-117385.61">20085 15690 56 0,'0'-7'444'16,"-6"0"83"-16,6-1 70 0,0-4 79 0,-7 3-99 16,7-2-101-16,7-1-70 0,-7 1-41 15,0 0-37-15,6 0-52 0,0 0-55 16,1 0-43-16,0 0-37 0,5 5-38 0,-5-3-29 16,6 3-22-16,6-2-12 0,-5 5-17 15,6 3-11-15,-8 0-7 0,8 0-6 16,-7 3-2-16,7 5-1 0,-8 7 2 0,-5-1 1 15,0 7 2-15,-1 5 5 0,-12 4 2 16,6 0 2-16,-14-1 0 0,-6 3 1 0,1 0 0 16,-7 2 0-16,0-4-5 0,-6 2 0 15,-1-7 1-15,1 6-1 0,-1-6 2 0,7-3 6 16,0-4 22-16,7-3 42 0,-1-1 55 16,7-6 71-16,0-1 43 0,6-3 24 0,7-1-2 15,0-6-26-15,7 3-47 0,6-4-63 0,0-3-41 16,7 4-26-16,5-2-19 0,7-2-14 15,-5 4-11-15,12-1-7 0,0 0-5 16,0 1-5-16,0-1-2 0,7 0-1 0,-7 1 3 16,0 3-3-16,0-3 0 0,-6-1-5 15,-1-1-23-15,-5 2-37 0,-8 3-48 0,-6 0-56 16,0-4-76-16,-7 4-105 0,1-3-144 0,-7-1-170 16,0-3-189-16,0 0-136 0,-7-2-27 15,1-1 56-15,6-5 138 0,-7 1 190 16,7-5 228-16</inkml:trace>
  <inkml:trace contextRef="#ctx0" brushRef="#br0" timeOffset="-117088.81">20620 15254 442 0,'0'-21'633'0,"0"-1"94"16,6-1 85-16,-6 1-7 0,6 4-211 15,-6 3-131-15,6 0-114 0,-6 9-83 0,7-2-76 16,-7 5-49-16,0 3-27 0,7 3-20 15,-7 8-2-15,0 4 10 0,0 10 17 0,0 5 35 16,-7 10 36-16,0 8 26 0,1 6 12 16,0 9 5-16,0 6-3 0,-8 1-24 0,8 0-39 15,-8 4-28-15,1-1-16 0,1-8-9 16,5 1-3-16,-6-3-6 0,7-5-73 0,-1-7-32 16,0-2 0-16,1-6 0 0,-1-7 0 15,7-2 0-15,-6-9 0 0,6-6 0 0,-7-1 0 16,7-7 0-16,0 0 0 0,0-4 0 15,0-7-246-15,0 0-118 0,7-7-112 0,-7-1-147 16,6-6-175-16,7-1-199 0,-6-7-64 16,6 0 18-16,0-7 87 0,6-1 155 0,-6 2 220 15</inkml:trace>
  <inkml:trace contextRef="#ctx0" brushRef="#br0" timeOffset="-116619.72">20821 15749 404 0,'6'-19'692'0,"2"-6"89"15,-8-1 66-15,6 3 48 0,0-2-245 0,0 4-194 16,1-2-133-16,6 5-69 0,-6 4-54 16,13-1-47-16,-8 1-41 0,8 6-37 15,-1 1-25-15,7 0-18 0,-6 7-12 0,6 0-6 16,-1 0-5-16,2 7-3 0,-1 0-3 0,0 4-2 16,0 3-1-16,-7 1-3 0,-5 7 0 15,-2-3 0-15,2-2 0 0,-14 6-1 16,0-6 1-16,0 3 2 0,-14-3 2 0,2 2 1 15,-8-1 2-15,-6-2 0 0,7-2 0 16,-7 0-1-16,-1-2 2 0,7-1 3 0,2-4 12 16,4 0 20-16,1 0 25 0,7-2 23 15,0-2 18-15,-2-3 6 0,8 4-3 16,0-4-16-16,8 3-22 0,4 1-22 0,8 0-20 16,-1-1-4-16,1 5-2 0,6-1 7 0,0 1 16 15,0-2 14-15,0 5 15 0,-6 1 13 16,0-2 5-16,-1 2-2 0,-6 1-6 0,0 3-11 15,-7-5-8-15,-6 8-4 0,0-5 0 16,-6 0 7-16,-1 1 12 0,-6 3 14 0,-12-2 10 16,5-6 2-16,-6 5-23 0,-7-4-84 15,1 0 0-15,-1-4 0 0,7 0 0 0,-13 1 0 16,7-4 0-16,-1-1 0 0,1-3 0 0,-1 0 0 16,1-3 0-16,12 3 0 0,-7-9 0 15,15 6-156-15,-2-8-241 0,8 5-150 0,12-11-175 16,0 4-173-16,14-1-168 0,0-9-29 15,7 1 55-15,-2-4 124 0,1 1 191 0,6-4 214 16</inkml:trace>
  <inkml:trace contextRef="#ctx0" brushRef="#br0" timeOffset="-116291.73">21421 15248 129 0,'19'-34'572'16,"-6"5"118"-16,-7-4 72 0,7 3 59 0,-7 5-107 15,2 3-186-15,-2 1-127 0,0 1-86 16,1 6-57-16,-7 3-51 0,0 4-47 0,6 7-35 16,-6 3-29-16,0 4-10 0,0 8 4 15,0 7 19-15,0 8 30 0,0 6 29 16,0 11 28-16,-6 5 10 0,6 11 4 0,0 3-10 16,-7 7-30-16,1 0-31 0,6 4-29 15,-6-4-25-15,-8 0-14 0,8 1-9 0,6-5-10 16,-7-3-10-16,1-4-9 0,-1-3-6 15,7-8-9-15,-6 1-5 0,6-9-4 0,0-6-2 16,-7-4-3-16,7-7 1 0,0-4-1 0,0-4-3 16,-6-3-7-16,6-5-22 0,0 2-35 15,0-8-63-15,-6-1-86 0,6 1-116 0,0-8-184 16,-8 1-255-16,8-6-254 0,-6-1-91 16,0-1 4-16,6-7 72 0,-7 3 170 0,7-3 263 15</inkml:trace>
  <inkml:trace contextRef="#ctx0" brushRef="#br0" timeOffset="-115713.75">21869 15781 398 0,'14'-10'533'0,"-8"-1"91"16,1 0 90-16,-1 3-39 0,0 1-133 0,-6 0-103 15,8 3-88-15,-8 1-77 0,0 3-60 16,0 0-50-16,0 7-19 0,-8-4-5 0,2 8 4 16,0 0 5-16,-1 3-11 0,1-1-9 15,-1 5-15-15,0-4-10 0,1-2-7 16,0 2-7-16,-1-3-2 0,7 0 7 0,-7-3 14 15,7-2 25-15,0-2 25 0,0 0 32 16,-6-1 26-16,6-3 10 0,6 0-10 0,-6 0-23 16,0-3-29-16,7-1-35 0,0-3-43 15,-1-1-87-15,7 5 0 0,-6-4 0 16,6-1 0-16,7 5 0 0,-8-5 0 0,8 5 0 16,-1-1 0-16,1 1 0 0,0 3 0 15,-1 0 0-15,7 3 0 0,-6 1 0 0,-1-1 0 16,-6 5 0-16,6-1 0 0,-5 4 0 15,-2 0 0-15,2 3 0 0,-1-2 0 0,-7 2 0 16,0 0 0-16,-6 2 0 0,0-5 0 16,0 3 0-16,-6 1 0 0,0-4 0 0,-1 0 0 15,-6 4 0-15,0-8 0 0,0 3 0 0,0-2 0 16,-6-1 0-16,5 0 0 0,-6-2 0 16,8-2 0-16,-1 1 0 0,0-4 0 0,0 4 0 15,-1-4 0-15,8 0 0 0,-6-4 0 16,4 4 0-16,2-4 0 0,0 1 0 0,-1-2 0 15,7 3-273-15,-6-6-134 0,6 0-77 16,0 1-94-16,0-4-110 0,0 0-114 0,0 0-109 16,0-4-48-16,0 0 40 0,-7-2 104 15,7-5 150-15,-7 3 176 0</inkml:trace>
  <inkml:trace contextRef="#ctx0" brushRef="#br0" timeOffset="-115478.2">21883 15683 409 0,'-7'-27'518'0,"0"7"90"0,1-3 102 16,6 1-55-16,-6 4-99 0,6 0-85 0,6 0-76 15,-6 3-76-15,13 1-88 0,-6 2-74 16,12 1-52-16,1 5-38 0,-1-2-15 0,7 3-10 16,6 1-3-16,1 1 3 0,-1 0 5 15,8 3 11-15,-7 0 6 0,-1 0 9 0,7-4 9 16,-13 4 4-16,7 0 1 0,-7 0-3 16,-7 0-7-16,1 0-11 0,-7 0-15 15,0 0-14-15,0-4-13 0,-6 4-16 0,-1 0-35 16,-6 0-55-16,7 0-100 0,-7 0-144 0,0-3-188 15,6 3-207-15,-6-4-155 0,0 0-43 16,0 1 46-16,0-4 118 0,0-1 173 16</inkml:trace>
  <inkml:trace contextRef="#ctx0" brushRef="#br0" timeOffset="-115118.86">22560 14936 233 0,'0'-12'595'0,"7"6"96"16,-7-2 78-16,0 0 48 0,0 2-203 15,6 1-175-15,-6 5-131 0,6 0-66 0,-6 8-51 16,7 3-22-16,0 3-5 0,-1 9 9 16,-6 2 18-16,6 8 22 0,-6 8 26 0,7 6 20 15,-7 4 3-15,6 9-9 0,1 1-25 16,-7 9-31-16,0 0-32 0,0 7-29 15,0-4-16-15,-7 3-10 0,1-2-6 0,-1 0-6 16,1-5-10-16,-7-7-3 0,0 1-47 0,7-9-38 16,-8-2 0-16,8-4 0 0,-7-8 0 15,6-3 0-15,1-8 0 0,-1-7 0 16,7-1 0-16,-6-5 0 0,6-6 0 0,-6 0 0 16,6-1 0-16,6-6 0 0,-6-3 0 0,6 0 0 15,-6 0 0-15,7-3 0 0,-7-1 0 0,6-1 0 16,-6-1-126-16,0-2-367 0,7 2-166 15,-7-2-196-15,0 0-215 0,6-3-68 0,-6-3 25 16,7 3 85-16,-1 0 180 0,8 0 239 16</inkml:trace>
  <inkml:trace contextRef="#ctx0" brushRef="#br0" timeOffset="-114490.37">23035 15873 298 0,'7'-3'451'0,"-1"3"69"0,1-3 63 0,0-2-39 16,-1 2-66-16,6-1-42 0,-4 1-29 0,4-5-24 15,2 5-26-15,-1-5-39 0,-7-2-45 16,7 2-36-16,0-3-30 0,-7 0-22 16,1-3-18-16,6-5-19 0,-13 0-17 0,7-2-23 15,-7-6-20-15,0 2-17 0,0-4-14 0,-7 3-14 16,-6-3-12-16,0 7-8 0,-7 0-8 16,-5 4-4-16,5 0-4 0,-6 3-7 15,-7 8 1-15,7-1 0 0,0 0 0 0,0 8-1 16,7 0 0-16,-7 5 0 0,13-2 2 0,-7 8 1 15,7-3 1-15,6 7 3 0,7-1 2 16,0 1 5-16,0 3 3 0,14 4 4 0,-2 0 0 16,8 0 1-16,-1 4-2 0,1 0-5 15,6-1-4-15,-7 0-5 0,7 1-3 0,-6 4 3 16,0-5 6-16,-1 1 10 0,-5-1 9 16,-2 1 12-16,-5-3 17 0,0-3 18 15,-7 3 14-15,-7-5 13 0,0 0 19 0,-5-7 13 16,-2 4 10-16,-5-4 6 0,-1-4 0 15,0 0 2-15,8-3-37 0,-8 0-118 0,1-4 0 16,-1 0 0-16,8-4 0 0,-8 0 0 0,13 1 0 16,-6-4 0-16,6-5 0 0,1 2 0 15,6-1 0-15,0-3 0 0,0-2 0 0,6-5 0 16,8 2 0-16,5-6 0 0,-5-1 0 16,11-3 0-16,1 3 0 0,0-3 0 15,0 3 0-15,1 3 0 0,-1 2 0 0,0 3 0 16,-1 3 0-16,1 0-369 0,1 3-99 15,-1 6-151-15,0-1-216 0,0 0-214 0,-7 0-61 16,1 2 20-16,-1-3 82 0,1-2 170 16,-7-1 256-16</inkml:trace>
  <inkml:trace contextRef="#ctx0" brushRef="#br0" timeOffset="-113581.83">27399 14602 172 0,'-7'-15'345'0,"1"0"58"0,-1 1 62 0,1-1-44 16,0 5-39-16,-2-1-29 0,8 3-18 16,0 2-23-16,0 1-14 0,8 10-24 0,4-2-23 15,8 8-6-15,5 3 0 0,2 1-2 16,5 6-13-16,1 5-10 0,6 8-13 15,7-1-7-15,0 7-3 0,5 4-1 0,2 4-2 16,5-1 1-16,1 5-10 0,0-5-16 16,6 7-24-16,0-2-20 0,6 0-20 0,1-1-21 15,0 4-14-15,6-8-12 0,0 5-10 0,-7-9-9 16,2 1-11-16,-8-7-10 0,-7-5-5 16,1-5-4-16,-8-1-1 0,-5-8-5 15,-7-3-2-15,-6-1 1 0,-7-7 0 0,0 1-9 16,-7-5-28-16,1-3-41 0,-6 0-57 15,5-3-71-15,-6-1-84 0,0-3-105 0,7-4-137 16,-1-1-156-16,7-2-167 0,0 0-89 16,6-5 2-16,7 2 70 0,1-6 138 15,5 1 187-15</inkml:trace>
  <inkml:trace contextRef="#ctx0" brushRef="#br0" timeOffset="-113251.66">30180 14936 324 0,'39'-23'381'0,"-7"-2"43"0,1 3 54 0,-1-4-104 0,-6 4-66 16,1 4 11-16,-1 0 15 0,-6 2 7 15,-8 2-14-15,1 3-17 0,1 4-45 0,-8-4-68 16,0 7-55-16,0 1-45 0,-12 3-35 16,0 0-20-16,-7 7 9 0,-7 0 17 0,-6 8 18 15,-6 4 24-15,-13 6 23 0,-8 4 21 16,1 5 10-16,-13 2 6 0,0 0 10 0,-7 5 8 15,0 3 5-15,-6 4-5 0,0-1-18 16,-6 4-19-16,5 1-26 0,1-5-28 16,0 5-28-16,-1-4-19 0,14-1-12 0,0-3-6 15,13-7-6-15,7-1-3 0,-1-2-4 16,13-6-2-16,1-6-5 0,7-3-2 16,5-1-5-16,6-7-9 0,1 0-34 0,1-4-58 15,-2 1-93-15,14-5-159 0,-6-3-240 0,6 0-319 16,0-3-140-16,6 0-36 0,-6-5 46 15,0-3 131-15,0 0 227 0</inkml:trace>
  <inkml:trace contextRef="#ctx0" brushRef="#br0" timeOffset="-112751.79">26682 15723 245 0,'-19'-14'363'0,"-1"-5"37"0,8 2 40 15,-2-2-89-15,1 1-60 0,7 3-7 16,-1 0 28-16,1 0 26 0,-1 4 6 0,7 4-21 16,0 0-39-16,0 3-48 0,0 8-51 15,0-1-32-15,7 8-15 0,-1 4 6 16,1 6 16-16,-1 6 8 0,1 6 9 0,-1 3 3 16,0 4 5-16,-6 8 12 0,8 4 6 15,-8 0 6-15,0 5-3 0,0 6-9 0,0-1-13 16,0 4-27-16,0 0-27 0,-8 0-25 0,8-4-24 15,-6 0-29-15,6-7-17 0,-6 0-12 0,-1-7-6 16,7-4-5-16,-6-7-6 0,6-4-2 16,-7-8 0-16,7-3 0 0,-6-3-1 15,6-9-3-15,0-3-13 0,-7-2-34 0,1-5-42 16,0-5-49-16,6-4-53 0,-8-8-57 0,2 0-54 16,6-9-56-16,0 0-68 0,0-6-78 15,6-8-77-15,2-5-64 0,-2-6-46 0,0-4-31 16,1-7 14-16,-1-4 78 0,7 4 101 15,0-5 111-15,1 2 129 0</inkml:trace>
  <inkml:trace contextRef="#ctx0" brushRef="#br0" timeOffset="-112016.14">26657 15998 15 0,'13'-55'203'0,"-1"-1"80"0,2 10 56 16,5-6 25-16,-6 9-35 0,0-1-28 15,7 3-10-15,0 9 2 0,-1-6 15 0,7 9 23 16,0 0-6-16,6 7-9 0,1 0-18 16,-1-1-27-16,15 5-35 0,-9 4-43 0,15-1-29 15,-2 4-28-15,8 4-22 0,6-1-19 16,14 5-16-16,-2 3-18 0,14 0-16 0,7 0-8 15,0 8-2-15,13-1-2 0,6 0-7 16,13 4-5-16,7 0 4 0,0 0-5 0,6 3-7 16,7-2-8-16,6-1-3 0,-6-4 5 15,7 0-7-15,-7 1-3 0,-2-4 1 0,-4-1-2 16,0-3 1-16,-8 4-4 0,-6-4 5 16,-6 0 2-16,-7 3-1 0,-12-3 2 15,-1 0 0-15,0 0-1 0,-7 4-5 0,-6-4-1 16,1-4-1-16,-14 4-1 0,7 0 3 0,-13 0 1 15,-7 0 3-15,0 0-1 0,0 0 2 16,-13 0 3-16,0 4-2 0,-7 0 0 0,-6-1 1 16,-5 5 2-16,-9-5 1 0,1 0 2 15,-6 2 6-15,0-1 2 0,-7 2 0 0,-7-2-1 16,0 0-1-16,8-1-1 0,-14 5-5 0,6-5 2 16,-6 8 7-16,0 0 12 0,-6 0 12 15,0 5 11-15,-2-2 14 0,2 4 23 0,-7 4 23 16,7 4 15-16,-8 2 12 0,2 1 4 0,-2 9 2 15,8-1-12-15,-7 6-14 0,0 2-15 16,0-1-12-16,7 3-8 0,-8 1-8 0,8-1-8 16,-8 0-7-16,8 5-8 0,0-4-5 0,-1-1-7 15,1-2-2-15,-1-1-4 0,-6-5-1 16,7 3 0-16,0-6 0 0,-8 0-1 0,1 0-4 16,0-2-3-16,0-1-4 0,0 0-4 0,-6-3-4 15,-1-5 0-15,-6 1-1 0,0-1 1 0,-7-3 0 16,0 0 0-16,-5-4 4 0,-1 1 5 15,-7-5 1-15,-6 2-1 0,0-6 1 0,-7 1-1 16,0-5-5-16,-6-1-3 0,-6-5-3 0,-14 0-4 16,0-7-7-16,-19-4 1 0,-7-3-2 15,-12-9 1-15,-14-3 0 0,-6-3 2 0,-20-7-2 16,-13 0 5-16,-13-6-1 0,0 3-3 16,7 5-6-16,0 1 0 0,13 7 5 0,5 5-2 15,14 5 0-15,1 6-1 0,12 3 2 0,7 4 2 16,13 3-3-16,5 3-1 0,15 4-1 0,6-3 4 15,7 2 1-15,11 2 0 0,15 0-3 16,-1 2-9-16,20-6-14 0,0 3-16 16,13-3-21-16,0-1-27 0,13-3-36 0,0 0-36 15,0 0-30-15,13-3-26 0,-6-4-26 0,6-1-25 16,0-2-35-16,6-1-61 0,-6 0-98 16,6 0-113-16,-6-4-126 0,7 4-138 0,-7-3-28 15,7-1 54-15,-7 3 113 0,6-5 138 0,-6 2 165 16</inkml:trace>
  <inkml:trace contextRef="#ctx0" brushRef="#br0" timeOffset="-111247.73">27516 16130 204 0,'7'-3'403'16,"-1"-1"46"-16,-6-1 33 0,7 2-59 16,-1-4-109-16,1 3-66 0,-7 1-18 0,6 0 13 15,1-2 14-15,-1 2 16 0,0-6 7 0,2 3-2 16,-2-1-19-16,0 0-36 0,1-5-24 16,-7 1-24-16,6-3-24 0,-6-1-22 15,-6-3-24-15,-1 0-16 0,1-4-19 0,-8 2-14 16,2 3-11-16,-14-1-14 0,6-1-10 15,-13 4-7-15,1 5 0 0,-1 2-1 16,1 5 2-16,-1-1 4 0,1 8 4 0,-1-1 2 16,7 5-2-16,0-1 1 0,7 4-3 15,-1 3-3-15,7-2-5 0,6 2 2 0,7-3 0 16,0 4 0-16,0-4 0 0,7 3 1 0,6-2 1 16,1-2-2-16,4-2 0 0,2-1-5 15,-1-3 1-15,1-1-6 0,6 1-1 0,7-4-2 16,-7 0 6-16,0 0 13 0,-1-4 10 15,2 1 14-15,-1-5 15 0,-6 5 12 16,-1-5 9-16,1 2 2 0,-1-3 2 0,-6 2-5 16,1 0-8-16,-2 0-8 0,1 0-12 15,-6-2-9-15,6 2-8 0,-7 1 0 0,0-2-5 16,-6 4 0-16,8 2-1 0,-2-3-5 16,-6 2-4-16,0 3-3 0,6-4-4 0,-6 4-1 15,0-5-2-15,0 5-1 0,0 0 5 16,0 0 5-16,0 0 7 0,0-3 6 0,0 3 6 15,0 0 6-15,0 0-1 0,0 0-1 16,0 0-3-16,0 0 2 0,0 0-4 16,0 0 0-16,0 0-1 0,0 0-3 0,0 0-1 15,0 0-4-15,0 0-2 0,0 0-4 16,0 0-3-16,0 0-3 0,0 0-4 0,0 0-3 16,0 3-5-16,0 2-1 0,-6 2-2 15,6 0 4-15,0 8 2 0,-6 4 9 16,-2-1 19-16,8 7 24 0,-6 4 24 0,0 5 15 15,6-1 17-15,-6 0-70 0,6 0-45 0,-7-1 0 16,7 2 0-16,0-2 0 0,-7-2 0 16,7-1 0-16,-6-2 0 0,6-7 0 0,-7-1 0 15,7-1 0-15,-6-3 0 0,6 0 0 0,0-8 0 16,-6 4 0-16,6-3 0 0,0-5 0 16,0 1 0-16,0-1 0 0,0-3-183 0,0-3-194 15,0-1-89 1,0-4-97-16,0-2-122 0,6-9-96 15,7 1-85-15,0-4-73 0,0 0 23 16,7-7 82-16,-1-4 139 0,1-3 156 0</inkml:trace>
  <inkml:trace contextRef="#ctx0" brushRef="#br0" timeOffset="-110935.35">27985 15693 70 0,'19'-28'417'15,"-5"-6"76"-15,5 5 74 0,-6-4 105 16,0 4-98-16,1 4-71 0,-2-1-33 0,2 3-24 15,-2 5-40-15,-5 4-84 0,-1 3-75 16,1 4-58-16,0 3-42 0,-7 8-22 0,6 7-7 16,-6 7 13-16,-6 11 31 0,6 8 27 15,-7 7 16-15,0 3 7 0,1 5 4 0,-1 6-4 16,1 1-11-16,-7 3-12 0,6 4-13 16,-5 0-12-16,4 0-12 0,-4 1-9 0,5-3-70 15,-6-1-73-15,6-1 0 0,1-3 0 0,-6-4 0 16,4-4 0-16,2-3 0 0,6-8 0 15,-6 0 0-15,6-7 0 0,0-7 0 16,-7 0 0-16,7-8 0 0,0-7 0 0,0 0 0 16,0 1 0-16,0-9 0 0,0-3 0 0,7-3 0 15,-7-5-327-15,6 0-124 0,-6-6-83 16,14 0-113-16,-8-5-142 0,6 1-169 0,2-5-65 16,-1 2 21-16,-1-2 88 0,8-3 153 15,0 1 204-15</inkml:trace>
  <inkml:trace contextRef="#ctx0" brushRef="#br0" timeOffset="-110638.55">28454 16012 511 0,'0'-14'683'0,"6"-1"89"0,-6 0 74 16,0 1-4-16,0 0-196 0,0 3-161 0,0 0-104 15,-6 3-69-15,6 4-63 0,0-3-65 16,0 7-57-16,0 0-41 0,0 5-25 15,6 1-4-15,-6 8 11 0,0 5 18 0,7-1 11 16,0 8 5-16,-7-1 1 0,6 1-5 0,1 4-21 16,-7-5-20-16,6 0-15 0,-6 2-12 15,6-1-12-15,-6-5-11 0,0-2-1 16,7-1-2-16,-7-4-2 0,0 1-2 0,0-4-4 16,0 0-22-16,0-4-35 0,0 1-48 0,-7-5-58 15,7 1-75-15,0 0-120 0,0-4-138 16,0-4-140-16,0 4-143 0,0-7-107 0,7-1-13 15,0 1 77-15,-1-4 133 0,0-3 164 16</inkml:trace>
  <inkml:trace contextRef="#ctx0" brushRef="#br0" timeOffset="-110388.62">28721 16046 197 0,'13'-12'572'0,"0"-2"121"0,-6 3 88 0,-1 0 64 16,1 4-158-16,-7-1-147 0,6 5-144 15,-6 0-98-15,0-1-57 0,0 8-38 0,0-1-16 16,0 4-1-16,-6 4 11 0,6 8 7 15,0-5-6-15,-7 9-14 0,7-2-21 0,0 2-25 16,-6-3-25-16,6 7-27 0,0-1-24 16,-7-5-17-16,7 5-15 0,0-4-11 0,0 0-11 15,0-4-1-15,7 0-7 0,-7-4-23 16,0 3-36-16,6-3-40 0,-6-8-41 0,0 6-50 16,7-8-58-16,-7 3-54 0,6-7-72 15,0 0-97-15,1-4-109 0,0-3-116 0,-1 0-127 16,0-8-24-16,2 5 52 0,-2-10 109 15,0 3 137-15,7-6 158 0</inkml:trace>
  <inkml:trace contextRef="#ctx0" brushRef="#br0" timeOffset="-110060.58">29047 15774 40 0,'13'-28'467'0,"-7"-2"112"16,1 4 93-16,-1 1 89 0,0-1-65 0,2 3-138 15,-8 6-76-15,6-2-68 0,-6 8-56 16,6 0-63-16,-6 1-61 0,0 2-57 15,0 5-43-15,7 3-30 0,-7 6-13 0,0 6 6 16,6 6 25-16,-6 8 24 0,7 6 21 16,-7 5 10-16,0 7 2 0,0 4-10 0,0 0-18 15,0 3-11-15,-7 4-11 0,7-1-10 0,0 2-6 16,-6 1 0-16,-1 3 2 0,7 3-1 16,-6-5-36-16,0-3-78 0,-2 0 0 15,2-4 0-15,0 0 0 0,-1-7 0 0,1-3 0 16,-1-1 0-16,1-3 0 0,6-8 0 0,-7-4 0 15,7-3 0-15,-6-3 0 0,6-4 0 16,0-5 0-16,-6-6-1 0,6-1-279 0,6-3-69 16,-6-3-69-16,6-3-89 0,1-6-109 15,-1-3-109-15,7 0-98 0,0-3-104 0,7-3-11 16,-1-5 70-16,7 0 126 0,0-8 165 0,0 2 175 16</inkml:trace>
  <inkml:trace contextRef="#ctx0" brushRef="#br0" timeOffset="-109826.25">29483 16159 283 0,'13'-29'546'0,"-6"7"118"0,5-5 96 16,-4 7 46-16,-2-3-152 0,-6 5-104 16,6 3-71-16,-6 4-87 0,6 0-75 0,-6 5-70 15,0 2-53-15,0-1-28 0,0 10-8 16,0 5 12-16,-6 1 17 0,6 12 16 0,0-2 3 16,0 5-20-16,0 3-33 0,0 1-39 15,6 2-33-15,-6-2-29 0,0 3-18 0,7 0-14 16,-7-4-10-16,7-3-5 0,-7-1-4 0,6 0-23 15,-6-5-36-15,7-3-53 0,-7-2-57 16,0-4-65-16,6 0-79 0,-6-4-110 16,0-2-139-16,6-5-155 0,-6 0-168 0,0-8-75 15,0 1 9-15,8-8 93 0,-2 4 154 0,-6-7 196 16</inkml:trace>
  <inkml:trace contextRef="#ctx0" brushRef="#br0" timeOffset="-109420.1">29685 16145 154 0,'0'-15'553'0,"0"0"117"0,0-2 88 15,0 0 73-15,-6 0-132 0,6 2-143 0,0 0-118 16,6 1-82-16,-6-1-62 0,6 1-52 16,8 0-44-16,-8 2-46 0,7 1-35 0,7 4-30 15,-8 0-24-15,8-2-17 0,-1 9-21 16,1 0-8-16,0 0-8 0,6 9-5 16,-13-2-1-16,7 0-4 0,-8 4-3 0,1 1 2 15,-6-2-2-15,-7 5 3 0,0-5-1 0,-7 2 2 16,-6-2 0-16,1 2-2 0,-2-4 2 15,-5 2-2-15,6-2 0 0,0-1 1 16,-1 0 1-16,2-3 3 0,5-1-6 0,0 2 3 16,1 1 9-16,6-6 18 0,0 8 25 0,0-5 21 15,0 5 23-15,6-1 18 0,8 0 5 16,-8 1-7-16,8 2-16 0,-2 6-18 0,1-2-16 16,7 0-11-16,-8 1 0 0,2 0 2 0,-1 4 4 15,0-5 6-15,-7 0 4 0,1 2 2 16,-1-2-2-16,-6-3 2 0,0 3 4 0,-6-2 4 15,-1-1 3-15,-6-4-2 0,-6 4-4 16,-1-7-9-16,1 3-16 0,-1-4-12 0,-6-3-15 16,0 4-22-16,0-4 0 0,0-4-6 15,0 4-68-15,6-3-67 0,-6-1-81 0,14 1-92 16,-2-1-132-16,8-3-169 0,-1-2-201 16,14 2-195-16,-1-3-56 0,1 0 19 0,12-7 102 15,-5 0 172-15,12-2 236 0</inkml:trace>
  <inkml:trace contextRef="#ctx0" brushRef="#br0" timeOffset="-109089.52">30160 15712 167 0,'14'-33'502'16,"-2"8"108"-16,2-5 92 0,-2 1 90 16,1 7-149-16,-6 1-118 0,0 2-77 0,5 4-79 15,-12 5-75-15,8-2-82 0,-2 5-58 16,-6 7-36-16,6 4-14 0,-6 7-2 0,0 7 8 15,0 12 19-15,0 2 17 0,0 8 12 16,-6 4 5-16,6 4 3 0,-6 7 2 0,-2 4 1 16,2-2 1-16,0 7-6 0,-8 2-11 0,1 3-4 15,1-3 2-15,-2 4 2 0,-5-5-1 16,6-3-4-16,-7 1-148 0,7-8 0 0,1-4 0 16,-2-3 0-16,1-4 0 0,0 0 0 15,7-8 0-15,-1-3 0 0,1-7 0 0,0-1 0 16,6-6 0-16,-8-1 0 0,8-3 0 0,0-8 0 15,0 1 0-15,0-1 0 0,0-3 0 16,8-4 0-16,-8 0-43 0,6 0-279 0,-6-8-73 16,6 5-94-16,-6-5-128 0,7 1-153 15,-1-4-149-15,-6 0-91 0,7-3 9 0,6-2 84 16,-7-2 143-16,8-1 195 0</inkml:trace>
  <inkml:trace contextRef="#ctx0" brushRef="#br0" timeOffset="-108745.86">30564 16192 169 0,'0'-15'598'0,"7"-3"119"16,-7 4 88-16,0-1 70 0,0 0-118 0,0 4-192 16,0 0-137-16,0-1-98 0,0 6-70 0,0 3-63 15,-7-1-51-15,7 4-19 0,0 0-7 0,-7 7 10 16,7 4 17-16,0 7 21 0,0 1 10 0,-6 3-14 15,6 4-13-15,-6-1-24 0,6 8-24 16,0-4-24-16,-6 0-21 0,-2 5-18 0,8-6-13 16,0-1-8-16,-6-2-4 0,6 1-4 0,0-4-4 15,0-4 0-15,0 1 0 0,0-9-4 16,0 5-6-16,0-3 2 0,0-6-1 0,0-2-11 16,0 3-20-16,0-4-32 0,0-3-50 0,0 5-72 15,0-5-83-15,6-5-103 0,-6 2-137 0,8-4-147 16,-2 0-137-16,0-1-126 0,0-4-19 15,1 2 57-15,6-7 127 0,0 1 166 0,1-2 183 16</inkml:trace>
  <inkml:trace contextRef="#ctx0" brushRef="#br0" timeOffset="-108355.33">30792 16115 178 0,'0'-14'517'0,"0"-1"115"0,0 1 103 0,0 3 78 15,0-1-167-15,0 5-139 0,0-1-101 0,-6 5-88 16,6-1-70-16,0 8-44 0,-7-1-20 15,0 9 0-15,7-2 10 0,-6 6 1 0,6 2-9 16,-6 0-12-16,6 4-20 0,0 0-18 0,0 0-21 16,0 0-22-16,6 4-19 0,0-5-17 15,1 1-14-15,0 0-9 0,6-3-12 0,-1-1-6 16,2-3-4-16,-2 0-3 0,2-4-1 0,5-4-3 16,-6-3 0-16,6-1-1 0,-5-3 0 0,5 0 3 15,1-3 0-15,-7-5 7 0,6 1 12 16,-5-5 13-16,5 2 14 0,-6-5 11 0,0 3 12 15,7-2 10-15,-14 0 13 0,7 3 11 0,-6 3 2 16,-1-2-7-16,1 6-14 0,-7 1-14 0,6 3-25 16,-12 3-22-16,6 4 1 0,-7 8-31 15,-6 4 0-15,0 6 0 0,1 4 0 0,-2 1 0 16,1 2 0-16,-6 5 0 0,6-3 0 0,-7 2 0 16,7 0 0-16,-7-3 0 0,14 4 0 0,-7-8 0 15,0 4 0-15,7-4 0 0,-2-4 0 16,2-2 0-16,6-4 0 0,-6-5 0 0,6-3 0 15,0 0-22-15,-7 0-363 0,7-4-97 0,0-3-151 16,-6-4-205-16,-1 0-205 0,-6-4-68 16,7-3 20-16,-14-4 91 0,7-4 180 0,-13 1 256 15</inkml:trace>
  <inkml:trace contextRef="#ctx0" brushRef="#br0" timeOffset="-107618.1">22774 16349 211 0,'-25'-3'244'15,"-1"0"9"-15,0-1-60 0,-1 0-40 16,9 0-13-16,-2 2 24 0,6 2 39 0,1-5 36 15,7 5 20-15,0-3 3 0,-1 3-9 16,7 0-5-16,0 3 5 0,0 4 11 0,7 1 9 16,5 2 7-16,1 9 8 0,7 3-3 0,0 4-18 15,-1 3-21-15,7 5-9 0,6 2-5 16,1 0-6-16,7 9-14 0,-1-5-15 0,6 7-12 16,7 1-8-16,7 0-10 0,6-1-9 15,6 4-12-15,1 1-16 0,12-1-15 0,1 0-19 16,7-3-18-16,-8-1-18 0,8-3-6 0,-1 1-2 15,6-2 0-15,1-3 1 0,-1 1 2 0,1-4 5 16,-7-1-4-16,8-3-5 0,-15 1-4 16,7-2-6-16,-6-6-5 0,0-1-10 0,0 0-7 15,-8-6-7-15,-5-1-5 0,-6-3-1 0,-9-4-4 16,-11 0 0-16,-1-4-2 0,-12-7-10 16,1 0-18-16,-16 0-33 0,2-7-41 0,-7 0-58 15,-7-4-61-15,2-1-61 0,-2 2-61 0,-6-1-87 16,6-4-120-16,0 1-140 0,8-1-145 15,-1 0-92-15,0-3-11 0,6 3 70 0,7-3 137 16,1-1 185-16</inkml:trace>
  <inkml:trace contextRef="#ctx0" brushRef="#br0" timeOffset="-107274.42">26657 16921 171 0,'25'-17'480'15,"1"-6"78"-15,-6-3 69 0,0 4 70 16,-7 0-159-16,-1 4-104 0,-4-4-57 0,-2 7-52 16,0 1-49-16,-6-1-61 0,0 5-63 15,-6 2-46-15,-8 4-24 0,2 8-14 0,-14-1-2 16,-1 8 7-16,-11 8 17 0,-1 7 14 0,-7-1-1 16,-6 12-2-16,-7 3-2 0,1 4-3 15,-15 4-8-15,2 2-7 0,-14 6-2 16,1-1-7-16,-7 1-8 0,6-2-10 0,0-3-8 15,0 4-4-15,14-7 1 0,0-1 1 0,6-2 1 16,6-1 0-16,13-8 1 0,1-3-8 0,5-4-11 16,7-3-5-16,8-5-4 0,-1-2-6 0,12-8-4 15,2 3-1-15,-2-6 0 0,2-1-10 16,5 0-28-16,1-3-43 0,6 0-66 0,0-1-96 16,0 1-136-16,0-4-171 0,0 0-166 0,0 0-169 15,0 0-48-15,0 0 36 0,0 0 101 16,-14 0 164-16,2-4 181 0</inkml:trace>
  <inkml:trace contextRef="#ctx0" brushRef="#br0" timeOffset="-105939">22423 17331 418 0,'-6'-7'554'0,"-8"3"49"0,8 1 31 0,-7 3-53 15,0 3-172-15,0 8-97 0,0 4-37 16,0 4-8-16,0 9 16 0,6 6 8 0,1 2-16 16,-7 9-25-16,13 2-27 0,-6 0-18 0,6 9-18 15,0-5-18-15,0 4-9 0,6-1-14 16,-6-2-13-16,6 0-11 0,1-5-13 0,-1 1-14 16,1-4-13-16,0 0-10 0,-1-4-8 15,0 0-10-15,1 1-6 0,-7-5-6 0,7 1-8 16,-7-5-5-16,0-2-3 0,0-1-2 15,-7-3-3-15,7-8-1 0,0 0 1 16,-7-3-1-16,7-3 7 0,0-2 7 16,0-5 11-16,0 1 18 0,0-2 14 0,0 0 7 15,0-4-5-15,0-4-7 0,0 0-13 16,0-2-19-16,7-7-17 0,-7-1-9 16,0-1-6-16,7-6-2 0,-1-2-5 0,-6-6 0 15,0 0 1-15,6-4-5 0,1-7 0 0,-7 0-6 16,7-8 0-16,-1 1-2 0,-6-9-2 15,7 1-1-15,-1-3 1 0,0 2 5 0,1 1 1 16,0 5 1-16,-1 2 1 0,0 4 4 0,2 4 1 16,4-1 2-16,1 1 3 0,7 7-3 15,0 0-2-15,-1 0-1 0,7 4-1 0,0 3-2 16,13 0-3-16,1 8 1 0,-2-4 3 0,14 8 3 16,7-1 0-16,-1 4 0 0,15 3 0 0,10 1 1 15,2 3-1-15,7 4-3 0,5 4 2 16,1-4 3-16,0 7-1 0,6 1 1 0,7-1 1 15,-1 1-1-15,8 3-3 0,5 0 1 16,7 3 1-16,-6-3 0 0,13 4-2 0,0-1 1 16,0 1 0-16,6 0-2 0,0-1 1 0,0 1 0 15,1 4 2-15,6-4 0 0,-7 2 6 0,7 2-2 16,-14-1-2-16,8 0 0 0,-8 0-1 16,8 0-1-16,-8 1-5 0,2 4 3 0,-2-5 0 15,-6 0-1-15,7-4 2 0,-13 5-1 0,6-5 1 16,-6 1-3-16,0-5 1 0,-7 2 2 0,0-4 1 15,-6-1 0-15,0-3 1 0,-1-4-1 16,-5 0-3-16,-2 0-1 0,2-4 1 0,-15 4 1 0,2-4 0 16,-7 1 1-16,-7 3 1 0,-6 0 2 15,-7-4-3-15,-7 4 1 0,1 0-1 0,-14 0 0 16,1 0 1-16,-13-4 0 0,-1 4 2 0,-6-4 1 16,1 4 4-16,-8-3 2 0,-6 3-1 15,0 0 1-15,0-5-2 0,-6 10-4 0,-1-5-2 16,0 3-2-16,2 1-2 0,-8 7 1 15,0 0 0-15,0 7 1 0,-8 1 1 0,2 6-1 0,0 2 2 16,-8 5 7-16,1 1 17 0,1 4 19 16,-2-1 13-16,2 5 11 0,-2 3 8 0,1-4-19 15,0 4-58-15,7 0 0 0,-7 0 0 16,-1-1 0-16,8 5 0 0,-7-7 0 0,0 2 0 16,0 2 0-16,1-9 0 0,-8 1 0 15,0-1 0-15,1-2 0 0,-7-5 0 16,-1 0 0-16,-5 0 0 0,-1-6 0 15,-5-1 0-15,-8-4 0 0,-7 0 0 0,-6-7 0 0,-6 0 0 16,-6-4 0-16,-8-4 0 0,-11-3 0 0,-15-3 0 16,-5-8 0-16,-13 0 0 0,-8-3 0 31,-12-8 0-31,-7-1 0 0,-14-3 0 0,-4-2 0 0,-15-2 0 0,1 1 0 0,-7-5 0 31,0 7 0-31,-6 0 0 0,-1 2 0 0,-5-1 0 0,5 4 0 0,-6-1 0 0,14 5 0 31,-8 4 0-31,7-1 0 0,7 8 0 0,5 0 0 0,15 7 0 0,19 3 0 16,6 5 0-16,7-2 0 0,19 6 0 16,1 2 0-16,12-3 0 0,13 1 0 0,7 2 0 15,6-3 0-15,14 1 0 0,5-2 0 16,8 1 0 0,6-3 0-16,7-2 0 0,5 3 0 0,8-6 0 15,-1 0 0-15,7 1 0 0,0 0 0 16,0-4 0-16,7 0 0 0,-1 0 0 0,1-4 0 0,-1 4 0 15,0-4 0-15,1 1-184 0,6 0-95 16,-6-2-43-16,-2 1-49 0,8 1-71 0,0 0-110 16,0-1-146-16,0-3-157 0,8 3-100 15,-8-3-8-15,12-4 67 0,2 0 132 16,-1 0 189-16</inkml:trace>
  <inkml:trace contextRef="#ctx0" brushRef="#br0" timeOffset="-105329.75">23550 17717 162 0,'-13'0'346'0,"0"0"43"0,-1-5 40 16,2 5-54-16,-1-3-70 0,0-1-22 0,6 1 0 16,-5-1 10-16,4 0 4 0,2 1-1 15,0-1-8-15,-1 0-20 0,0 1-26 0,7-1-29 16,-6 1-20-16,6-2-25 0,0 2-21 0,0-4-21 16,6-1-17-16,-6 5-17 0,7-5-18 15,6-2-11-15,1 2-14 0,-2 0-11 0,1 1-9 16,7 0-6-16,0 0-3 0,-1 2 1 0,0 2-3 15,8 3-3-15,-8 3-4 0,0 2-2 0,1 2-2 16,-1 7-3-16,-5 2 1 0,-8 2 1 16,0 3 3-16,-6 5 5 0,0 0 6 0,-6 3 3 15,-7 1 6-15,6 3 8 0,-12-1 5 0,-1-2 2 16,1 2 1-16,-7-2 2 0,0-1-5 16,-6 1-2-16,-1-5-7 0,1 1-1 0,-2-4 0 15,9 0 3-15,-8-4 11 0,14-3 16 0,-1-1 22 16,1-3 28-16,5-3 33 0,8-1 31 0,0-3 14 15,-1-1 0-15,7 1-14 0,0-4-28 0,7 0-36 16,-1 0-35-16,6-4-29 0,2 4-19 0,5-3-11 16,1 3-5-16,6-4-3 0,0 0-4 15,0 1 2-15,7 3-1 0,-7-4 2 0,7 0-3 16,-1 1 1-16,1-5 1 0,-1 4-5 0,-6 1 2 16,0 0-3-16,0-5-2 0,-6 5 0 15,0 3-9-15,-8-4-24 0,1 0-38 0,-6 4-48 16,-1 0-60-16,1-3-67 0,-1 3-63 0,0 0-58 15,-6 0-76-15,8 0-105 0,-8 0-132 16,0-4-136-16,6 1-82 0,-6-2-3 0,0-2 72 0,6 0 131 16,-6-4 179-16</inkml:trace>
  <inkml:trace contextRef="#ctx0" brushRef="#br0" timeOffset="-104997.03">23908 17723 56 0,'7'-21'423'0,"-1"-1"77"16,-6 0 64-16,7 0 69 0,-1-1-82 0,0 2-93 15,-6-1-45-15,14 0-35 0,-8 0-26 16,0 4-35-16,1-1-58 0,0 1-43 0,-7 7-28 16,6 0-22-16,1-1-32 0,-7 5-29 0,6 4-23 15,-6 3-22-15,0 0-10 0,0 7 2 16,0 4 18-16,0 7 28 0,0 5 28 0,0 5 23 16,-6 6 10-16,6 2 2 0,-7 4-6 0,1 1-7 15,6 6-14-15,-7 5-9 0,-6-1-1 16,7 1-2-16,-8 3-4 0,8-1-8 0,0 1-1 15,-7-3 0-15,6-2-5 0,0 2-9 0,1-4-77 16,0-4-18-16,-1-4 0 0,7-3 0 31,-7-8 0-31,7 0 0 0,0-7 0 0,0-4 0 16,0-3 0-16,0-3 0 0,0-5 0 16,0 1-99-16,0-5-195 0,7-3-95 0,0 0-105 15,-1-8-121-15,7 0-127 0,0-2-110 16,0-5-112-16,7 1-10 0,-1-5 72 15,1 4 126-15,0-3 169 0,-2 1 175 0</inkml:trace>
  <inkml:trace contextRef="#ctx0" brushRef="#br0" timeOffset="-104497.16">24188 18226 360 0,'0'-15'503'16,"7"0"95"-16,-7-2 99 0,0 1-27 0,0-5-113 0,0 2-66 16,0 1-51-16,0-4-55 0,6 3-68 15,-6-3-56-15,0 4-39 0,7 0-37 0,-7 3-28 16,6-3-26-16,0 3-22 0,2 0-18 0,4 5-18 15,2-1-15-15,-2 0-15 0,1-1-10 16,7 5-5-16,0 0-5 0,-1 3-4 0,1 0-3 16,-1 4-4-16,0 0-4 0,1 4-5 0,6 0 2 15,-13 3-3-15,7 5-2 0,-7-2 3 16,0 5-1-16,0-1-1 0,-1 1-1 0,-12 0 1 0,8-1 1 16,-16 5-2-16,8-5 1 0,-6 4 0 15,-7-2 0-15,0 2 0 0,-6-4-1 0,-1 1 1 16,0 0 1-16,1-1 1 0,-1-2-1 0,8-2-1 15,-2 1 2-15,2-4 0 0,5-3 0 16,0 3 1-16,1-7 3 0,6 4 3 0,0-4 1 16,6-4 4-16,1 4 5 0,6-2 0 0,0-3 1 15,0 1 1-15,0 1 0 0,7 3-2 16,-1-4-4-16,0 4 2 0,1 4 3 0,0-4 6 16,-1 3 2-16,1 1 5 0,-7 1 6 0,0-3 11 15,0 6 11-15,-1 3 11 0,-4-5 9 16,-2 6 7-16,7 3 5 0,-13-5 1 0,7 5-10 15,-7 0-8-15,0-1-6 0,-7 1 1 16,0-4 2-16,-5 5 0 0,-2-6 5 16,1 1 4-16,-6-3 3 0,0-2-27 0,-1 3-59 15,0-6 0-15,1 0 0 0,-7-3 0 16,6 0 0-16,1-3 0 0,5 0 0 0,-5-2 0 16,6-2 0-16,0 4 0 0,0-8-83 15,6 3-254-15,1-2-105 0,6-2-125 16,6 1-138-16,1 0-146 0,-1-4-150 0,8 1-28 0,5-4 43 15,-6 3 120-15,7-4 170 0,-7 5 203 16</inkml:trace>
  <inkml:trace contextRef="#ctx0" brushRef="#br0" timeOffset="-104140.04">24755 17793 187 0,'0'-18'506'0,"6"-1"99"0,-6-3 105 16,0 5 80-16,7-6-166 0,-7 5-105 0,0 0-66 15,0 3-52-15,6 1-66 0,-6 2-53 16,0 5-49-16,0-1-47 0,0 1-47 0,0 4-41 16,7 6-30-16,-7 1-17 0,0 7 3 0,0 8 17 15,0 2 22-15,0 5 22 0,-7 7 17 0,7 3 13 16,0 5 3-16,-6 3-2 0,6 0-6 0,-7-1-4 16,1 5-1-16,6-1 2 0,-6 2 4 15,6-2 7-15,-8 1 3 0,8 2-39 0,0 2-112 16,-6-4 0-16,6 0 0 0,0-1 0 15,0 1 0-15,0-8 0 0,0 1 0 16,0-9 0-16,0-2 0 0,0-8 0 16,0 0 0-16,0-7 0 0,0-1 0 0,0-6 0 0,0-1 0 15,0 0 0-15,6-3 0 0,-6-4 0 16,0 0-296-16,0-4-165 0,0-3-94 0,8 0-113 16,-2-8-120-16,0-4-116 0,1-3-81 15,6 0 7-15,6-6 86 0,1 2 144 16,0-7 183-16</inkml:trace>
  <inkml:trace contextRef="#ctx0" brushRef="#br0" timeOffset="-103730.25">25055 18248 200 0,'6'-19'454'0,"7"-4"99"0,0 6 119 0,-6-2 52 15,5 1-80-15,-6-1-66 0,-6 9-54 0,8-1-74 16,-2 0-105 0,-6 3-106-16,0 5-71 0,0 3-49 15,0 3-26-15,-6 2-5 0,-2 5 2 0,8-2 10 16,-6 3 5-16,0 4-9 0,0-5-7 0,6 5-8 15,-7-3-2-15,7-2-4 0,0 1-4 16,0 0 4-16,7-4 3 0,-7 1 7 0,6-1 5 16,0-3 1-16,8-1 0 0,-2 0-4 0,1-3-8 15,1 0-10-15,6 0-4 0,-2 0 0 16,2-3 2-16,-1 3 2 0,1-3 4 0,0 3 6 16,-1-4-2-16,-5 0-4 0,4 4-8 0,-4 0-8 15,-1 0-9-15,0 0-13 0,-6 4-9 0,5 0-16 16,-5-1-10-16,0 5 0 0,-1-1 0 0,-6 0 0 15,0 4 0-15,0 0 0 0,0 0 0 16,0 0 0-16,-6 0 0 0,-1 1 0 16,-6-2 0-16,0 1 0 0,0 0 0 0,0 1 0 15,-1-2 0-15,-4-3 0 0,4 1 0 16,1-1 0-16,1 0 0 0,-2-3 0 16,8 0 0-16,-8-1 0 0,8-3 0 0,-7 0 0 15,7 4 0-15,-1-4 0 0,0-4 0 16,1 4 0-16,6-3-285 0,-6-1-217 15,0 0-120-15,6-3-143 0,0 0-138 16,0-4-129-16,0-3-17 0,6-5 63 0,-6-4 133 16,0 2 191-16,6-9 207 0</inkml:trace>
  <inkml:trace contextRef="#ctx0" brushRef="#br0" timeOffset="-103261.62">25211 18093 171 0,'6'-18'473'0,"-6"-1"109"16,0 1 109-16,7 4 52 0,-7-4-100 0,6 7-97 15,0-4-76-15,2 0-78 0,-2 4-86 0,6-4-75 16,2 5-60-16,-1-2-50 0,7 1-34 0,-2 4-24 15,2-4-20-15,7 4-15 0,-1 0-8 16,-7 3-7-16,13-4-8 0,-6 5-3 0,1-1-1 16,-1 1 1-16,6-1-1 0,-6 0 0 0,1 1 2 15,-8-5-2-15,7 5-1 0,-13-4 0 16,6-1 1-16,-5 1 1 0,-8-4-2 0,7 0 1 16,-13 0 0-16,7-4-2 0,-7 0-1 0,0-3 0 15,0 3 0-15,0-3 2 0,-7-3 1 16,7 2 0-16,-6 1 1 0,6-1 0 0,-7 1 1 0,7 0 5 15,0 3 12-15,-6 0 15 0,6 4 15 16,0 0 19-16,0 5 15 0,0 1 7 0,0-2-6 16,-7 4-9-16,7 3-13 0,0 0-11 15,7 3 3-15,-7 4 9 0,0 4 18 0,6 4 29 16,-6 3 32-16,0 7 24 0,7 1 13 16,-7 8 6-16,0-1 7 0,6 7 9 0,-6 0 1 15,0 4-48-15,0 4-155 0,7-4 0 0,-7 3 0 16,0 1 0-16,0-1 0 0,0 1 0 0,0-4 0 15,6 5 0-15,-6-6 0 0,0 1 0 16,0-4 0-16,0-4 0 0,7-5 0 16,-7-3 0-16,0-2 0 0,0-4 0 0,-7-8 0 15,7 2 0-15,0-6 0 0,0-2 0 16,0-1 0-16,0-3 0 0,0-1 0 16,0-3-246-16,0 0-417 0,0-7-222 15,7 3-223-15,-7-7-80 0,6 3 24 0,0-2 99 16,8 2 179-16,-1 1 243 0</inkml:trace>
  <inkml:trace contextRef="#ctx0" brushRef="#br0" timeOffset="-102805.95">26037 18313 315 0,'14'-26'601'0,"-2"5"129"0,2-8 95 0,-8 3 24 16,7-4-148-16,-6 1-126 0,6 0-114 0,-7 4-89 15,1-1-61-15,0 0-44 0,-1 4-38 16,-6 0-43-16,0 4-35 0,-6-1-38 0,-1 8-28 0,0-4-31 15,1 5-21-15,-7 3-16 0,-7 2-8 0,8-1-3 16,-8 6-2-16,0 0-2 0,-6 0-1 16,13 3-1-16,-7 5-1 0,1-1 0 0,6 0 0 15,6 0 1-15,-5 4 1 0,5-3 4 0,7 3 9 16,0 0 13-16,7 0 15 0,-1 3 13 16,7-3 14-16,7 7 15 0,0-2 3 0,5 2-2 15,1 0-7-15,0-3-8 0,0 7-8 0,1-4-10 16,-1 0-5-16,-1 0-5 0,1 1-2 0,-6-1-4 15,0 1-5-15,-7-1-5 0,-7-4-2 16,0 1-3-16,-6 0 4 0,-6-4 5 0,0 0 10 16,-7-1 6-16,-1-2 8 0,-4 0 9 15,-2-5-22-15,-7 1-41 0,8-4 0 16,0 0 0-16,-1-4 0 0,1 1 0 16,-1-5 0-16,6 0 0 0,2-2 0 0,-1-1 0 15,6 0 0-15,0-4 0 0,7-3 0 0,0 3 0 16,0-3 0-16,7-4 0 0,6 0 0 0,0 0 0 15,1 0 0-15,4 0 0 0,2 4 0 16,7-4 0-16,-1 7 0 0,-7-4 0 0,7 8 0 16,0 0 0-16,0 1 0 0,-7 2 0 0,1 1-239 15,0 3-159-15,-7 1-65 0,7-1-91 0,-8 0-116 16,2 1-121-16,-2 3-120 0,1-4-54 16,-6 4 23-16,0-7 103 0,-1 3 151 0,0-3 182 15</inkml:trace>
  <inkml:trace contextRef="#ctx0" brushRef="#br0" timeOffset="-102491.62">26467 17815 9 0,'0'-11'467'0,"7"-4"145"0,-7 1 117 16,7-1 92-16,-1 0-48 0,-6 1-124 0,6 0-96 15,1-1-92-15,0 0-73 0,-1 4-47 0,-6 0-47 16,7 4-41-16,-1-1-44 0,-6 1-44 0,7 3-44 16,-7 4-38-16,0 4-18 0,6 3 6 15,-6 4 23-15,0 11 28 0,-6 0 31 0,6 7 35 16,-7 4 26-16,7 8 18 0,-6-5-108 0,-1 8-124 15,1 1 0-15,-1-2 0 0,-6 1 0 0,7 4 0 16,-1-4 0-16,0 0 0 0,1-4 0 16,0 1 0-16,6-1 0 0,0-4 0 15,0-2 0-15,0-5 0 0,6-4 0 0,-6-3 0 16,6 0 0-16,1-7 0 0,-7-1 0 16,7-2 0-16,-1-4 0 0,0-2 0 15,-6-2 0-15,7 0 0 0,0-4-86 0,-1 0-463 16,1 0-156-16,-1-4-161 0,7-3-151 15,-6 4-77-15,5-5 20 0,2 1 88 16,-1-1 160-16,6 0 216 0</inkml:trace>
  <inkml:trace contextRef="#ctx0" brushRef="#br0" timeOffset="-102000.97">26832 18358 169 0,'20'-19'469'16,"-7"1"106"-16,0-4 125 0,6-4 55 0,-5 1-103 15,-2 3-79-15,2-4-64 0,-8 0-67 16,7 0-85-16,-7 1-59 0,1 0-42 0,-7 2-35 15,7 2-30-15,-7-2-26 0,-7 4-28 0,7 2-28 16,-7-2-31-16,-6 8-25 0,1 0-19 0,-2 0-13 16,-5 7-9-16,6 1-5 0,-13 3-3 0,7 3-1 15,-1 1-2-15,0 4 0 0,1 3-2 16,-1-4 1-16,7 8 1 0,0-4 2 0,0 3-1 16,0-3 2-16,13 4 1 0,-7-1 2 15,7-2 3-15,7-1 3 0,-7 0 3 0,13-4 4 16,-6 1 0-16,6-1 1 0,6 0-1 0,-5-3-1 15,5-4-1-15,0 3-4 0,0-3 1 16,1-3 3-16,0 3 5 0,-1-8 6 0,-5 5 10 16,5-4 14-16,0-1 10 0,-6 1 8 0,1-1 12 0,-2 1 8 0,2 0 5 15,-8 2-2-15,0-2-7 0,1 4-8 16,0-1-15-16,-7 4-18 0,6-4-18 0,-6 8-15 16,0-4-6-16,0 7-3 0,0 0 5 0,-6 5 13 15,6 3 17-15,-7 3 22 0,7 4 12 16,-7 0-73-16,1 0 0 0,0 7 0 0,0-3 0 15,6 3 0-15,-8-3 0 0,8 3 0 16,-6 1 0-16,6-5 0 0,0-3 0 0,0 3 0 16,0-6 0-16,0-1 0 0,0 0 0 15,6-2 0-15,-6-6 0 0,0 1 0 16,8-3-85-16,-8-1-333 0,0-3-101 0,6 0-144 16,0-4-178-16,0-4-190 0,1-4-57 15,6 1 22-15,-6-3 103 0,-1-10 181 16,8 2 233-16</inkml:trace>
  <inkml:trace contextRef="#ctx0" brushRef="#br0" timeOffset="-101704.17">27262 17965 245 0,'6'-26'599'0,"2"1"126"16,-2-1 94-16,-6 0 74 0,6 1-165 0,0 3-131 16,1 4-106-16,-7 0-79 0,0 6-64 15,7 1-61-15,-7 0-64 0,0 8-59 0,6-1-56 16,-6 4-39-16,0 4-9 0,0 8 2 0,0 1 16 15,0 9 21-15,0 4 24 0,-6 3 15 0,6 8 0 16,-7-1 2-16,0 5-7 0,1-1-8 16,0 4-12-16,0 0-9 0,-2 0-9 0,2 0-20 15,-7 0-75-15,7 0 0 0,-8-4 0 16,8 0 0-16,-6 1 0 0,4-8 0 16,2 0 0-16,0-1 0 0,6-5 0 0,-7-5 0 15,7-4 0-15,-7 1 0 0,7-5-36 16,0-3-246-16,0-4-84 0,0 0-100 15,0 1-142-15,7-8-168 0,6 0-177 16,-7 0-81-16,2-8-2 0,-2 1 76 0,6-8 163 16,2 4 214-16</inkml:trace>
  <inkml:trace contextRef="#ctx0" brushRef="#br0" timeOffset="-101469.73">27483 18299 28 0,'14'-15'518'0,"-8"4"165"16,7-7 119-16,-6 3 94 0,-1 1-50 0,7-1-136 15,-13 0-116-15,7 4-112 0,-1 0-76 0,1 4-67 16,-7-1-68-16,6 1-65 0,-6 3-59 0,0 4-45 16,0 4-24-16,0 0-5 0,0 7 5 15,0 1 8-15,-6 1 9 0,6 6-1 0,0-1-10 16,-7 1-16-16,7 2-17 0,-6 2-11 16,-1-2-14-16,7 2-8 0,0-5-8 15,-6 1-24-15,6-2-39 0,-7-2-61 0,7 0-77 16,0-4-99-16,0 0-124 0,0-4-144 15,0 0-158-15,0-3-159 0,7-4-106 16,-7 0 0-16,6-4 73 0,1-3 138 16,-1 0 179-16</inkml:trace>
  <inkml:trace contextRef="#ctx0" brushRef="#br0" timeOffset="-101266.73">27666 18273 119 0,'7'-15'515'0,"-1"5"143"0,1-1 117 15,-1 0 92-15,0-1-113 0,1 4-114 0,-7 2-104 16,7-2-115-16,-7 5-101 0,0-1-80 0,0 0-58 15,0 4-47-15,0 4-18 0,0 3-2 0,0 1 10 16,0 3 10-16,0 7 1 0,0-4-7 16,-7 5-20-16,7 3-23 0,0-4-25 0,-7 1-22 15,7 2-15-15,-6-2-10 0,6-4-32 16,-6 3-51-16,6-4-77 0,-7-2-100 16,7-1-154-16,0 0-187 0,0-4-197 0,0 0-174 15,7-3-43-15,-7-4 35 0,0 0 119 16,6-4 171-16,0-3 212 0</inkml:trace>
  <inkml:trace contextRef="#ctx0" brushRef="#br0" timeOffset="-100949.77">27985 17980 238 0,'13'-29'591'0,"-7"0"129"0,8 3 101 0,-8 0 85 0,0 4-165 15,1 0-130-15,0 4-95 0,-7 3-90 0,6 3-78 16,-6 2-73-16,0 3-69 0,7 3-60 15,-7 8-48-15,0 3-19 0,-7 8 0 0,7 7 17 16,0 3 21-16,-6 4 18 0,-1 5 7 0,0 3 1 16,7 3-3-16,-6-1-7 0,-6 5-9 15,4-2-4-15,2 5-4 0,-7-3-6 0,6 0-96 16,-6-4-14-16,7 4 0 0,-7-3 0 16,6-1 0-16,1-4 0 0,0 1 0 15,-1-4 0-15,7 0 0 0,-7-8 0 0,7-3 0 16,-6-2 0-16,6-7 0 0,0-2 0 15,0 0 0-15,0-3 0 0,0-4-48 16,6-1-271-16,-6 1-78 0,7-8-98 0,-7 4-142 16,7-7-149-16,-1-1-156 0,0-3-76 15,8 0 10 1,-8 0 85-16,7 0 159 0,0-3 198 16</inkml:trace>
  <inkml:trace contextRef="#ctx0" brushRef="#br0" timeOffset="-100635.33">28174 18273 112 0,'6'-18'462'0,"-6"0"118"0,0 3 124 0,0-1 88 0,7 2-104 16,-7 1-88-16,0 1-63 0,0 1-77 16,0 3-95-16,0 2-76 0,6 1-66 0,-6 1-57 15,0 1-44-15,0 3-34 0,0 0-18 0,0 3-2 16,0 6 10-16,0 1 18 0,0 1 19 0,0 7 21 15,0 1 18-15,-6 3 11 0,6 4-1 16,-7-1-14-16,7 1-17 0,-6 4-15 0,6-5-21 16,-6 0-24-16,6-3 8 0,-7 0-25 15,7-3-17-15,0-1-15 0,-7-7-12 16,7 4-32-16,0-7-76 0,0 2-49 0,0-3-61 16,7 1-78-16,-7-4-99 0,0-1-139 15,7-3-167-15,-7 0-172 0,6-3-124 0,0-1-20 16,1-4 46-16,-1 1 140 0,1-3 194 15,6-3 224-15</inkml:trace>
  <inkml:trace contextRef="#ctx0" brushRef="#br0" timeOffset="-100210.45">28304 18331 28 0,'6'-14'451'0,"1"-4"108"0,0 3 123 0,-1-3 96 16,1 0-68-16,-1-1-117 0,1 1-85 16,6-1-75-16,-7 1-101 0,8 3-85 0,-8 1-67 15,7-1-53-15,0 4-44 0,6 0-33 0,-5 4-22 0,-2 4-10 16,8-2-10-16,-7 5-6 15,7 5-3-15,-8-2 1 0,-5 1 0 0,6 3 0 0,-6 0 0 16,-1 4 0-16,-6-4-1 0,-6 4-4 16,-1-3 0-16,1 3-3 0,-8-4 0 0,-5 0-2 15,0 1 0-15,-1-1 1 0,1 1 0 0,-1-1 1 16,0-4 3-16,7 5 0 0,1-4 2 0,4-1 2 16,2 1 1-16,0 0 1 0,6-1 2 15,0 0 7-15,6 2 7 0,0 2 9 0,8-4 8 16,-1 5 13-16,0-1 9 0,6 0 10 0,-5 0 14 15,-2 1 11-15,8-1 14 0,-7 4 12 16,-7-3 9-16,8 0 2 0,-8 2-4 16,0-2-5-16,-6-1 0 0,0 0 9 15,-6 5 13-15,0-6 18 0,-8 2 17 0,2-1 8 16,-8-3-1-16,1 3-19 0,-7 0-106 16,-1-3-58-16,7 0 0 0,-5 3 0 15,-1-3 0-15,6-1 0 0,0 0 0 16,8 2 0-16,-1-2-165 0,6-3-154 0,0 4-94 15,7-4-110-15,0 3-142 0,0-6-139 16,14 3-148-16,-8-4-62 0,7 1 24 16,7-5 100-16,-1 1 173 0,7-4 190 0</inkml:trace>
  <inkml:trace contextRef="#ctx0" brushRef="#br0" timeOffset="-100038.6">28929 17962 102 0,'-6'-11'199'0,"6"3"8"0,0 1-55 16,-7 0-70-16,7 3-47 0,0 1-33 0,-6 3-31 16,6 0-35-16,0-5-35 0,-6 5-34 0,-1 0-26 15,7 0-8-15</inkml:trace>
  <inkml:trace contextRef="#ctx0" brushRef="#br0" timeOffset="-99614.86">28845 17951 30 0,'0'0'223'15,"6"3"28"-15,-6-3-2 0,7 0-34 0,-7 0-26 16,6 0-10-16,-6 0-2 0,6 0 6 0,-6-3 11 16,8 0 12-16,-8-2 5 0,0 1 12 0,6-2 21 15,-6 2 26-15,0-3 11 0,6 2-1 0,-6-1-9 16,0-1-16-16,7-1-17 0,0 0-26 15,-7 1-23-15,6-4-7 0,0 3 2 0,-6 1-4 16,7 0-10-16,-7 0-14 0,6-1-10 0,1 1-15 16,-7-1-13-16,0 5-13 0,7 0-16 15,-7-1-16-15,0 4-15 0,0 0-22 0,0 4-13 16,-7-1-12-16,7 8 0 0,-7 4 12 0,1 3 24 16,-1 4 30-16,-5 8 28 0,-2-2 27 15,2 9 20-15,-2-1 13 0,1 6-6 0,-6 2-8 0,0 3-16 16,-8 0-15-16,8 4-18 0,-8 1-18 15,1-5-13-15,7 1-9 0,-7-1 7 16,6 2 13-16,8-9-70 0,-2-4-12 16,1 1 0-16,7-8 0 0,6-6 0 15,-6-5 0-15,-2 0 0 0,8-7 0 0,0-1 0 16,0-1 0-16,0-2 0 0,0-4 0 16,0 1 0-16,0 0 0 0,0-4-108 15,14 0-256-15,-8-4-82 0,1 0-116 0,6 1-150 16,0-1-171-16,-1-4-135 0,2-2-21 15,-1 2 43-15,0-3 129 0,6 1 187 16,1-1 234-16</inkml:trace>
  <inkml:trace contextRef="#ctx0" brushRef="#br0" timeOffset="-98849.7">28916 18287 208 0,'0'-3'306'0,"0"3"42"0,0-4-10 0,0 1-38 15,0-1-30-15,0-3-8 0,7-1 2 0,-7 5 17 16,0-4 19-16,6-1 7 0,1 1 2 0,-7 0-3 16,7 3-13-16,-1-4-24 0,0 5-28 15,-6-4-21-15,0 3-30 0,7 4-22 0,-7-4-30 16,0 0-26-16,0 4-32 0,0 0-22 0,0 4-5 16,-7 0 3-16,7 2 15 0,-6 6 19 15,0 3 23-15,-1 0 18 0,7 3-2 0,-13-4-7 16,13 5-17-16,-7-1-20 0,1 1-22 15,0-5-20-15,-1 0-14 0,0 1-9 16,7-4-8-16,-6 0-6 0,6-4-23 0,-6 1-39 16,6-1-49-16,0 1-55 15,0-5-62-15,0 0-77 0,0-3-93 0,6 0-73 16,0 0-57 0,1-3-32-16,6 0-1 0,-7-1 38 15,7-3 92-15,1-1 101 0,-8-3 107 0,7 0 101 16,-6-3 96-16,5-1 87 0,-12 4 73 15,7 0 70-15,-1 1 74 0,1-2 74 16,-7 5 38-16,0-1 7 0,0 5-17 0,0-4-40 16,0 2-57-16,0 5-66 0,0-3-46 0,0 3-29 15,0 3-13-15,-7-3 1 0,7 5 1 0,0-2 2 16,0 4-10-16,0-3-5 0,0 3-8 16,7 1-6-16,0 0-7 0,-1-1-12 15,8-1-8-15,-2-1-8 0,-5 2-10 0,6-3-7 16,0-1-4-16,-1-3 5 0,2 0 16 15,-1 0 23-15,-7 0 22 0,7 0 21 16,-6-3 10-16,-1 3-7 0,-6 0-20 16,7 0-27-16,-7 3-28 0,0 0-17 15,-7 1 8-15,7 7 23 0,0-3 28 0,-6 6-16 16,6-3-95-16,-7 4 0 0,7-5 0 16,0 5 0-16,0-4 0 0,0 0 0 0,0 1 0 15,0-4 0-15,0-2 0 0,0 2 0 0,0-5 0 16,0 5 0-16,-6-4-149 0,6 3-372 15,-7-7-195-15,1 3-258 0,6 1-160 16,-7-4-39-16,1 0 47 0,0 0 118 0,-2-7 216 16,8 3 306-16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26:59.54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1947 1421 117 0,'0'0'319'0,"0"0"73"0,0 0 16 0,0 0 12 15,0 0 13-15,0-4 3 0,0 4-9 0,0 0-13 16,0 0-19-16,0 0-26 0,0 0-35 0,0 0-58 16,0 0-53-16,0-3-55 0,0 3-38 15,0 0-36-15,0 3-31 0,0-3-26 0,0 4-11 16,0 0 11-16,6 3 2 0,-6 0 11 0,0 5 13 16,0 2 14-16,0 4 7 0,7 1-1 0,-7-1 4 15,0 4 2-15,0 0-3 0,0 3-4 0,0 1-5 16,0-3-7-16,0 2-10 15,0 0-14-15,0-3-6 0,0 1-8 0,0-1-7 0,0 0-4 16,0-4-6-16,0 0 0 0,0 1-4 0,0-5-4 16,0 1 0-16,0-5-3 0,0-2 0 0,7 0 2 15,-7-1-2-15,0-3 3 0,0-1 0 16,0 1 1-16,0-1-2 0,0-3-17 0,0 5-36 16,0-10-53-16,-7 2-81 0,7-1-100 0,-7 1-133 15,7-8-137 1,-6 3-142-16,6-2-138 0,-7-6-45 0,7 2 34 0,0-1 100 0,0-3 133 15,0 0 166-15</inkml:trace>
  <inkml:trace contextRef="#ctx0" brushRef="#br0" timeOffset="298.4">1985 1399 168 0,'-6'-4'415'0,"6"1"85"0,-6-1 78 15,6 0-13-15,-6 1-8 0,6-1-71 0,0 4-58 16,0-3-56-16,0 3-63 0,0-4-79 0,6 4-72 16,-6-4-48-1,6 4-37-15,8 0-16 0,-2 0-4 0,8 0 0 16,-1 0 5-16,1 0-2 0,6 4-6 0,-7-4-6 16,7 0-10-16,1 4-12 0,5-4-7 0,-6 3-4 0,0-3-4 0,1 4-1 15,-1-4-2-15,-7 3-1 0,7-3-2 0,-6 0 1 16,-1 4-3-16,1-4-24 0,-8 0 51 15,2 4-81-15,-1-4-78 0,-6 0-83 0,-1 3-82 16,0-3-64-16,-6 0-148 0,0 0-26 0,-6 0-35 16,0 4-46-16,-8-4 17 0,2 3 49 15,-2 2 79-15,1-1 99 16</inkml:trace>
  <inkml:trace contextRef="#ctx0" brushRef="#br0" timeOffset="594.31">2064 1633 104 0,'-13'8'303'0,"6"3"46"0,-5-7 26 0,5 3-36 0,-6-3-31 0,6-1-24 16,7 1-15-16,-6-4 1 0,0 3 6 0,6-3-5 16,-8 5-13-16,8-5-18 0,0 0-22 0,0 0-24 15,0 0-18-15,0 0-9 0,0 3-2 16,14-3 1-16,-8 0 1 0,8 3-11 0,-1-3-27 15,6 0-24-15,0 0-26 16,1 0-24-16,-1 0-23 0,7 0-11 0,-6 0-5 16,0 0-5-16,5 4-6 0,-5-4-8 0,0 0-13 0,-1 0-32 15,1 4-39-15,-7-4-61 0,0 3-75 0,-7 1-91 16,1 0-92-16,-1-4-87 0,-6 3-79 16,7 1-82-16,-14 3-13 0,7-3 48 0,-13 0 79 15,7 0 105-15</inkml:trace>
  <inkml:trace contextRef="#ctx0" brushRef="#br0" timeOffset="859.45">2019 1923 130 0,'-7'11'334'0,"0"0"47"0,7-4 40 0,-6 1-41 16,6-5-42-16,0 5-25 0,0-5 13 0,0 5 22 15,6-5 7-15,1 1 0 0,6-1-20 0,0-3-26 16,7 4-44-16,-1-4-41 0,1 0-29 15,-1 0-23-15,8 0-13 0,-2 0-11 0,1-4-12 16,0 4-18-16,0-3-17 0,1-1-21 0,-1 1-18 16,-1-5-19-16,-5 5-14 0,6-1-10 0,-6 0-6 15,-7 1-5-15,-1-1-2 0,2 0-3 16,-1 4-8-16,-6-3-17 0,-1 3-34 0,0-4-45 16,-6 4-65-16,7-4-86 15,-7 4-100-15,0 0-117 0,6-3-124 0,-6-1-130 16,0 4-61-16,0-4 20 0,0-3 72 0,7 3 115 0,0-2 146 15</inkml:trace>
  <inkml:trace contextRef="#ctx0" brushRef="#br0" timeOffset="1167.42">2754 1667 259 0,'7'-8'494'0,"-7"1"123"0,7-4 98 0,-7 8-25 0,6-5-66 0,-6 4-100 16,0 1-95-16,0 3-107 0,0-4-94 15,0 4-69-15,-6 0-54 0,6 0-39 0,-7 0-32 16,0 4-9-16,1 3-3 0,-1 1-5 0,1 2 5 16,-8 1 2-16,2 4 11 0,6-1 2 0,-8 1 4 15,1 3 2-15,0 1-3 0,0-1-3 16,7 4-6-16,-8-4-8 16,2 4-6-16,5-3-2 0,1-1-3 0,-1 1-4 0,0-1-1 0,7-4 0 15,-6 1 0-15,0-4 0 0,6 0-1 0,0-4-2 16,0 1-12-16,0-1-21 0,0-3-24 0,0-1-50 15,0 0-81-15,0-3-117 0,0-3-122 16,0-4-123-16,0 0-116 0,6-4-100 0,-6 0 5 16,0-4 74-16,0-3 108 0,0 0 132 15</inkml:trace>
  <inkml:trace contextRef="#ctx0" brushRef="#br0" timeOffset="1405.47">2546 1652 299 0,'-7'-7'447'0,"7"3"79"0,0 1 36 0,0-2-24 15,0 5-81-15,-6-3-82 0,6 3-79 0,0 0-65 16,0 0-38-16,6 0-30 16,-6 3-12-16,7 2-1 0,0 2 14 15,-1 4 17-15,0 0 1 0,2-1-5 0,4 1-8 0,-6 4-5 0,8 3-10 16,-1-3-10-16,-7 4-16 0,8-5-14 0,-2 5-13 16,-6-1-15-16,8 0-15 0,-8 0-13 0,7 1-11 15,-6-4-11-15,6-1-12 0,-7 1-9 16,0-1-7-16,2 1-5 0,4 0-10 0,-12-4-21 15,7 0-31-15,-1 0-51 0,1-1-78 0,0-2-121 16,-7-1-139-16,6-3-160 16,6-1-156-16,-4 2-100 0,-2-5 0 0,0 0 78 0,8 0 126 15,-1-5 167-15</inkml:trace>
  <inkml:trace contextRef="#ctx0" brushRef="#br0" timeOffset="1959.27">3132 1835 322 0,'0'-8'476'0,"0"-2"71"0,-7-1 62 16,1 0-55-16,0-1-78 0,-1-2-72 0,7 3-54 15,-13-1-43-15,6-1-35 0,1 1-40 0,0 1-44 16,-1 0-40-16,-6 4-28 0,7-3-22 0,-1 2-22 16,-6 1-17-16,6 3-18 0,-5 0-12 15,-2 1-10-15,2-1-4 16,-2 4-3-16,1 0-11 0,1 4 0 0,-2-1-2 15,2 5 0-15,5-1-1 0,-6 7 2 0,0-3 4 0,6 4 5 16,0 4-2-16,1-1 1 0,0 4 0 0,6-4-1 16,0 4 0-16,0 0 0 0,6 0 6 0,-6 0 4 15,6-3 2-15,1-1 1 0,0 0 4 16,6-3-1-16,-7-1 3 0,8 0-3 0,-2-2 3 16,-6-5 1-16,14 0 4 15,-7 1 7-15,1-5 5 0,4 2 9 0,-4-5 9 16,-1 0 16-16,7-5 8 0,-14 2 12 0,7-5 8 0,0 1 7 15,-7 0-1-15,1 0-11 0,0-8-7 0,-1 4-12 16,1-7-17-16,-7 3-17 0,6-7-8 0,-6 4 0 16,6-1 1-16,-6 5 3 0,0-1 8 0,0 0 10 15,0 4 4-15,0 0 1 0,-6 1-4 0,6 5-2 16,0-1-5 0,0 2-10-16,0-3-11 0,0 7-9 0,0-4-11 15,0 4-13-15,0 0-8 0,0 0-5 0,0 0-1 0,0 7 1 16,6 1 1-16,-6-2 4 0,0 9 4 0,7-4 0 0,-7 4 2 0,0 3 1 15,7-3 2-15,-1 4 1 0,-6-5-1 0,6 1 1 16,2 3 1-16,-2-3-9 0,0-1-18 16,1-3-32-16,-1 3-45 0,1-2-56 0,-7-5-67 15,6 4-82-15,1-4-109 0,-1-2-130 0,0-3-148 16,2-2-144-16,4 0-85 0,-5-7 4 16,-7 0 86-16,7 0 139 0,-1-4 180 0</inkml:trace>
  <inkml:trace contextRef="#ctx0" brushRef="#br0" timeOffset="2749.36">3236 1777 271 0,'0'-8'421'0,"-6"-3"63"0,6 4 52 16,0 0-49-1,-6 3-68-15,6-3-53 0,0 7-46 0,0-4-46 0,0 0-51 16,0 4-55-16,6 0-51 0,-6 4-30 0,0 0-22 16,6-1-3-16,1 5 7 0,-7 3 16 0,7 0 11 15,-1 0 2-15,0 3 10 0,1 1 8 0,-1-1 3 16,1 5-4-16,-7-1-7 0,7 1-4 15,-1-1-5-15,-6 1-7 0,6-2-6 0,1 2-4 16,-7-5-2-16,0 0-4 16,0 1-9-16,7 0-6 0,-7-8-4 0,0 5-3 0,0-5-2 15,0 0-2-15,0-3 12 0,6 0 17 0,-6-1 27 16,0 1 25-16,0-4 16 0,-6 0 1 0,6-4-12 16,0-3-24-16,-7 3-33 0,0-7-33 15,7 1-21-15,-6-2-11 16,0-6-6-16,6 0-3 0,-7-1-4 0,0-3-2 15,7 0-4-15,0 1 2 0,0-5-3 0,0 7-1 16,0-3 1-16,7 4-1 0,-7-1 0 0,7 5-2 0,-1 0 1 0,0-1 0 16,1 4-1-16,6 1 0 0,0-2 1 15,-7 4 1-15,8 5-2 0,-2-5 0 0,-4 8 1 16,4 0 1-16,1 0 2 0,0 4-2 16,-6 0 3-16,5 3 0 0,2 4 3 0,-1 0-2 15,-7 0-1-15,7 4 4 0,-6 3 0 16,6-4 0-16,-6 5 0 0,-1-1 2 0,7-3 1 15,-6 3-6-15,-1 0 1 0,-6-2 2 0,6 2 2 16,1-4 2-16,-7 1-1 0,0-4 6 16,6 4 1-16,-6-8-2 0,0 3 0 0,0-2-1 15,0-1 1-15,0-3 2 0,0 0 4 0,0-1 12 16,0 1 16-16,0-4 10 0,-6 0 5 16,6 0 4-16,-7-4-5 15,1 1-12-15,0-5-15 0,-1 1-11 16,0-4-5-16,1-3-7 0,0-1-3 0,-1 0 1 0,0-2-3 0,7-2-1 15,-6 1 0-15,6-1-3 0,0 1 4 16,0-1-10-16,0 1 4 0,6 4-1 0,1-5-3 16,0 5-1-16,-1-1-3 0,7 0 6 0,-6 4 0 15,5 0 0-15,1 0 0 0,7 4 0 16,-6-1 0-16,-2 5 0 0,8-1-1 0,-7 4 1 16,-1 0 1-1,2 4 1-15,5-1 2 0,-6 8-1 0,-6-3 2 0,6 3-2 16,0 3 0-16,-7 1 2 0,8 0 1 0,-8 3 5 15,0 1 1-15,-6-1 6 0,7 0 5 0,-1 0 4 0,-6 1 3 0,0-1 0 16,7 1-3-16,-7-1-2 0,0-4-3 16,0 1-5-16,0-4-4 0,0 4-3 15,0-4 0-15,0-4-9 0,0 4-24 0,0-4-33 32,0-3-49-32,0 4-58 0,0-6-66 0,0 3-72 15,0-5-113-15,7 0-152 0,-1-5-177 0,0-2-170 0,0 0-53 16,8 0 14-16,-1-4 102 0,0-1 168 15,0-2 218-15</inkml:trace>
  <inkml:trace contextRef="#ctx0" brushRef="#br0" timeOffset="3054.5">4005 1688 320 0,'-6'-3'519'0,"6"-5"98"15,0 8 90-15,0-3-34 0,-7-1-101 0,7 4-112 16,0-3-94-16,0 3-84 0,0 0-82 0,0 0-51 15,0 3-25-15,7 1-7 0,-7 4 0 16,6-2 15-16,-6 5 19 0,6 4 9 16,0 0 6-16,2 2 11 0,-2 6 8 0,0 3 0 15,-6-1 0-15,7 5-5 0,-7-1-11 0,7 0-19 16,-7 4-16-16,0-3-16 0,0-1-21 16,0 4-19-16,0-3-16 0,0-5-12 15,0 0-20-15,0-3-5 0,-7 0-7 16,7 1-2-16,0-9-3 0,0 5-3 15,0-9 2-15,0 1-5 0,0-3-8 0,0 2-15 16,0-5-21-16,0-2-42 0,0-3-66 0,0 0-76 16,0-3-88-16,0-5-109 0,0 1-159 15,-7-4-165-15,7-4-183 0,0-3-62 16,0 0 22-16,-6-8 82 0,6 0 158 0,0 0 197 16</inkml:trace>
  <inkml:trace contextRef="#ctx0" brushRef="#br0" timeOffset="3396.77">3966 1714 224 0,'-6'-15'419'16,"6"4"63"-16,0 0 58 0,0 4-52 0,6-4-43 15,0 4-46-15,1-4-36 0,6 8-17 16,0-5-18-16,-1 1-26 0,8 3-39 16,-6 0-46-16,5 1-34 0,7-1-24 0,-6 4-25 15,-1 0-16-15,7 4-12 0,-6-1-8 0,-1 1-5 0,1 3-7 0,0 0-2 16,-1 1-3-16,-6 3 0 0,0 4-2 15,0-5 1-15,0 5-6 0,0 3-4 0,-6-3-8 16,-7 0-3-16,6 3-5 0,-12 1-5 16,6-5 2-16,-7 4 0 0,-6-3 1 0,7 3-5 15,-14-3-2-15,1-1-4 0,5 2-6 0,-6-5-3 16,-5-1-7-16,5-2-2 16,0 3-7-16,1-4-4 0,0-3-8 0,6-1 0 0,-7 1-3 15,7 0-14-15,0-4-33 0,0 0-49 16,7-4-67-16,-1 0-97 0,0 1-145 0,7-5-167 0,7 1-178 0,-7-3-159 15,7-5-42-15,-1 4 36 0,7-5 114 16,0 2 161-16,0-4 202 0</inkml:trace>
  <inkml:trace contextRef="#ctx0" brushRef="#br0" timeOffset="3999.68">4428 1473 389 0,'0'-8'573'0,"0"1"118"16,7 0 82-16,-7 2-40 0,6 3-122 0,-6-6-118 16,6 4-118-16,-6 4-101 0,0-4-76 0,0 4-64 0,8 0-32 15,-8 4-30-15,0 0-8 0,6 4 4 16,-6 2 12-16,6 1 17 0,-6 7 13 0,7-3 21 16,-7 7 14-16,6 4 10 0,-6-1 3 15,0 5-5-15,0-1-6 0,7 4-13 0,-7 0-18 16,0 0-15-16,0 0-16 0,0 0-10 0,0-1-11 15,0-2-14 1,6 0-6-16,-6-4-7 0,7-1-5 0,-7-3-4 0,6-5 1 16,1-2 4-16,0 0 8 0,5-3 6 0,-5-2 4 15,6-6 2-15,0 0-5 0,7-4-3 16,-8 0-14-16,8-4-9 0,0-3-5 0,-1 0-5 16,1-5-4-16,-1 1-3 0,1-8 0 0,0 2-3 15,-8-2-2 1,2 1 0-16,-8-4 0 0,7 4 1 0,-7-1 0 15,-6 5 0-15,7-4-2 0,-7 6-2 0,-7-2 1 0,7 3-3 16,-6-1 0-16,-7 2-2 0,7 3 1 0,-8-1 0 16,2 1 0-16,-2 2-1 0,1 3-1 15,0 2 1-15,-6 0 1 0,5 2-1 0,2 3 0 16,-1 6 4-16,6-4 1 0,-6 4 2 0,7 0 0 16,0 4 4-16,-2-1 4 0,2 5 9 15,6-5 12-15,0 4 15 0,6-2 17 0,2 2 16 16,-2-4 17-16,0 1-93 0,7 0-1 15,0-4 0-15,0 3 0 0,7-3 0 0,-8-4 0 16,8 1 0-16,0-1 0 0,-7 0 0 0,7-2 0 16,-1-3 0-16,-6-2 0 0,6 5 0 15,-5-5 0-15,-8 0 0 0,7 0 0 0,-6-5 0 16,-1 5 0-16,1 0 0 0,-1-2 0 16,0 2 0-16,-6 0 0 15,0-5 0-15,0 2-327 0,-6 3-229 0,0-4-192 0,-1-3-253 0,1-1-136 16,-1 1-9-16,-6-4 58 0,-1 0 132 15,8-3 216-15,0-1 304 0</inkml:trace>
  <inkml:trace contextRef="#ctx0" brushRef="#br0" timeOffset="4717.26">6063 1575 23 0,'0'-8'275'0,"0"5"68"0,0-4 26 0,0 2-29 15,0-1 53-15,0 2-18 0,0-3 0 0,0 3 5 16,-6 0 3-16,6 1-6 0,0-1-13 16,0 0-21-16,0 1-44 0,-8-1-38 0,8 0-25 15,0 4-16-15,0-3-14 0,0 3-11 0,0 0-23 16,0-4-25-16,0 4-32 0,0 0-35 15,0 4-27-15,0-1-24 16,0 1-8-16,0 3 15 0,0 4 20 0,-6 4 37 0,6 4 30 0,0 3 26 16,0-1 13-16,0 1-8 0,0 4-13 15,0 4-21-15,0-5-17 0,0 4-15 16,0-3-9-16,0 3-8 0,0-3-3 0,0-1-3 16,0 2-2-16,0-6-5 0,0 2 0 15,0-6 0-15,6 2-3 0,-6-8-38 0,0 0-17 16,0 0 0-16,0-4 0 15,0-4 0-15,0 1 0 0,0 0 0 0,0-1 0 0,0 1 0 16,0-4 0-16,0 0 0 0,0 0 0 0,-6-4 0 16,6 1 0-16,0-1 0 0,0 0-99 0,0-3-227 15,0-1-94-15,0 2-122 0,0-5-158 0,6-4-175 16,-6 0-148-16,8-2-31 0,4-2 51 16,-5-4 119-16,6 2 188 0,0-2 225 0</inkml:trace>
  <inkml:trace contextRef="#ctx0" brushRef="#br0" timeOffset="4952.67">6617 1414 423 0,'0'-3'652'0,"6"-1"135"0,-6 4 97 0,0-5-54 16,0 2-84-16,0 3-150 0,0-4-155 15,0 4-112-15,0-3-86 0,0 3-68 0,0 0-55 16,0 0-44-16,0 0-32 0,0 0-38 16,0 0-36-16,0 0-46 0,0 0-56 0,0 3-78 15,0 1-101-15,0-1-130 0,0 2-126 16,0 2-117-16,0 0-121 16,0 4-16-16,0 1 51 0,0-2 118 0,0 5 138 0</inkml:trace>
  <inkml:trace contextRef="#ctx0" brushRef="#br0" timeOffset="5171.1">6714 1908 65 0,'0'22'360'15,"0"-3"86"-15,-6-1 84 0,6-3 11 16,0-5 10-16,0 1-39 0,-6 0-33 0,6-4-43 0,0-2-42 16,0 2-63-16,0-7-58 0,0 4-50 15,0-1-39-15,-8 1-29 0,8-4-35 0,0 0-24 16,0 0-23-16,0 0-29 0,0-4-49 15,0 1-72-15,-6-1-102 0,6-3-135 0,-6 0-165 16,6-5-170-16,-7-3-157 0,1-3-41 16,-1 0 40-16,7 0 102 15,-7-4 150-15,1 0 167 0</inkml:trace>
  <inkml:trace contextRef="#ctx0" brushRef="#br0" timeOffset="5389.74">6590 1725 358 0,'-6'0'460'0,"6"0"75"15,0 0 33-15,6 0 8 0,-6 0-55 16,7 0-64-16,6 0-50 0,-6 0-43 16,12 4-47-16,-6-4-63 0,7 0-52 0,5 4-35 0,-5-4-26 0,0 0-17 15,5 3-17-15,2-3-14 0,-8 0-14 0,8 0-11 16,-8 0-9-16,-6 0-14 0,7 0-12 16,-7 0-13-16,-7 0-6 0,8 0-9 0,-8 0-15 0,0 0-33 15,-6 0-48-15,6 0-82 0,-6 0-107 16,0 0-125-1,-6 0-141-15,6-3-138 0,-6 3-114 0,0 0-3 16,-8-4 61-16,8 0 105 0,-7 0 140 0</inkml:trace>
  <inkml:trace contextRef="#ctx0" brushRef="#br0" timeOffset="6683.64">1614 2458 119 0,'-6'4'189'0,"6"-1"-3"0,0 5-22 0,0-8-16 0,0 3 19 0,0 1 22 16,0-4-6-16,0 3-2 0,0 2 0 16,6-5 11-16,-6 3 15 0,8 1 10 0,4-1 15 15,-6 1 27-15,8-4 28 0,5 4 17 0,-5-1-2 16,4 1-7-16,2-4-18 0,7 4-32 15,-1-4-27-15,0 0-22 0,-1 0-7 0,8 0-7 16,6 0-11-16,0 0-6 16,0 0-13-16,7 0-13 0,-1 0-14 0,1 0-15 0,6 0-12 15,0 0-12-15,1 0-8 0,-2-4 1 0,8 4 3 16,0 0 9-16,-1-4 1 0,1 1 2 0,6 3-4 16,-6-4-15-16,6 0-10 0,0 4-10 0,0-3-7 15,1-1-2-15,-9 1-5 0,9 3-2 0,-8-5-4 16,8 5 0-1,-7 0 0-15,-1-3 0 0,0 3-1 0,7 0 3 16,-6-4-2-16,6 4-4 0,1 0-4 16,-1-3-1-16,-6 3-1 0,6 0 0 0,-7 0 0 0,0 0 2 0,1 0 5 15,-7-4 3-15,1 4 4 0,-8 0 4 0,1 0 5 16,5 0 3-16,-11-4 2 0,5 4 1 0,1 0 0 16,0 0-34-16,0 0-20 0,5 0 0 15,-5-3 0-15,7 3 0 0,-2 0 0 16,1-4 0-16,1 4 0 15,-2 0 0-15,2-4 0 0,-1 4 0 0,-1 0 0 0,2-3 0 16,-1 3 0-16,0 0 0 0,6 0 0 0,-5-5 0 16,5 5 0-16,1 0 0 0,-6 0 0 15,4 0 0-15,-4 0 0 0,-1-2 0 0,1 2 0 16,-2 0 0-16,-5 0 0 0,-1 0 0 0,8 0 0 16,-15 0 0-16,9 0 0 0,-2 0 0 0,-7 0 0 15,9 0 0 1,-9 0 0-16,1 0 0 0,1 0 0 0,-1 0 0 0,0 0 0 15,-1 0 0-15,2 0 0 0,-7 0 0 0,6 2 0 16,-7-2 0-16,1 0 0 0,-1 0 0 0,-6 0 0 16,0 0 0-16,1 0 0 0,-1 0 0 15,-1 0 0-15,1 0 0 0,-6 0 0 0,0 0 0 16,-1 0 0-16,1 0 0 0,-8-2 0 0,2 2 0 16,-1 0 0-16,-1-5 0 0,-4 5 0 15,-2 0 0-15,0 0 0 0,1-3 0 0,0 3 0 16,-7 0 0-16,0 0 0 0,0 0 0 15,6 0 0-15,-6 0 0 0,-6-4 0 0,6 4 0 16,-7 0 0-16,0-4-267 0,-5 4-222 16,-2-3-111-16,-5-1-131 0,-1 0-160 0,-12 1-138 15,-1-4-20-15,-6 2 51 16,-7-1 127-16,-6-2 172 0,-6 1 229 16</inkml:trace>
  <inkml:trace contextRef="#ctx0" brushRef="#br0" timeOffset="8812.19">1549 2645 19 0,'0'3'145'0,"0"-3"8"16,0 4-3-16,0 0-14 0,0-4-11 0,0 3 17 0,0-3 17 15,0 0-10-15,0 4-18 0,0-4-13 0,0 0-5 16,0 0 1-16,8 0 6 0,-8 4 7 0,6-4 9 16,0 0 10-16,-6 0 9 0,6 0 17 0,8 0 20 15,-8 0 22-15,7 0 21 0,-7 3 10 0,14-3 3 16,-7 0-7-16,0 0-21 0,0-3-20 0,7 3-27 16,0 0-18-1,-8 0-16-15,8 0-17 0,-1 0-5 0,1-4-10 0,0 4 3 0,-7 0-12 16,6 0-13-16,0-4-8 0,1 4-11 15,0 0-11-15,-1 0-13 0,1-3-2 0,-1 3-4 16,7 0-1-16,-6 0 0 0,6 0 3 0,0-4 0 16,0 4 0-16,0 0 1 0,0 0 4 0,0 0-6 15,-6 0-4-15,5 0-4 0,2 0-1 16,-1 0-2-16,-6 0-11 0,-1 0 3 0,0 0-4 16,1 0 1-16,-1 0 0 0,1 0 0 0,0 0 1 15,-7 0 2-15,7 0 5 0,-1 0 2 0,0 0-2 16,1 0 2-16,-1 0 4 0,1 0-2 15,-7 0-2-15,7 0 0 0,0 0 1 0,-2 0-7 16,2 0 2-16,7 0-6 0,-9 0-3 0,2 0-5 16,0 0-1-16,-1 0 3 0,7 0-3 15,-6 0 7-15,-1 0 1 0,1 0 4 16,0 0-1-16,-1 0 3 0,7 0-4 0,-6 0-2 0,-1 0 0 16,7 0 0-16,-6 0-1 0,-1 0-3 0,1 0-1 15,0 0-2-15,-1 0-1 0,1 0 1 0,-1 0 1 16,0 0 1-16,1 0 5 0,-1 0 0 0,1 0 1 15,0 0-2 1,-1 0-5-16,1 0-2 0,0 0-2 0,-1 0-2 16,0 4-3-16,1-4 0 0,-1 0 4 0,1 0-1 15,6 0 0-15,-7 0 1 0,1 3 1 0,6-3-1 0,-7 0 1 16,8 0-1-16,-1 4-1 0,-6-4-1 16,6 0 1-16,-7 0 3 0,7 0 0 0,-6 0 1 15,6 0 3-15,-7 0 2 0,7 0 2 0,-6 4 1 16,6-4 4-16,-7 0 6 0,7 0 1 15,-6 0 3-15,5 0 2 0,-5 0-1 0,7 0 1 16,-8 0-2-16,0 0 0 0,8 0 2 0,-7 0 0 16,6 0 1-16,-7 0-3 0,1 0 0 15,6 0 2-15,-7-4-4 0,7 4-3 16,-6 0-2-16,6 0-2 0,-7-4-2 0,7 4-3 16,-6 0 0-16,6 0 1 0,-7-3 0 0,7 3 0 15,0 0-3-15,-6-4-3 0,6 4-2 0,0 0-3 16,0-4 2-1,-6 4 0-15,6 0 2 0,-1-3 2 0,2 3 1 16,-1 0 3-16,0-4 0 0,0 4 3 0,0-3-1 0,7 3 4 16,-7-5-5-16,-1 5-1 0,-5 0-3 0,6-3-1 15,1 3 2-15,-1 0-5 0,-7-3 3 16,7 3 3-16,-6 0 1 0,-1-4 0 0,7 4-4 16,-6 0 0-16,6 0-1 0,-7 0-3 0,1-4 1 15,6 4 0-15,-7 0 0 0,1 0 2 16,0 0 0-16,-1 0-1 15,1-3-3-15,-1 3-1 0,7 0 1 0,-13 0-1 0,6 0 1 16,7 0 2-16,-6 0-1 0,-7 0 2 0,7 0-1 16,0 0 0-16,-1 0-3 0,-6 0 0 0,6 0 2 15,1 0-3-15,0 0 0 0,-7 0-2 16,6 0 1-16,0 0 1 0,1 0-1 0,0 0 1 16,5 0 1-16,-5 0 1 0,0 0-1 15,-1 0-2-15,7 0-1 16,-6 3-2-16,-1-3 0 0,1 0 1 0,0 0-1 0,-1 0 1 15,1 0 0-15,0 0 1 0,5 4-1 0,-5-4-1 16,0 0 3-16,-2 0 0 16,2 0-1-16,7 0-1 0,-8 4 1 0,0-4 1 15,1 0 0-15,-1 0-1 0,1 0 0 16,0 0 0-16,-1 0 3 0,-5 3-3 16,4-3-1-16,9 0-1 0,-14 0 2 0,6 0 0 15,1 0-1-15,0 0 1 0,-1 0 0 0,1 0 0 0,-1 0-1 16,1 0 0-16,-1 0 0 0,0 0 1 0,1 0 1 15,0 0-1-15,-7 0 1 0,7 0 1 16,-8 0 1-16,8 0 1 0,-7 0 2 0,0 0 4 0,0 0 3 16,7-3 3-16,-7 3 2 0,-1 0 1 15,2 0 1-15,-2 0-3 0,2 0-18 16,-1-4 0-16,0 4 0 16,0 0 0-16,-1 0 0 0,2 0 0 0,-1 0 0 0,0-4 0 15,0 4 0-15,0 0 0 0,0 0 0 0,0 0 0 16,0-3 0-16,0 3 0 0,0 0 0 0,0 0 0 15,0-4 0-15,-6 4 0 0,5 0 0 16,-5 0 0-16,6-4 0 0,0 4 0 0,-7 0 0 16,8 0 0-16,-2 0 0 15,2 0 0-15,-1 0 0 0,-7 0 0 16,8 0 0-16,-2 0 0 0,-5-4 0 0,6 4 0 0,-7 0 0 0,7 0 0 16,-6 0 0-16,6 0 0 0,-7 0 0 0,1 0 0 15,6 0 0-15,-7 0 0 0,1-3 0 16,0 3 0-16,6 0 0 0,-7 0 0 0,0 0 0 15,2 3 0-15,-2-3 0 0,0 0 0 0,-6 0 0 16,6 0 0-16,1 0 0 0,0 0 0 16,-1 0 0-16,-6 0 0 15,7 0 0-15,-7 0 0 0,6 0 0 0,-6 0 0 0,6 0 0 16,-6 0 0-16,0 0 0 0,8 0 0 16,-8 0 0-16,6 0 0 0,-6 0 0 0,0 0 0 15,0 0 0-15,0 0 0 0,0 0 0 0,0 0 0 16,6 0 0-16,-6 0 0 0,0 0 0 15,0 0 0-15,0-3 0 0,-6 3 0 0,6 0 0 16,0 0 0-16,0 0 0 16,0-5 0-16,-6 5-467 0,-2-2-250 15,2-2-240-15,0-4-193 0,-7 1-40 0,6-4 47 0,0 0 123 0,-5 0 200 16,6 1 275-16</inkml:trace>
  <inkml:trace contextRef="#ctx0" brushRef="#br1" timeOffset="14799.3">4141 3700 46 0,'0'0'331'16,"-6"0"76"-16,6 0 65 0,0 0-35 0,0 0 3 16,0 0-44-16,0 0-32 0,0 0-33 15,0 0-39-15,0 0-40 0,0 0-46 16,0 0-41-16,0 0-46 16,0 3-22-16,0 1-4 0,0 0 2 0,6 2 3 0,-6 3 3 15,0 2 2-15,0 0-5 0,0 0-5 0,0 3-2 16,0 4 8-16,7 1 3 0,-7-1 2 15,0 4-2-15,0-1-8 0,7 2-4 16,-7-1-12-16,0 0-4 0,6 0-6 0,-6 0-2 16,0 0-3-16,6 0-6 0,-6 0-9 15,8-4-7-15,-8-3-9 16,6-1-12-16,-6 1-4 0,6-8-7 0,-6 4-1 0,0-3-1 16,7-5-1-16,-7 0 0 0,0 1 2 15,0 1 2-15,0-5-1 0,0 0-5 0,0 0-6 16,0-5-23-16,0 1-47 0,-7 1-71 15,7 0-102-15,-6-5-140 0,6 1-161 0,-6 0-155 16,-2-4-143-16,2 0-33 16,0 0 49-16,-1-4 114 0,0 4 150 15,1-3 170-15</inkml:trace>
  <inkml:trace contextRef="#ctx0" brushRef="#br1" timeOffset="15124.66">4011 3638 8 0,'-6'-4'331'0,"-7"-3"64"0,6 3 55 16,1 0 17-16,-1 1-76 0,1 0-51 15,0-1-25-15,-2 4-19 0,8-5-22 0,-6 5-28 16,6 0-33-16,-6 0-35 15,6 0-41-15,6 0-34 0,-6 0-19 16,14 5-4-16,-8-1 1 0,7-4-2 0,7 3-1 0,-2 0-3 16,9-3-8-16,-7 4-15 0,6 0-14 0,0-4-8 15,6 0-7-15,-5 3-7 0,-8-3-5 16,7 0-4-16,-6 0 1 0,6 4-2 0,-14-4-3 16,1 0-10-16,1 0-28 0,-2 0-46 15,-5 4-71-15,0-4-80 0,-7 0-97 16,0 3-112-16,0-3-95 15,-7 4-102-15,0-4-10 0,7 3 40 0,-6 1 76 0,0 4 107 16</inkml:trace>
  <inkml:trace contextRef="#ctx0" brushRef="#br1" timeOffset="15588.19">4656 3645 122 0,'0'-7'371'16,"0"-4"56"-16,-6 3 56 16,6-2-20-16,-7-3-84 0,7 7-52 15,0-2-22-15,-6-3-10 0,6 4-21 0,0 3-18 0,-7-3-24 16,7 4-28-16,-7-1-41 0,7 4-39 0,-6-4-26 15,6 4-26-15,-6 0-19 0,6 0-20 16,-6 0-13-16,-2 8-5 0,-4-5-6 0,5 4-1 16,0 4 5-16,-6 0 10 0,7 3 15 15,-7 3 8-15,6 4 16 0,-5-3 15 0,5 7 13 16,0-2 2 0,1 6 7-16,-1 1 2 0,7-1-2 0,0 0-9 0,0 0-8 15,0 1-8-15,0-1-11 16,7 0-8-16,-1 1-11 0,1-5-5 0,6 4-6 15,0-6-6-15,0 2-4 0,0-3-8 16,0-3 0-16,0-5-2 0,1 4-4 0,-2-6 2 16,1-1-1-16,0-5 3 0,0-1-2 15,1-2-10-15,-2 0-34 0,1-3-55 0,-6-3-82 16,6 0-121-16,-7-5-142 0,-6 2-149 16,7-2-123-16,0-4-112 0,-7 1-5 0,0-3 71 15,0 3 119-15,6-4 144 0</inkml:trace>
  <inkml:trace contextRef="#ctx0" brushRef="#br1" timeOffset="16217.93">4767 3813 203 0,'0'-11'375'0,"0"4"54"0,0 3 50 0,0-3-54 16,0 3-66-16,0 1-38 0,0-1-30 15,0 4-35-15,0 0-35 0,0-3-46 0,0 3-46 16,0 0-26-16,0 3-12 0,0 1-2 15,6-1 3-15,-6 5 8 16,7-1 20-16,-7 0 2 0,0 4-1 16,6 4-9-16,-6-4-7 0,0 4 0 0,7-1-8 0,-7 5-10 15,7-5-13-15,-7 5 1 0,6-5-2 0,-6 5-2 16,6-5-3-16,-6 1 1 0,6-5 3 16,-6 2-1-16,0-1 5 0,8-5 3 0,-8 2 9 15,0 1 9-15,0-6 11 0,0 0 17 16,0 1 17-16,0-4 8 15,0 0-4-15,0 0-13 0,0 0-19 16,0-7-23-16,0 4-26 0,0-6-17 0,-8 1-13 0,8 2-7 16,0-5-4-16,-6-1-4 0,6 2-2 0,0-5-8 15,0 1-3-15,0-1 0 0,0 0-2 16,0 1 2-16,0-1-5 0,0 5 2 0,6-6-2 16,-6 5-2-16,8 0 1 0,-2 0-1 15,7 0 1-15,-6 4-1 16,-1 0 0-16,7-5 0 0,1 5-1 15,-8 4-3-15,6-1-1 0,2-3 1 0,-8 3 0 0,7 4 0 16,-7 0-1-16,8 0 4 0,-8 0 6 16,8 0-3-16,-8 4 1 0,0-1-2 0,7 1 0 15,-6 3-1-15,0 0-7 0,-1 5 6 0,0-5-1 16,0 4 4-16,2 3 0 0,-8-2 2 16,6 2-1-16,0 2 1 0,-6-6-2 0,0 5-3 15,7-1 3 1,-7 1 0-16,0 0 1 0,7-1 1 0,-7 1 3 0,0-5 2 15,0 2 0-15,0-1 1 0,0 0 0 0,0-3-3 16,0-1 0-16,0 4-1 0,0-8-3 16,0 1 1-16,0 3-1 0,0-7 2 15,0 4-5-15,0-4-12 0,-7 3-35 0,7-3-67 16,0 0-90-16,-7-3-122 0,7-1-163 16,-6 1-190-16,0-5-174 15,-2 1-116-15,2 0-8 0,0-5 69 0,0 1 140 0,-1 0 189 16</inkml:trace>
  <inkml:trace contextRef="#ctx0" brushRef="#br1" timeOffset="16624.62">5041 3648 258 0,'0'-7'430'0,"0"0"70"16,6 0 62-16,-6-1-32 0,6 2-72 15,-6 2-59-15,7-1-45 0,-7 2-44 0,7-2-46 16,-1 2-54-16,1 3-50 0,5 0-30 16,-5 3-20-16,6-3-14 0,0 8-4 0,0-3-6 15,0 5-10-15,0 1-10 0,0 0-5 16,1 4-5-16,-2 3-3 0,1 0-1 0,0 4 1 16,0 4 4-16,1 0 3 0,-2-1 4 15,1 5-2-15,-6-1-1 0,-1 0 1 0,7 5-9 16,-6-5-5-16,0 3-3 0,-7 1 0 15,0-2-2-15,0-3 1 0,0-2 1 0,-7-4 0 0,0 3 1 0,1-5 3 0,-1-6-1 32,1-1 2-32,-1 3 5 0,1-9 2 15,-1 4 1-15,1-8 0 0,-8 6-4 0,14-6-7 16,-6-3-7-16,0 3-14 0,-1-3-6 16,1 0-7-16,6 0-5 0,-7-3-3 0,7 3-9 15,-6-3-27-15,6-1-52 0,0-1-85 0,0 2-137 0,0-4-179 0,6-1-212 16,7-2-203-16,-6-1-73 0,5 0 17 0,8-3 102 31,0-3 163-31,-1 7 207 0</inkml:trace>
  <inkml:trace contextRef="#ctx0" brushRef="#br1" timeOffset="16922.02">5893 3916 304 0,'0'0'456'0,"0"0"65"16,0 4 53-16,0-4-52 0,0 0-81 15,0 0-51-15,8 0-35 0,-8 0-26 0,6 0-18 16,0 3-34-16,7-3-41 0,-6 0-48 0,6 0-29 16,-1 0-22-16,2 0-19 0,-2 0-14 15,2-3-11 1,-1 3-11-16,0 0-16 0,0-4-13 0,-1 4-14 0,2-3-12 15,-1-1-12-15,0 4-15 0,-6-4-39 0,-1 4-67 16,-6 0-101-16,6 0-123 0,-6 0-131 16,0 0-136-16,-6 0-114 0,0 0-71 0,-1 0 28 15,-6 4 85-15,0 0 110 0,7-1 135 16</inkml:trace>
  <inkml:trace contextRef="#ctx0" brushRef="#br1" timeOffset="17165.64">5952 3978 103 0,'0'4'302'0,"-6"3"54"0,6-4 56 15,-7 1-46-15,14 1-31 0,-7-2-2 16,0 0 14-16,6 1 11 0,0 0 1 16,2-1-9-16,-2 0-20 0,6 2-26 0,2-2-28 15,-1-3-33-15,-7 0-26 16,8 0-16-16,4 0-11 0,-4 0-13 16,-1 0-14-16,0-3-19 0,0 3-25 0,0-5-22 0,-6 5-22 15,5-3-20-15,-5 3-22 0,-7 0-13 16,7 0-18-16,-7-3-29 0,0 3-49 0,0 0-73 15,0 0-113-15,0 0-163 0,-7 0-199 16,0-4-203-16,1 4-78 0,0-4 5 0,-8 1 82 16,8 0 143-16,-7-2 199 0</inkml:trace>
  <inkml:trace contextRef="#ctx0" brushRef="#br1" timeOffset="19406.64">6812 3696 2 0,'-7'0'289'0,"7"-4"51"0,0-3 45 16,-6 7-21-16,6-3-55 0,0-2-39 15,0 2-27-15,-6-1-11 16,6 4-14-16,0-3 5 0,0-1 12 0,0 1 14 0,0-1-3 16,0-4-15-16,0 5-7 0,6-4-26 15,-6 3-33-15,6-3-35 0,1 3-21 0,-1 0-14 16,8-2-15-16,-8 2-16 0,7-4-8 15,0 3-8-15,0 2-9 0,0 0-4 0,0 3-3 16,7-3 5-16,-8 3-4 0,2 3-5 16,5-3-1-1,1 3-1-15,-8 5-4 0,8 0-6 0,-7-1 3 0,7 4-4 16,-8 0 3-16,2 3 0 0,-8-3 5 0,7 8 7 16,-13-5 0-16,7 4 10 0,0 2 4 0,-7 0 2 15,-7-1 1-15,0 3-3 0,1 0-3 16,-7 0-8-16,7-4-7 0,-14 4-4 0,7 0-9 15,0-3 0-15,-6 3-4 0,-1-4 1 16,6-4-2-16,-5 1 1 16,6 0 3-16,0-4 0 0,1 0 5 0,-2-3 7 15,1-1 12-15,7-4 11 0,-1 1 13 0,0 0 12 16,1-1 11-16,6-3 7 0,-6 0 8 16,6 4 3-16,0-4 3 0,0 0 0 0,0 0-1 15,0 0-7-15,6 0-11 0,0-4-16 16,1 4-16-16,0-3-15 15,-1-1-11-15,7 4-13 0,7-4-6 0,-8 1-4 16,8 0-1-16,7-1-2 0,-9 4-1 0,9-5-1 16,-1 5 0-16,0 0 1 0,0 0 0 0,0 0-1 15,0 0 0-15,0 0-2 0,-6 0 1 16,0 0 2-16,-8 0-1 0,1 0 2 0,1 0-1 16,-8 0 4-16,0 0-1 0,0 5-4 15,-6-5-12-15,8 0-21 0,-8 0-31 0,0 0-47 16,0 0-64-1,0 0-78-15,-8 0-115 0,8 0-145 0,-6-5-162 0,6 5-155 0,-6-3-93 16,6-2 0-16,0 2 81 0,6-4 140 16,-6 0 184-16</inkml:trace>
  <inkml:trace contextRef="#ctx0" brushRef="#br1" timeOffset="19828.08">7626 3700 126 0,'0'-8'343'0,"0"-2"53"32,0 2 51-32,0 1-26 0,0 0-68 0,0-1-31 15,-7 1-4-15,7 3 1 0,0 1-9 0,0-5-16 0,0 5-26 0,0 3-36 16,0-4-41-16,0 4-42 0,-6-4-37 0,6 4-29 15,0 0-27-15,0 0-19 0,0 4-15 16,0-4-6-16,0 4-3 0,0 3-2 16,-7 0 12-16,7 0 11 0,0 8 18 0,0-4 12 15,0 7 15-15,0 1 13 0,0-1 6 16,7 1 4 0,-7 3-2-16,0-4-2 0,6 4-13 0,-6 0-6 0,7-4-7 15,-7 3-11-15,7-1-6 0,-7-2-14 16,6-4-7-16,-6 1-8 0,0 0-11 0,6-4-4 15,-6-4-8-15,0 0-1 0,7 0 2 16,-7-3 0-16,0-1-1 0,0 1 1 0,0 1-5 16,0-5-19-16,0 0-38 0,-7-5-61 15,7 1-86-15,-6 1-121 16,0-1-136-16,-1-3-143 0,7-4-135 0,-7 1-74 0,-6-2 13 16,7-2 82-16,0 3 119 0,6-8 153 15</inkml:trace>
  <inkml:trace contextRef="#ctx0" brushRef="#br1" timeOffset="20092.93">7437 3593 299 0,'-7'-6'421'16,"1"1"66"-16,6-1 72 0,-6 1-62 16,6 1-70-16,0 1-56 0,6-1-52 0,0 1-48 15,1-1-54-15,6 4-48 0,0 0-43 16,7 0-18-16,0 0-4 0,-1 0-2 15,0 0-8-15,8 4-1 0,-1-1-1 16,-7-3-4-16,7 4-9 0,-6-4-12 16,6 3-9-16,-13-3-15 0,7 4-12 0,-8-4-11 0,1 5-8 15,0-5-9-15,-6 3-21 0,-1-3-42 16,0 3-63-16,-6 2-94 0,8-5-123 0,-16 3-154 16,8 0-173-16,-6-3-75 0,0 3 0 15,6-3 62-15,-7 0 105 0,7 0 149 16</inkml:trace>
  <inkml:trace contextRef="#ctx0" brushRef="#br1" timeOffset="20561.66">8219 3392 223 0,'6'-10'436'0,"-6"-6"57"0,0 6 55 0,0-5-10 16,0 3-80-16,0 6-63 0,-6-2-42 15,6 2-26-15,-7-2-37 0,7 3-54 16,-7-2-74-16,7 7-51 0,-6-3-39 0,6 6-33 16,-13-3-19-16,7 7-9 0,-1 1 9 15,0 0 8-15,1 6 10 16,-7 1 25-16,6 3 16 0,-5 5 25 0,5 2 17 15,-6 4 16-15,6 1 10 0,-5 2 4 16,4 2 10-16,-4 1-7 0,6 2-11 0,-1 4-6 0,0-1-7 16,1 1-11-16,6-1-7 0,0-4-7 15,0 4-5-15,0-3-9 0,6-3-8 0,-6-2-4 16,7 1-13-16,0-4-9 0,5 2-10 16,-6-6-8-16,2 0-7 15,4-3-4-15,-5-4-2 0,6-4 0 0,0 3-4 0,0-11-1 16,0 5-6-16,0-8-2 0,0 2-3 15,0-3-3-15,0-2-3 0,0 0-17 0,1-2-36 16,-8-3-63-16,0 2-83 0,1-5-107 0,-1 2-147 16,-6-5-175-16,7-1-180 0,-7-2-150 15,0-1-34-15,0 0 45 0,7-2 117 16,-7-2 174-16,6 1 206 16</inkml:trace>
  <inkml:trace contextRef="#ctx0" brushRef="#br1" timeOffset="21186.88">8362 3630 94 0,'0'-11'402'15,"0"5"70"-15,0-3 68 16,0 1 49-16,0 5-66 0,0 0-61 0,0 0-47 0,0-2-41 16,0 5-53-16,0-3-75 0,0 3-79 15,0 0-61-15,7 3-24 0,-7-3-13 0,0 8-1 16,0-5 5-16,6 5 12 0,-6 4 6 15,6-2-4-15,-6 5-2 0,7-1 3 0,-7 1 4 16,7 3-2-16,-7-3-4 0,6 2-1 16,-6 3-1-16,7-6-9 15,-7 5-8-15,6-5-6 0,-6-3 5 0,0 4-3 0,6-4 5 16,-6-4 12-16,0 0 18 0,0-3 18 0,7-1 16 16,-7 1 20-16,0-4 12 0,0 4-1 15,0-4-8-15,0 0-19 0,0-4-22 0,0 0-28 16,0 1-26-16,0-4-20 0,-7 3-14 15,7-7-8-15,0 4-11 16,-6-8-3-16,6 4-4 0,0-3 1 16,0-2-3-16,0-1 0 0,0 1 2 0,0-2-2 0,6 0 0 15,-6 3 1-15,7 1 1 0,0-1 0 16,-1 1 0-16,0 0 0 0,1 2 1 0,0 1-2 16,6 0 1-16,0-1-3 0,0 5-1 15,-1 0-2-15,2 0 1 0,5 0 1 0,-6 0-3 16,6 2 2-16,-5 5 2 0,-1-4 0 15,0 4-1-15,0 0-1 0,0 4 4 0,-6 1-4 16,5 2 2-16,-5 0-1 0,0 0 3 16,5 4 0-16,-5 4 0 0,0-1 1 15,-7 2 1-15,6-2 0 0,1 1 1 0,-7 3 1 16,6 0 0-16,-6 0 1 0,6-3 1 16,-6 4 2-16,8-2 1 0,-8-1 2 0,0-2 0 15,0 1 0 1,0-1-2-16,0-3-1 0,0 0 0 0,0 0-2 15,0-4-1-15,0 1-1 0,0-4-1 0,0-1-9 0,0 1 14 16,0-1-51-16,0-3-71 0,0 4-100 0,-8-4-135 16,8-4-185-16,0 1-261 0,-6-4-222 15,6-1-81-15,0-3 22 0,0 0 93 16,0 0 169-16,6-4 236 0</inkml:trace>
  <inkml:trace contextRef="#ctx0" brushRef="#br1" timeOffset="21531.41">8994 3436 290 0,'6'-7'472'0,"0"-3"90"0,2 1 95 0,-8 1-14 16,6 5-98-16,0 0-81 0,-6-1-77 16,0 4-74-16,0 0-65 15,6 0-60-15,-6 7-29 0,0 4-16 0,0 0 6 16,0 7 10-16,-6 2 4 0,6-3 2 15,0 9-1-15,-6-1-8 0,0 5-8 0,-8 0-9 16,8-1-11-16,-7 3-14 0,-1 5-8 16,2-5 1-16,-2 2-2 0,2 3-6 15,-2-4-10-15,1 0-5 0,1-3-7 0,-2-1-9 16,2 0-6-16,-2-7-3 0,1-1-4 16,7 1-7-16,0-8-8 0,-1 3-7 0,0-7-9 0,7-3-5 15,-6 1-6-15,6-5-6 0,0 1-20 0,0-1-53 16,0-3-97-16,0-3-125 0,6-1-190 15,-6-3-242-15,7-4-258 0,0 1-113 16,-1-2 5-16,7 1 75 0,0-3 167 0,0 2 230 16</inkml:trace>
  <inkml:trace contextRef="#ctx0" brushRef="#br1" timeOffset="22124.52">9124 3842 209 0,'0'-3'463'0,"0"-1"93"16,0-3 101-16,6 3 32 16,-6-3-90-16,7 0-87 0,-7-1-64 15,7 1-59-15,-1 0-71 0,0-1-65 0,1-2-54 0,6 3-34 0,-7-5-22 16,1 4-19-16,6 2-14 0,0-2-14 16,-7 0-4-16,8 1-6 0,-2 0-12 15,2 3-5-15,-1 1-12 0,-7-1-9 0,8 0-7 16,-2 4-10-16,2-3-3 0,-8 6-4 15,7-3-8-15,-7 4-3 0,8 0-5 0,-8 3 4 16,6 0-2 0,-4 0 3-16,-2 6 7 0,0-4 5 0,1 2 6 0,-7 5-1 0,7-2 10 15,-7 0 6-15,0 1 6 0,0 0 3 16,-7 3 2-16,0-3 2 0,1 0-5 0,0 3-6 16,-8-3-5-16,-5-1-10 0,6 5-5 15,-6-4-5-15,5-1-3 0,-5 0-5 0,-1 2-8 16,7-6-1-16,-6 0-3 0,5 3 6 15,2-6 4-15,-1 0 6 16,6 0 11-16,0-3 9 0,1 0 10 16,6-1 8-16,-6 1 9 0,6-4 15 0,-7 3 19 0,7-3 20 15,7 0 12-15,-7 0 3 0,6 0-41 0,0 0-94 16,1-3 0-16,0 3 0 0,6-4 0 16,-1 4 0-16,8-3 0 0,-7-1 0 15,7 0 0-15,0 1 0 0,6-1 0 0,-7 0 0 16,1 1 0-16,-2 3 0 15,2-3 0-15,0-1 0 0,-1 4 0 0,1-5 0 0,0 5 0 16,-7 0 0-16,0-3 0 0,0 3 0 16,-1-5 0-16,-4 5 0 0,-2 0 0 15,0 0 0-15,1-3 0 0,-7 3 0 0,0 0 0 16,6 0 0-16,-6 0 0 0,-6-3 0 0,6 3 0 16,-7 0-32-16,1-4-369 0,0 4-119 15,-2-4-154-15,-4 1-194 16,5-5-191-16,1 4-44 0,-1-3 39 0,1 0 105 0,-1 0 176 15,7 0 237-15</inkml:trace>
  <inkml:trace contextRef="#ctx0" brushRef="#br1" timeOffset="22671.15">9469 3092 86 0,'0'-8'360'0,"-7"1"59"15,7 3 58-15,0-3-5 0,0 4-51 0,0-2-22 16,0 2-6-16,0 0-12 0,0 3-16 0,0-4-22 15,7 4-42-15,-7 0-57 0,7 0-42 16,6 4-18-16,0-4-16 0,0 3-5 0,7 5-5 16,5-1 0-16,-5 0-4 15,12 4-11-15,1-1-15 16,-1 6-16-16,1 2-6 0,7-4-13 0,-8 9-9 0,1-1-4 16,-1 0 3-16,-6 7 4 0,7 0 8 0,-1 4 3 15,-5 1-2-15,5 1-4 0,-13 2-4 16,7 4-2-16,-6-1-9 0,-7-4-4 0,0 4-1 15,-6 2 0-15,-1-3 0 0,-6-2-2 16,-6 4-3-16,-1-1-3 0,-6-8-1 0,0 2 1 16,-1-2 0-1,-4-5-1-15,-2-2-12 0,7-3-51 0,-7 0 0 0,0-4 0 0,8-4 0 16,-8-2 0-16,7-1 0 0,7-5 0 16,-8 2 0-16,8 1 0 0,0-6 0 0,-1 0 0 15,0 1 0-15,7-4 0 0,-6 4 0 16,6-4 0-16,0 0 0 0,0 0 0 0,0 0 0 15,0 0 0-15,0-4 0 0,0 4 0 0,0-4 0 16,0 1-245 0,0 0-270-16,0-1-177 0,0-1-209 0,6-3-190 15,-6 2-39-15,0-2 40 0,0-3 103 0,0 4 185 16,0 0 251-16</inkml:trace>
  <inkml:trace contextRef="#ctx0" brushRef="#br1" timeOffset="25086.79">11162 3520 42 0,'0'-7'309'15,"7"0"61"-15,-7-1 69 0,7 1-8 0,-7 0-25 0,6-1 0 16,-6 1 4-16,0 4 7 0,0-4-17 15,6 2-15-15,-6-3-34 0,0 5-46 0,0-1-43 16,0 4-54-16,0-3-43 0,0 3-39 16,0 0-37-16,0 0-29 15,0 3-16-15,-6 4-11 0,6 1 15 0,0 4 13 16,0 2 22-16,0 1 20 0,-6 3 7 16,6 4 15-16,0 0-15 0,-7 0-10 0,7 0-18 0,0 0-15 15,-7 3-11-15,7-3-13 0,0 0-2 16,0-3-6-16,0-1-7 15,0 1-8-15,0-1-4 0,0-7-5 0,0 3-4 0,0-3-7 0,0-3 3 0,0-1-5 16,7 0 2-16,-7-3 0 0,0 0-7 16,0-4-25-16,0 3-45 0,0-3-55 0,-7 0-86 15,7-3-126-15,0-1-137 0,-6-3-152 16,-1-1-145 0,7 2-105-16,-12-6-6 0,5 5 77 15,0-4 120-15,1 0 166 0</inkml:trace>
  <inkml:trace contextRef="#ctx0" brushRef="#br1" timeOffset="25336.58">10973 3616 346 0,'0'-3'456'0,"-6"-1"67"0,6 4 65 16,0-5-72-16,0 5-83 0,0-3-66 0,6 3-50 16,2 0-41-16,4 0-39 0,1 0-43 15,0 0-43-15,6 0-33 0,7 0-16 0,-6 3-15 16,7-3-11-1,-1 5-10-15,6-5 2 0,-5 0-2 0,5 4-6 16,-7-4-11-16,1 0-13 0,1 0-13 16,-7 0-11-16,-2 0-3 0,-4 0-7 0,-1 0-22 15,0 0-34-15,-6 0-58 0,-1 0-98 16,-6 0-122-16,0 0-160 0,0 0-186 16,0 0-77-16,0 0 0 0,-6 0 65 0,6-4 104 15,6-1 153-15</inkml:trace>
  <inkml:trace contextRef="#ctx0" brushRef="#br1" timeOffset="25859.12">12146 3429 392 0,'7'-8'489'0,"-1"1"88"16,-6 0 87-16,6-1-77 0,-6 1-84 0,7 0-73 15,-7 4-58-15,0-6-62 0,0 6-68 16,0-4-53-16,0 3-44 0,0 1-30 16,-7 3-23-16,1-4-19 15,0 0-17-15,-1 4-11 0,0 0-6 0,1 0-5 0,-7 4-7 16,0 0-5-16,0-1 0 0,-7 4-1 0,8 4-1 15,-8 4 1-15,0-5 3 0,7 9 6 16,-7-1 6-16,8 2 15 0,-8 1 12 0,7 1 16 16,0-1 12-16,6 6 8 0,-5-6 1 15,12 1-7-15,-7 1-8 0,7-1-7 0,0 0-6 16,0 0-7 0,7-4-5-16,-1 3-1 0,0-2 0 0,8-5 1 0,-2 2 0 15,1-2 4-15,1-3 5 0,6 1 5 16,-8-2 3-16,8-3 0 0,-1-3-7 0,1 0-4 15,6-1-9-15,-7 1-10 0,1-4-10 16,0-4-8-16,5 4-8 0,-11-3-5 0,6-1-4 16,-2 0-3-16,-4 1-1 0,-1-1-3 15,-1 0-3-15,-4 1-2 16,-2 0-21-16,0-2-45 0,0 5-69 0,1-4-83 0,-7 1-120 16,0-1-174-16,0 1-216 0,0-1-224 0,0 0-75 15,0 1 10-15,0-1 79 0,0 1 155 16,0-1 223-16</inkml:trace>
  <inkml:trace contextRef="#ctx0" brushRef="#br1" timeOffset="26611.09">12472 3740 147 0,'0'-3'414'0,"0"0"75"0,-7-2 70 16,7 2 19-16,0-2-51 0,0 1-60 0,0 4-47 0,0-3-32 15,-6 0-37-15,6 3-43 0,0-4-65 0,0 4-40 16,0-4-20-16,0 4-21 0,0 0-16 16,0 0-20-16,0 0-12 0,0 0-12 0,0 0-23 15,0 0-17-15,0 0-19 0,0 0-15 16,0 4-14-16,0 0-4 0,0-1 6 15,0 0 5-15,6 6 6 16,-6 2 9-16,0 0 16 0,0 0 6 0,0 3 2 0,7-3 0 0,-7 3 2 16,0 1 2-16,0 0-4 0,6-4 0 15,-6 4-1-15,0-5-4 0,0 2-4 16,0-1-1-16,0 0 0 0,0-4-1 0,0 1-2 16,0-5 7-16,0 4 1 0,6-2 0 15,-6-5 3-15,0 3 5 0,0 0 9 0,0-3 8 16,0 0 8-1,-6 0 11-15,6 0 3 0,0 0-10 0,0-3-8 0,0 0-13 0,0-2-15 16,0 2-18-16,0-4-14 0,0-1-24 16,0-3 0-16,0 1 0 0,0-3 0 15,6 3 0-15,-6-5 0 0,7 1 0 0,-7-1 0 16,7 5 0-16,-1-6 0 0,-6 5 0 16,6 1 0-16,1-1 0 0,0 3 0 0,-1-3 0 15,1 8 0-15,5-5 0 16,-5 0 0-16,6 4 0 0,-7 1 0 0,8 0 0 0,-1 3 0 15,0-4 0-15,0 4 0 0,-1 4-12 16,-4-4-4-16,4 3 8 0,2 0 3 0,-8 1 3 16,1 4 1-16,5 0 3 0,-5-2-1 15,0 5-2-15,-1 1 0 16,0-1 1-16,1 0 5 0,-7 3 4 16,7-3 10-16,-7 4-9 0,0-4-10 0,6 4 0 15,-6-1 0-15,0-3 0 0,0 1 0 0,0-2 0 0,0 2 0 16,0-5 0-16,0 1 0 0,0-2 0 15,0 2 0-15,0-2 0 0,0-1 0 0,0-1 0 16,0-1 0-16,0 1 0 0,0-4 0 16,0 3 0-16,0-3 0 0,0 0 0 0,0 0 0 15,0 4 0-15,0-4 0 0,0 0 0 16,0 0 0-16,0 0 0 16,0-4 0-16,0 4 0 0,0-3 0 0,0-1-481 0,0-3-316 15,-6-1-313-15,-1 1-118 0,0-3-6 0,-5 2 74 16,5-3 150-16,-6 0 256 0,0-3 353 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30:12.9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24703 1451 248 0,'0'0'303'0,"0"-5"37"0,0 3-39 0,-7 2 3 16,7-5-9-16,0 2-21 0,0-1-4 16,0 0 1-16,0 1-8 0,0-1-13 15,0 0-9-15,0 1-7 0,-6 0-9 0,6-1-9 16,0 4-11-16,0-5-14 0,0 5-11 0,0-3-10 16,0 3-11-16,0 0-16 0,0-4-13 15,0 4-14-15,-7 0-14 0,7 0-15 0,0 0-10 16,0 0-5-16,0 0-6 0,0 0-8 15,0 0-2-15,0 0-2 0,0 0-1 0,0 0-5 16,0 0-3-16,0 0-2 0,0 0-7 0,0 0-2 16,0 4-8-16,0-4-5 0,0 0-3 15,0 0-6-15,0 3 0 0,0 2-4 16,0-5 0-16,0 4-1 0,0-1-5 0,0 0 4 16,7 1 1-16,-7 0 0 0,0-1 4 0,0 1 5 15,0 0 8-15,0-1 3 0,0 2 6 16,0-5 13-16,0 2 14 0,0-2 17 15,0 0 21-15,0 5 23 0,0-5 18 0,0 0 13 0,0 0 1 16,0-5-10-16,-7 5-19 0,7-2-26 16,0-3-24-16,0 2-24 0,0-1-18 15,-7 0-12-15,7-3-7 0,0 3-6 0,0 1-2 16,0 0-2-16,0 3-2 0,0-4-1 0,-6 4 0 16,6-5-1-16,0 5 0 0,0-3 0 0,0 3-1 0,0 0-1 15,0 0 1-15,0 0 0 0,0 0-1 0,0 3 0 16,0 2-1-16,6-1-1 0,-6-1 1 0,0 4 0 15,0 4 2-15,7 1 0 0,-7 2 1 16,7 4 3-16,-7 0 0 0,6 1 1 0,1 3 1 16,-7 0 2-16,6-1-3 0,1 2 1 15,-1-1 0-15,1 0-2 0,-1-4-1 0,-6 1-1 16,6-2 0-16,2-2 0 0,-2 0-2 16,-6 0 1-16,6-4 1 0,-6 0-2 0,7-4 0 15,-7 0-1-15,0 1-4 0,0-5-17 16,6 1-40-16,-6-4-64 0,0 0-92 0,0 0-113 15,0-4-160-15,0-4-185 0,-6 2-196 0,6-5-141 16,0 0-16-16,0-4 58 0,0 0 135 16,0 0 184-16,-7-3 229 0</inkml:trace>
  <inkml:trace contextRef="#ctx0" brushRef="#br0" timeOffset="346.73">24722 1417 182 0,'0'-3'396'0,"-6"0"67"0,6-6 69 16,0 6-31-16,0-4-69 0,0-1-71 0,0 1-41 15,0 4-39-15,6-5-51 0,1 0-42 16,5 2-28-16,-4-2-18 0,11 1-22 0,-6 3-14 16,6-3-7-16,7 2-14 0,-6 3-13 15,6-2-10-15,-7 4-13 0,7 0-4 0,1 0 0 16,-7 4 2-16,5 3 2 0,-12 0 5 15,6 1 8 1,-5-1 7-16,-2 3 0 0,-4 2 3 0,-8-5 6 16,6 8 3-16,-12-5-2 0,-2 2-3 15,2 2-6-15,-6 2-13 0,-2-6-11 0,-5 1-15 16,-1 4-11-16,8-4-6 0,-8 0-7 16,7 0-2-16,-7 0-4 0,7-4-6 0,0 0-6 15,0 1-40-15,0-5-71 0,6 0-108 0,-5 2-124 16,5-5-144-16,0 0-140 0,1 0-108 15,6-5-49-15,-6-1 46 0,6 2 92 0,0-3 131 16,0 3 138-16</inkml:trace>
  <inkml:trace contextRef="#ctx0" brushRef="#br0" timeOffset="924.73">24898 1454 84 0,'13'-3'387'0,"-7"-4"79"16,8-1 74-16,-1 0 28 0,-7 1-52 15,8 0-55-15,-2 4-43 0,-6-6-42 0,8 2-48 16,-1 4-59-16,-1-5-57 0,2 5-62 0,-2-1-31 15,8 4-26-15,0-3-20 0,-7 3-17 16,7 0-8-16,-1 3 0 0,1 1-15 16,0-1-8-16,-2 5-4 0,2-1 1 0,-1 1 0 0,1 2-2 15,-6 1 0-15,-2 5 2 0,1-6 2 16,-6 5-1-16,0-1-2 0,-7 5 3 16,6-5 6-16,-6 1 2 0,-6 0 0 0,6-4 0 15,-7 3-1-15,0-2-2 0,-6-1-2 16,7-4 0-16,0 0 4 0,-8 0 2 0,8-7 1 15,0 4 2-15,-2-4 2 0,-4-4 4 0,5 4-1 16,1-7 0-16,6 0 0 0,-7-5-6 16,7 1-3-16,0 0-8 0,0-7-7 0,0 4-5 15,7-5-6-15,-1 5-3 0,7-5-3 0,-7 5-1 16,8-1-2-16,-2 0-2 0,2 4 0 16,-1 4 0-16,0 0 1 0,0 4 0 0,-1-1 0 15,2 4 0-15,-1 0 3 0,0 4 0 16,0 2 0-16,-7 2 3 0,8-1-1 0,-8 5 2 15,7-5 1-15,-6 7 0 0,6-3-1 0,-7 1-2 16,7 2-1-16,0-3 2 0,-7 3-1 16,8-3-2-16,-1-3 4 0,6 3-1 0,-6-4 2 15,1 0-2-15,-2-3 3 0,8-1 6 16,-7 2 10-16,-1-5 16 0,8-5 15 0,-6 2 14 16,-8-1 18-16,7-3 17 0,-7 0 11 0,1-4 5 15,0 0 1-15,-7-4-4 0,0 0-15 16,-7 1-18-16,7-1-21 0,-13-3-21 0,7 4-13 15,-7-2-12-15,-1 2-6 0,2-1-5 16,-2 4-3-16,1 4 0 0,0 0-5 0,-6 3-1 16,5 4-6-16,2-4-33 0,-1 8-47 15,0-4-70-15,0 4-84 0,6-1-127 0,0 1-162 16,1 3-172-16,6-3-156 0,0-1-90 0,0 4-1 16,0-2 84-16,0-1 145 0,6-4 193 15</inkml:trace>
  <inkml:trace contextRef="#ctx0" brushRef="#br0" timeOffset="1408.98">25732 1257 276 0,'6'-8'511'0,"-6"-3"109"16,7 4 104-16,-7-1 9 0,0-2-141 0,6 5-117 16,-6-2-96-16,0 7-102 0,6 0-99 0,-6 0-66 15,8 4-40-15,4 4-18 0,-5 2-9 16,6 5 2-16,0-1 3 0,-7 5 5 0,8-1 3 15,-2 8 12-15,-5-4 12 0,6 7 10 16,0-3 8-16,0 3 6 0,-6 1 0 0,5-1-15 16,2 0-15-16,-8-3-17 0,0-4-12 0,1-1-11 15,-1-3-4-15,1-2 5 0,-7-2 15 16,0-2 28-16,0-5 39 0,7 0 34 0,-7-3 20 16,0-4 3-16,-7-4-9 0,7 0-28 0,0-3-40 15,0-8-40-15,-7 4-27 0,7-8-12 16,-6 6-10-16,6-6-3 0,6-3-2 0,-6 4 2 15,7-1-2-15,0 2-3 0,-1 2-2 16,8 0-2-16,-2 1 0 0,1 2-1 0,7 1 1 16,0 4-2-16,-2 4 1 0,9-1 2 15,-1 4-1-15,-6 4-1 0,5-1 0 0,-5 4 2 16,0 4 1-16,-8 1-1 0,2-2 0 0,-1 5 2 16,-1 4-1-16,-4-5 2 0,-8 4 0 15,0 0-2-15,0 1 4 0,-8-5 2 0,2 1 2 16,-7 0 0-16,0-1 3 0,0-3 1 15,-7 4-3-15,1-8-1 0,-1 4-2 0,1-3 0 16,0-1-3-16,-1-4-3 0,7 2-14 0,-7-5-38 16,0 0-66-16,8-5-86 0,-8 2-128 15,13-4-166-15,-5-4-193 0,-2-4-169 0,14 0-132 16,-6-3-17-16,6-4 70 0,0 0 139 0,6-4 192 16,2-3 198-16</inkml:trace>
  <inkml:trace contextRef="#ctx0" brushRef="#br0" timeOffset="2408.73">26136 1271 29 0,'12'-14'470'0,"8"-1"125"0,-7 0 124 16,1 1 82-16,-2 2-80 0,1 1-143 16,0 1-116-16,-6 6-103 0,5-1-104 0,2 5-61 15,-8 5-40-15,0 2-24 0,2 4-10 16,4 0-1-16,-5 4 5 0,-7-1-1 0,6 4 16 16,1 4-4-16,-7 0 1 0,7 3-2 0,-7 6-5 15,6-6-11-15,-6 5-26 0,6-1-6 16,0 0-16-16,2 0-11 0,-2-3-12 0,0-4-8 15,1 3-2-15,6-6-5 0,0-1-4 0,-1-3-2 16,2-4-4-16,-1-3-3 0,7-5-6 16,-1-3-3-16,-6 0-3 0,7-3-1 15,-1-5 0-15,-6-3 0 0,0 0-1 0,1-3 4 16,-8-2 6-16,0-1 5 0,1-2 3 0,-7 1 5 16,0-1 4-16,-7 2-1 0,1-2-4 15,0 4-1-15,-8 0-5 0,1 4-6 0,0 4-4 16,-6 0-4-16,5 4-3 0,2-1-1 15,-2 4-2-15,2 4-1 0,-1 2 0 0,6 2 0 16,0-1 0-16,1 5 0 0,0 2 1 16,6 1 1-16,0 3 0 0,0-4 1 0,6 5 1 15,0-5 1-15,1 5-2 0,0-5 1 16,6 1 1-16,-1 0-3 0,2-4-2 0,5 0 0 16,-6-4-13-16,0 1-29 0,7-5-42 0,-8 1-48 15,8-4-57-15,-7 0-46 0,7-4-32 16,-8-4-8-16,8 1 13 0,-6 0 29 0,-8-4 43 15,1-3 40-15,-1-2 44 0,0 2 32 16,-6-4 29-16,7-1 19 0,-7 1 17 0,0 3 10 16,0-3 15-16,0 4 17 0,-7-2 16 0,7 6 14 15,0 2 12-15,0 1 2 0,0 0-16 16,7 4-11-16,-7-1-16 0,0 4-9 0,7 0-15 16,-7 7-5-16,6 0 8 0,0 0 1 15,1 9 10-15,0-6 8 0,6 5 9 0,-7 4 11 16,1-2 12-16,-1 2 15 0,1-1 6 15,-1 4 2-15,0-3 5 0,2-1 0 0,-2 0-5 16,0-4-6-16,-6 1-5 0,7-4-3 16,-7 0 0-16,0-4 7 0,0 1 14 0,0-1 17 15,0-7 5-15,0 4 3 0,0-8-7 0,0 0-15 16,-7 1-21-16,7-5-23 0,-6-2-20 16,0-5-14-16,-2 1-7 0,2-5-5 0,0 1-3 15,-1 0-3-15,1-4 1 0,6 3 1 0,-7-3 0 16,7 4-1-16,0 4 0 0,0-5-2 15,7 8-3-15,-1-1-2 0,1 2 0 16,-1 2 1-16,0 1 0 0,8 3-4 0,5 4 3 16,-6 0 1-16,6 4 3 0,-5 3-4 0,6 1 7 15,-8 2 2-15,8 2-3 0,-7 3 1 16,7 0 0-16,-8 2 1 0,1-2-4 0,1 3 3 16,-2-4-1-16,2 1-1 0,-8 4 0 15,0-4 0-15,-6-1-1 0,7-3 2 0,-7 1 6 16,0-2 4-16,0-2 5 0,-7-1 3 0,7-3 3 15,-6-1 1-15,0-3 0 0,0 0-4 16,-2-3-2-16,2-5-4 0,0 1-4 0,-1 0-2 16,0-8-2-16,1 4 0 0,6-7 3 15,0 3 2-15,0-4 1 0,0 4 5 0,6 1-1 16,1 0 6-16,0-1 2 0,-1 4 2 0,0 4 0 16,8-1-1-16,-2 1-15 0,2 4-9 15,-1 3 0-15,7 3 0 0,-8 4 0 0,8 1 0 16,-7 3 0-16,7 0 0 0,-8 3 0 15,2 1 0-15,-8 0 0 0,7-1 0 0,-7 1 0 16,1 0 0-16,-7-1 0 0,7 1 0 0,-7 0 0 16,0-4 0-16,0 0-71 0,0-1-278 15,0 1-208-15,6-3-260 0,-6-5-274 0,6-3-99 16,2 0 11-16,-2-3 88 0,13-1 184 16,7 0 262-16</inkml:trace>
  <inkml:trace contextRef="#ctx0" brushRef="#br0" timeOffset="2799.27">27862 1458 208 0,'6'-14'663'0,"-6"-2"146"15,0 2 99-15,0-5 64 0,-6 5-142 0,-2-4-264 16,2 3-184-16,-7 4-137 0,-6-5-95 16,6 10-65-16,-7-5-35 0,0 7-23 0,1 0-14 15,-1 4-8-15,1 0-4 0,0 8 0 0,6-4 1 16,-1 7-1-16,8-4-5 0,0 8-2 15,-2-4-1-15,8 0-4 0,8 3-1 16,-2-3 2-16,7 3 6 0,-6-2 7 0,12 6 0 16,-6-4-2-16,6 2 2 0,1-2 1 0,-1 4 1 15,1-3-4-15,0 3 17 0,-1 1 23 0,-6-4 15 16,0 2 21-16,1-1 17 0,-8-2 17 16,0 1 7-16,-6 0 3 0,0-5 1 15,0 1-1-15,-6 0 0 0,0-4-3 0,-2 1-5 16,-4-1-8-16,-1-3-11 0,0-1-15 0,-6 1-13 15,-1 0-19-15,0-4-14 0,1 0-14 16,-7-4-9-16,6 0-6 0,-6 1-2 16,7-1 0-16,-1 0-6 0,0-2-36 0,7-2-66 15,1 1-96-15,4-1-133 0,2-3-196 0,6 1-223 16,6-5-217-16,2 4-85 0,4-5 15 0,1-2 89 16,7 4 173-16,0-1 215 0</inkml:trace>
  <inkml:trace contextRef="#ctx0" brushRef="#br0" timeOffset="2986.77">27946 1421 33 0,'13'0'515'0,"-7"0"169"0,7 0 118 16,-6 0 88-16,0 0-69 0,-7 4-149 15,6-1-128-15,0 1-116 0,-6 8-70 0,8-5-42 16,-2 7-26-16,-6 1-14 0,6 3-18 0,-6 0-28 16,6 1-31-16,-6-2-32 0,7 2-34 15,-7 4-33-15,0-9-32 0,7 4-22 0,-7-3-16 16,0-4-12-16,0 0-15 0,6 0-39 15,-6-3-60-15,0-2-92 0,0-2-112 16,0-4-178-16,7-4-210 0,-7 1-222 0,0-8-147 16,0 0-19-16,0-4 52 0,6-3 147 0,-6 0 202 15,0-5 248-15</inkml:trace>
  <inkml:trace contextRef="#ctx0" brushRef="#br0" timeOffset="3130.27">28037 1374 38 0,'-7'-4'532'0,"1"-3"160"16,0 2 118-16,0 2 82 0,-2-4-81 0,8 7-172 15,-6-4-175-15,6 1-155 0,0 3-121 0,0 0-107 16,6 0-116-16,-6 0-136 0,8 0-174 0,-2 3-193 16,6-3-216-16,2 4-88 0,-1-4 1 15,-1 4 70-15,2-4 140 0,-1 0 179 0</inkml:trace>
  <inkml:trace contextRef="#ctx0" brushRef="#br0" timeOffset="3692.43">28213 1370 115 0,'6'0'554'0,"-6"4"165"0,8-8 111 15,-2 4 53-15,0-4-85 0,0 1-148 16,1-2-171-16,6 2-144 0,0 0-97 0,1-1-71 16,-2 4-49-16,1-4-40 0,0 4-25 0,7 0-17 15,-7 4-14-15,-1 0-7 0,2-1-8 16,-1 5 4-16,-7-1 8 0,1 4 19 0,-7 0 23 16,0 4 20-16,-7-1 17 0,1 1 12 15,-7 3 3-15,-1-3-7 0,-4 7-12 0,4-4-13 16,-5 4-10-16,-7-4-9 0,6 0-11 0,1 1-6 15,-1-1-6-15,8-3 5 0,-2-1 17 16,1 1 23-16,0-7 25 0,6 3 27 0,1-4 29 16,6-4 20-16,0 2 6 0,0-2-152 15,6-3-39-15,7 0 0 0,1 0 0 0,-2 0 0 16,8-3 0-16,0 3 0 0,5-5 0 16,1 2 0-16,7-1 0 0,-7 1 0 0,7-1 0 15,-7 0 0-15,6-3 0 0,-5 3 0 16,5-3 0-16,-6-1 0 0,-6 1 0 0,5-4 0 15,-5 0 0-15,0 1 0 0,-1-1 0 0,1-5 0 16,-7 6 0-16,0-5 0 0,-6 4 0 0,-1-4 0 16,0 1 0-16,1 0 0 0,-7 2 0 15,0 1 0-15,-7 4 0 0,1-5 0 16,-7 5 0-16,7 4 0 0,-8-1 0 0,8 0 0 16,-8 4 0-16,2 0 0 0,-1 4 0 0,0 0 0 15,0 4 0-15,-1-1 0 0,8 4 0 0,-6 0 0 16,-2 4 0-16,8 2 0 0,-7-2 0 15,6 3 0-15,7 1 0 0,-7-1 0 0,7 1 0 16,0-1 0-16,0-4 0 0,7 5 0 16,-7-5 0-16,13 4 0 0,-6-7 0 0,6 0 0 15,0 0 0-15,-1-2 0 0,8-3 0 0,0 2 0 16,-1-8 0-16,1 0 0 0,0 0 0 16,-1-4 0-16,7-4 0 0,0 1 0 15,-7-4-574-15,7-4-284 0,1 1-288 0,5-4-99 16,-6-5 16-16,7 5 90 0,-1-3 180 0,-6 2 266 15</inkml:trace>
  <inkml:trace contextRef="#ctx0" brushRef="#br0" timeOffset="3895.5">29209 1402 70 0,'-13'5'589'0,"7"-1"184"0,-7-1 134 0,6 0 107 15,1-3-68-15,6 4-166 0,0-4-189 0,0 4-157 16,6-4-119-16,8 3-96 0,-2-3-70 0,8 4-53 15,7-4-35-15,-9 0-23 0,9 0-20 16,-7 0-32-16,5 0-44 0,-5-4-65 0,0 1-85 16,-2 3-127-16,2-4-166 0,-7 0-177 15,1 1-168-15,-8-4-94 0,-6 2 0 0,0 2 81 16,0-1 145-16,-6 4 189 0</inkml:trace>
  <inkml:trace contextRef="#ctx0" brushRef="#br0" timeOffset="4114.38">29177 1524 425 0,'-13'11'637'16,"7"-4"160"-16,-1 0 123 0,0 1-35 0,7-4-69 16,0-1-109-16,0 0-132 0,7 5-115 0,6-5-94 15,-7-3-74-15,14 5-62 0,-7-2-53 16,7-3-44-16,0 3-38 0,-2-3-27 0,9 0-19 16,-7 5-14-16,-2-5-10 0,9 0-10 0,-14-5-9 15,6 5-13-15,-5 0-26 0,-2-3-44 16,-5 3-64-16,6-3-81 0,-6-2-94 15,-1 5-134-15,0-7-180 0,-6 0-195 0,6 0-149 16,2-1-36-16,-2-3 38 0,0-3 110 0,8 3 186 16,-1-4 228-16</inkml:trace>
  <inkml:trace contextRef="#ctx0" brushRef="#br0" timeOffset="4723.51">29900 1263 56 0,'-6'-14'532'0,"6"3"158"16,6-4 133-16,-6 5 103 0,0 2-73 0,0-3-144 16,0 7-160-16,0-3-143 0,6 7-127 15,-6-3-99-15,7 6-72 0,-1 1-41 16,1 3-19-16,-1 4 3 0,1 4 16 0,-1-1 26 16,8 4 33-16,-8 4 24 0,0 0 21 0,1 3 15 15,0 2 4-15,-7-1 1 0,6-1-11 0,-6 1-3 16,7 0-1-16,-7-1 1 0,0 1-147 15,0-1-30-15,-7-3 0 0,7 0 0 0,0 1 0 16,0-5 0-16,0-4 0 0,0 1 0 16,0-4 0-16,0-4 0 0,0 1 0 0,0-5 0 15,0 1 0-15,-6-1 0 0,6-3 0 16,0-3 0-16,0-1 0 0,0-7 0 0,0 4 0 16,0-7 0-16,0-5 0 0,-7 1 0 0,7-5 0 15,0 2 0-15,0-9 0 0,0 5 0 16,7-8 0-16,-7 3 0 0,6 2 0 0,1-2 0 15,-1 1 0-15,0-2 0 0,8 10 0 0,-8-5 0 16,8 4 0-16,-2 4 0 0,1-3 0 16,7 6 0-16,-8 0 0 0,15 3 0 15,-8 5 0-15,1 1 0 0,6 1 0 0,0 5 0 16,0 0 0-16,0 8 0 0,0-5 0 0,1 9 0 16,-2-1 0-16,-5 3 0 0,0 1 0 0,-2 3 0 15,-4 0 0-15,5 4 0 0,-12 0 0 0,0 1 0 16,-1-5 0-16,0 3 0 0,-6 5 0 15,0-3 0-15,0-2 0 0,0 2 0 0,-6-1 0 16,6-1 0-16,-6 1 0 0,-1-3 0 16,0 3 0-16,7-4 0 0,-6 1 0 0,-1-5 0 15,7 1 0-15,-6 0 0 0,6-8 0 0,-6 4 0 16,6-4 0-16,0 0 0 0,0-3 0 16,0-1 0-16,0 5 0 0,-8-5 0 15,8-3 0-15,8 0 0 0,-8-3 0 0,0 0 0 16,0-5 0-16,0 1 0 0,0-4-114 0,0 0-625 15,0-4-384-15,0-7-163 0,-8 0-17 0,8-3 75 16,-6-9 153-16,6 5 250 0,0-4 387 16</inkml:trace>
  <inkml:trace contextRef="#ctx0" brushRef="#br0" timeOffset="7124.57">11989 4165 6 0,'-6'3'365'0,"0"-3"101"15,6 5 85-15,-7-5 28 0,7 3 32 16,-7-3-23-16,7 0-45 0,0 0-42 0,-6 0-39 16,6 0-49-16,6 0-66 0,-6 0-51 15,14-3-30-15,-8 3-21 0,14-5-12 0,-1 2-16 16,7 0-14-16,6 0-19 0,8-2-24 15,5 2-24-15,2-2-20 0,4 1-16 0,8 4-13 16,-7-3-15-16,13 3-9 0,-6 0-9 16,-1-3-6-16,1 3-3 0,0-4-4 0,-1 4 2 15,-6-4-2-15,0 4 4 0,-6 0 10 16,0 0-46-16,-14 0-9 0,7-3 0 0,-13 3 0 16,-6-4 0-16,-1 4 0 0,1 0 0 15,-7-4 0-15,-7 4 0 0,1-3 0 16,-1 3 0-16,-6 0 0 0,0 0 0 0,0-4-141 15,-6 4-343-15,-1 0-231 0,1-3-294 16,-7 3-157-16,-1-4-29 0,-5-4 57 16,6 1 125-16,-6 0 229 0,-1-4 323 0</inkml:trace>
  <inkml:trace contextRef="#ctx0" brushRef="#br0" timeOffset="13787.68">24982 3213 174 0,'0'-4'393'15,"0"4"65"-15,-6-4 64 0,6 1-27 0,-6-1-2 16,6 0-53-16,-6 1-39 0,-2-4-25 15,8 2-33-15,-6-3-56 0,6 6-60 0,0-5-42 16,0-1-27-16,0 0-22 0,6 1-16 16,2 0-18-16,-2 0-15 0,6-1-16 15,2 1-18-15,5-1-14 0,1 4-12 0,0 1-7 16,5 0-7-16,-5-1-3 0,6 8-4 16,0-1-1-16,-7 4-3 0,1 1 4 0,0 7-3 15,-7-1 1-15,-1 4 1 0,2 1 2 16,-14 3 2-16,0 3-2 0,0 4 1 15,-14 1 4-15,8-3-2 0,-13 5 1 0,-1-3-2 16,0 0-2-16,-6-3 2 0,7 0-2 16,-7-1 4-16,0-3 2 0,7-3 6 0,-1-1 14 15,0-3 11-15,1-5 15 0,5 1 12 16,8-3 10-16,0 0 10 0,0-5 2 0,-2 0 0 16,8 0-8-16,0-3-12 0,8 0-14 15,4 0-12-15,1 0-14 0,7 0-10 16,0-3-7-16,6 0-3 0,6 3 0 0,-7-3-6 15,2-2 0-15,5 2-2 0,-6-5 1 16,1 4-3-16,-1 1-1 0,-6-1 0 16,-1 1-2-16,-6-1-24 0,0 4-51 0,-7-3-80 15,0 3-124-15,2-4-180 0,-2 0-224 16,0 4-218-16,1-3-78 0,-7-1 10 0,6-4 90 16,8 4 160-16,-8-2 215 0</inkml:trace>
  <inkml:trace contextRef="#ctx0" brushRef="#br0" timeOffset="14194.31">25822 3260 462 0,'8'-15'612'0,"-2"1"89"0,-6-4 58 16,-6 3-57-16,-2 1-200 0,2-1-164 0,-7 3-116 16,0 1-86-16,0 4-55 0,1 3-40 15,-2 4-17-15,-5 0-10 0,6 0-6 16,0 4-3-16,-1 3-6 0,2 1 2 0,5 0-3 15,0-1-3-15,1 0 4 0,6 5-3 16,0-6 5-16,6 5 6 0,1 0 13 16,6 0 19-16,0 0 20 0,0 0 24 0,7 0 19 15,5 0 12-15,-5 0 8 0,6 1-6 16,1-2-14-16,-1 5-15 0,-7-5-8 16,1 6-6-16,-8 2-8 0,8-4-3 0,-14 5 2 15,1-5 4-15,-7 5 0 0,0-2 0 0,-7 3 5 16,-5-6 4-16,-2 1 4 0,-5-1 0 15,-1-3-3-15,1 1-3 0,-8-5-6 16,2 0-13-16,5-3-10 0,-6-4-7 0,0 0-10 16,0 0-8-16,7-4-8 0,-1 0-1 15,1-3-6-15,-1-1-15 0,6 4-33 16,2-6-57-16,-1 3-84 0,6-4-133 0,7 0-164 16,0 0-182-16,7 0-156 0,-1 0-103 0,7-4 0 15,7 0 88-15,0 1 142 0,5-1 179 16</inkml:trace>
  <inkml:trace contextRef="#ctx0" brushRef="#br0" timeOffset="14600.46">26012 3231 63 0,'6'-4'543'15,"1"0"148"-15,-1-3 112 0,0 0 87 16,-6 3-86-16,0 1-176 0,8-1-169 0,-8 0-139 16,0 4-105-16,0 0-86 0,0 0-56 15,0 4-34-15,0 3-17 0,0 4-6 0,0 0 1 16,0 4 4-16,6 3 2 0,-6 0 2 15,6 0 2-15,0 5-3 0,2-4-4 16,-2 2-7-16,0-3-4 0,7 1 0 0,-6-1-1 16,6-3-1-16,0-5 0 0,0 5 1 15,0-7 2-15,7-4-2 0,-8-1 4 0,-4-3 9 16,4 0 17-16,1-7 16 0,0-1 18 16,-6-3 24-16,-1-3 16 0,0-1 6 15,2-3-6-15,-8-1-15 0,0-2-15 0,0-1-23 16,0 0-16-16,-8-1-6 0,8 5 1 15,-6-1 6-15,0 5 7 0,6 3 7 0,0 0 0 16,-7 4-9-16,7 3-7 0,0-3-14 16,0 7-9-16,0 0-11 0,0 0-7 15,0 4-1-15,0 3-1 0,7 4-2 0,-7 0 0 16,6 3 3-16,0 1-2 0,2 3 1 16,-8 0 1-16,12 1 2 0,-6 4 0 0,2-5-2 15,-2 3 2-15,7-2-15 0,-7-5-40 16,1 5-58-16,0-5-67 0,-1-3-84 0,0 4-117 15,0-8-141-15,2 1-154 0,-2-4-158 16,0-1-93-16,1-6-3 0,-1-1 74 16,1-7 130-16,0 0 180 0</inkml:trace>
  <inkml:trace contextRef="#ctx0" brushRef="#br0" timeOffset="15053.5">26428 3213 105 0,'0'-19'482'15,"0"4"118"-15,0 1 116 0,-6 0 82 0,6 2-130 16,0 5-147-16,0 0-107 0,-6 3-112 15,12 0-107-15,-6 8-74 0,6 0-35 0,-6 6-10 16,7 6-5-16,6 2 0 0,-6 1-3 16,-1 6-5-16,7 0-16 0,-6 1-15 0,5 4-10 15,-5-1-1-15,0 4 5 0,6-7 6 16,-7 2 6-16,1-6 1 0,-1 0 3 16,1-3 9-16,-7-4 20 0,6-8 33 0,-6 4 33 15,0-8 26-15,0 1 18 0,0-4-2 16,0-4-21-16,-6-3-34 0,-1 0-35 15,7 0-27-15,-6-5-16 0,6-2-3 0,-7 3 1 16,7-4 2-16,0 0 1 0,0 4-1 16,0-3-6-16,7 3-9 0,-1-1-12 0,1 5-8 15,5 0-7-15,2 4-5 0,5-1 0 16,1 0 1-16,0 4-1 0,6 0-1 16,-1 4 0-16,-5 0 0 0,6 3 0 0,-6 0-1 15,-1 0 1-15,-5 4 1 0,5 0 2 16,-13 0 6-16,1 4 2 0,-1-4 9 0,-6 4 8 15,-6-4 8-15,-7 0 5 0,0 0 1 16,-1 0-3-16,-5 0-7 0,0-4-7 0,-8 3-7 16,1-1-9-16,1-2-12 0,5-4-36 15,-6 5-61-15,13-8-76 0,-7 3-95 16,8-3-139-16,4-3-182 0,2-1-193 0,0-3-180 16,6 0-55-16,6-2 28 0,-6-1 102 15,14-5 172-15,-2 5 218 0</inkml:trace>
  <inkml:trace contextRef="#ctx0" brushRef="#br0" timeOffset="15321.84">26917 3304 283 0,'20'-8'711'0,"-14"6"154"0,7-6 117 15,-7 4 85-15,-6-3-166 0,7 3-255 16,0 4-196-16,-7 0-146 0,0 0-110 0,6 4-63 16,-6 7-20-16,0 4 11 0,6 3 13 15,2 4 19-15,-8 7 22 0,6 0 0 16,-6 8-15-16,6 0-24 0,-6 3-24 0,0 0-25 15,6-3-28-15,-6 7-20 0,0-4-18 16,0-3-8-16,7 0-3 0,-7-1-4 0,0-7 0 16,0 0-4-16,0-7-17 0,7-2-36 15,-7-6-53-15,0-3-74 0,0-4-92 16,0-3-100-16,6-8-122 0,-6-3-136 0,0-4-141 16,0-8-116-16,0 1-78 0,-6-4 13 15,-1-7 92-15,0-1 144 0,-5-2 180 0</inkml:trace>
  <inkml:trace contextRef="#ctx0" brushRef="#br0" timeOffset="15556.09">26904 3451 157 0,'-7'-22'577'0,"1"3"144"16,-1-3 112-16,7 4 82 0,7-4-135 0,-7 3-165 15,6 2-145-15,8-1-115 0,-2 2-86 16,2 2-65-16,5-1-35 0,1 8-26 0,0 0-15 16,-2-1-12-16,9 8-13 0,-1 0-2 15,0 0-5-15,-7 4-2 0,7 3-10 0,-6 0-8 16,-1 5-4-16,1 2-6 0,-6 1-9 15,-8 0-10-15,-6 3-1 0,0 1-6 16,0-1-7-16,-14 3-7 0,2-2-17 0,-2 4-32 16,-5-6-54-16,-1 1-67 0,8-3-90 15,-8 0-131-15,1-1-157 0,5-3-176 0,8-7-174 16,-8 3-102-16,8-7-3 0,0-3 83 16,-1-1 142-16,1-7 190 0</inkml:trace>
  <inkml:trace contextRef="#ctx0" brushRef="#br0" timeOffset="16055.97">27093 3326 77 0,'6'-11'485'16,"1"0"140"-16,-1-4 133 0,8 4 83 0,-8 0-106 16,7-4-133-16,0 8-100 0,0-3-108 15,0 2-107-15,6 1-60 0,-5 0-41 16,5 3-28-16,1 4-20 0,0 0-15 0,-8 4-13 16,8-1-14-16,-1 4-9 0,-5 1-2 15,-2 3 0-15,2 4 4 0,-2-1 9 0,-5 4 12 16,-1 5 5-16,8-6-3 0,-14 6 0 15,6-2-5-15,-6 2-10 0,-6-5-10 0,6 0-6 16,-7 1-10-16,0-4-10 0,1-5-10 16,-1 5-4-16,1-8-8 0,0 1-3 0,-2-5-5 15,-4-3-2-15,6 0-3 0,-1-3-4 16,7-1-4-16,-7-7-5 0,1 0-1 0,6-3-4 16,0-1-3-16,0-7-3 0,6 0-2 15,1 0-1-15,0 0-2 0,-1 0-2 16,6 0 2-16,2 4-1 0,-1 3-2 0,0 0-1 15,0 8 0-15,-1 0 0 0,2 2 0 16,-1 5-1-16,0 5 1 0,0 2 0 16,0 4 3-16,-6 3 0 0,5 1-1 0,2 4 4 15,-1-1 2-15,0 0 1 0,0 0-1 16,-1 1 0-16,2-1 0 0,-1-3 1 0,0-5 0 16,0 5 3-16,-1-7 1 0,8-1 5 15,-6-7 9-15,5 4 16 0,-6-8 16 16,0 1 5-16,7-9-57 0,-7 4 0 0,-1-6 0 15,2 1 0-15,-8-4 0 0,0-3 0 16,2 1 0-16,-16-3 0 0,2-4 0 0,0 0 0 16,-8 4 0-16,2 0 0 0,-8 4 0 15,1 4 0-15,-7-1 0 0,-1 8 0 0,7-5 0 16,-5 9 0-16,-1-2-302 0,6 5-223 16,1 0-177-16,6 5-216 0,0-2-177 0,-1 2-37 15,2-1 43-15,12-4 115 0,-7 3 192 16,14-3 263-16</inkml:trace>
  <inkml:trace contextRef="#ctx0" brushRef="#br0" timeOffset="16531.2">27835 3063 104 0,'7'-11'623'0,"-1"0"151"0,0 3 120 16,-6-4 95-16,8 6-75 0,-8-2-222 0,6 5-203 15,-6-1-144-15,0 0-116 0,0 8-92 16,6 0-62-16,1 3-28 0,-7 8-4 0,7 3 5 15,-1 1 8-15,0 6 11 0,1 4 14 16,-1 0 4-16,1 9 0 0,0-6-4 0,-1 4-3 16,-6 1-10-16,6-3-9 0,-6-1-14 15,0-7-7-15,0-1-2 0,0-3 8 0,0-5 15 16,0-4 26-16,0 1 35 0,0-7 31 16,0-3 20-16,0 0 4 0,0-8-9 15,7 0-128-15,-7-3-38 0,0-4 0 0,7-5 0 16,-1-1 0-16,7-2 0 0,-7 1 0 0,8-8 0 15,6 8 0-15,-8-4 0 0,1 5 0 16,7 2 0-16,-8-1 0 0,8 2 0 16,-6 7 0-16,-2-1 0 0,8 4 0 0,-7 4 0 15,0 0 0-15,6 4 0 0,-6 7 0 0,1-4 0 0,-2 8 0 16,-4-1 0-16,-2 5 0 0,0 0 0 16,-6-1 0-16,0 0 0 0,0 0 0 0,-6 1 0 15,0-1 0-15,-8-4 0 0,1 1 0 16,0 0 0-16,0-4 0 0,-7 0 0 15,1-4 0-15,-1 1 0 0,1-5 0 0,0 1-47 16,5-4-497-16,1-7-267 0,0-4-305 16,6-4-114-16,1-3 6 0,6-5 83 0,0-2 164 15,6-4 257-15</inkml:trace>
  <inkml:trace contextRef="#ctx0" brushRef="#br0" timeOffset="17712.32">28239 3021 291 0,'0'-14'704'0,"6"7"148"0,1-4 103 15,0 4 65-15,-7-1-183 0,6 5-274 0,-6-1-186 16,7 4-128-16,-1 0-77 0,0 7-34 0,2 8 1 16,-2 0 25-16,0 2 32 0,-6 10 20 15,6-2 13-15,1 9 11 0,-7-2-1 16,7 0-15-16,-7 6-27 0,6-2-30 0,1 1-145 16,-7-4-22-16,6 0 0 0,8-4 0 15,-8-7 0-15,6 0 0 0,2-4 0 0,5 2 0 16,-5-10 0-16,4-3 0 0,9-3 0 15,-7-4 0-15,6-4 0 0,-7 1 0 0,7-4 0 16,-6-8 0-16,-8 0 0 0,8-2 0 16,-7-6 0-16,-6 0 0 0,6 2 0 0,-13-2 0 15,0 3 0-15,0-3 0 0,-6 8 0 16,-1-4 0-16,-6 9 0 0,0-1 0 0,-1 3 0 16,2 5 0-16,-1-1 0 0,-7 4 0 15,7 4 0-15,6 3 0 0,-5 4 0 16,-2 0 0-16,8 4 0 0,0-1 0 0,-1 4 0 15,7 1 0-15,-6 0 0 0,6-1 0 16,6 3 0-16,-6-2 0 0,7-1 0 0,-1 1 0 16,7-2 0-16,0-1 0 0,0-5 0 0,0 0 0 15,7-4-50-15,-1 0-306 0,1-3-69 16,-1 0-47-16,1-4-40 0,0 0-41 16,-1-4-16-16,1-3 13 0,-8 0 36 0,-5-8 62 15,6 1 87-15,-7-6 116 0,1 2 131 16,-7-1 125-16,7-1 138 0,-7-3 110 15,0 5 88-15,0 0 57 0,0-1 22 0,-7 4 3 16,7 4-40-16,0 0-39 0,0 1-43 16,0 2-45-16,0 1-47 0,-7 0-47 0,7 3-44 15,7 4-42-15,-7 0-29 0,0 4-22 16,7 3-10-16,-1 3 2 0,1 5 8 16,-1 0 11-16,7 4 19 0,-6 3 17 0,-1 0 14 15,8-1 13-15,-8 5 2 0,0-4 5 16,7 0-8-16,-6 1-7 0,-1-6-6 0,-6 2-4 15,7-5-1-15,-1-3-2 0,-6 1 11 16,6-5 22-16,-6 0 24 0,0-3-130 0,0-4-1 16,0 0 0-16,-6-8 0 0,6 1 0 15,-6-5 0-15,-1-2 0 0,1 0 0 16,-1-8 0-16,1 0 0 0,6-4 0 0,-7-3 0 16,7-1 0-16,0 5 0 0,0-1 0 15,0 5 0-15,0-2 0 0,0 1 0 0,7 8 0 31,-1-1 0-31,1 0 0 0,-1 8 0 0,1 0 0 16,5 4 0-16,2-1 0 0,6 4 0 16,-8 4 0-16,1 2 0 0,7 5 0 0,-7 0 0 15,0 4 0-15,6 3 0 0,-5 0 0 16,-2 4 0-16,2 1 0 0,-1 3 0 16,0-5 0-16,-7 2 0 0,7-3 0 0,-7 3 0 15,2-5 0-15,-2-2 0 0,0-2 0 16,-6 1 0-16,7-8 0 0,-7 0 0 0,0 0 0 15,6-3 0-15,-6 0 0 0,0-4 0 16,0 0 0-16,0-4 0 0,0-3 0 16,0-4 0-16,0 0 0 0,0-4 0 0,0-3 0 15,0-4 0-15,7 3 0 0,-1-3 0 0,-6 0 0 16,7 4 0-16,-1 4 0 0,1-1 0 16,0 0 0-16,-1 7 0 0,0 1 0 0,8 4 0 15,-8-1 0-15,7 4 0 0,0 4 0 16,0-1 0-16,7 2 0 0,-8-3 0 0,2 3 0 15,5-2 0-15,-5-3 0 0,-8 5 0 16,6-5 0-16,-5-5 0 0,0 2 0 16,-1-4 0-16,1-1 0 0,-7 0 0 0,0-3 0 15,0 4 0-15,0-4 0 0,0 0 0 0,0 0 0 16,0 0 0-16,0 4 0 0,0 0 0 0,0 3 0 16,0-3 0-16,6 4 0 0,1 3 0 15,0 0 0-15,-1 0 0 0,6 6 0 0,2-2 0 16,-1 7 0-16,0 0 0 0,6 0 0 15,-5 3 0-15,-2 1 0 0,2 3 0 16,-1-2 0-16,-7-1 0 0,8 2 0 0,-8-2 0 16,-6 0 0-16,0 2 0 0,0-2 0 15,-6 4 0-15,-2-5 0 0,-4 1 0 0,-1 0 0 16,-7-4 0-16,6 0 0 0,-4 0 0 0,-2-4 0 16,1 0-295-16,5 1-256 0,-5-5-207 15,-1-3-248-15,0-3-137 0,2-1-11 0,-2-3 62 16,0 0 137-16,7-5 222 0,-7-2 292 15</inkml:trace>
  <inkml:trace contextRef="#ctx0" brushRef="#br0" timeOffset="18261.07">30375 2696 223 0,'0'-14'379'0,"-13"2"66"16,7-2 65-16,-1 3-39 0,-6 4-57 15,7-1-27-15,0 1-7 0,-8 3-25 0,1 4-30 16,0 4-41-16,0 3-37 0,-7 4-30 15,8 4-31-15,-8 3-12 0,7 4-12 0,-7 8 3 16,8 2 6-16,-2 5 4 0,-5 7 7 0,6 4 10 16,0 3 7-16,7 5 0 0,-8 2 1 15,8 4-9-15,6 3-12 0,0-2-21 16,0-1-23-16,12-3-23 0,2-1-25 0,-1-6-22 16,6-2-18-16,1-6-15 0,-1-2-12 15,7-6-9-15,1-7-3 0,-7-3-9 0,5-9-28 16,1 0-53-16,0-11-69 0,0-3-84 15,1-6-93-15,-1 0-136 0,-7-13-144 0,1 2-158 16,-2-4-167-16,2-4-45 0,-6-7 26 16,-1 0 108-16,-1-4 151 0,2-4 196 0</inkml:trace>
  <inkml:trace contextRef="#ctx0" brushRef="#br0" timeOffset="18717.97">30687 3004 238 0,'-6'-19'602'0,"0"5"130"15,0 0 88-15,-1 2 64 0,0-2-189 0,7 6-164 16,-6-2-150-16,-1 1-120 0,7 6-92 0,-6 0-60 16,6 3-45-16,-6 3-27 0,6 4-9 15,0 5 6-15,0-1 16 0,0 6 6 0,6-2 13 0,-6 7 7 16,0 0 1-16,6 0-5 0,1 4-1 16,-7-4-5-16,6 3-7 0,-6-2-5 0,7-2-8 15,0-2-5-15,-7-5-1 0,6 1 2 0,-6 0 13 16,0-8 22-16,6 0 35 0,-6 1 38 15,0-4 23-15,0-4 8 0,0 0-9 0,0-4-22 16,-6 0-38-16,6-7-40 0,-6 0-28 0,-1-3-20 16,0-1-12-16,1-4-6 0,-1 1-1 15,1-4-4-15,0 3-1 0,6-2 0 0,-8-1-1 16,8 4-4-16,0 0-2 0,8-1-1 0,-8 4-1 16,6-3 0-16,7 3-1 0,0 4 2 15,0-3 1-15,7 3 0 0,-1 3 4 0,1 1-2 16,-1 0 0-16,0 3 0 0,1 4 2 0,-1 0 1 15,1 4-1-15,0 3 1 0,-1 0 0 0,-6 5-3 16,0 2-1-16,7 0 3 0,-14 1 2 16,7 4 4-16,0-1 4 0,-6 3 10 0,-1 2 3 15,1-1 0-15,0-4-2 0,-7 5-2 0,6-5-4 16,-6 1-3-16,0-1-7 0,0-4-17 16,0-2-33-16,0-2-50 0,0 1-64 0,0-4-66 15,0 0-84-15,0-3-112 0,0-4-145 16,6-4-146-16,-6 1-147 0,0-8-96 0,7 0 2 15,0-3 81-15,-1-5 154 0,1-2 184 0</inkml:trace>
  <inkml:trace contextRef="#ctx0" brushRef="#br0" timeOffset="18983.57">31248 2850 238 0,'7'-11'593'16,"-1"-1"145"-16,0 6 111 0,1-5 64 0,-7 3-154 15,7 1-145-15,-7 3-148 0,0 1-136 0,0-1-104 16,0 4-72-16,0 4-38 0,0 3-9 0,0 4 15 15,-7 4 24-15,7 6 28 0,-7 1 17 0,1 4 0 16,0 4-2-16,-1 2-12 0,-6 1-15 16,6 3-16-16,-5 1-15 0,5 0-3 0,0-4-7 15,-5 4-9-15,5-4-14 0,-6 0-98 16,6 0 0-16,1-3 0 0,-7-5 0 16,6-3 0-16,7 0 0 0,-6-3 0 0,0-5 0 15,6-3 0-15,0-4 0 0,0-2-106 0,0-3-215 16,0-4-91-16,12-3-105 0,-5-7-138 15,6 2-135-15,6-5-116 0,1-3-84 0,0 0 15 16,-1 0 84-16,1 4 156 0,6-6 180 0</inkml:trace>
  <inkml:trace contextRef="#ctx0" brushRef="#br0" timeOffset="19391.84">31391 3171 234 0,'6'-6'508'0,"-6"-5"143"16,8 1 111-16,-8 1 25 0,0-1-112 0,6 2-99 15,-6 1-88-15,0-5-112 0,6 6-88 0,0-2-67 16,-6 5-53-16,14-5-39 0,-8 5-36 15,1-1-27-15,6 4-17 0,0 0-16 0,0 0-8 16,6 4-9-16,-5 3-8 0,-1 0-6 16,-1 1-2-16,8 2-1 0,-14 2-4 0,8 2 2 15,-8 2 1-15,-6 2-1 0,7-4 1 16,-14 4 1-16,7 1 11 0,-13-1 10 0,6 0 7 16,-5 0 12-16,-8 4 11 0,7-2 8 0,-7-3 2 15,1 2 5-15,6-1 6 0,0 1 10 16,-7-5 22-16,14-3 25 0,-8 1 25 0,8-6 27 15,0 1 34-15,6-3 33 0,-6-1 9 16,6 1-11-16,0-4-199 0,6 0-46 0,0 0 0 16,8-4 0-16,-2 4 0 0,8-3 0 0,-1-1 0 15,1 1 0-15,6 3 0 0,1-4 0 16,5 0 0-16,-7 4 0 0,9-2 0 0,-2 2 0 16,-7-5 0-16,2 1 0 0,-7 4 0 15,6-3 0-15,-14-2 0 0,8 5 0 0,-13-3 0 16,5 3 0-16,-5-3 0 0,0-1 0 0,-1 0 0 15,0 1 0-15,-6 0 0 0,8-6-308 16,-8-1-173-16,0 3-151 0,0-8-164 0,-8 0-189 31,8 1-91-31,-6-4 6 0,0-5 72 0,-1 1 158 16,7-4 206-16</inkml:trace>
  <inkml:trace contextRef="#ctx0" brushRef="#br0" timeOffset="19704.21">31703 2564 285 0,'0'-18'642'0,"-6"-1"139"16,6 1 110-16,0 0 79 0,0 3-202 0,0 1-186 15,6 3-153-15,2-1-126 0,-2 5-100 16,7 7-65-16,7 4-33 0,-1 4-13 0,0 6 5 16,1 8 11-16,6 7 8 0,-7 4 2 0,1 7 2 15,0 8 5-15,-1 4 25 0,-5 3 19 0,5 3 27 16,-6 8 21-16,-6 0 8 0,-1 3-5 15,0 1-79-15,-6-1-141 0,-6-2 0 0,0-5 0 16,-1-3 0-16,0-5 0 0,-6-10 0 0,1 1 0 16,4-13 0-16,-4-3 0 0,-1-3 0 15,6-3 0-15,1-6 0 0,-1-1 0 0,1-6 0 16,0-2 0-16,-2-1 0 0,2-3 0 16,6-4 0-16,-6-4 0 0,6-3-378 15,-7 3-160-15,7-6-172 0,0 1-219 0,0-2-160 16,0 0-30-16,0 0 47 0,-7 0 119 0,1 4 183 15,-7 4 269-15</inkml:trace>
  <inkml:trace contextRef="#ctx0" brushRef="#br0" timeOffset="20115.36">30330 4766 225 0,'-14'11'447'0,"2"0"101"0,-1-4 136 15,6 1 32-15,-6-1-62 0,7-4-61 16,6 1-46-16,-6-4-58 0,6 4-102 16,6-4-91-16,0 0-62 0,7-4-42 0,7 4-43 15,0-4-35-15,5 1-28 0,1-1-24 16,0 1-19-16,0-2-18 0,1 2-13 0,-9 0-23 0,9-1-40 15,-7 4-55-15,-8 0-62 0,2 0-92 0,-8 0-115 16,0 0-129-16,-6 0-133 0,-6 4-137 16,0-1-69-16,-14 5 22 0,7-5 80 0,-13 1 127 15,6-1 158-15</inkml:trace>
  <inkml:trace contextRef="#ctx0" brushRef="#br0" timeOffset="20349.62">30239 4945 42 0,'-14'11'467'0,"8"0"124"0,-1 0 143 15,1-3 106-15,0-5-69 0,6 0-122 0,0 2-83 16,0-1-81-16,6-4-102 0,7 0-77 16,0 0-57-16,6 0-38 0,-5-4-39 0,5-1-28 15,7 5-21-15,-6-3-19 0,-1 0-14 16,1 3-16-16,0-4-10 0,-8-3-14 0,2 3-17 16,-2 4-11-16,1-4-10 0,-6 1-13 15,0-1-33-15,-1 0-52 0,0-3-70 0,-6 3-90 16,0-3-133-16,0 0-168 0,-6-1-183 15,6-6-189-15,-6 3-55 0,6-8 22 0,-7 5 99 16,7-4 159-16,-7-5 202 0</inkml:trace>
  <inkml:trace contextRef="#ctx0" brushRef="#br0" timeOffset="20599.52">30525 4616 90 0,'0'-5'577'15,"6"3"153"-15,2-6 114 0,-8 5 88 0,6-2-98 16,-6 2-195-16,0 3-185 0,0 0-133 15,6 0-94-15,0 8-62 0,-6-2-28 0,7 6-9 16,0 2 10-16,-1 4-1 0,1 1 1 16,-1 3-7-16,0-4-12 0,-6 4-14 0,8 4-14 15,-8-4-13-15,0-1-17 0,-8 2-16 0,8-2-12 16,-6-2-7-16,0-1-10 0,-1 1-6 16,1-4-2-16,-8-5-4 0,8 1-3 15,0-3-15-15,0-1-23 0,-8-3-40 0,14-4-49 16,-6 0-74-16,-1-4-101 0,1 0-150 0,6-3-184 15,0-3-228-15,6-5-110 0,-6 0-11 16,13-4 61-16,-7 1 140 0,8-4 194 0</inkml:trace>
  <inkml:trace contextRef="#ctx0" brushRef="#br0" timeOffset="21294.44">31300 4674 191 0,'-7'-7'519'0,"1"3"111"15,-7-2 119-15,6-3 65 0,-5 2-140 0,5-4-127 16,0 4-80-16,1 0-74 0,-1 0-88 16,1-1-50-16,0 0-37 0,-1 1-19 0,7 0-15 15,-7 4-18-15,7-6-8 0,0 3-13 0,0 2-11 16,0-3-16-16,7-1-25 0,0 1-18 15,-1 4-22-15,7-5-15 0,0 1-14 0,0 3-11 16,7-3-6-16,-1 4-2 0,1-2-3 16,6 5-2-16,-7 0-2 0,7 0-2 0,-6 5 1 15,6 1-1-15,-7 2-1 0,1 3 2 16,-7 0 0-16,6 3 1 0,-12 5-1 0,6-5 1 16,-6 9-1-16,-7-5 1 0,0 3 1 15,-7 2-1-15,1-2 2 0,-8 1 2 0,2 4 0 16,-8 0 1-16,0-4 1 0,-5 3 4 0,5-3 7 15,-6 0 10-15,6 0 11 0,1-3 14 16,-1-1 18-16,1-3 16 0,-1-4 19 0,7 0 17 16,6-4 28-16,-5 0 24 0,5 1 5 0,7-5-140 15,0-3-37-15,0 4 0 0,7-4 0 16,5-4 0-16,2 1 0 0,5-1 0 0,1 0 0 16,6-3 0-16,0 3 0 0,-1 1 0 15,9-1 0-15,-2-3 0 0,-6 3 0 0,7 0 0 0,0 1 0 16,-1 0 0-16,-7-2 0 0,1 5 0 0,1-3 0 15,-7-1 0-15,-2 4 0 0,-4-3 0 0,-1 3 0 16,0 0 0-16,-6-4 0 0,-1 4 0 16,-6-4 0-16,0 4 0 0,0-3-44 0,0 3-331 15,-6-4-103-15,6 0-123 0,-7 1-149 0,7-4-163 16,-7-1-118-16,7-3-12 0,0 0 64 16,0-4 132-16,7 0 193 0,0 1 227 0</inkml:trace>
  <inkml:trace contextRef="#ctx0" brushRef="#br0" timeOffset="21653.73">32186 4260 176 0,'6'-22'657'16,"-6"0"129"-16,0-3 115 0,0-1 96 0,-6 3-73 16,6 2-277-16,-7 3-151 0,1 0-105 0,-1 3-100 15,1 4-91-15,6 4-69 0,-7-1-45 16,1 8-37-16,0 4-25 0,-8 3-12 0,1 8-1 15,0 7 10-15,0 7 15 0,1 4 21 16,-2 8 22-16,1 6 20 0,0 0 31 0,7 9 16 16,-1 2 18-16,1 5 18 0,-1-1 13 0,7 8 3 15,0-5-93-15,7 6-105 0,-1-7 0 16,1 3 0-16,-1-1 0 0,0-8 0 16,8 1 0-16,-2-4 0 0,2-7 0 0,-1-1 0 15,0-7 0-15,6-3 0 0,-5-3 0 0,5-5 0 16,-6-8 0-16,0-2 0 0,7-5 0 0,-8-3 0 15,8-3 0-15,-7-5 0 0,0-3 0 16,6-3 0-16,-5-5 0 0,-2-3-51 0,-5-3-305 16,6-1-88-16,-6-7-110 0,-1 0-131 15,0-7-159-15,2-1-157 0,-2-2-40 0,0-5 42 16,0 0 116-16,1-3 169 0,-7-1 219 16</inkml:trace>
  <inkml:trace contextRef="#ctx0" brushRef="#br0" timeOffset="22153.6">32407 4586 180 0,'-13'-25'605'16,"7"3"143"-16,-1 0 106 0,0 3 88 0,1 1-120 16,0 4-185-16,6-1-146 0,-6 4-115 15,6 3-94-15,-8 2-80 0,8 1-66 16,0 1-50-16,0 1-37 0,0 6-27 0,0 1-12 16,8 4-5-16,-2 3 2 0,0 3 16 0,0 1 17 15,1 4 12-15,0-1 12 0,6 4 8 0,-7 0 6 16,0 0-2-16,2-4-5 0,-2 3-2 15,-6-2 2-15,6-4 6 0,-6 3 2 16,7-7 4-16,-7 0 11 0,0 1 15 0,0-6 20 16,0-2 26-16,0 0 22 0,0-4 7 0,-7 3-150 15,7-6-34-15,0-1 0 0,-6 0 0 0,0-7 0 16,6 1 0-16,-8-5 0 0,2 1 0 16,0-5 0-16,6-4 0 0,-7 2 0 0,7-2 0 15,0-2 0-15,0 3 0 0,7 0 0 16,-7 1 0-16,12 3 0 0,-4-1 0 0,4 0 0 15,2 8 0-15,5-3 0 0,1 3 0 0,-1-1 0 16,7 6 0-16,0 2 0 0,0 0 0 16,0 1 0-16,-7 3 0 0,7 3 0 0,-6 5 0 15,0-2 0-15,-1 6 0 0,-5-1 0 16,5 7 0-16,-6 0 0 0,0 1 0 0,-7 7 0 16,1-5 0-16,0 5 0 0,-1 0 0 15,0-4 0-15,1 4 0 0,-7-5 0 0,0-2 0 16,7 0 0-16,-7-2 0 0,0-2 0 15,0-4 0-15,0 0 0 0,0-4 0 0,0 1 0 16,0-5 0-16,0-3-22 0,0 0-352 0,0-3-169 16,0-1-214-16,6-7-209 0,-6-3-151 15,0-1-27-15,7-7 56 0,-1 0 154 0,0-5 232 16,8 2 242-16</inkml:trace>
  <inkml:trace contextRef="#ctx0" brushRef="#br0" timeOffset="22403.58">33039 4334 98 0,'7'-15'591'0,"-1"0"165"0,-6 4 133 15,6-4 113-15,-6 4-63 0,7 1-170 0,-7 2-171 16,0 1-145-16,0 3-125 0,0 1-107 16,0 6-74-16,0 5-39 0,0 3 4 0,0 7 22 15,0 3 36-15,0 9 42 0,0 0 31 0,-7 6 0 16,7 4-65-16,-12 8-178 0,5 0 0 16,-6 3 0-16,0 0 0 0,0 4 0 0,-6 0 0 15,5-3 0-15,-5-2 0 0,5 2 0 0,2-8 0 16,-8 0 0-16,7-8 0 0,7-6 0 15,-8 0 0-15,8-9 0 0,0-3 0 0,6-3 0 16,-7-4 0-16,7-7 0 0,7 0 0 16,-1-4-47-16,0-8-371 0,2 1-193 0,4-4-211 15,1 0-211-15,1-4-104 0,4 1 7 0,-4-5 60 16,5 1 178-16,1-1 238 0</inkml:trace>
  <inkml:trace contextRef="#ctx0" brushRef="#br0" timeOffset="22825.33">33169 4847 85 0,'0'-12'578'0,"7"-2"166"0,-1 3 146 0,1-4 115 16,-7 4-58-16,6-3-156 0,1 3-151 0,-7-4-121 16,6 5-114-16,0-2-93 0,8 4-75 15,-8-3-57-15,8 5-44 0,-2 1-38 0,1-2-25 0,1 4-17 16,-2 3-12-16,2 0-7 0,5 0-9 16,-6 3-5-16,0 1-10 0,-7-1-1 0,8 8-4 15,-8 0 0-15,1 1 5 0,-7 2 12 0,0 5 22 16,-7-1 14-16,1 0 18 0,-8 8 10 0,2-5-81 15,-1 5-8-15,-7 0 0 0,0 0 0 16,1-4 0-16,-1 3 0 0,1-3 0 0,0-4 0 16,-1 4 0-16,0-7 0 0,1 4 0 0,5-9 0 15,2 2 0-15,5-1 0 0,1-4 0 0,-1-3 0 16,1 3 0-16,6-4 0 0,0-3 0 16,6 5 0-16,-6-5 0 0,13-5 0 0,-6 5 0 15,13-3 0-15,-8-1 0 0,8 1 0 0,-1-1 0 16,1 0 0-16,6 1 0 0,-7-1 0 15,7 0 0-15,0 1 0 0,1-4 0 0,-1 2 0 16,0 2 0-16,-1-1 0 0,-5-3 0 0,6 7 0 16,-13-7 0-16,7 7 0 0,-7-4 0 0,0 0 0 15,0 1 0-15,-7 3 0 0,8-5 0 16,-8 3 0-16,0 2 0 0,-6-5 0 0,8-1 0 16,-2 1 0-16,-6-2 0 0,6 0-120 0,-6 0-321 15,0-4-203-15,0-4-259 0,-6 0-203 0,0-3-53 16,-2-4 23-16,2 0 80 0,-7 0 198 15,-7-8 293-15</inkml:trace>
  <inkml:trace contextRef="#ctx0" brushRef="#br0" timeOffset="23200.24">33176 4078 47 0,'-13'-30'656'0,"13"3"129"0,-6-2 113 16,6-3 93-16,6 3 26 0,-6-1-334 0,6 0-177 15,7 9-90-15,-6-1-84 0,6 4-69 0,-7 3-58 16,14 4-36-16,-7 0-35 0,0 8-30 16,6-1-22-16,1 11-12 0,6 0-1 0,0 8-1 15,1 11 5-15,5-1 9 0,-7 13 7 0,9 1 16 16,-9 12 22-16,1 4 12 0,0 8-58 0,1-1-81 16,-1 7 0-16,-7 4 0 0,1 9 0 15,-8 1 0-15,8 2 0 0,-6 3 0 0,-8 0 0 16,-6-7 0-16,0 0 0 0,-6-9 0 0,-2-2 0 15,-4-8 0-15,-2-7 0 0,2-3 0 16,-1-9 0-16,-1-6 0 0,8-3 0 0,-6-9 0 16,4-6 0-16,2-5 0 0,0 0 0 0,-1-6 0 15,0-5 0-15,7 1 0 0,-6-4 0 0,-1-7 0 16,1 3 0-16,0-3 0 0,-1-4 0 0,0 3 0 16,1-3 0-16,-7 4-306 0,6-4-325 15,-6 0-280-15,1-4-236 0,-2 4-80 0,2-3 44 16,-2-1 101-16,1-3 202 0,0 0 289 0</inkml:trace>
  <inkml:trace contextRef="#ctx0" brushRef="#br0" timeOffset="30905.22">29809 6547 47 0,'6'-5'366'0,"0"-2"86"0,2 0 86 15,-8-4 42-15,6 4 20 0,-6-5-69 16,0 2-50-16,0-5-51 0,0 3-59 0,-6 2-82 16,-2 3-84-16,2-3-47 0,0 5-31 0,-8-2-27 15,2 2-20-15,-8 5-18 0,1 5 1 16,-7 2 2-16,-1 4 8 0,1 3 13 15,0 5 9-15,1 3 15 0,-9 4 2 0,15 3-4 16,-7 5-3-16,6-2-3 0,8 5-4 16,5-1-6-16,1 1-4 0,6 0-6 0,6-1-4 15,1-3-6-15,13 0-2 0,-2-4-4 0,9-3 0 16,-1 0 2-16,13-5 4 0,-7 1 0 16,8-2 2-16,-1-7-3 0,6-1-5 15,-5-5-6-15,5-4-10 0,-6 2-11 0,0-5-11 16,-6-5-8-16,-1 5-6 0,-5-3-5 15,-8 3-5-15,0-5-3 0,-12 3-20 0,5-2-44 16,-4 4-71-16,-2-4-84 0,-6 0-107 16,0 1-137-16,-6 0-162 0,6-2-169 0,-8 3-164 15,8-7-41-15,-6 2 41 0,0 3 105 16,6-3 162-16,0 0 202 0</inkml:trace>
  <inkml:trace contextRef="#ctx0" brushRef="#br0" timeOffset="31469.79">30174 6847 132 0,'0'-8'488'0,"6"-3"126"16,-6 5 129-16,0-6 89 0,0 5-138 0,0-4-122 16,0 4-85-16,0 0-102 0,0 2-115 15,0 1-78-15,0 1-61 0,0 0-43 16,0 3-34-16,0 0-24 0,0 3-8 0,6 4-2 16,-6 1 4-16,7 3 8 0,-7 3 7 15,7 2 6-15,-7 1-1 0,6 3 0 0,-6-3-2 16,6 5 4-16,-6-4 2 0,0 4 13 15,0-3 11-15,7-1 9 0,-7 0 11 0,0-2 2 16,0-3 3-16,0 1-7 0,0-1-5 16,0-6 1-16,0 0 4 0,0 0 9 15,0-3 14-15,0 0 17 0,0-4 5 0,0 0-4 32,0 0-13-32,0-4-15 0,0 0-23 0,0 1-23 15,-7-1-17-15,7-6-11 0,0 1-8 16,0-1-9-16,-6-5-5 0,6 5-3 15,0-6-1-15,0-2-3 0,0 3-4 0,0-3 1 16,0-1 0-16,0 5 0 0,6-4 0 16,-6 3-1-16,7 0 2 0,-1 1-1 0,8-1 1 15,-2 0 0-15,2 4-1 0,-2-3 2 16,2 3 0-16,5 3-1 0,1-2-1 16,-1 2 1-16,1 1-1 0,-7 0 0 0,6 2-1 15,1 3 1-15,-7 2-1 0,0 0 0 0,0 2 0 16,-7 6 2-16,8 0 0 0,-8 3-2 15,0 4 1-15,1 2 1 0,0 1 1 0,-1 1 1 16,-6 3 4-16,0 0 3 0,0 4 3 16,0-5 3-16,0 5 4 0,0-3 0 0,0-2-2 15,0 2 2-15,0-5-1 0,0 1-1 0,0-2-3 16,0-2-2-16,7-4 2 0,-7-4-3 16,0 0 1-16,0-3-3 0,0-1-6 0,0 2-27 15,-7-5-46-15,7-5-80 0,-6 2-91 0,6-4-104 16,-7 0-143-16,-6-1-173 0,7-6-191 15,-8-1-158-15,8 1-38 0,-14-5 39 16,1 0 111-16,-1 1 179 0,-6-3 226 0</inkml:trace>
  <inkml:trace contextRef="#ctx0" brushRef="#br0" timeOffset="31917.78">29255 6304 287 0,'-12'-7'449'0,"4"-4"81"0,2 4 100 16,0 0-4-16,-1-1-122 0,0 1-72 0,7 3-47 15,-6-3-59-15,-1 7-92 0,7-4-76 16,-6 4-36-16,6 4-10 0,-6 0-1 15,6 7 11-15,-7 0 20 0,0 7 27 0,1 8 15 16,6 2 7-16,-6 6 7 0,6 10 3 16,0 3 3-16,0 5-6 0,0 6-9 15,0 1-10-15,0 7-14 0,6 3-19 0,0 5-16 16,1-5-12-16,0 4-8 0,5-3-18 16,-5 0-6-16,6-8-5 0,0 0-12 0,-7 1-2 15,8-8-8-15,-2-4-3 0,-5-4-7 16,6-3-6-16,-6-3-6 0,-1-4-37 0,0-9 0 15,2-2 0-15,-2-8 0 0,-6 1 0 16,6-8 0-16,-6 0 0 0,0-8 0 16,0 1 0-16,0-8 0 0,-6 1-115 0,0-8-114 0,-2-4-87 0,2 0-102 15,0-6-118-15,-1-5-143 0,1 1-169 16,-1-12-139-16,7 0-26 0,0-6 42 0,0-9 113 16,0 1 176-16,7-1 224 0</inkml:trace>
  <inkml:trace contextRef="#ctx0" brushRef="#br0" timeOffset="32647.56">29255 6209 39 0,'-12'-11'358'0,"-2"-7"51"15,1 4 52-15,0-2 45 0,0 2-134 16,0 3-60-16,0-4-11 0,7 4 0 0,-1 4-6 15,7 0-8-15,-7 0-15 0,7 2-21 16,0 2-26-16,0 0-19 0,7-1-11 16,6 0-7-16,7 1 0 0,5-1-1 0,9 0-1 15,4 0-2-15,7 1-8 0,8 3-9 0,6-5-10 16,6 5-14-16,0 0-18 0,13-2-21 16,6 2-21-16,15 0-21 0,4 2-22 0,1-2-9 15,7 5-10-15,7-2-7 0,-8 1-3 16,7 0-3-16,1 0-3 0,-7-4-6 15,-7 3-1-15,-7-3 3 0,1 0 2 0,-13 0-1 16,-14-3 2 0,-6-5 9-16,-6 4 13 0,-7-4 21 0,-7 2 25 15,-11-5 40-15,-9 7 32 0,1-7 22 16,-12 7 7-16,5-3-8 0,-12 0-19 0,-1 3-32 16,1 0-33-16,-1 1-26 0,-6-5-55 0,0 8 0 15,0-3 0-15,0 3 0 0,0 0 0 16,0 0 0-16,-6 0 0 0,6 3 0 0,-7 5 0 15,1-1 0-15,-1 4 0 0,0 0 0 0,1 4 0 16,0 2 0-16,-1 10 0 0,0-2 0 16,1 9 0-16,0-2 0 0,-1 8 0 0,7 8 0 15,-7 3 0-15,7 0 0 0,-6 8 0 16,6 4 0-16,0-1 0 0,0 4 0 0,0 0 0 16,0 3 0-16,0-3 0 0,0 4 0 0,0 0 0 15,0-5 0-15,0 2 0 0,6-5 0 0,1 0 0 16,-7-6 0-16,13-2 0 0,-7-6 0 0,1 0 0 15,0-9 0-15,-1-1 0 0,-6-2 0 0,-6-7 0 16,-1-3 0-16,0 0 0 0,-12-9 0 0,-7 3 0 16,-14-3 0-16,-5-2 0 0,0-3 0 15,-21-2 0-15,1-3 0 0,-13 1 0 0,-6-1 0 16,-8-4 0-16,-5-3 0 0,-7 0 0 16,-7-3 0-16,-7-1 0 0,1 1 0 0,1-5 0 15,4 1 0-15,9 0 0 0,4 0 0 16,15-5 0-16,12 5 0 0,7 0 0 0,20 0 0 15,5 3 0-15,7-3 0 0,7 2 0 16,7 2 0-16,6 0 0 0,6-5 0 0,7 0 0 16,7 2 0-16,0-3-548 0,6-1-279 15,-1 3-315-15,2-8-108 0,-2 0 11 0,2 1 88 16,-1-8 177-16,-7 1 272 0</inkml:trace>
  <inkml:trace contextRef="#ctx0" brushRef="#br0" timeOffset="34111.46">11898 4139 318 0,'0'3'433'15,"-6"-3"43"-15,6 0 7 0,0 4-65 0,-7-4-85 16,7 0-63-16,0 0-13 0,0 0 8 16,0 0 23-16,0 0 17 0,0 0 6 15,0 0 0-15,7 5-12 0,-1-5-13 0,1 3-8 16,0 2-9-16,12 1-9 0,0-3-12 16,1 2-11-16,13 1-9 0,6-1-16 15,6-3-15-15,7-2-13 0,7 5-17 0,6-5-19 0,0 4-22 16,7-8-19-16,0 4-22 0,-1-5-20 15,1 3-16-15,0-3-11 0,-1 2-7 16,-6 0-5-16,-6-5-6 0,-1 5-5 0,-5 0-5 16,-15-2-4-16,-5 2-1 0,-7 3-5 15,-6-5 1 1,-1 5 0-16,-12 0 4 0,-7 5 1 0,-7-5 1 16,-12 3 2-16,-7 2 0 0,0 1-1 15,-13-3-2-15,-1 5-1 0,-5-5-2 16,-1 4-1-16,-12-2-1 0,6-1 3 0,-7-1-1 15,-6 4-2-15,0-3 2 0,-7 0-3 16,0 3-2-16,1 1-1 0,-1-1-1 0,0 0 1 16,7 0-1-16,0 1 4 0,13-1 2 15,1 0 0-15,4 0-1 0,15 1-1 0,-1-1 1 16,7-4 2-16,6 5 15 0,1-3 24 16,6-3-42-16,7-2 0 0,6 4 0 15,13-4 0-15,0 0 0 0,13 0 0 0,6-4 0 16,7-3 0-16,14-1 0 0,12-2 0 0,6-1 0 15,8-4 0-15,-2 1 0 0,2 0 0 16,6-2 0-16,-8-2 0 0,2 4 0 16,-1-5 0-16,-6 5 0 0,-7 2 0 0,-6-2 0 15,-8 3 0-15,-5 4 0 0,-13-1 0 16,-7 1 0-16,0 3 0 0,-13 1 0 0,-1-1 0 16,-4 4 0-16,-2 0 0 0,-6 4 0 15,-6-4 0-15,-2 3 0 0,2 1-318 0,0 3-324 16,-7-3-294-16,6-4-217 0,-6 0-67 15,1 0 35-15,-2-8 101 0,8 1 206 0,-8-3 310 16</inkml:trace>
  <inkml:trace contextRef="#ctx0" brushRef="#br0" timeOffset="68710.24">7815 6169 198 0,'6'0'320'16,"1"0"46"-16,-1-3-37 0,1-2 12 15,0 5-39-15,-1-2-22 0,0-3 4 0,1 1 25 16,0 1 35-16,-1-1 21 0,0-3 11 0,-6 3-4 16,7 1-24-16,0-1-35 0,-7 1-41 0,0-5-36 15,0 4-26-15,0 1-21 0,0-5-17 16,0 5-17-16,0-1-17 0,-7 0-17 15,0 1-22-15,1-1-23 0,0 4-21 0,-8-3-17 16,2 3-17-16,-8 3-3 0,1 1-6 16,-1-1-3-16,0 5 0 0,1 3 1 0,-7-1 0 15,6 2-5-15,-6 2 2 0,7 4 0 16,-1 1 2-16,0-1 2 0,1 1 2 0,6 3 2 16,0 0 0-16,7-1 3 0,-2 1 3 15,8 1-1-15,0-2 1 0,8 2 1 16,-2-5 4-16,0 0 1 0,8 0 2 0,-2 1 0 15,8-4 5-15,-1-5 5 0,1 2 3 16,6-2 3-16,1-3 6 0,-2 1 5 16,-5-4-1-16,6-1-1 0,0-3 1 0,0 0-2 15,-7-3-10-15,1-1-5 0,0 4-7 16,-7-3-8-16,-1-2-8 0,-4 2-4 16,4-1-6-16,-6 4-21 0,-6-3-43 0,7 3-64 15,-7 0-90-15,7-4-128 0,-7 4-177 16,0 0-203-16,0-3-205 0,0 3-106 0,-7 0 0 15,7-4 79-15,0 0 153 0,7 0 208 16</inkml:trace>
  <inkml:trace contextRef="#ctx0" brushRef="#br0" timeOffset="69453.75">8101 6344 270 0,'0'-3'486'16,"0"0"102"-16,0-5 86 0,0 8-48 16,0-3-42-16,0-1-104 0,0 0-96 0,0 4-88 15,0-3-76-15,0 3-71 0,0 0-55 16,0 0-43-16,7 0-25 0,-7 3-12 0,0 1 4 16,6 3 20-16,1 1 19 0,-7-2 27 15,7 6 20-15,-7-1 15 0,6 0 7 16,-6 3-4-16,0-3-6 0,6 3-5 0,-6 3-5 15,0-4-8-15,0 1-8 0,0 2-6 16,0-5-3-16,0 4-7 0,0-1-3 0,0-3-3 16,7-4-2-16,-7 5-1 0,0-5-1 15,0 0 1-15,0-3 6 0,0-1 15 16,0 1 16-16,0-1 21 0,0-3 22 0,0 4 22 16,0-4 14-16,-7 0 0 0,7 0-12 15,0-4-23-15,0 4-95 0,0-3-51 0,0-1 0 16,-6-3 0-16,6 3 0 0,-6-3 0 15,6-1 0-15,0 1 0 0,-7 0 0 0,7 0 0 16,0-1 0-16,-7 1 0 0,7-1 0 16,0-2 0-16,0 3 0 0,0-1 0 0,0 1 0 15,0 0 0-15,0-1 0 0,0-3 0 16,7 5 0-16,0-3 0 0,-1 1 0 0,0-2 0 16,1 3 0-16,6-1 0 0,0 1 0 15,0-4 0-15,0 4 0 0,0 0 0 16,0 3 0-16,1-4 0 0,-2 4 0 0,1-2 0 15,1 2 0-15,-2 0 0 0,2-3 0 16,-2 3 0-16,1 4 0 0,1-3 0 0,-8-2 0 16,0 5 0-16,1 0 0 0,0 0 0 15,-1 5 0-15,0-2 0 0,-6 5 0 0,7-1 0 16,-7 0 0-16,7 5 0 0,-7 2 0 16,6-3 0-16,-6 8 0 0,0-5 0 0,0 4 0 15,7-3 0-15,-7 2 0 0,0 3 0 16,6-3 0-16,-6 2 0 15,6-4 0-15,1 0 0 0,0-1 0 0,-7 0 0 0,6-3 0 0,0-3 0 0,-6 3 0 32,7-5 0-32,-7-1 0 0,7-2 0 15,-7 1 0-15,0 1 0 0,0-5 0 0,6 0 0 0,-6 0 0 0,-6 0 0 0,6 0 0 0,0-5 0 16,-7 1 0-16,7 1-348 0,-7-2-229 16,7 3-207-16,-6-2-247 0,0 1-128 0,-8-2 3 15,-5 2 78-15,6 0 165 0,-6-2 215 16,-1 3 284-16</inkml:trace>
  <inkml:trace contextRef="#ctx0" brushRef="#br0" timeOffset="70109.85">7815 6785 188 0,'6'0'374'16,"-6"0"72"-16,7-4 23 0,-7 4-35 15,0 0-28-15,0 0-57 0,0-3-57 0,0 3-46 32,0 3-23-32,0-3-1 0,0 4 0 0,-7-1-5 0,7 1 2 0,-6 3 10 15,0 0 2-15,-8 4-13 0,8 0-14 0,-8 0-1 16,2 9-2-16,-8-7 4 0,1 9 4 15,-1 0 6-15,-6 0 3 0,0 3-2 0,-7 5-12 16,1-1-15-16,-1 5-21 0,-6-2-20 31,0 5-18-31,0-1-16 0,-6 6-12 0,-8-3-10 0,8 2-12 0,-7 0-9 0,-1-2-10 16,2 2-5-16,-2-1-4 0,8 0 1 0,-7 4-38 16,6-4-15-16,1 0 0 0,6 1 0 15,-7-4 0-15,7 3 0 0,0-3 0 0,7-1 0 31,-1 1 0-31,7-4 0 0,-7 1 0 16,7-6 0-16,6 1 0 0,-6-3 0 0,0 4 0 0,7-8 0 0,-1-1 0 0,1-2 0 16,6-4 0-16,0-1 0 0,-1 1 0 15,2-8 0-15,5 4 0 0,0-8 0 0,1 5 0 16,6-5 0-16,-6 1 0 0,6-4 0 16,-7 3 0-16,7-3 0 0,0 0 0 15,0 0 0-15,0-3 0 0,0-1 0 0,0-3 0 16,7-4 0-16,-1 0-409 0,7-3-262 0,0-4-189 15,7-1-208-15,6-6-81 0,-1-2 27 16,2-2 89-16,5 0 163 0,1-4 222 16</inkml:trace>
  <inkml:trace contextRef="#ctx0" brushRef="#br0" timeOffset="71077.74">7848 6923 41 0,'0'-3'264'0,"0"3"52"0,-7-4 25 16,7 1-42-16,0-4 10 0,0 3-10 16,0 0-15-1,0-3-8-15,0 2 7 0,0 3 10 16,0-3 6-16,0 2-4 0,0-1-4 0,0 4-9 16,0-3-29-16,0 3-37 0,0-4-41 0,0 4-38 15,0 0-31-15,0 0-27 0,0 0-14 16,0 0-1-16,0 4 10 0,7-1 24 15,-7-3 23-15,6 7 21 0,0-2 13 0,1 2 6 16,6 0-2-16,-7 1-12 0,8-1-15 16,-8 3-5-16,7 2-2 0,1-1-6 15,-2 0-4-15,8 4-1 0,-7-1-2 0,7 4-2 16,-2 0-5-16,9 1-5 0,-1 3-6 16,0 0-8-16,0 0-11 0,7 3-14 0,-7 2-12 15,-1-2-7-15,9 4-4 0,-9-4-6 16,1 4-1-16,0-3-2 0,1 5 1 0,5-6 0 15,-6 0 1-15,0 1 0 0,0 3 0 16,0-3-13-16,0 0-18 0,0-4 0 16,-6 3 0-16,5-3 0 0,2 0 0 0,-8 0 0 15,1 0 0-15,6 0 0 0,0 0 0 16,-6-4 0-16,6 1 0 0,0 2 0 0,-1-3 0 16,2 1 0-16,-1 0 0 0,-6-1 0 15,6 0 0-15,-7-3 0 0,7 3 0 0,-6-4 0 16,-1 5 0-16,1-4 0 0,0 3 0 15,-8-3 0-15,8 4 0 0,-7-5 0 16,0 1 0-16,0-5 0 0,-1 5 0 0,2-5 0 16,-1 5 0-16,-7-4 0 0,1 0 0 15,6-4 0-15,-7 5 0 0,1-5 0 0,0 1 0 16,-1-1 0-16,-6 1 0 0,6-5 0 16,1 4 0-16,-7-3 0 0,7 0 0 0,-7-1 0 15,6 1 0-15,-6-4 0 0,7 4 0 0,-7-4 0 0,6 3 0 0,-6 1 0 16,6-4 0-16,2 3 0 0,-8-3 0 15,6 0 0-15,0 0 0 0,0 0 0 0,1 4 0 16,-7-4 0-16,7-4 0 0,-1 4 0 16,1 0 0-16,-1 0 0 0,1-3 0 0,0 3 0 15,-7 0 0-15,6-4 0 0,-6 4 0 0,0-3 0 16,6 3 0-16,-6 0 0 0,0-4 0 16,-6 0 0-16,6 1 0 0,-6-1 0 15,-1-3-280-15,-6 3-606 0,-7-4-301 0,7 1-119 16,-7-4 2-16,1 4 99 0,-1-5 200 15,1-1 323-15</inkml:trace>
  <inkml:trace contextRef="#ctx0" brushRef="#br0" timeOffset="80446.45">5737 8793 126 0,'0'3'266'0,"0"-3"48"16,6 3-12-16,-6 1-27 0,0-4 10 16,0 0 5-16,8 0 6 0,-8 0 15 0,0 0 24 15,0 0 12-15,0 0-1 0,6-4-16 16,-6 4-22-16,0-3-33 0,6 0-37 0,-6-2-24 15,6 2-16-15,-6-1-9 0,0-3-7 16,0 3-8-16,0-3-8 0,8 0-15 0,-8 0-17 16,-8-1-12-16,8 0-9 0,0 1-4 15,0 0-10-15,-6 0-7 0,6-1-8 16,-6 1-9-16,0 3-16 0,6 0-16 0,-8 1-10 16,-4-1-12-16,5 4-8 0,-6 0-7 15,0 0-4-15,1 4 0 0,-2 3-2 0,-5 0 1 16,-1 0 0-16,0 5 0 0,1 2 1 15,-7-3-2-15,0 8 1 0,6-1 5 0,-6 0 7 16,7 1 14-16,-1 3 17 0,1 4 13 16,-1-4 13-16,8 3 11 0,-2 0 4 15,1-2 0-15,6 3-8 0,1-1-3 0,6-3 2 16,0 0 0-16,0 0 3 0,6-4 3 16,1 0 9-16,6 0 7 0,1-3 0 0,5 0-57 15,0-1-41-15,8-2 0 0,-2-5 0 16,1-1 0-16,7 3 0 0,-7-6 0 15,6 2 0-15,-6-5 0 0,7 3 0 0,-7-6 0 16,0 3 0-16,-7 0 0 0,1-5 0 0,-6 5 0 16,-2-3 0-16,1 3 0 0,-6-4 0 15,0 4 0-15,-1-5 0 0,0 5 0 0,-6 0 0 16,7-2 0-16,-7 2 0 0,0-4-190 16,0 4-266-16,-7-3-142 0,7-1-140 15,-6 0-139-15,6 1-155 0,0-4-24 0,-6 2 55 16,12-2 123-16,-6 0 168 0,6-4 198 15</inkml:trace>
  <inkml:trace contextRef="#ctx0" brushRef="#br0" timeOffset="80992.83">6207 8562 221 0,'-8'-5'423'0,"8"-2"85"0,0 4 95 16,0-5-13-16,-6 5-52 0,6-5-48 15,0 5-49-15,0-1-51 0,-6 1-65 0,6-2-66 16,-7 2-56-16,7 3-42 0,-7-4-33 15,1 4-25-15,0 0-17 0,-1 4-11 0,-6-4-2 16,6 3 1-16,-5 5 4 0,-2-1 5 16,2 4 5-16,-1 4 3 0,-1-1 3 0,2 5 7 15,-2-1 1-15,2 3 9 0,-2 10 7 16,1-6 6-16,1 8 0 0,-2 1-1 0,2-2 5 16,-2 5-7-16,8-1-8 0,-7 1-8 15,-1 3-6-15,8 0-5 0,0 5-9 0,0-5-1 16,6 4-1-16,0-4 3 0,0 4 0 15,6-4-4-15,0 1-2 0,0 2-63 0,8-2-17 16,-1-4 0-16,-1 3 0 0,8-3 0 16,-6-1 0-16,5-7 0 0,-6 5 0 15,6-6 0-15,1-6 0 0,0 4 0 16,-1-7 0-16,1-1 0 0,-8-3 0 0,8-1 0 16,-7-6 0-16,0 2 0 0,0-6 0 0,1 0 0 15,-2-4 0-15,-5 0 0 0,-1 0 0 16,1-4 0-16,-7-3 0 0,6 0 0 0,-12-5-232 15,6-2-196-15,0-1-159 0,-7 1-154 16,7-8-156-16,0-1-151 0,-6 1-18 16,12-6 59-16,-6-2 131 0,7 1 176 0,-1-5 210 15</inkml:trace>
  <inkml:trace contextRef="#ctx0" brushRef="#br0" timeOffset="81602.33">6297 8928 30 0,'0'-11'429'0,"0"-5"102"0,0 6 107 16,-6-1 88-16,6 3-70 0,0 2-101 15,0-3-85-15,0 6-80 0,-7 0-95 0,7-1-89 16,0 4-70-16,0 0-50 0,0 0-25 16,0 4-8-16,0 2 3 0,0 3 8 0,7 1 12 15,-7 2 12-15,0 1 8 0,0 3 5 16,0-2 7-16,6 5 7 0,-6-1 5 0,0 1 0 15,0-2 2-15,0 3-4 0,7-6-9 16,-7-1-7-16,0 3-3 0,0-1-4 16,0-4-9-16,0-1-6 0,0 1-4 0,0-3-1 15,0-5 0-15,0 4 9 0,0-2 15 16,0-5 11-16,0 3 6 0,0-6-4 0,0 3-9 16,-7-5-16-16,7-2-19 0,0 4-20 15,-6-8-15-15,6 0-6 0,-7-1-7 0,1-2-7 16,0 0-6-16,6-1-2 0,-8 0-3 15,8-3-1-15,-6 3 1 0,6 0 0 0,0 4-1 16,0-3-1-16,0 3 0 0,6-4-1 16,2 4-2-16,-2 4 0 0,0-5 1 0,7 2-2 15,7 2 2-15,-7 1 1 0,6 0-1 16,1 0 1-16,6 2-1 0,-7 2 2 16,1 0 0-16,0 3-3 0,-7 0 3 0,7 0-4 15,-8 3 2-15,1 5-1 0,0-4 1 16,0 6-1-16,-6-3-1 0,0 4 3 0,-1 1 1 15,0 2 1-15,1 1 4 0,-7 0 4 16,0-1 7-16,7 4 3 0,-7-3-18 0,0 0-1 16,0 3 0-16,0-3 0 0,0-4 0 15,0 4 0-15,0-4 0 0,0 0 0 16,0-4 0-16,0 0 0 0,0 0 0 0,0 1 0 16,0-5 0-16,0 1-26 0,0-4-124 0,0 0-94 15,-7 0-111-15,7-4-131 0,0-3-162 16,0 0-164-16,0-1-165 0,7-2-62 15,-7-1 31-15,6 0 102 0,0-4 164 0,1 0 192 16</inkml:trace>
  <inkml:trace contextRef="#ctx0" brushRef="#br0" timeOffset="81883.23">6838 8781 45 0,'13'-7'512'0,"-6"0"166"0,-7-4 125 0,6 4 94 16,-6 2-85-16,0-2-142 0,0 3-158 0,0 4-137 15,0 0-86-15,0 8-44 0,-6 0-14 16,-1 2 6-16,0 5 19 0,1 4 14 16,0 6-9-16,-8 0-22 0,1 1-25 0,1 6-27 15,-2 2-21-15,2 2-22 0,-8 1-13 0,7 0-114 16,-1 0-17-16,-4-1 0 0,4-3 0 16,1 0 0-16,0 1 0 0,0-2 0 0,7-6 0 15,-8-1 0-15,2 0 0 0,5-2 0 16,0-4 0-16,1-5 0 0,6 0 0 15,-7-3 0-15,7-3 0 0,-6-1 0 0,6-7 0 16,6 0 0-16,-6 0-462 0,7-4-247 16,6-7-190-16,0 4-187 0,7-4-62 0,-1-3 35 15,1 2 103-15,0-2 176 0,5 3 220 16</inkml:trace>
  <inkml:trace contextRef="#ctx0" brushRef="#br0" timeOffset="82351.86">6949 9181 2 0,'-7'-7'509'0,"7"-1"164"0,0 0 117 16,0-3 90-16,0 4-46 0,-7-4-143 16,7 0-140-16,0 4-127 0,7-4-89 15,-7 4-68-15,0-4-55 0,7 3-45 0,6 1-38 16,-7 0-28-16,8 3-24 0,-8-1-18 16,14 3-18-16,-8-2-11 0,1 4-10 0,7 0-7 15,-8 4-2-15,2-2 0 16,-1 7 8-16,0-2 6 0,-6 4 6 0,5-1 12 15,-5 9 12-15,-7-4 10 0,7 3 8 0,-14 0 6 16,7 0 7-16,-13 5 9 0,7-1-3 16,-8-5-2-16,-5 6-4 0,-1 3-2 15,1-5-9-15,6-3-10 0,-6 5 2 0,-1-4-1 16,0-5 5-16,7 4 4 0,0-6-53 16,0-2-22-16,7-3 0 0,0 1 0 0,-2-1 0 15,8-7 0-15,0 5 0 0,0-5 0 0,8 0 0 16,-2-5 0-16,0 5 0 0,7-4 0 15,0 4 0-15,6-3 0 0,-5-2 0 16,12 2 0-16,-7 3 0 0,1-3 0 0,6-1 0 16,7 4 0-16,-7-4 0 0,0 4 0 15,-1-3 0-15,1 0 0 0,-6-2 0 0,0 5 0 16,-1-3 0-16,-5 3 0 0,-2-4 0 16,1 4 0-16,-6 0 0 0,0-4 0 15,-7 4 0-15,0-3 0 0,0 3 0 0,0-4-388 16,-7 1-300-16,0-5-178 0,1 1-205 15,-1-1-82-15,1-2 26 0,0-1 91 0,-2-5 175 16,2-5 217-16</inkml:trace>
  <inkml:trace contextRef="#ctx0" brushRef="#br0" timeOffset="82695.53">7215 8671 473 0,'-6'-25'683'0,"6"-1"106"16,-6 0 82-16,6-3 9 0,0 7-173 15,0 0-175-15,6 4-96 0,0-1-70 16,2 4-58-16,4 4-53 0,1 4-54 0,7 0-42 16,-8 4-29-16,15 6-13 0,-7 4-4 15,6 5 6-15,0 1 6 0,-1 10 16 0,1 3 9 16,1 11 12-16,-1 0 12 0,0 6 4 16,0 8-56-16,-7 0-122 0,7 1 0 0,-6 3 0 15,-1 0 0-15,-5 3 0 0,-2 2 0 16,-5-2 0-16,0 0 0 0,-7-3 0 0,-7 0 0 15,0 0 0-15,1-7 0 0,0-1 0 16,-8-3 0-16,1-3 0 0,1-8 0 0,-2-1 0 16,2-6 0-16,-2-3 0 0,1-5 0 15,7 0 0-15,-7-7 0 0,6 0 0 16,-5-5 0-16,4-6 0 0,2 5 0 0,0-5 0 16,-1-5 0-16,7-1 0 0,-6 2-606 0,6-6-377 15,-7-2-235-15,7-2-62 0,-6-4 46 16,6-5 119-16,-7 1 218 0,1-4 290 15</inkml:trace>
  <inkml:trace contextRef="#ctx0" brushRef="#br0" timeOffset="83365.28">9065 8693 196 0,'0'-4'341'15,"0"-3"67"-15,7 0 20 0,-7 0-2 0,0-1 32 16,0-3 10-16,0 0-12 0,0 4-19 16,0-4-35-16,-7 4-40 0,1-1-65 0,-1 2-70 15,1 1-41-15,-8 2-34 0,-4 3-21 16,4 0-19-16,-5 3-9 0,-1 4-7 0,-6 1-9 16,6 3-1-1,1 7-2-15,-7 1 0 0,13-1-2 0,-7 7 8 16,8 1 9-16,-2-1 6 0,2 5 14 15,12-4 7-15,-8 3 0 0,8-3-5 16,8 0-8-16,-2-1-9 0,0-3-13 0,8-4-13 16,5 0-5-16,-6 1-1 0,6-5-7 15,7-2-2-15,-6-2-5 0,7-2-5 0,-2-4-4 16,-5-4-14-16,6 3-1 0,-6-6-10 16,-1 3-4-16,1-4-4 0,-2 0-6 15,-10 0-3-15,4 2-27 0,1-3-43 0,-6 2-73 16,0-5-96-16,-7 1-121 0,0 3-168 15,6-3-179-15,-6-1-177 0,0-3-136 0,0 4-16 16,0-4 62-16,0 1 141 0,0 2 184 16,6-7 211-16</inkml:trace>
  <inkml:trace contextRef="#ctx0" brushRef="#br0" timeOffset="83771.34">9404 8562 153 0,'7'-15'463'16,"-1"0"95"-16,-6 1 110 0,0-5 63 0,0 8-95 16,0-3-93-16,0-2-76 0,0 9-65 15,-6-3-89-15,-1 1-75 0,7 3-49 0,-13 2-39 16,7 0-14-16,-8 4-11 0,8 0-5 0,-7 0-11 16,0 8-11-16,-6-5-5 0,5 9-6 15,2-2 2-15,-8 8 2 0,7 1 3 16,-7 6 9-16,8 1 2 0,-8 7 1 0,7 4 1 15,-1 3 5-15,2 4-1 0,-2 4 2 16,8-1 2-16,0 5 4 0,-1-4 5 16,0 2-1-16,14-1 3 0,-7-2-2 0,7-3-4 15,5 0-90-15,-5-4-30 0,12-3 0 16,-5-4 0-16,5 0 0 0,1-4 0 0,-1-4 0 16,1-2 0-16,0-5 0 0,-2 0 0 15,9-7 0-15,-7 0 0 0,-2-4 0 0,-4-2 0 16,6-2 0-16,-1-3 0 0,-6-3 0 15,0-2 0-15,0 2 0 0,0-8 0 0,-6 4 0 16,6-4 0-16,-7-1-343 0,1-2-140 16,-1-1-127-16,0 0-139 0,2-7-140 15,-8 1-133-15,6-1-14 0,0-4 60 0,1-3 131 16,-1-4 173-16,1 4 202 0</inkml:trace>
  <inkml:trace contextRef="#ctx0" brushRef="#br0" timeOffset="84324.52">9592 8712 405 0,'0'-15'577'0,"-6"-4"119"0,0 1 100 0,6 4-29 16,-7 3-114-16,7 0-110 0,-6 0-101 15,6 3-101-15,0 4-90 0,-7 2-73 16,7-3-61-16,0 5-40 0,0 5-16 0,7-3 1 16,-7 10 8-16,0-1 9 0,6 3 12 15,-6 5 9-15,7 2-6 0,-1 1-6 0,-6 0-10 16,6 5-5-16,2-6-6 0,-8 5-4 15,0-4 3-15,6 0 4 0,-6 0 6 16,0-4 3-16,6-4 5 0,-6 1-1 0,0-4 4 16,0 0 12-16,0-4 10 0,0 1 13 15,0-1 18-15,0-7 14 0,0 4 7 0,0-4-69 16,-6 0-92-16,6-4 0 0,-6-3 0 16,-2-1 0-16,8 1 0 0,-6-4 0 0,0 0 0 15,6-4 0-15,-13 1 0 0,6-4 0 16,7-1 0-16,-6 1 0 0,6 0 0 0,-7 4 0 15,14-1 0-15,-7 0 0 0,6 1 0 16,1-2 0-16,-1 5 0 0,7-4 0 0,1 5 0 16,5-1 0-16,0 3 0 0,8-2 0 15,-8 2 0-15,7 5 0 0,-6-5 0 16,6 5 0-16,-7 3 0 0,1 0 0 0,-8 3 0 16,2 1 0-16,6 3 0 0,-14-4 0 15,7 9 0-15,0-1 0 0,-6 0 0 0,-1 4 0 16,0-1 0-16,-6 4 0 0,7-3 0 15,-7 4 0-15,0-4 0 0,0 2 0 0,0-2 0 16,0 3 0-16,-7-7 0 0,7 4 0 16,0-4 0-16,0 0 0 0,-6-1 0 0,6-2 0 15,0 0 0-15,0-5 0 0,0 1-137 16,-6 0-280-16,6-4-172 0,0 0-176 0,0-4-181 16,0-3-137-16,0-1-14 0,0-2 65 15,6-6 146-15,0 2 193 0,8-4 232 0</inkml:trace>
  <inkml:trace contextRef="#ctx0" brushRef="#br0" timeOffset="84590.08">10121 8591 68 0,'6'-15'577'0,"0"4"157"15,-6 0 116-15,7 0 89 0,-7 4-77 16,6-1-167-16,-6 5-197 0,0-1-136 0,0 1-91 16,7 6-51-16,-7 1-24 0,0 3 0 15,0 4 16-15,0 8 22 0,-7-2 14 16,7 9 3-16,-6 4-11 0,-7 3-9 0,7 3-3 15,-8 4-149-15,2 1-79 0,-2-1 0 16,-5 4 0-16,-1 0 0 0,8-4 0 0,-8 0 0 16,7 1 0-16,-7-1 0 0,8-3 0 15,-2-1 0-15,-6-2 0 0,7-5 0 16,1-4 0-16,5-3 0 0,0-3 0 0,1-1 0 16,0-7 0-16,-1 0 0 0,7-8 0 0,0 2 0 15,7-5 0-15,-1-5-256 0,0 2-429 16,8-5-166-16,5 1-149 0,1-4-119 15,0 0 5-15,-2 0 81 0,9 0 151 0,-1 0 192 16,0 0 222-16</inkml:trace>
  <inkml:trace contextRef="#ctx0" brushRef="#br0" timeOffset="85095.72">10270 9125 371 0,'-7'-7'689'0,"7"3"129"15,0-3 98-15,0 0 17 0,0-5-112 16,0 6-178-16,0-5-155 0,7 3-93 0,-7-4-76 15,7 2-62-15,-1 3-54 0,7-3-50 16,1 2-34-16,-2-4-25 0,2 5-16 16,5 0-9-16,1-4-16 0,-8 7-11 0,8 0-9 15,0-3-6-15,-1 7-4 0,1 0-10 16,-8 0 2-16,8 7 8 0,-7-3 12 0,7 8 14 16,-8-2 11-16,2 1 13 0,-1 7 13 0,-7-3 8 15,7 7 5-15,-13-3-3 0,7 2-92 16,-14 5-4-16,7-4 0 0,-13 3 0 15,0 0 0 1,1-2 0-16,-2 3 0 0,-12-4 0 0,7 0 0 16,-1 0 0-16,0-4 0 0,1 1 0 15,-1-4 0-15,0-1 0 0,8-7 0 0,6 4 0 16,-8-7 0-16,8-1 0 0,-1 2 0 16,7-5 0-16,-6 0 0 0,6-5 0 0,0 5 0 15,6 0 0-15,1-3 0 0,-1-1 0 16,14 4 0-16,-8-4 0 0,8 4 0 0,7-3 0 15,-1 3 0-15,6-4 0 0,1 4 0 16,-7-3 0-16,13 3 0 0,-13-4 0 0,7 0 0 16,-1 1 0-16,-6 3 0 0,0-4 0 15,-7 1 0-15,1-2 0 0,-7 5 0 16,0-3 0-16,0 3 0 0,-7-4 0 0,2 4 0 16,-2-3 0-16,-6-1 0 0,-6 0 0 15,6-3-344-15,-8 0-476 0,2-5-244 0,0 1-149 16,-7 0-9-16,6-4 76 0,1-2 151 15,-1-5 222-15,1 0 280 0</inkml:trace>
  <inkml:trace contextRef="#ctx0" brushRef="#br0" timeOffset="85457.47">10622 8583 569 0,'-6'-29'730'15,"6"0"110"-15,0-1 86 0,0 4-28 0,0-2-164 16,6 5-171-16,7-2-104 0,0 6-71 15,0 1-55-15,0 4-39 0,6 3-39 0,1 4-33 16,-1 7-23-16,1 0-10 0,6 2-4 16,0 14-9-16,1-2-11 0,-1 8-99 15,6 0-66-15,-6 10 0 0,0 5 0 0,0 4 0 16,-6 6 0-16,-1 5 0 0,1 2 0 16,0 9 0-16,-8-4 0 0,-6 7 0 0,8 0 0 15,-14-4 0-15,0 4 0 0,-7-4 0 16,0 0 0-16,-5-7 0 0,-2 3 0 0,-5-6 0 15,-1-4 0-15,2-4 0 0,-2-4 0 16,0-3 0-16,7-4 0 0,-7-4 0 0,1-7 0 16,6-3 0-16,0-1 0 0,7-7 0 15,-1 0 0-15,0-8 0 0,1 5 0 16,0-5 0-16,6 0 0 0,-8-3 0 0,8 0 0 16,0 0 0-16,0 0 0 0,0 0 0 0,-6-3 0 15,6 0 0-15,0-1-41 0,0-3-983 16,0-4-282-16,-6 0-99 0,-1-4 34 0,1-7 135 15,-7 0 265-15,6-7 373 0</inkml:trace>
  <inkml:trace contextRef="#ctx0" brushRef="#br0" timeOffset="93991.6">6128 9913 33 0,'0'-12'290'0,"6"5"59"15,-6 0 57-15,7-4-31 0,-7 9 14 16,7-7 6-16,-7 1 0 0,6 5 4 0,-6 0-5 16,0-1-19-16,0 0-35 0,7 1-46 15,-7 3-49-15,0-3-48 0,0 3-42 0,0 0-40 16,0 0-29-16,-7 0-12 0,7 3 8 15,-6 0 18-15,-1 5 23 0,-6 3 27 16,-7 1 27-16,1-2 26 0,-1 5 6 0,-12 3 1 16,-1 0-2-16,-5 0-7 0,-9 4-6 15,2 4-15-15,-7-1-18 0,-7 5-17 0,0-1-18 16,-6 1-14-16,0 2-16 0,-6 2-10 16,6 3-4-16,-7-1-50 0,7-3-33 0,-7 4 0 15,7-5 0-15,7 1 0 0,-7 0 0 16,6 1 0-16,0-2 0 0,7-2 0 0,-1-1 0 15,8 0 0-15,0 1 0 0,5-5 0 16,2 1 0-16,-1-5 0 0,6 2 0 0,1 0 0 16,6-6 0-16,-1 1 0 0,1 1 0 15,6-4 0-15,8-1 0 0,-8-3 0 0,7-1 0 16,1-1 0-16,4-3 0 0,2 2 0 16,0-5 0-16,-1 1 0 0,7 0 0 15,-7-4 0-15,7 3 0 0,0-6 0 0,0 3 0 16,7-4 0-16,0 0-251 0,-1 1-268 15,0-5-117-15,8 2-129 0,5-3-133 0,1 3-122 16,6-5-10-16,6 0 52 0,7 0 124 16,0-4 176-16,7 0 210 0</inkml:trace>
  <inkml:trace contextRef="#ctx0" brushRef="#br0" timeOffset="94711.66">6115 10037 203 0,'0'-3'265'0,"7"-5"23"0,-1 6-27 15,0-7-9-15,1 2 1 0,0 3 15 16,-7-3 21-16,6 4 35 0,-6-4 37 15,7 2 6-15,-7 2-8 0,6-1-23 0,-6 1-31 16,6-1-43-16,-6-3-55 0,7 3-36 16,-7 0-27-16,7 1-11 0,-1 3-7 0,0-4-1 15,2 1 0-15,-2-2-4 0,0 5 2 16,1-3-6-16,-1 3-2 0,7 0 1 0,-6 3 4 16,-1 2 5-1,0-5 3-15,2 3 9 0,-2 4 5 0,0-3-3 16,1 7-2-16,-1-4-2 0,8 5 5 15,-8-2 1-15,14 5 4 0,-8 4 3 0,8-1 4 0,-1 1-1 16,7 6-8-16,1-3-51 0,-1 3-92 16,6 4 0-16,-6 1 0 0,7 3 0 15,-1 0 0-15,1 1 0 0,6-7 0 0,-7 10 0 16,8-3 0-16,-1 2 0 0,-7-3 0 16,14 8 0-16,-7-5 0 0,6 4 0 0,2 1 0 15,-2-1 0-15,1-3 0 0,5 3 0 0,-5-3 0 16,-1 3 0-16,-5-7 0 0,-1 0 0 15,-6 1 0-15,-1-9 0 0,-12 0 0 16,5-3 0-16,-5-4 0 0,-7-2 0 0,-6-6 0 16,6 1 0-16,-7-3 0 0,1-2 0 15,-7-1 0-15,6-1 0 0,-6-1 0 0,7-3 0 16,-7 0 0-16,0-3 0 0,-7-1 0 16,1-1 0-16,6-1 0 0,-13-2 0 15,6 0 0-15,-6-3-238 0,0 4-476 0,0-4-218 16,0 0-216-16,0 1-55 0,-7-2 44 15,1-2 100-15,0 3 192 0,-8 0 254 16</inkml:trace>
  <inkml:trace contextRef="#ctx0" brushRef="#br0" timeOffset="95630.72">3419 11309 232 0,'12'-4'363'0,"-4"0"65"15,-2 0 32-15,0 1-10 0,7-1-6 16,-13 1 8-16,7-5-2 0,-1 5-14 0,1-5-26 15,-1 5-41-15,-6-5-55 0,0 4-64 16,0-2-43-16,0 2-38 0,0 0-29 0,0 1-23 16,0-1-21-16,-6 0-19 0,-1 1-14 15,1 3-10-15,-1-4-9 0,-6 8-2 16,1-4-1-16,-2 3 1 0,1 1 2 0,-6 3 4 16,0 1 4-16,-1 2 2 0,0 1-2 0,1 4 2 15,-1-1-4-15,0 5 0 0,1-1-2 16,6 5 4-16,0-2 8 0,-1 1 7 0,8 4 13 15,-7-5 4-15,13 5 2 0,0-3 1 16,0-1 1-16,0 0-6 0,13 0-5 0,-7-1-2 16,8-3-2-16,-1 5-3 0,6-8-6 0,1-1-4 31,-1 1-2-31,1-5-4 0,-1 2-1 16,7-5-1-16,1 0-2 0,-1-3-1 0,0-4-6 15,-7 0-2-15,1 0-4 0,0 0-4 0,-8-4-18 16,2 1-15-16,-8-1 0 0,7 4 0 0,-7-4 0 15,-6 1 0-15,7 3-79 0,-7-3-93 16,0-6-96-16,0 6-124 0,0 0-156 0,0-5-157 16,0 1-169-16,0-4-148 0,0 0-22 15,7 0 59-15,-7 1 133 0,12-6 169 16,-4 1 213-16</inkml:trace>
  <inkml:trace contextRef="#ctx0" brushRef="#br0" timeOffset="96084.08">3887 11096 298 0,'0'-7'513'0,"0"0"95"0,0-1 87 0,-6 2-5 15,0-3-111-15,6 3-105 0,-7 1-80 16,0 2-74-16,1 0-66 0,-7 3-57 0,7 0-38 15,-8 0-29-15,2 3-20 0,4 5-5 16,-4-2-3-16,-1 6-2 0,0 2-4 0,0 4 7 16,-1 1 8-16,-4 3 10 0,4 3 14 15,1 9 17-15,0-1 25 0,-6-1 19 0,13 9 9 16,-8-1 2-16,1 4-5 0,7 0-14 16,-1 0-28-16,0 0-19 0,7 3-12 0,-6-2-9 15,6 2-100-15,6-3-20 0,-6-1 0 16,7-1 0-16,0-6 0 0,-1 1 0 15,1-5 0-15,5 2 0 0,2-5 0 0,5-3 0 16,-6-1 0-16,0-3 0 0,7-3 0 16,0-6 0-16,-8 3 0 0,8-5 0 0,-7-4 0 15,-1 1 0-15,2-4 0 0,-1-4 0 16,0 0 0-16,-6-4 0 0,-1-1 0 0,0-1-114 16,8-2-272-16,-14-3-74 0,6-3-87 15,7-5-106-15,-6 0-93 0,-1-2-107 16,1-5-93-16,5 0-1 0,-4-6 81 0,4 2 142 15,2-6 159-15</inkml:trace>
  <inkml:trace contextRef="#ctx0" brushRef="#br0" timeOffset="96649.19">4025 11441 264 0,'0'-15'428'0,"0"1"70"16,0-1 78-16,-8 4-17 0,8 3-43 0,0-2-47 15,0 2-36-15,-6 5-50 0,6-1-61 16,0 0-87-16,0 4-71 0,0-3-48 0,0 6-25 15,6 1-4-15,-6 3 3 0,0 1 9 16,8 2 3-16,-8 5 17 0,6-1 12 16,-6 1 11-16,6 4 13 0,-6-1 10 15,0 4 4-15,7 0-7 0,-7-4-14 0,0 4-9 16,0-3-11-16,7-1-9 0,-7 0-5 0,0-2-4 16,0-2-3-16,0 1-9 0,6-5-6 15,-6 1-7-15,0-3-6 0,0-2 1 16,0-1 4-16,0-1 14 0,0-1 9 0,0-3 4 15,0 0-94-15,0-3-17 0,0-1 0 0,0-4 0 16,0 1 0-16,0-4 0 0,-6 0 0 16,6-4 0-16,0 1 0 0,0-2 0 15,0 2 0-15,-7-4 0 0,7 3 0 0,0-3 0 16,0 3 0-16,7-3 0 0,-7 4 0 16,6-2 0-16,1 2 0 0,-1 2 0 0,0-2 0 15,8 0 0-15,-2 2 0 0,2 2 0 16,-1-1 0-16,6 0 0 0,-6 4 0 0,7-1 0 15,-7 5 0-15,0-1 0 0,0 4 0 16,-1-4 0-16,2 4 0 0,-8 4 0 0,8 0 0 16,-8 3 0-16,0 0 0 0,1 4 0 15,-1 4 0-15,-6 0 0 0,7-1 0 0,0 4 0 16,-7 0 0-16,6 1 0 0,-6-1 0 16,0-3 0-16,6 4 0 0,-6-1 0 15,0 0 0-15,7-4 0 0,-7 1 0 0,0 1 0 16,7-6 0-16,-7 1 0 0,0 0 0 15,0-4 0-15,0 1 0 0,6-5 0 0,-6 1 0 16,0 0 0-16,0-4 0 0,0 0-292 16,6 0-153-16,-6-4-133 0,7-3-150 0,-7-1-148 15,6 1-150-15,8-4-21 0,-8 0 49 0,8-4 120 16,-2 0 177-16,1-3 205 0</inkml:trace>
  <inkml:trace contextRef="#ctx0" brushRef="#br0" timeOffset="96961.78">4637 11297 420 0,'6'-10'596'0,"-6"-1"124"0,0 0 102 16,0-1-27-16,0 6-116 0,0-2-109 15,0 5-111-15,0-1-102 0,0 0-87 16,-6 4-55-16,6 4-35 0,0 3-17 0,-7 4 8 16,0 4 12-16,1 3 15 0,-6 4 8 15,4 7-1-15,-4 1-7 0,-2 3-9 0,1 3-6 16,1 1-6-16,-2 3-7 0,2 1-105 15,-2-1-65-15,1 4 0 0,-6-1 0 16,6-2 0-16,-1-4 0 0,2 0 0 0,5-5 0 16,-6-2 0-16,0-9 0 0,7 1 0 0,0-4 0 15,-2-2 0-15,2-2 0 0,6-7 0 16,0 1 0-16,0-4 0 0,0-4 0 16,0 0 0-16,6-7 0 0,2-1-513 0,-2-3-155 15,0 0-125-15,14-3-112 0,-7-5-130 16,7 0-18-16,-8 1 55 0,14-3 131 0,-6 2 170 15,-1-3 191-15</inkml:trace>
  <inkml:trace contextRef="#ctx0" brushRef="#br0" timeOffset="97305.04">4741 11601 372 0,'6'-7'546'0,"0"0"110"0,2 3 79 0,-8 1-54 16,6-1-109-16,-6 4-99 0,0 4-71 15,0-1-64-15,0 5-40 0,0 2-20 0,0 6-21 16,0-2-15-16,-6 5-21 0,-2 3-15 15,2-4-12-15,0 4-14 0,-7 0-13 16,6 0-14-16,-6 0-15 0,0-4-13 0,6 0-9 16,-5-3-4-16,6 0-3 0,-2-4 3 15,2 0 10-15,0-5 16 0,6 3 9 16,-7-6-46-16,7 0-101 0,7 1 0 0,-1-4 0 16,0 0 0-16,8 0 0 0,-2-4 0 0,2 1 0 15,5 3 0-15,1-3 0 0,0-2 0 16,5 1 0-16,-5 4 0 0,0-3 0 0,6 0 0 15,-7-1 0-15,1 0 0 0,-8 4 0 16,8-3 0-16,-13 3 0 0,5 0 0 0,-4-4 0 16,4 4 0-16,-12-4 0 0,6 4-19 15,-6 0-389-15,0-3-78 0,-6 3-105 16,6-4-107-16,-6 1-100 0,0-1-93 0,-2 0-73 16,2-3 21-16,0-1 104 0,6 2 145 15,-7-2 161-15</inkml:trace>
  <inkml:trace contextRef="#ctx0" brushRef="#br0" timeOffset="97570.61">4891 11683 35 0,'0'-8'497'0,"-6"1"140"0,-2 0 111 16,8-1 90-16,-6 1-62 0,0 4-127 15,6-5-111-15,-7 4-110 0,7 4-94 16,0-3-80-16,0 3-52 0,0 0-29 0,0 7-20 16,0-3 6-16,0 7 15 0,0 3 19 15,0 0 4-15,0 5-13 0,0 3-12 0,0 4-13 16,0 0-9-16,0-1-14 0,0 1-10 15,0-1-9-15,0 0-14 0,-6 1-44 16,6-3-59-16,0 2 0 0,-7-6 0 0,7 3 0 16,-7-4 0-16,7-4 0 0,0 1 0 0,-6-4 0 15,6 0 0-15,0-3 0 0,0-1 0 16,0-3-46-16,0-1-243 0,0-3-116 0,0-7-153 16,6 0-160-16,-6-1-168 0,7-7-154 15,-7-3-23-15,7 0 57 0,-1-8 132 0,1-7 174 16,5-4 211-16</inkml:trace>
  <inkml:trace contextRef="#ctx0" brushRef="#br0" timeOffset="97929.92">4968 11096 446 0,'-6'-28'616'0,"6"-3"119"0,0 6 93 15,0 0-41-15,6 2-131 0,2 5-125 0,-2 0-111 16,0 8-90-16,7-7-67 0,1 11-50 15,-2 2-37-15,2 0-32 0,5 8-26 0,1 4-12 16,-8-1-10-16,8 11-9 0,0 4-6 16,-1 4 1-16,1 10 21 0,0 1 23 0,-1 7 13 15,-6 4 8-15,6 4 10 0,-5 2 18 16,5 0-4-16,-6 6-24 0,0-2-15 0,7 0-13 16,-8 2-59-16,-5-2-60 0,6 1 0 15,-6-5 0-15,-7-2 0 0,6 0 0 16,-6-9 0-16,-6-3 0 0,-1-3 0 0,1-4 0 15,-1-4 0-15,-6-7 0 0,7-3 0 16,-8-1 0-16,8-7 0 0,-7 0 0 0,6-4 0 16,1-3 0-16,-1 0 0 0,-5-1 0 15,4-3 0-15,2-3 0 0,0 3 0 0,6-4 0 16,-7-3 0-16,7 3-421 0,0-3-357 16,0-1-229-16,7-3-171 0,-1 0-26 0,8 0 63 15,-2-7 139-15,1 0 213 0,0-4 270 16</inkml:trace>
  <inkml:trace contextRef="#ctx0" brushRef="#br0" timeOffset="98617.22">6864 11265 427 0,'6'-3'561'0,"-6"-2"105"16,0-2 73-16,-6 4-40 0,6-1-122 16,-6 0-107-16,-1 1-94 0,-6 3-78 0,0 0-69 15,0 3-42-15,-6 1-27 0,-1 3-21 16,-6 0-16-16,6 8-11 0,1 0 3 0,-7 3 3 16,6 3 8-16,7 6 11 0,0-2 19 15,0 4 9-15,7 1 6 0,-1 0 1 0,7-1-7 16,0 0-10-16,7 0-13 0,5-3-9 15,2 3-12-15,5-3-11 0,1-4-13 16,6-1-12-16,0-2-13 0,-1-1-11 0,2-7-13 16,5 0-10-16,-6-3-7 0,7-2-21 15,-7-6-10-15,0 0 0 0,0 0 0 0,-7-3 0 16,1 0 0-16,-6-1 0 0,-2-3 0 16,-5 3-29-16,-1 0-111 0,-6-3-92 15,0 0-106-15,-6 3-128 0,6-7-150 0,-7 4-153 16,1 0-153-16,6-4-90 0,0 0 7 15,-6 0 84-15,12-4 146 0,-6 0 182 0</inkml:trace>
  <inkml:trace contextRef="#ctx0" brushRef="#br0" timeOffset="98976.62">7300 11228 105 0,'0'-10'542'0,"0"-5"127"0,0 1 97 15,0 1 80-15,-6-1-103 0,6 3-151 16,-6 4-130-16,-2-5-102 0,2 9-76 0,-6-4-60 16,5 3-44-16,-6 4-30 0,0 0-13 15,-1 4-6-15,2 0-5 0,-8 2-6 0,7 9-7 16,-7 0-6-16,8 4-11 0,-2 3-4 16,-5 3 8-16,6 4 10 0,0 4 8 0,-7 3 8 15,14 6 11-15,-7 2 8 0,6 0-2 16,1 3-2-16,-1 1-7 0,7-1-6 15,0 1-64-15,7-4-64 0,-1 0 0 0,1-4 0 16,6 0 0-16,-1-7 0 0,2 1 0 16,5-6 0-16,1-2 0 0,0 0 0 15,-1-8 0-15,1 0 0 0,-1-3 0 0,0-1 0 16,1-6 0-16,0-1 0 0,-1 1 0 16,-5-8 0-16,-2 4 0 0,1-4 0 0,1-4 0 15,-2 0 0-15,-5-2 0 0,0 1-354 0,-1-6-158 16,-6 4-144-16,6-8-140 0,1 4-147 15,-7-7-102-15,7-1 7 0,-7 1 81 16,6-3 149-16,-6-6 178 0,7 2 213 0</inkml:trace>
  <inkml:trace contextRef="#ctx0" brushRef="#br0" timeOffset="99513.15">7444 11518 126 0,'-7'-19'582'0,"0"4"138"0,7-2 102 0,-6 1 85 16,6 2-102-16,-6 3-151 0,6 0-147 15,0 3-100-15,-7 1-77 0,7 4-66 0,0-5-65 16,0 8-52-16,0-3-34 0,0 6-18 16,0-3-4-16,7 8-1 0,-7 2 3 0,6 2 5 15,0 2 5-15,-6 4-4 0,7 1-6 16,0 0 0-16,-7 6 2 0,6-3 0 16,-6 0-5-16,0 0-2 0,7-1-2 0,-7 2-5 15,0-1-3-15,0-4 0 0,0-4-16 16,0 1-62-16,6-4 0 0,-6-3 0 0,0-1 0 15,0 0 0-15,0-3 0 0,0-4 0 16,0 0 0-16,-6-4 0 0,6-3 0 0,0 0 0 16,-7-1 0-16,7-6 0 0,-6-1 0 15,6 1 0-15,0-8 0 0,-7 0 0 0,7-1 0 16,0 1 0-16,0-3 0 0,0 3 0 16,7 0 0-16,-1 3 0 0,1 2 0 0,-1-3 0 15,1 6 0-15,12 3 0 0,-5-4 0 16,-2 8 0-16,8-4 0 0,-1 8 0 0,1-5 0 15,0 5 0-15,-1 3 0 0,1 3 0 16,-1 1 0-16,-6 3 0 0,0 1 0 0,0 7 0 0,0-1 0 16,1 1 0-16,-8 3 0 0,0 1 0 15,0-1 0-15,1 4 0 0,0-4 0 0,-1 0 0 16,-6 0 0-16,0-3 0 0,0-1 0 16,0 2 0-16,0-2 0 0,0-6 0 0,0 3 0 15,0-4 0-15,0 0 0 0,0-3 0 16,0 0 0-16,0-4-360 0,0-4-270 0,0 0-156 15,7-3-146-15,-7-4-144 0,0 0-20 16,6-4 66-16,0-4 137 0,8 1 182 16,-1-3 201-16</inkml:trace>
  <inkml:trace contextRef="#ctx0" brushRef="#br0" timeOffset="99778.63">7925 11360 101 0,'8'-11'462'0,"-2"4"118"15,-6-4 116-15,0 0 65 0,6 3-64 16,-6 5-93-16,0-5-88 0,0 4-92 0,0 1-91 15,0 3-61-15,0 3-41 0,0 1-15 16,0 7 2-16,0 0 15 0,0 8 16 0,0-1 4 16,0 8-4-16,0 3-7 0,-6 0-4 15,6 5-2-15,-6 2-12 0,-2 4-68 16,2 0-156-16,0 5 0 0,-1-6 0 0,1 5 0 16,-1-2 0-16,-6-6 0 0,7 1 0 15,-1-5 0-15,0-3 0 0,1 1 0 0,0-8 0 16,6-4 0-16,-7 1 0 0,7-9 0 15,0 1 0-15,0-3 0 0,0-5 0 0,0-3-201 16,7-3-385-16,5-1-145 0,-5-7-159 16,12-3-161-16,-5-5-48 0,11-6 41 0,-5-2 106 15,13-5 168-15,-7-1 210 0</inkml:trace>
  <inkml:trace contextRef="#ctx0" brushRef="#br0" timeOffset="100075.49">8219 11580 76 0,'6'-11'536'16,"0"0"160"-16,-6 4 96 0,0-1 80 15,8 5-96-15,-8-1-128 0,0 4-123 16,-8 4-101-16,8 3-50 0,0 8-32 0,-6-5-28 16,0 9-29-16,-1-1-29 0,-6 4-33 15,7 0-28-15,-1 0-28 0,-6 0-18 0,0 0-21 16,7 4-11-16,-8-4-8 0,2-4 0 16,5 0-31-16,0-3-78 0,1 0 0 15,6-4 0-15,-7-4 0 0,14 0 0 0,-1-3 0 16,1 3 0-16,6-7 0 0,0 3 0 15,6 1 0-15,1-4 0 0,-1 5 0 0,7-5 0 16,-6 3 0-16,7-3 0 0,-1 0 0 16,-1 0 0-16,1 0 0 0,-6 0 0 0,0-3 0 15,-7 3 0-15,6 0 0 0,-12 0 0 16,5-5 0-16,-12 5 0 0,7 0 0 0,-7-4-322 16,0 4-223-16,-7-3-114 0,7 0-112 15,-6-1-99-15,0-3-92 0,-1-1-28 0,-6 5 50 16,7-8 128-16,-1 3 161 0,1-3 170 15</inkml:trace>
  <inkml:trace contextRef="#ctx0" brushRef="#br0" timeOffset="100309.76">8349 11715 353 0,'-6'-11'628'0,"-1"0"138"15,7 5 111-15,-7-3 6 0,7 3-106 0,-6-2-129 16,6 5-148-16,-7-1-102 0,7 4-67 16,0 0-38-16,0 7-25 0,0 1-5 0,0 3 7 15,0 3 8-15,0 8-3 0,7 0-19 16,-7 4-129-16,6 0-127 0,-6-1 0 15,7 4 0-15,-7 0 0 0,0 1 0 0,0-4 0 16,0 3 0-16,-7-3 0 0,7-5 0 16,0 2 0-16,0-1 0 0,0-9 0 0,0 3 0 15,0-1 0-15,0-9 0 0,0 3 0 0,0-6-216 16,7-3-390-16,-7-3-172 0,7-6-180 16,-7-5-159-16,6 0-21 0,0-5 65 15,1-6 141-15,0-5 196 0,-1-3 232 0</inkml:trace>
  <inkml:trace contextRef="#ctx0" brushRef="#br0" timeOffset="100653.42">8408 11272 150 0,'-7'-22'673'0,"1"4"149"16,6-4 99-16,6 4 83 0,1-1-75 0,5 1-227 16,8 7-184-16,-7-1-106 0,7 6-64 15,-1 6-45-15,8 3-36 0,-8 5-26 16,7 6-11-16,0 4 2 0,-6 8 3 0,5 7-31 15,1 4-204-15,0 7 0 0,-6 0 0 16,7 7 0-16,-15-4 0 0,-5 9 0 16,-1-1 0-16,-6 0 0 0,-6-4 0 0,-1 3 0 15,-5-5 0-15,-8-2 0 0,7-3 0 16,-7 0 0-16,7-7 0 0,-6-4 0 0,-1-1 0 16,1-1 0-16,-1-10 0 0,6 1 0 0,2-4 0 15,-1-3 0-15,0-4 0 0,6-4 0 16,1 0 0-16,0 0 0 0,-2-2 0 15,8-2 0-15,0-3 0 0,0-3 0 0,0-2 0 16,0 2-375-16,0-4-417 0,8-4-225 16,-2 0-168-16,0-4-26 0,1-3 67 0,6-4 140 15,0-4 215-15,-1-3 269 0</inkml:trace>
  <inkml:trace contextRef="#ctx0" brushRef="#br0" timeOffset="101343.02">10817 9840 210 0,'6'-11'330'0,"2"0"67"0,-8 0-4 15,6 0-8-15,0 0 29 0,-6 0 11 16,0 0 2-16,0 7-6 0,0-4-18 16,0 6-40-16,0-3-60 0,0 2-75 0,-6 3-54 15,0 3-37-15,-2 4-16 0,-4 9 5 16,-8-2 20-16,1 8 31 0,-1 4 23 0,-6 7 19 16,-7 6 9-16,1 6-3 0,-7 3-10 15,-7 7-22-15,7 3-15 0,-6 1-19 16,-1 7-10-16,-7-4-4 0,8 0 3 0,-7-3 2 15,7-4 3-15,-1 0 1 0,7-4-59 0,-6-3-95 16,5-4 0-16,7 0 0 0,1-5 0 16,6-5 0-16,7-5 0 0,-1 0 0 15,0-3 0-15,7-8 0 0,1 1 0 0,5-4 0 16,0-8 0-16,1 4 0 0,6-7 0 16,0-1 0-16,0 1 0 0,6-8 0 0,1 1 0 15,0-1-189-15,-1-3-277 0,7-4-126 16,7-4-141-16,0 0-137 0,5 0-155 0,1-7-27 15,0 5 48-15,0-9 119 0,7 0 172 16,-1 0 198-16</inkml:trace>
  <inkml:trace contextRef="#ctx0" brushRef="#br0" timeOffset="101773.35">10726 9982 366 0,'0'-18'515'0,"0"0"88"16,0 0 87-16,-6 3-24 0,6 1-117 15,0-1-88-15,0 5-56 0,6-2-54 16,-6 4-55-16,0 1-53 0,0 3-40 0,0 1-36 31,0 0-33-31,6 3-30 0,-6 0-7 0,7 0 3 16,0 6 16-16,13 5 18 0,-8 4 23 15,8 0 21-15,5 7 0 0,9 3-11 0,-9 5-13 0,15 3 7 0,-1 4 8 0,6 6 9 32,7 5 4-32,7 6-3 0,0 2-9 0,12-1-52 0,8 4-118 0,-8-1 0 15,7 0 0-15,0 1 0 0,-7 0 0 0,2-5 0 16,-2-1 0-16,-6-7 0 0,-6 2 0 0,-1-4 0 16,-5-4 0-16,-2-4 0 0,-11-2 0 15,-1-8 0 1,-7 0 0-16,-5-8 0 0,-7 1 0 0,-8-9 0 15,1 1 0-15,0-3 0 0,-6-2 0 16,-1-1 0-16,-6-1 0 0,-6-4 0 0,-1-4 0 16,-6-1 0-16,0 2-238 0,1 0-464 15,-8-5-233-15,0 0-217 0,-6 2-59 0,7 1 41 16,-8-2 108-16,1 4 195 0,-6-5 262 16</inkml:trace>
  <inkml:trace contextRef="#ctx0" brushRef="#br0" timeOffset="102487.68">9742 11368 32 0,'0'-4'381'0,"0"0"87"15,-6 1 85-15,6-1 57 0,0-3-9 16,-6 3-60-16,6 1-53 0,-7-2-49 0,0 2-57 16,-5-2-72-16,-1 5-77 0,6 0-37 15,-12 0-33-15,5 5-13 0,-5 3-3 16,-1 2-9-16,8 1-11 0,-8 4-10 0,0 3 2 15,7 4-3-15,-7 4-8 0,8 0 7 16,-1 3 13-16,6 0 7 0,1 4-6 16,-1-4-11-16,1 4-9 0,12-3-17 0,-6-2-20 15,7 2-18-15,-1-4-12 0,7-1-9 16,0-2-8-16,1-2-4 0,5-2-4 0,0-4-4 16,8-5-3-16,-8 1 0 0,7-3-4 15,0-5-13-15,-6 0-27 0,5 1-43 0,-5-8-62 16,-6 4-73-16,-2-3-91 0,1-4-125 15,0 0-150-15,-6-1-158 0,-1 1-182 0,-6-8-56 16,6 4 22-16,-6-3 99 0,0-1 158 16,8 1 189-16</inkml:trace>
  <inkml:trace contextRef="#ctx0" brushRef="#br0" timeOffset="102816.28">9951 11412 14 0,'0'-19'509'0,"0"1"142"0,0 0 99 0,0 0 84 16,0 2-45-16,0 2-148 0,0-1-135 0,0 8-110 16,-6-4-75-16,6 7-66 0,-7-3-58 15,0 7-33-15,1 0-20 0,-7 3-8 16,7 5 0-16,-8 3 3 0,2 3 7 0,-2 8-7 16,8 4-12-16,-7 3-1 0,0 8-1 15,6-1-9-15,-5 9-11 0,4-5-4 16,2 7-6-16,6 1-10 0,-6-4-15 0,12 0-11 15,-6-4-10-15,6 1-9 0,8-4-11 16,-8-5-9-16,8 2-6 0,-8-9-6 0,7 0 0 16,0-2-8-16,0-5-21 0,0-4-35 15,-6-3-53-15,5-4-70 0,-5 1-79 0,6-8-90 16,0-3-105-16,-7-2-125 0,8-5-113 16,-2-1-110-16,2-7-124 0,-8-1-14 15,1-6 66-15,-1-2 127 0,0-5 150 0,2-1 170 16</inkml:trace>
  <inkml:trace contextRef="#ctx0" brushRef="#br0" timeOffset="103275.24">10068 11572 273 0,'0'-14'511'0,"0"-4"92"0,0 3 106 0,-6 4 9 15,6 0-88-15,0 1-94 0,0 1-78 16,0 6-78-16,0 0-90 0,0-2-73 0,0 5-53 16,0 5-39-16,0 1-19 0,0 6 4 15,0 2 8-15,0 4 10 0,0 1 5 0,6 3 2 16,-6 0 2-16,0 4-4 0,7-4-6 15,-7 3-4-15,0 1-11 0,0-4-7 16,0 0-7-16,6-5-3 0,-6 3 1 0,0-2-4 16,0-7-3-16,0 0 3 0,0-4 8 15,-6 0 6-15,6-3-3 0,0-4-8 0,0 0-12 16,-7-4-22-16,7-3-61 0,-6-3 0 16,0-5 0-16,6 0 0 0,-8-4 0 15,8 1 0-15,-6-4 0 0,6 0 0 0,0 0 0 16,0 0 0-16,6 0 0 0,-6 5 0 15,8-3 0-15,-2 2 0 0,7 4 0 0,-7 3 0 16,8-4 0-16,-2 4 0 0,8 0 0 16,-7 4 0-16,0-1 0 0,6 5 0 15,-5 0 0-15,-2 3 0 0,2 0 0 0,5 6 0 16,-5-2 0-16,-2 7 0 0,-6 0 0 0,8 0 0 16,-8 4 0-16,1 3 0 0,-1 0 0 15,1 1 0-15,0-1 0 0,-7 4 0 16,6-4 0-16,-6 1 0 0,0-1 0 0,0-4 0 15,0 5 0-15,0-5 0 0,0 2 0 16,0-6 0-16,-6-2-125 0,6 3-164 0,0-8-110 0,-7 1-130 16,7-4-148-16,0 0-145 0,0-7-147 15,0-1-54-15,7-3 31 0,-7-4 108 0,6 1 164 16,0-5 191-16</inkml:trace>
  <inkml:trace contextRef="#ctx0" brushRef="#br0" timeOffset="103525.35">10485 11499 67 0,'7'-10'511'15,"-1"-1"145"-15,1 0 112 0,-7 3 95 16,0 0-91-16,0 1-145 0,6 4-125 0,-6 3-111 16,0 0-71-16,-6 3-48 0,6 4-16 15,0 4 7-15,0 5 8 0,-7 5 12 16,1 1-3-16,-1 4-12 0,0 3-19 0,1 1-20 16,-7 7-23-16,6-2-69 0,-5 2-137 15,-1 4 0-15,-1-4 0 0,2-1 0 0,4 1 0 16,-4-5 0-16,-1 2 0 0,0-5 0 15,6-3 0-15,1-5 0 0,0-3 0 0,-8 1 0 16,14-8 0-16,-6-1 0 0,6-1 0 16,0-9-205-16,6 0-315 0,0-4-123 0,2-3-125 15,4-4-113-15,1-1-121 0,7-6-23 16,0-4 56-16,6 0 128 0,-1-7 161 0,1 3 182 16</inkml:trace>
  <inkml:trace contextRef="#ctx0" brushRef="#br0" timeOffset="103824.35">10693 11756 280 0,'7'-8'604'0,"0"1"128"0,-7 0 95 0,0 3 8 16,0 4-100-16,0 0-118 0,-7 4-131 16,0-1-86-16,1 8-59 0,-7 5-42 0,0-2-36 15,0 4-36-15,0 0-29 0,0 1-21 16,-7 3-19-16,7-1-22 0,0-2-19 16,0 0-17-16,1-1-9 0,4-4-3 0,2 1 8 15,0-4 13-15,6 0 15 0,0-4 9 16,0 0-115-16,6-3-18 0,8 0 0 15,-2-1 0-15,8 1 0 0,-1-4 0 0,1 0 0 16,0 0 0-16,-1 4 0 0,7-4 0 16,-6 0 0-16,-1 0 0 0,1 0 0 0,0 0 0 15,-8 3 0-15,8-3 0 0,-14 0 0 16,7 0 0-16,-7 4 0 0,-6-4-285 0,8 0-108 16,-8 0-66-16,-8 3-86 0,8-3-100 15,-6-3-93-15,0 3-88 0,-7 0-95 0,6-4 7 16,1 1 86-16,-1-1 131 0,1-3 149 15,6-1 159-15</inkml:trace>
  <inkml:trace contextRef="#ctx0" brushRef="#br0" timeOffset="104074.3">10778 11909 1 0,'0'-11'487'0,"0"-3"154"15,0 2 126-15,0 2 99 0,0-1-39 0,0 0-118 16,0 4-124-16,0-1-119 0,0 5-102 16,-6-1-77-16,6 4-56 0,0 4-33 0,0-1-13 15,0 9 5-15,0-2 11 0,0 9 0 16,0-1-5-16,0 4-16 0,0 0-24 0,0 3-23 15,0 1-19-15,0 3-15 0,0 2-15 16,0-4-61-16,0 4-23 0,0-2 0 16,0 0 0-16,0-3 0 0,0-4 0 0,0 0 0 15,-6-8 0-15,6 1-30 0,0 0-168 16,0-8-92-16,6-3-108 0,-6-1-141 0,0-6-140 16,0-5-140-16,0-2-158 0,0-5-46 15,0-4 39-15,6-2 123 0,-6-9 161 16,0-3 187-16</inkml:trace>
  <inkml:trace contextRef="#ctx0" brushRef="#br0" timeOffset="104355.48">10811 11496 560 0,'0'-26'741'16,"-7"3"106"-16,7 2 85 0,7-1-5 0,-7 4-191 16,6 3-191-16,0 1-120 0,8 6-73 15,-8 5-54-15,14 3-35 0,-7 3-29 0,7 8-18 16,-1 4-3-16,7 7 2 0,-6 3-1 15,6 4-13-15,0 9-6 0,-1 1-118 0,-5 5-77 16,6 4 0-16,-6 4 0 0,-1-2 0 16,-5 6 0-16,-2-5 0 0,-5 1 0 0,-1-5 0 15,-6 1 0-15,0-1 0 0,-6-4 0 16,-7-1 0-16,0-6 0 0,6-3 0 0,-12-3 0 16,6-1 0-16,-7-7 0 0,7-4 0 15,1-3 0-15,-2 0 0 0,1-9 0 0,0 2-292 16,6-5-336-16,1-3-197 0,0-3-229 15,6-1-103-15,-6-6 5 0,6-2 76 0,6-6 165 16,0-4 228-16,0 1 284 0</inkml:trace>
  <inkml:trace contextRef="#ctx0" brushRef="#br0" timeOffset="104924.35">12537 11496 303 0,'6'-12'541'0,"-6"1"128"15,0 0 99-15,0 0-35 0,0-3-50 0,-6 3-109 16,-1 0-101-1,1 0-90-15,-1 4-66 0,-6-1-49 16,0 1-36-16,-6 3-26 0,-1 1-16 0,1 3-17 16,-1 3-10-16,-6 1-14 0,7 7-12 15,-7 0-14-15,6 4-12 0,0-1-12 0,7 9-5 16,1-1-4-16,-2-1-4 0,14 5 0 16,-6 3 5-16,12-3 0 0,0 3 7 0,8-3 0 15,-2 3 0-15,8-3-34 0,0-1-64 16,-1 1 0-16,7-8 0 0,1 5 0 15,-1-9 0-15,0 1 0 0,-1-4 0 0,1-4 0 16,1 1 0-16,-1-8 0 0,-6 3 0 16,5-6 0-16,-11 3 0 0,-2-8 0 0,2 1 0 15,-2-1-233-15,-5 2-152 0,-7-6-131 16,0 1-159-16,0-3-154 0,0 2-158 16,0-2-63-16,0 3 28 0,-7-4 103 0,7 0 170 15,0 1 192-15</inkml:trace>
  <inkml:trace contextRef="#ctx0" brushRef="#br0" timeOffset="105455.46">12843 11415 71 0,'0'-11'545'0,"6"-4"132"0,-6-3 95 0,0 4 84 16,0-1-76-16,6-1-150 0,-6 6-139 16,0-1-95-16,0 0-68 0,0 0-57 0,0 4-38 15,0-1-32-15,-6 2-16 0,6-3-13 16,0 6-4-16,0 0-14 0,-6-1-21 0,6 4-21 15,0-4-23-15,0 4-24 0,0 0-20 16,0 0-15-16,0 0-9 0,-7 0-6 16,7 0-1-16,0 0 6 0,0 0 10 0,0 0 10 15,0 0 9-15,0 4 9 0,0-4 8 16,0 0 10-16,0 0 6 0,0 0 5 0,0 0 7 16,0 0 1-16,0 0-55 0,0 0-40 15,0 0 0-15,0 0 0 0,0 0 0 16,0 0 0-16,0 0 0 0,0 0 0 0,0 0 0 15,0 0 0-15,0 0 0 0,0 0 0 16,0 0 0-16,0 0 0 0,0 0 0 16,0 0 0-16,-6 0 0 0,6 0 0 0,0 4 0 15,-7-1 0-15,7 0 0 0,-6 6 0 0,-7 1 0 16,7 1 0-16,-8 3 0 0,1 5 0 16,0 4 0-16,7 2 0 0,-7 4 0 0,-1 0 0 15,2 5 0-15,5 3 0 0,7-5 0 16,-7 5 0-16,7 2 0 0,7-1 0 15,0-2 0-15,-1-3 0 0,7 4 0 0,0-4 0 16,6-3 0-16,-5-1 0 0,6-4 0 16,-1-3 0-16,0 0 0 0,0-7 0 0,1-1 0 15,6-3 0-15,-6 1 0 0,-1-5 0 16,1-7 0-16,-1 3 0 0,-5-6 0 0,-2-1 0 16,2 1 0-16,-8-5 0 0,-6-3-260 15,6 0-276-15,-6-1-146 0,0-1-149 0,0-6-164 16,-6-3-81-16,6 4 15 0,-6-4 86 15,6 0 165-15,0 0 202 0</inkml:trace>
  <inkml:trace contextRef="#ctx0" brushRef="#br0" timeOffset="105939.73">13070 11493 420 0,'0'-9'669'0,"0"3"114"0,-6-2 90 15,6 0 0-15,0 2-148 0,0 1-182 16,-6 1-145-16,6 4-83 0,0 0-57 0,0 4-39 15,0 4-23-15,6 3 0 0,-6 3 3 16,0 1-8-16,6 7-14 0,-6-3-18 16,8 3-15-16,-8-1-20 0,6 5-19 0,-6-4-14 15,0 0-13-15,0 0-6 0,0-4-4 16,0 1 1-16,0-5 3 0,0-3 6 16,0 0 8-16,0-3-76 0,0 0-10 0,0-5 0 15,0 1 0-15,0-4 0 0,0-4 0 16,-6-4 0-16,6 0 0 0,-8-2 0 0,8-1 0 15,-6-7 0-15,0 3 0 0,-1-7 0 0,7 0 0 16,-6 0 0-16,6-3 0 0,0 2 0 16,0 2 0-16,6 2 0 0,1 1 0 0,-1 3 0 15,8 1 0-15,-2 2 0 0,8 1 0 16,-1 0 0-16,1 8 0 0,0-5 0 0,-1 4 0 16,7 1 0-16,-6 3 0 0,-1 0 0 15,1 3 0-15,6 6 0 0,-14-3 0 0,8 5 0 16,-7 5 0-16,7-6 0 0,-8 9 0 15,-4-4 0-15,4 3 0 0,-5 0 0 16,-1 0 0-16,1 1 0 0,0-1 0 0,-7 1 0 16,6-1 0-16,-6-4 0 0,6 4 0 15,-6-7 0-15,0 4 0 0,0-8 0 0,0 4 0 16,6-3 0-16,-6-5 0 0,0 0-100 16,0-3-354-16,0-3-151 0,8 0-160 0,-8-5-160 15,6 1-145-15,0-4-13 0,1-4 61 16,0 1 142-16,6-8 184 0,-1 0 214 0</inkml:trace>
  <inkml:trace contextRef="#ctx0" brushRef="#br0" timeOffset="106207.52">13664 11389 73 0,'0'-11'578'0,"0"4"145"16,0-4 112-16,0 4 92 0,0-4-76 16,0 8-176-16,0-2-178 0,-8 2-103 0,8 6-63 15,0 2-38-15,-6 5-14 0,6 5 7 16,0 3 11-16,0 4 1 0,-6 4-2 15,6 3-17-15,-6 5-20 0,6-2-239 0,-7 5-20 16,7-1 0-16,-7 5 0 0,1-2 0 16,6 2 0-16,-7-4 0 0,1 0 0 0,6-1 0 15,-6-3 0-15,-2-4 0 0,2-4 0 0,0 2 0 16,0-5 0-16,-2-4 0 0,8-4 0 16,-6-3 0-16,6 0 0 0,0-4-113 15,6-7-526-15,-6 0-171 0,8-3-161 0,4-8-158 16,2 0-19-16,-2-3 71 0,1-8 154 15,7-4 193-15,0-4 220 0</inkml:trace>
  <inkml:trace contextRef="#ctx0" brushRef="#br0" timeOffset="106738.67">13904 11601 459 0,'7'-10'709'0,"-1"2"121"0,-6 1 77 0,7 3-25 16,-7 1-125-16,0 3-158 0,0 7-125 15,0 4-64-15,-7 8-33 0,1-1-29 0,-1 8-36 16,-6 2-33-16,1 2-39 0,-2 3-29 15,1-3-23-15,0 2-22 0,0 2-123 16,1-5-43-16,-2 0 0 0,1-3 0 0,0-4 0 16,7 0 0-16,-1-8 0 0,7 1 0 15,0-8 0-15,0 0 0 0,13 1 0 0,-7-5 0 16,14-3 0-16,-6 0 0 0,5 0 0 16,0 0 0-16,8 0 0 0,5 0 0 0,-6-3 0 15,7 3 0-15,-1-4 0 0,1 4 0 16,-7-4 0-16,-1 1 0 0,2 3 0 0,-8-4 0 15,-6 4 0-15,1-4 0 0,-2 4 0 16,-5-3 0-16,-7-1 0 0,0 1 0 0,0-1 0 16,-7-3 0-16,1 3-78 0,-7-3-393 15,0 3-49-15,6-4-49 0,-6 1-58 16,0 0-43-16,1 0-15 0,4-4 20 0,2 4 56 16,-7-4 116-16,7-1 173 0,-1-3 194 15,-6 5 211-15,13-1 205 0,-6 0 144 0,0 0 88 16,-2 0 41-16,2 3 4 0,6 2-44 15,-6 1-75-15,6 2-53 0,-7-1-39 16,7 4-31-16,0 4-22 0,0 4-14 0,0 2-10 16,0 1-14-16,0 4-76 0,7 3-189 15,-1 1 0-15,-6-2 0 0,6 6 0 0,-6-1 0 16,0 0 0-16,0 3 0 0,8-3 0 16,-8 0 0-16,0 4 0 0,0-4 0 15,-8-1 0-15,8-2 0 0,0-1 0 0,0 1 0 16,-6-5 0-16,6 2 0 0,0-6 0 0,0-2 0 15,0-1 0-15,0-7-298 0,0 2-353 16,0-4-157-16,0-5-165 0,0-4-140 16,0-1-8-16,0-2 70 0,0-4 153 0,0-8 193 15,6 0 231-15</inkml:trace>
  <inkml:trace contextRef="#ctx0" brushRef="#br0" timeOffset="107067.76">14113 11467 357 0,'0'-20'771'0,"0"10"131"0,6-5 88 16,1 5 78-16,-1 2-158 0,7 1-258 0,7 7-146 16,-7 7-68-16,6 4-25 0,-6 11-1 15,7 3-12-15,-7 12-35 0,6 7-358 0,1 4-7 16,-1 7 0-16,-5 3 0 0,-2 5 0 16,-5-5 0-16,-7 1 0 0,-7 0 0 0,-5-5 0 15,-2 2 0-15,-5-6 0 0,-1-1 0 16,1-2 0-16,-7-3 0 0,0-4 0 0,-6 0 0 15,5-6 0-15,-5-1 0 0,6-4 0 16,0-4 0-16,-1-3 0 0,8 1 0 0,-1-9 0 16,8 1 0-16,-2-5 0 0,2-2 0 15,5-4 0-15,0 3 0 0,1-3 0 0,-1-1 0 16,1 1 0-16,6-4 0 0,-7-4 0 16,7 4-637-16,0-7-477 0,0 0-179 15,0-5-32-15,7-2 72 0,-1-4 148 0,7-4 257 16,-6-5 355-16</inkml:trace>
  <inkml:trace contextRef="#ctx0" brushRef="#br0" timeOffset="116157">4005 12528 51 0,'6'-6'481'0,"0"-2"79"0,-6 1 54 15,8-4 42-15,-8 4-109 0,0-1-166 16,0 5-129-16,0-5-71 0,0 4-50 0,0 2-62 16,0 2-82-16,0 0-79 0,0 0-86 15,0 0-94-15,0 2-101 0,0 6-123 0,0 2-65 16,0 2-3-16,-8 3 42 0,8 2 70 16,0 2 91-16</inkml:trace>
  <inkml:trace contextRef="#ctx0" brushRef="#br0" timeOffset="116314.53">3966 13056 243 0,'-6'44'399'0,"-2"-7"39"0,-4-1 36 0,6-2-59 16,-8-1-121-16,8-4-70 0,-1-1-43 15,1-5-31-15,-1-2-31 0,7-1-33 0,0-3-29 16,0-2-43-16,7-4-70 0,-7 0-89 16,6-4-110-16,1 1-157 0,-1-1-87 15,0 0-27-15,2 1 28 0,-2-1 70 0</inkml:trace>
  <inkml:trace contextRef="#ctx0" brushRef="#br0" timeOffset="116454.81">4051 13734 93 0,'0'22'390'0,"0"0"52"0,-7-7 35 0,7 3-4 16,0-3-146-16,-7-4-107 0,7-1-73 16,0 1-48-16,0-3-29 0,0-1-39 0,0 0-51 15,0-3-79-15,7 1-85 0,0-3-91 16,-1 6-131-16,1-5-52 0,-1 1 3 0,0 4 42 15,8-1 69-15</inkml:trace>
  <inkml:trace contextRef="#ctx0" brushRef="#br0" timeOffset="116595.39">4135 14057 17 0,'0'17'347'0,"0"-2"51"0,0 0 32 16,0 0-5-16,-6-4-103 0,6 0-98 0,-7-5-73 16,7 6-48-16,0-7-33 0,-6-3-58 15,6 2-85-15,0-4-144 0,0 0-137 16,0-4-71-16,0 2-34 0,6-7 13 0,1-2 54 15</inkml:trace>
  <inkml:trace contextRef="#ctx0" brushRef="#br0" timeOffset="117019.75">7320 12491 217 0,'7'-2'497'0,"-7"-6"49"16,0 1 28-16,0-1-5 0,-7 6-207 0,7-3-177 16,0 2-118-16,0-1-107 0,0 4-109 15,-7 4-116-15,1 4-158 0,-1-2-76 0,1 5-15 16,0 4 32-16,-2 3 71 0</inkml:trace>
  <inkml:trace contextRef="#ctx0" brushRef="#br0" timeOffset="117186.75">7333 13294 91 0,'0'56'474'0,"0"-9"96"16,0 0 82-16,-6-6 77 0,-1-4-114 0,7-5-134 16,-7-2-83-16,1 0-79 0,6-9-70 15,-7 2-70-15,7-2-57 0,-6-3-46 0,6-3-34 16,0 0-50-16,0-3-87 0,0-6-120 16,0 1-144-16,6 0-150 0,-6 0-176 0,0 5-76 15,7-5 18-15,-7 4 84 0,6 4 126 16,-6 0 139-16</inkml:trace>
  <inkml:trace contextRef="#ctx0" brushRef="#br0" timeOffset="117342.84">7327 14144 362 0,'-7'29'508'0,"7"-3"78"15,-7 0 86-15,1-4-18 0,-1 0-129 16,7-4-92-16,-6 0-59 0,6-3-60 0,0 0-75 16,0-4-74-16,0-4-53 0,0 1-43 15,0-1-42-15,0-3-67 0,0-1-105 0,6-3-125 16,-6 0-140-16,7 0-143 0,-7 0-150 15,0 0-49-15,0 0 45 0,0 3 93 16,0-3 119-16</inkml:trace>
  <inkml:trace contextRef="#ctx0" brushRef="#br0" timeOffset="117483.43">7320 14452 384 0,'-7'7'472'0,"7"0"55"0,0 1 41 0,-6-5-107 16,6 2-128-16,-7-2-96 0,7 1-68 15,-6-4-52-15,6 0-65 0,0 0-79 0,0 0-99 16,0 0-101-16,-6-4-128 0,6 4-135 0,0-3-49 15,0-2 13-15,0 2 55 0,0 0 78 16</inkml:trace>
  <inkml:trace contextRef="#ctx0" brushRef="#br0" timeOffset="118096.42">9671 12958 115 0,'13'3'490'0,"-6"-3"78"16,6-3 48-16,-7-2 30 0,-6-2-166 0,6 4-179 16,-6-1-115-16,0 1-92 0,0 3-97 15,-6 0-108-15,-7 0-112 0,7 3-96 0,-8 4-113 16,2 5-99-16,-2-2-14 0,1 9 47 15,7 3 79-15,0 3 78 0</inkml:trace>
  <inkml:trace contextRef="#ctx0" brushRef="#br0" timeOffset="118236.93">9632 13708 406 0,'6'51'544'0,"-6"-7"97"16,0-3 81-16,-6-8-35 0,6 0-153 15,-6-4-104-15,6-3-87 0,-7-4-88 0,7 0-75 16,0-8-64-16,-7 2-50 0,7-6-45 15,0 1-73-15,0-3-108 0,0-2-133 0,0 3-149 16,0-6-165-16,7 4-125 0,-7 0-20 16,7 1 62-16,-1 6 104 0,0-3 137 0</inkml:trace>
  <inkml:trace contextRef="#ctx0" brushRef="#br0" timeOffset="118393.17">9677 14477 7 0,'0'31'492'0,"-6"-6"139"0,0-7 100 16,-1 0 64-16,0-3-58 0,1-1-182 15,-1-3-145-15,1-4-124 0,0 1-88 16,6-3-63-16,0-2-58 0,-7 0-39 0,7-3-69 16,0 4-111-16,7-4-150 0,-7 0-172 15,6-4-220-15,0 1-103 0,7 0-15 0,1-5 64 16,5 1 121-16,7-5 161 0</inkml:trace>
  <inkml:trace contextRef="#ctx0" brushRef="#br0" timeOffset="118752.44">12478 13357 63 0,'6'-4'565'0,"1"1"114"16,0-1 61-16,-7-1 34 0,0-2-116 0,6 4-253 15,-6-1-237-15,0 0-189 0,0 4-160 16,0 0-152-16,0 0-169 0,0 0-124 0,-6 4-26 16,6 0 36-16,-7 4 80 0,0-6 108 15</inkml:trace>
  <inkml:trace contextRef="#ctx0" brushRef="#br0" timeOffset="118908.73">12472 13979 92 0,'6'55'493'0,"-6"-3"84"15,0-5 71-15,0-7 62 0,0-3-117 16,0-4-171-16,0-4-100 0,0 1-75 0,0-8-60 16,0 0-57-16,0-7-57 0,0 2-87 15,6-5-117-15,-6-5-143 0,7 0-177 0,0-3-184 16,-7 0-86-16,6-4 3 0,7-4 67 16,-6 4 115-16</inkml:trace>
  <inkml:trace contextRef="#ctx0" brushRef="#br0" timeOffset="119036.77">12400 14862 215 0,'-7'11'227'0,"1"-3"-77"16,6-5-150-16,0 1-92 0,6-4-86 0,1 0-48 15</inkml:trace>
  <inkml:trace contextRef="#ctx0" brushRef="#br0" timeOffset="119224.2">12543 15054 361 0,'0'14'614'0,"0"4"112"0,0-7 86 15,0 0-7-15,-6-1-155 0,-1-1-139 16,1-3-132-16,-1-2-97 0,7 0-78 0,-7-1-59 16,1-3-48-16,0 0-68 0,-1 0-96 15,0 0-150-15,1-3-186 0,6-1-223 0,-13 0-185 16,7 1-75-16,-1-5 20 0,0 1 105 15,1 0 166-15</inkml:trace>
  <inkml:trace contextRef="#ctx0" brushRef="#br0" timeOffset="121469.75">15826 6301 14 0,'-7'0'195'0,"0"0"28"0,1 0 3 16,0 0-36-16,-1 0-37 0,1 0-14 15,-8 0 5-15,8 0-1 0,0 0-4 16,-1 0 6-16,0 0 17 0,1 0 17 0,0 0 14 15,-1 0 15-15,7 0 21 0,-7 0 23 16,7 0 22-16,0 0 11 0,0 0 4 0,0 0-10 16,-6 0-27-16,6 0-30 0,6 3-33 15,-6-3-26-15,7 0-12 0,0 0-7 0,-1 0-4 16,14 5-9-16,-1-5-11 0,7 0-5 16,0 0-14-16,7 2-14 0,5-2-12 0,2 0-10 15,5 0-8-15,1 0-11 0,6 0-8 16,0 0-11-16,7 0-6 0,0 5-5 0,6-5-5 15,0 0-4-15,6 0-2 0,-6 0-1 16,1 0-3-16,-1 0 1 0,-6 0 2 16,-1-5-1-16,-6 3 1 0,0 2 0 0,-7-5 2 15,-5 2 1-15,-7 3 9 0,-7-4 14 16,-1 0 16-16,-11 4 11 0,-2-3 8 16,2-1 1-16,-1 4-6 0,-7-4-17 0,-6 4-23 15,7-3-39-15,-7 3-51 0,-7 0-66 16,7-4-83-16,-6 4-124 0,-1 0-148 0,7-3-146 15,-6 3-129-15,-1-5-104 0,0 5-7 16,1-3 81-16,0 3 129 0,-1-3 161 0</inkml:trace>
  <inkml:trace contextRef="#ctx0" brushRef="#br0" timeOffset="121782.21">17050 6117 451 0,'-7'-3'591'0,"1"-4"104"16,6 3 71-16,0-3-58 0,0 3-173 0,6 0-136 15,1 1-109-15,-7 3-92 0,13 0-57 16,0 3-30-16,0 1-14 0,0 3-3 0,0 1 7 16,6 2 4-16,-5 5 4 0,5 0-9 15,-6-1-13-15,6 5-9 0,-5-1-12 16,-8 4-10-16,8 0-17 0,-8 0-7 0,-6 0-3 15,-6 1-9-15,6-2-5 0,-14 5-6 16,2-4-2-16,-2 0 0 0,1 0-14 0,-6-4-28 16,0 1-50-16,-1-1-85 0,0-4-124 15,1-2-145-15,5-5-155 0,-5 0-162 0,12-3-77 16,-5-1 15-16,5-6 91 0,7-1 125 16,0-3 155-16</inkml:trace>
  <inkml:trace contextRef="#ctx0" brushRef="#br0" timeOffset="122375.78">18704 6140 245 0,'14'-8'371'0,"-8"-2"62"0,0-2 29 16,0-2-27-16,2 3-36 0,-2-4-20 0,-6 4-15 15,0 0-13-15,0-1-23 0,0 2-42 16,-6-1-50-16,6 5-56 0,-8-3-42 16,-4 2-46-16,6 3-38 0,-8 1-23 0,1 3-9 15,0 0-2-15,-6 3 0 0,-1 5 1 0,1-1 5 16,-1 4 9-16,-6 0 6 0,6 4 2 16,1 3-1-16,-1 4 8 0,-6 0 12 15,13 0 11-15,-6 3 7 0,6 5 12 0,-7-4 6 16,14-1 14-16,-1 1 10 0,1 3 12 15,6-4 16-15,6 2 11 0,1-5 14 0,5 3 8 16,8-3-2-16,0 0-7 0,6-4-7 16,7 1-5-16,-1-1-12 0,1-4-12 0,12 1-15 15,-6-4-17-15,7-3-13 0,-1-1-15 16,7-4-16-16,1 2-13 0,-8-2-7 16,1-3-8-16,-1 0-11 0,-12 0-8 0,-1 0-2 15,-6-3 0-15,-6 3-2 0,0 0-2 16,-14-5-7-16,7 5-8 0,-7-3-55 0,-6-1-77 15,0 1-101-15,-6-1-125 0,-7 4-176 16,0-4-207-16,0 4-203 0,-7-3-124 0,1 3-7 16,-7 0 69-16,0 3 144 0,6-3 208 15,-12 4 244-15</inkml:trace>
  <inkml:trace contextRef="#ctx0" brushRef="#br0" timeOffset="123037.32">16053 8901 378 0,'-6'0'501'0,"0"0"70"15,-1 0 63-15,0 0-60 0,1 0-100 0,6 0-78 16,0 0-49-16,0 0-32 0,0 5-24 16,6-5-31-16,8 3-32 0,5 1-24 0,1 0-22 15,12-1-23-15,1 1-25 0,-1 0-21 16,8-1-15-16,5 1-8 0,1-1-6 0,5 2-5 15,2-5 1-15,-1 3-3 0,0-3-8 16,-6 4-11-16,-7-4-12 0,-1 0-11 16,-5 0-11-16,-13 0-8 0,0 0-8 0,-1 0-15 15,-13 0-36-15,1-4-69 0,-7 4-129 16,0-3-179-16,-7 3-194 0,-6-5-205 0,-7 2-120 16,2-4-15-16,-2 3 82 0,1-3 153 15,-1-1 186-15</inkml:trace>
  <inkml:trace contextRef="#ctx0" brushRef="#br0" timeOffset="123255.98">16679 8825 252 0,'7'-4'677'15,"5"4"118"-15,-6 0 66 0,8 0 40 0,-1 0-170 16,0 0-217-16,0 4-168 0,0 3-88 16,0 1-40-16,7 3-17 0,-14 4-26 0,7-1-24 15,-7 0-28-15,1 1-21 0,0 0-20 16,-7 4-20-16,0-5-20 0,-7 0-16 0,0 5-38 15,-5-5-57-15,-1 1-93 0,-1-4-160 16,2 0-206-16,-2-1-214 0,-5-1-171 16,6-2-55-16,0-3 32 0,-1-1 128 0,2-3 189 15,-1-3 209-15</inkml:trace>
  <inkml:trace contextRef="#ctx0" brushRef="#br0" timeOffset="127970.41">19427 6572 217 0,'0'-4'310'16,"0"-3"38"-16,-6 0-2 0,6 3-33 16,0-4-35-16,0 5-11 0,0-4 7 0,0 3 13 15,0 0 10-15,0 1-5 0,0 3-15 16,0-4-30-16,0 4-40 0,0 0-44 0,0 0-50 15,0 4-34-15,0-1-15 0,0 1-1 16,0 3 4-16,0 5 13 0,6-2 14 16,-6 1 3-16,0 5-8 0,0-3-8 0,0 1 0 15,0-2-9-15,7 3-6 0,-7 0 0 0,0-4 0 16,0 3 0-16,0-3-7 0,0 0 1 16,0-4-2-16,6 1-6 0,-6-1-4 0,0 0 3 15,0-2 6-15,0-3 3 0,0-2 13 16,0 5 16-16,0-5 21 0,0 0 21 15,0 0 6-15,0 0-1 0,0-5-16 0,-6 3-20 16,6-3-24-16,0-2-30 0,-7 0-21 16,7-1-11-16,-6-2-6 0,6-2-4 15,0 2-3-15,-7 2-1 0,7-6 2 0,0 3-1 16,0 0 0-16,0-1-2 0,0 2 2 16,7-2-1-16,-7 6-1 0,6-6 4 0,1 1-4 15,5 4-2-15,-4-4 0 0,4 3 2 16,8 1-2-16,-7-4-2 0,7 4 3 15,-8 3 1-15,8-3-1 0,-1 4 0 0,1-2 0 16,-6 2-1-16,-2 3 1 0,8 0 0 0,-14 3 0 31,7 2-2-31,1 2 2 0,-8 0 0 0,0 0 2 16,0 4-2-16,1 1 1 0,0-2 2 16,-1 1-1-16,-6 5 1 0,0 2-1 0,7-4 1 15,-7 4 2-15,0-4 1 0,-7 5 9 16,7-1 3-16,0 1 6 0,0-1 5 15,-6-4 4-15,6 5 1 0,0-5-5 0,-7 2-1 16,7-6-6-16,0 1-5 0,0-4-2 16,0 2-2-16,0-3-1 0,0-2 0 0,0 0 3 15,0-1 0-15,0-3-1 0,0 0-2 16,0 0-2-16,0 0-13 0,0-3-34 0,0-1-58 16,-7 0-75-16,7 1-100 0,0 0-148 15,-6-2-178-15,6 1-182 0,-6 1-155 0,0 3-38 16,-2-4 42-16,-4 4 115 0,5 0 172 15,1 0 205-15</inkml:trace>
  <inkml:trace contextRef="#ctx0" brushRef="#br0" timeOffset="128831.49">18815 8781 69 0,'6'-3'355'0,"1"-5"54"0,-7 1 49 0,7 0-10 16,-7-5-61-16,0 5-65 0,6-4-36 16,-6 0-14-16,0 3-16 0,0-2-18 15,0-1-20-15,0 0-14 0,0 4-18 0,0-4-21 16,0 3-14-16,0 1-18 0,-6 0-20 16,6-2-21-16,-7 7-19 0,0-6-19 15,1 5-17-15,-8-1-12 0,8 4-6 0,-6 0-8 16,-2 0-2-16,-5 0-1 0,-1 4 6 15,8-1 6-15,-8 5-1 0,-7-6 10 0,9 10 5 16,-2-1 7-16,-7 0 2 0,9 4-1 16,-2 3 10-16,0 1 1 0,-6 2 4 15,13 2 2-15,-7 2 8 0,1 1 6 0,6-4 5 16,6 6 4-16,1-2 3 0,0 0 10 16,6 0 3-16,6 0 9 0,0 0 6 0,8-5 6 15,-2 5 8-15,8-4 2 0,6-4-4 16,0 4-10-16,0-7-13 0,6-1-16 0,-5 1-15 15,11-4-18-15,-5 0-12 0,-1-4-11 16,1-2-8-16,-1-3-11 0,2 3-3 0,-9-5-1 16,1 0-4-16,-6 0 1 0,0 0 0 15,-7 0 5-15,-1-5-11 0,-4 5-27 0,-8 0-50 16,6-2-79-16,-6 2-101 0,-6-5-134 16,-2 2-159-16,2 3-157 0,6-4-130 15,-6 0-98-15,0-3 5 0,-1 3 85 0,7 1 140 16,0-4 169-16</inkml:trace>
  <inkml:trace contextRef="#ctx0" brushRef="#br0" timeOffset="129520.99">19141 8961 226 0,'0'-4'508'0,"0"0"88"0,0-3 81 0,0 4 37 16,0-2-134-16,0 2-117 0,0-1-103 15,0 4-78-15,0 0-77 0,0-3-77 16,0 3-54-16,0 3-41 0,0-3-8 0,0 4-6 16,6 4 6-16,-6-5 10 0,0 4 12 15,0 4 4-15,7 0 3 0,-7 1 4 16,6-2-2-16,-6 5-1 0,0-1 1 0,0-2 1 16,0 6 4-16,0-3 5 0,0 2 5 15,0-2-2-15,0 0 6 0,0-1 2 0,0 1-1 16,0-4-5-16,0 0-5 0,0-4 2 0,0 1-6 15,0 0 0-15,0-1-2 0,0-7 6 16,0 2 12-16,0 3 7 0,0-5 16 16,0 4 9-16,0-4 6 0,0 0-4 0,0-4-16 15,0 4-15-15,0-5-22 0,0 3-18 16,0-5-14-16,0-1-8 0,0 0-6 0,0-2-5 16,0-1-1-16,0 0-2 0,0-1-2 15,0 2 0-15,0-5-2 0,0 4-1 0,-6-3 0 16,6-1 0-16,0-1 0 0,0 6-2 15,6-5 2-15,-6 5-1 0,6-5 0 16,-6 4 2-16,8 0-2 0,-2 0 1 0,0 4-1 16,7-1 1-16,-6-2-4 0,6 2-1 15,-1 4 1-15,2-3-1 0,-8 0 1 0,8 3-2 16,-2 0 5-16,1 4-3 0,7-3 2 16,-7 3-3-16,0 0 2 0,0 3 1 0,0-3-2 15,0 4 2-15,1 3 0 0,-2-3 2 16,-5 7-1-16,6-3-1 0,-7 2 2 15,7-2-1-15,-7 6 0 0,2-2-1 0,-2 2 2 16,-6 1 1-16,6-1-1 0,-6 1 1 0,7 0 1 16,-7-1 3-16,0 5 9 0,7-5 6 15,-7 4 7-15,0-3 6 0,0 3 8 16,0-2 2-16,6-6-2 0,-6 5 1 0,0-4 1 16,0 0 0-16,0-4-2 0,0 0 2 0,0 1 0 15,0-1-4-15,0-3-3 0,0-1-2 16,0-3-7-16,0 4-4 0,0-4-7 0,0 0-3 15,0 4-4-15,0-4-3 0,0 0-3 16,0 0-26-16,0-4-50 0,0 4-82 16,-6-4-102-16,6 4-143 0,-7-3-200 0,7-1-218 15,-7 0-208-15,1-4-57 0,-8 5 30 16,8 0 101-16,-7-1 183 0,0 0 230 0</inkml:trace>
  <inkml:trace contextRef="#ctx0" brushRef="#br0" timeOffset="130340.84">16341 11195 159 0,'-20'8'325'16,"7"-5"44"-16,-1 5 22 0,2-4-54 15,-2-1-53-15,8 4-36 0,0-3-14 0,-1 0 8 16,0 3 19-16,7-3 32 0,0-1 20 16,0 0 14-16,0 6 1 0,7-6-15 15,6 0-35-15,-7 5-46 0,14-5-42 0,0 1-31 16,5 3-28-16,8-7-18 0,-1 4-12 15,8-1-7-15,-1 1-5 0,0-4-7 0,1 0-3 16,5 0-3-16,-7 0-4 0,9 0-3 16,-9-4-5-16,1 4-7 0,-6 0-11 0,-1-3-8 15,-6 3-13-15,-6 0-11 0,-7-4-16 16,-6 4-33-16,6 0-58 0,-13-3-98 16,0-1-144-16,-7 0-161 0,7 1-156 0,-13-1-139 15,7 0-93-15,-1-2 18 0,-5-3 101 16,4-1 141-16,-4 3 152 0</inkml:trace>
  <inkml:trace contextRef="#ctx0" brushRef="#br0" timeOffset="130543.87">16842 11118 4 0,'6'-7'528'15,"0"3"156"-15,8-3 94 0,-8 3 67 0,1-3-59 16,-1 3-171-16,7 4-164 0,0-3-124 16,7 6-66-16,-7 1-38 0,7 3-16 0,-2 4-6 15,2 4 2-15,0 3-2 0,-1 0-8 16,-5 5-17-16,-2-1-32 0,2 0-36 15,-8 3-37-15,-6 1-28 0,-6-1-19 0,-1 0-24 16,-6 2-44-16,-7-2-65 0,1 1-91 16,-1-4-151-16,-6-4-200 0,7 0-212 0,-1-2-188 15,8-1-58-15,-8-5 28 0,13-6 115 16,1-1 181-16,-1-3 216 0</inkml:trace>
  <inkml:trace contextRef="#ctx0" brushRef="#br0" timeOffset="131137.51">18724 11214 11 0,'6'-8'407'0,"-6"1"73"0,6-3 57 16,-6-3 57-16,0 6-72 0,0-4-87 0,-6 4-61 16,6-4-44-16,-6 3-31 0,6 2-42 15,-6-2-53-15,-1 5-51 0,-6-5-30 0,0 4-16 16,-1 1-11-16,2 3-11 0,-2 0-10 16,2 3-4-16,-8 1-7 0,1 4-10 0,-1-1-1 15,0 3 1-15,1 5 8 0,-1 4 0 16,1-1 8-16,6 4 11 0,-6 4 3 15,-1-1 3-15,6 1-2 0,2 3 1 0,-1 1-5 16,6-1-1-16,7 0 5 0,0 1 4 16,0-1 8-16,7 1 15 0,6-5 11 15,-1 1 8-15,8-1 5 0,0-3-2 0,-1 0-6 16,7-3-9-16,7-4-11 0,-7-1-13 0,0-3-12 16,7-4-12-16,-1 1-11 0,1-4-13 15,-1-4-11-15,1 0-10 0,-7 0-6 0,0-4-5 16,-6-1-4-16,-1 5-4 0,-6-3 0 15,0 0-20-15,-7 3-41 0,1-4-70 0,0 0-93 16,-7 1-112-16,0-5-145 0,0 5-163 16,-7-4-154-16,7 3-143 0,0-4-64 15,0 1 29-15,0 0 102 0,7-1 154 0,-1 0 182 16</inkml:trace>
  <inkml:trace contextRef="#ctx0" brushRef="#br0" timeOffset="131746.72">19069 11489 140 0,'6'-5'605'0,"1"-1"134"0,-7-2 95 0,0 5 75 16,7-5-114-16,-7 5-180 0,0-2-175 0,0 1-113 15,0 1-87-15,0 0-70 0,0 3-60 16,6 0-45-16,-6 0-30 0,0 3-18 16,0 4-5-16,0 1 2 0,0 3 8 0,6 0 9 15,-6 7 11-15,7 1 12 0,-7-1 9 16,7 4 7-16,-7 0 8 0,6-1 7 0,-6 6 4 15,7-5 3-15,-7 0-1 0,6-1-5 16,-6-2-9-16,7-1-7 0,-7-3-4 16,0-1-4-16,6-2 2 0,-6-1 8 0,0-4 17 15,0-3 20-15,0 3 21 0,0-7 13 16,0 0 4-16,0 0-9 0,7-4-17 16,-7-3-88-16,0 0-33 0,0-4 0 0,0-1 0 15,0-2 0-15,0-1 0 0,0-3 0 0,0-1 0 16,0 1 0-16,0-4 0 0,-7 4 0 15,7 0 0-15,0-1 0 0,0 4 0 0,0-3 0 16,7 4 0-16,-7-1 0 0,6 4 0 16,0-4 0-16,2 4 0 0,-2 1 0 0,7-1 0 15,0 3 0-15,0-3 0 0,7 3 0 16,-8 4 0-16,8 1 0 0,-7 0 0 16,7 3 0-16,-8 0 0 0,2 3 0 0,-2 4 0 15,1 1 0-15,-6 3 0 0,6 0 0 16,-7 1 0-16,8 2 0 0,-8 4 0 0,-6-3 0 15,7 7 0-15,-1-4 0 0,-6 0 0 0,7 4 0 16,-7 1 0-16,0-2 0 0,0-2 0 16,0-1 0-16,0 0 0 0,0 0 0 15,0 1 0-15,0-4 0 0,6-4 0 0,-6 0 0 16,0-1 0-16,0-2 0 0,0-1 0 16,0-3 0-16,0-1 0 0,0 1 0 15,0-4 0-15,0 0 0 0,-6 0 0 0,6 0 0 16,0-4 0-16,-7 4 0 0,7-3-253 15,-6-5-251-15,-1 5-207 0,1-5-224 0,-8 1-180 16,8 0-34-16,0-4 53 0,-8 0 119 16,8-5 200-16,-1 6 257 0</inkml:trace>
  <inkml:trace contextRef="#ctx0" brushRef="#br0" timeOffset="138776.39">5073 10024 287 0,'-6'-9'383'0,"-1"2"18"16,0 0-28-16,7 0-161 0,0 0-236 15,0-1-190-15,7 1-101 0,0-1-50 16,6 1 2-16,6 0 46 0</inkml:trace>
  <inkml:trace contextRef="#ctx0" brushRef="#br0" timeOffset="140482.35">16373 1977 187 0,'0'8'378'0,"-7"-4"76"16,7 3 25-16,-7-7-13 0,7 4-2 15,-6-1-43-15,6-3-43 0,0 0-35 0,-6-3-17 16,0 3-28-16,6-4-41 0,-8 0-32 0,8 1-20 16,-6-1-15-16,6-4-20 0,0 2-20 15,0 2-14-15,0-3-15 0,0-1-16 0,0 1-24 16,6-4-16-16,2 4-14 0,-2-4-8 0,0 0-7 15,14 4-7-15,-7-4 3 0,7 0 2 16,-2-1 2-16,2 1-7 0,7 4-3 0,-1 0-2 16,-7 0-6-16,7 2-5 0,0 2-9 0,-6 3 0 15,-1 3-2-15,7 2 1 0,-6 2-1 16,-7 0-3-16,7 8 2 0,-8 0-3 16,8 3-2-16,-14 1-1 0,7 2 3 0,-6 1 0 15,0 4 2-15,-7-1 4 0,0 5 6 0,0-1 4 16,-7 0 2-16,-6 4 4 0,6-4-3 0,-5 1-2 15,-2-1-3-15,-5 4-4 0,-1-7-1 0,0 0-2 16,2-1 1-16,-2-3 2 0,0 0 5 16,1-4 9-16,-1-4 14 0,0 1 18 15,7-4 14-15,1 0 19 0,-2-4 13 0,8-2 14 16,0 2 11-16,-1-3 7 0,0-4 7 16,7 3 0-16,-6-3-3 0,6 4-9 0,0-4-13 15,0 0-20-15,0 0-19 0,6-4-19 0,8 4-17 16,-2-3-15-16,2 3-11 0,5-4-6 15,1 0-4-15,0 4 0 0,5-3-3 0,1-2 0 16,-6 3 0-16,6 2-1 0,0-5 2 16,-7 2 1-16,7-1 4 0,-6 0-2 0,-1 1 1 0,1 3-2 15,0-4 0-15,-7 0-3 0,-7 4 0 0,7 0-2 16,-6-3-12-16,-1 3-25 0,-6-4-39 16,6 4-47-16,-6 0-65 0,0 0-75 0,0-3-76 15,0 3-91-15,0-5-119 0,0 2-160 0,8-4-119 16,-8 0-117-16,0-1-13 0,6 1 61 15,0-4 128-15,7 0 193 0,0 1 176 0</inkml:trace>
  <inkml:trace contextRef="#ctx0" brushRef="#br0" timeOffset="140983.85">17395 1919 224 0,'0'-3'412'0,"0"0"65"0,0-2 48 0,0-2-38 16,0 4-34-16,0-1-63 0,-6-3-47 16,6 3-36-16,0 0-36 0,-7 1-42 15,7-2-49-15,-7 3-39 0,1 2-31 0,0-5-19 16,-8 5-19-16,2 5-6 0,5-5-5 0,-6 7-2 15,0-4-2-15,-7 5-2 0,8-1 5 16,-2 4-1-16,-5 0-1 0,6 3 5 0,0 1 1 16,-7 0 3-16,7 2-1 0,0 2 2 15,7-1 3-15,-7 1 1 0,7-1 5 0,-2 4 7 16,-4-3 4-16,12 2 6 0,-7 1 2 0,7 0 2 16,0 1 5-16,0-5-1 0,0 4 4 15,7-4 3-15,-1 1 3 0,0 2 7 0,8-5 0 16,-1 2 4-16,6-4-1 0,0 1 2 0,1-4-2 15,6 0 1-15,1 0-3 0,5-4 1 16,-6-3 3-16,7-1-4 0,-1 1-4 0,-5-4-105 16,5 0-11-16,-6-4 0 0,0 1 0 15,0-1 0-15,-6 0 0 0,0-3 0 0,-2 3 0 16,-4-3 0-16,-1 3 0 0,-7 1 0 0,0-1 0 16,2 0 0-16,-2 1 0 0,-6 3 0 15,0-3 0-15,0-2 0 0,0 5 0 0,-6-4 0 16,6 4-291-16,-8-3-113 0,2 3-86 15,0-3-118-15,6-1-141 0,-7 0-155 0,7 1-101 16,0-5-5-16,0 0 72 0,7-2 139 0,-1-1 193 16</inkml:trace>
  <inkml:trace contextRef="#ctx0" brushRef="#br0" timeOffset="141436.88">18008 1677 4 0,'0'-18'434'0,"-8"0"101"0,8 0 89 0,0 3 92 15,-6 1-68-15,6-2-116 0,-6 2-91 16,6 2-70-16,-6 2-59 0,-1-1-68 0,7 4-54 16,-7 3-37-16,7-3-29 0,-6 3-24 0,-1 0-26 15,1 4-18-15,0 0-6 0,-2 4 4 16,2 3 12-16,-6 4 13 0,-2 4 8 15,1 0 17-15,0 6 15 0,0 5 8 0,0 0 3 16,0 7 6-16,0 3 14 0,0 1 15 0,0 4 9 16,0-1 10-16,6 4 16 0,-5 3 12 0,5 1 6 15,0-4-15-15,7 4-28 0,-6-1-175 16,6 2 0-16,6-6 0 0,-6 4 0 0,14-3 0 16,-8 1 0-16,7-2 0 0,0-2 0 15,7-2 0-15,-7 3 0 0,6-6 0 0,0 0 0 16,1 0 0-16,0-5 0 0,5-2 0 0,-5-3 0 15,0-8 0-15,-7 1 0 0,7-1 0 16,-1-7 0-16,-6-1 0 0,0 1 0 16,0-7 0-16,-6 0 0 0,5-1 0 0,-5-3 0 15,0 0 0-15,-1-3 0 0,-6-1 0 0,0-3 0 16,0-5-318-16,0 2-149 0,0-5-120 0,0-7-129 16,-6 0-153-16,6-4-148 0,6-6-27 15,-6-1 48-15,0-1 122 0,7-6 172 16,-7 0 215-16</inkml:trace>
  <inkml:trace contextRef="#ctx0" brushRef="#br0" timeOffset="141952.44">18150 1927 51 0,'-6'-14'521'0,"6"-1"132"16,0 4 101-16,0 0 71 0,-6-1-94 16,6 5-192-16,0 3-150 0,0 1-124 0,-7-1-93 15,7 4-53-15,0 4-20 0,0 7-2 16,7-3 5-16,-7 6 13 0,0 1 14 0,6 3-1 15,-6 0 0-15,6 4 0 0,-6 4 0 0,8-5 1 16,-8 5 3-16,0 0 6 0,6-4 0 16,-6 3-1-16,6-6-6 0,-6 4-5 15,0-6-7-15,7-2-14 0,-7 0-1 0,0-4-3 16,0 0 2-16,0-4 5 0,0 0 11 0,6-3 21 16,-6-1 16-16,-6 1-24 0,6-4-132 15,0-4 0-15,0 1 0 0,0-5 0 0,-7 1 0 16,7-4 0-16,-6 0 0 0,0-3 0 15,6-1 0-15,-8-6 0 0,8 1 0 0,-6-2 0 16,6 1 0-16,0-2 0 0,6 2 0 0,-6 3 0 16,8-5 0-16,4 4 0 0,-5 5 0 15,6 0 0-15,0-1 0 0,7 0 0 0,-8 1 0 16,8 7 0-16,-7-4 0 0,7 3 0 16,-1 0 0-16,-6 6 0 0,6-3 0 0,-5 5 0 15,6 5 0-15,-8-3 0 0,8 6 0 0,-7 0 0 16,-1 6 0-16,2 1 0 0,-1-1 0 15,-6 5 0-15,5-1 0 0,-5 4 0 0,-1-4 0 16,-6 8 0-16,7-4 0 0,-7 0 0 16,7 0 0-16,-7-4 0 0,0 4 0 0,6-4 0 15,-6-4 0-15,0 6 0 0,0-9 0 0,0 3 0 16,6-7 0-16,-6 1 0 0,0-1 0 16,0-3-169-16,7-4-200 0,-7 0-100 0,7-4-131 15,5-7-152-15,-5 0-157 0,6-3-115 16,0-1-3-16,1-7 68 0,-2 1 139 0,1-6 187 15,7 2 213-15</inkml:trace>
  <inkml:trace contextRef="#ctx0" brushRef="#br0" timeOffset="142249.25">18906 1710 116 0,'7'-14'566'0,"-7"3"134"16,0 3 88-16,6-2 69 0,-6 2-125 0,0 5-196 15,0-1-171-15,-6 0-108 0,6 8-56 16,-7 0-24-16,7 3-1 0,-6 4 20 0,-8 7 35 15,8 4 25-15,0 8 18 0,-8 3 2 16,2 3-2-16,-1 8-8 0,-1 0-13 0,2 7-27 16,-2-3-25-16,-5 7-19 0,6-3-97 15,-6 2-85-15,5 1 0 0,-5-4 0 0,6 1 0 16,-7-5 0-16,7-3 0 0,1-3 0 0,-2-4 0 16,1-1 0-16,7-7 0 0,-8-7 0 15,8-1 0-15,0-5 0 0,6-1 0 0,0-9 0 16,0-1 0-16,0-5-393 0,6-5-184 15,0 2-176-15,1-8-181 0,13 0-153 0,-8-1-17 16,8-2 57-16,-7 1 132 0,13-3 182 0,-6 5 225 16</inkml:trace>
  <inkml:trace contextRef="#ctx0" brushRef="#br0" timeOffset="142749.07">19050 2385 546 0,'-7'-8'710'0,"0"-3"84"15,-5 0 61-15,4-3-32 0,2-1-214 0,0 1-221 16,6-4-117-16,-6 2-65 0,6-2-48 16,0 0-37-16,0-1-18 0,6 1-10 0,0 4-9 15,8-1-10-15,-2 0-7 0,2 0-6 0,5 8-14 16,1-4-11-16,-1 7-13 0,1-3-8 16,-1 7-6-16,0 0-3 0,1 0 0 15,0 7 7-15,-1-3 5 0,1 7 3 0,-7 0 4 16,0 4 12-16,0 0 14 0,-7-1 13 0,1 5 15 15,0-1 16-15,-7 3 15 0,0 2 8 16,-7-2 3-16,0 2-4 0,-6-1-10 0,7 0-7 16,-14 3-5-16,0-3-11 0,8 0-6 0,-14 0-3 15,7 0 2-15,-1 0 2 0,0-3 0 16,1-4 8-16,5-1 15 0,2-3 18 0,-2 1 13 16,8-6-132-16,0 1-1 0,-1-3 0 15,1 0 0-15,6 0 0 0,0-2 0 0,0-2 0 16,6 0 0-16,7 0 0 0,-7-2 0 15,14 2 0-15,0 0 0 0,-1-4 0 0,1 4 0 16,6-4 0-16,0 4 0 0,-1-4 0 0,2 4 0 16,-8-3 0-16,8 3 0 0,-1-4 0 15,-7 0 0-15,1 4 0 0,0 0 0 0,-1-2 0 16,0-3 0-16,-6 5 0 0,7-4 0 16,-14 4 0-16,1 0 0 0,6-3 0 0,-13 3 0 15,6-4 0-15,1 4 0 0,-7-4-76 0,0 1-350 16,0-1-165-16,0-3-200 0,-7-4-262 15,7 0-95-15,-6-4 14 0,6 0 75 0,0-3 160 16,-6-3 221-16</inkml:trace>
  <inkml:trace contextRef="#ctx0" brushRef="#br0" timeOffset="143923.98">19466 1564 196 0,'7'-22'604'0,"0"0"112"0,-1 0 69 16,0 4 55-16,1 3-148 0,-1 1-203 0,14-1-138 16,-7 7-90-16,6 1-51 0,1 3-38 15,-1 4-32-15,7 4-24 0,1 3-9 0,-7 4-3 16,5 4-2-16,1 7 12 0,0 4 19 16,0 3 22-16,-6 7 14 0,5 9 15 0,-5 2 10 15,0 4-8-15,-1 5-16 0,-5 2-17 16,-2 1-9-16,-5-4-12 0,-7 3-4 0,7 1 4 15,-14-4 6-15,7 0 7 0,-7-4-116 0,-5 0-29 16,6-3 0-16,-8-4 0 0,1-4 0 16,0-3 0-16,0-4 0 0,-1-4 0 0,2-3 0 15,-1-1 0-15,0-3 0 0,0-3 0 16,7-5 0-16,-8 1 0 0,8-4 0 0,0-3 0 16,-1-1 0-16,7 0 0 0,-7 0 0 0,1-3 0 15,6 0 0-15,-7-1 0 0,7-3 0 16,0 4 0-16,0-4 0 0,-6 3 0 0,6-3 0 15,0 0 0-15,0 0 0 0,0 5 0 16,0-5 0-16,0 0 0 0,0 0 0 0,0 0 0 16,0 0 0-16,0 0 0 0,0 0 0 0,-7 0 0 15,7 0 0-15,0 0 0 0,0 0 0 16,0 0 0-16,0 0 0 0,0 0 0 0,0 0 0 16,0 0 0-16,0 0 0 0,0 0 0 0,0 0 0 15,0 0 0-15,0 0 0 0,0 0 0 16,0 0 0-16,0 0 0 0,0 0 0 0,0 0 0 15,0 0 0-15,0 0 0 0,0 0 0 16,0 0 0-16,0 0 0 0,0 0 0 0,0 0 0 16,0 0 0-16,0 0 0 0,0 0 0 15,0 0 0-15,0-5 0 0,0 5 0 0,0 0 0 16,0 0 0-16,0-3 0 0,0 3 0 16,0 0 0-16,0-4 0 0,0 4 0 0,0-3 0 15,0 3 0-15,0-4 0 0,0 0 0 0,0 1 0 16,0 3 0-16,0-4 0 0,0 0 0 0,7 1 0 15,-7 3 0-15,0-4 0 0,0 4 0 16,0-3 0-16,0-2 0 0,0 5 0 16,0 0 0-16,0-3 0 0,0 3 0 0,0 0 0 15,0 0 0-15,0 0 0 0,0 0 0 0,0 0 0 16,0 0 0-16,0 0 0 0,0 0 0 0,0 0 0 16,0 0 0-16,0 0 0 0,0 0 0 15,0 0 0-15,0 0 0 0,0 0 0 16,0 0 0-16,0 0 0 0,6 0 0 0,-6 0 0 15,0 0 0-15,0 0 0 0,0 0 0 0,0 0 0 16,0 0 0-16,0 0 0 0,0 0 0 16,0 0 0-16,0 0 0 0,0 0 0 0,0 0 0 15,0 0 0-15,0 0 0 0,0 0 0 16,0 0 0-16,0 0 0 0,0 0 0 0,0 0 0 16,0 0 0-16,0 3 0 0,0-3 0 0,0 0 0 15,0 0 0 1,0 0 0-16,0 0 0 0,0 0 0 0,7 0 0 15,-7 0 0-15,0 0 0 0,0 0 0 16,0 0 0-16,-7 0 0 0,7 0 0 0,0 0 0 16,0 0 0-16,0 0 0 0,0 0 0 15,0 0 0-15,0 0 0 0,0 0 0 0,0 0 0 16,0 0 0-16,0 0 0 0,0 0 0 0,0 0 0 16,0 0 0-16,0 0 0 0,0 0 0 15,0 0 0-15,0 0 0 0,0 0 0 0,0 0 0 16,0 0 0-16,0 0 0 0,0 0 0 15,0 0 0-15,0 0 0 0,0 0 0 0,0 0 0 16,0 0 0-16,0 0 0 0,0 0 0 16,0 0 0-16,0 0 0 0,0 0 0 0,0 0 0 15,0 0 0-15,0 0 0 0,0 0 0 0,0 0 0 16,0 0 0-16,0 0 0 0,7 0 0 16,-7 0 0-16,0 0 0 0,0 0 0 0,0 0 0 15,0 0 0-15,0 0 0 0,0 0 0 0,0 0 0 16,0 0 0-16,0 0 0 0,0 0 0 15,0 0 0-15,0 0 0 0,0 0 0 0,0 0 0 16,0 0 0-16,0 0 0 0,0-3 0 16,0 3 0-16,0 0 0 0,-7-3-101 0,7 3-312 15,0-4-138-15,-6-3-188 0,-1-1-226 16,-6-4-134-16,1-2-18 0,-2 1 59 16,-12-7 126-16,-7-2 215 0,1-3 278 0</inkml:trace>
  <inkml:trace contextRef="#ctx0" brushRef="#br0" timeOffset="144657.26">17180 1703 94 0,'-13'-7'405'0,"-6"3"80"15,5-3 67-15,2-1 1 0,-1 1-8 0,0 0-75 16,0 0-60-16,6-1-44 0,-6 1-38 15,7 4-53-15,-8-2-68 0,8 5-49 0,-7 0-22 16,0 8-5-16,0 3-2 0,-1 4 16 0,-4 6 14 16,4 5 12-16,-5 11 2 0,-1 3-4 15,1 4 4-15,-1 8-1 0,-6 2 2 0,-6 8-2 16,5 1-5-16,-5 3-10 0,-7 0-17 16,7 3-18-16,-7 2-13 0,-1-2-10 0,1-3-5 15,0-4-7-15,13-7-9 0,-6 0-6 0,5-8-11 16,7-7-15-16,8 1-13 0,-8-12-7 15,14-4-8-15,-7-2-6 0,6-4-4 0,0-9-18 16,7 1-37-16,0-7-50 0,7-4-66 0,0-4-77 16,6-7-93-16,-1 1-94 0,14-2-159 15,7-6-139-15,0 0-189 0,6-1-84 16,6-3 5-16,2-4 65 0,4 4 169 0,1-3 178 16</inkml:trace>
  <inkml:trace contextRef="#ctx0" brushRef="#br0" timeOffset="145172.76">19577 2113 154 0,'7'-6'469'0,"-7"1"108"16,0-2 99-16,0 4 31 0,0-5-53 0,0 5-98 15,0-5-70-15,0 5-66 0,0-1-72 16,-7 1-62-16,7 3-56 0,0 0-40 0,-7 0-21 16,-6 3-9-16,1 4 14 0,-2 8 22 15,-5-1 28-15,-1 5 31 0,1 6 26 0,-8 9 19 16,2 2-7-16,-7 5-25 0,-2 3-150 0,-5 3-118 16,0 4 0-16,1 1 0 0,-2 3 0 15,1-4 0-15,-6 0 0 0,12 0 0 16,1-7 0-16,-2 1 0 0,9-9 0 0,-1-3 0 15,6-4 0-15,8-4 0 0,-8-2 0 0,13-9 0 16,-6 1 0-16,6-4 0 0,1-4 0 0,6 0 0 16,-6-3 0-16,6-4 0 0,0 0 0 15,0 0 0-15,0-4 0 0,6 1 0 0,-6-4-190 16,6 3-473-16,1-3-292 0,0-4-228 0,6-1-62 16,0-2 52-16,0 0 106 0,-7-5 214 15,8 1 292-15</inkml:trace>
  <inkml:trace contextRef="#ctx0" brushRef="#br0" timeOffset="176690.63">30577 10100 314 0,'7'4'711'16,"-7"-1"129"-16,0-3 94 0,6 0 69 0,-6 0-192 15,0 0-259-15,6-3-186 0,2 3-130 16,-2 0-115-16,0-4-122 0,8 4-149 0,-2 0-184 16,1-4-199-16,1 4-203 0,4-3-139 15,-4 3-31-15,6-5 60 0,-1 2 140 0,1 0 176 16</inkml:trace>
  <inkml:trace contextRef="#ctx0" brushRef="#br0" timeOffset="176846.77">30961 10100 220 0,'0'4'660'0,"0"-4"143"15,0 3 114-15,0-3 91 0,0 4-143 16,7-4-201-16,-7 0-191 0,0-4-131 0,7 4-106 16,-7 0-89-16,6 0-64 0,0 0-54 15,-6 0-52-15,7 0-76 0,-7 4-103 0,7-4-156 16,-7-4-189-16,6 4-200 0,-6 0-153 0,0 0-36 15,-6 0 45-15,6-3 127 0,-7 3 172 16,7 0 205-16</inkml:trace>
  <inkml:trace contextRef="#ctx0" brushRef="#br0" timeOffset="200503.95">12563 3107 30 0,'6'0'176'0,"-6"0"-10"0,6 0-25 0,-6 0-21 16,0 0-2-16,8 0 1 0,-8 0 30 16,0 0 21-16,0 0 30 0,0-5 12 15,0 5-10-15,0 0-11 0,6-4-5 0,-6 4-2 16,0-3-14-16,0 0-1 0,0-1 5 16,0 0 10-16,0 4 17 0,0-3 9 0,-6-5 7 15,6 5-2-15,0-1-7 0,-8-4-13 16,8 2-16-16,-6-2-17 0,6-3-8 0,-6 4-8 15,-1-4-17-15,0 0-14 0,1 1-13 16,-7-2-13-16,0-3-11 0,0 0-14 0,0 4-4 16,0-3-4-16,-6 3-9 0,-1-1-2 0,0 6-7 15,1-5-4-15,-1 3-8 0,0 0-7 16,-5 6-3-16,5-6-6 0,-6 4-4 0,6 4 1 16,1-4-2-16,-7 4 2 0,6 4-4 15,-6-4 1-15,7 4 3 0,-1-1-3 0,-6 4-1 16,7 1-1-16,-7 0-1 0,0-1 1 15,-1 3-2-15,9 2 3 0,-16 3 3 0,9-1 3 16,-1 4 5-16,-7-4 3 0,7 9 5 0,0-4 4 16,-7 3 2-16,7 0 5 0,0 3 1 15,0 1 7-15,7 4 5 0,-7-5 8 16,6 8 12-16,1 0 6 0,-1-1 10 0,0 5 5 16,1 4 3-16,5-1-3 0,-5 0-7 15,6 1-7-15,0 2-6 0,7 1-10 0,-1-1-6 16,0-1-2-16,7 5-1 0,0-3 1 15,0 0-1-15,7 0-2 0,6 0-1 0,0 0-6 16,0-1-2-16,0 1-3 0,7 2 0 16,-1-3 1-16,7 1 4 0,-6-4 5 15,6 0 6-15,0-3 9 0,0-1 9 0,6 1 8 16,2-4 6-16,-2-3 5 0,1-1 0 16,-1-4-24-16,7 2-63 0,0-6 0 0,1-3 0 15,5-3 0-15,0 0 0 0,1-1 0 0,6-6 0 16,0-1 0-16,0-3 0 0,-6-1 0 15,6-3 0-15,-6-3 0 0,-1-1 0 16,1-7 0-16,-1 0 0 0,1 0 0 0,-1-7 0 16,-6 0 0-16,1-1 0 0,-1-3 0 15,0 1 0-15,-7-6 0 0,7 1 0 0,-6-2 0 16,-7-6 0-16,6 1 0 0,-6-3 0 16,0-4 0-16,1 3 0 0,-7-7 0 0,-1 4 0 15,-6-3 0-15,0-3 0 0,-7-1 0 16,1 0 0-16,0 3 0 0,-7-3 0 0,-7-1 0 15,0 0 0-15,1 0 0 0,-14 4 0 16,1-8 0-16,-1 5 0 0,1 3 0 16,-7-3 0-16,0 3 0 0,-7 4 0 0,7 4 0 15,-7-2 0-15,1 5 0 0,-1 4 0 0,1 4 0 16,-8-2 0-16,8 5 0 0,-1 4 0 16,1 3 0-16,-1 5 0 0,7-1 0 0,-7 3 0 15,7 5 0-15,1-1 0 0,-1 8 0 16,6-1 0-16,-6 1 0 0,13 3 0 0,-7 1 0 15,8-2 0-15,5 6-429 0,0-1-137 0,1 0-148 16,6 3-171-16,0-3-169 0,0 3-30 16,0-1 43-16,6 1 107 0,-6-3 166 15,7 0 227-15</inkml:trace>
  <inkml:trace contextRef="#ctx0" brushRef="#br0" timeOffset="201318.47">12484 3125 260 0,'0'7'442'0,"0"-7"70"15,0 3 77-15,0-3 2 0,0 4-37 16,0-4-35-16,0-4-29 0,7 1-28 15,-7-1-37-15,7-3-67 0,-7-4-57 0,6-1-50 16,7-2-29-16,-6 0-17 0,-1-4-12 0,7-1-22 16,0-3-24-16,0-4-20 0,7-2-16 15,-1-2-14-15,1-3-19 0,0-4-16 0,6 1-12 16,-7-8-10-16,1-4-9 0,6 1-8 16,-1-2-2-16,-5 2 7 0,0 3 11 0,-1 4 22 15,1 3 21-15,0 4 21 0,-8 3 21 0,1 5 9 16,-6 3 3-16,-1 5-12 0,1-2-95 15,-1 7-29-15,-6 1 0 0,7 4 0 16,-7 0 0-16,0 3 0 0,0 1 0 0,0 3 0 0,0-4 0 16,-7 8-106-16,7-1-131 0,0 1-64 15,-6 0-78-15,6 4-88 0,-7-1-104 16,7-1-120-16,-6 2-140 0,6-4-122 0,-7 3-5 16,1-4 65-16,6 1 123 0,-7 1 161 15,1-5 205-15</inkml:trace>
  <inkml:trace contextRef="#ctx0" brushRef="#br0" timeOffset="201724.54">12732 2234 165 0,'-7'0'543'16,"1"4"88"-16,0-4 72 0,-1 0 69 15,0-4-153-15,7 4-153 0,0-3-125 0,0-1-76 16,0 0-62-16,7 1-64 0,0-4-45 0,5-1-38 15,2 1-15-15,-1 0 0 0,-1-4-3 0,8 2-2 16,-6-1 6-16,5-1 4 0,0 5 4 16,-6-6 0-16,7 1 8 0,-7 0 18 15,-7 3 14-15,7 1 21 0,-6 0 12 0,-1 0 15 16,1 3 14-16,0 0-2 0,-7 1-8 0,0-1-10 16,6 4-16-16,-6-3-24 0,0 3-26 15,0 0-21-15,0 0-19 0,0 3-16 0,0 1-5 16,6 3-4-16,-6 0 9 0,7 8 17 15,0-1 22-15,-1 5 27 0,7-1 27 0,0 3 22 16,-6 6 10-16,5-2 3 0,2 1-3 0,-2 3-9 16,2-3-14-16,-8 3-14 0,7-3-11 15,-7 0-10-15,2-1-58 0,4-7-19 16,-5 5 0-16,-1-5 0 0,1-4 0 0,-7 1 0 16,6-7 0-16,-6 3 0 0,7-8 0 0,-7 4 0 15,0-2 0-15,0-5-92 0,0 0-202 16,-7 0-146-16,1-8-210 0,6 1-276 0,-13-4-182 15,6-4-38-15,-5 0 39 0,-8-7 108 16,7-4 198-16,-7-3 302 0</inkml:trace>
  <inkml:trace contextRef="#ctx0" brushRef="#br0" timeOffset="204052.08">12973 1296 233 0,'6'-7'347'0,"-6"4"72"16,7-5-16-16,-7 1-28 0,7-1 42 0,-7 2-21 16,6-6-25-16,-6 5-24 0,6 0-22 15,2-1-24-15,-8 1-34 0,6-1-40 0,-6 5-42 16,6-1-34-16,-6 1-32 0,0-1-19 15,6 4-11-15,-6 4-4 0,0 3 10 0,7 1 10 16,-7 2 20-16,7 9 14 0,-7-1 5 0,6 8 4 16,-6-1-10-16,0 1-7 0,0 3-11 15,7 4-10-15,-7-4-12 0,0 5-16 16,0-5-10-16,0 0-10 0,0-3-3 0,0-1 0 16,0 0-4-16,0-6 0 0,0-1 0 0,0-3 3 15,0-4 12 1,0 0 20-16,0-4 28 0,0-2 20 0,0-2 2 15,-7-6-1-15,7-2-21 0,0-2-31 16,0 0-33-16,0-8-24 0,-6 0-10 0,6-3-10 16,0-1-2-16,0 1-1 0,-7-3-1 0,7-5-2 15,0 4-4-15,7-4 2 0,-7 1-4 16,0 3 0-16,6-3 2 0,1-2 0 0,-1 1-1 16,8 1 0-16,-2 3-1 0,8-3 0 15,-7-1-3-15,7 4 2 0,-1 0-1 0,7 0 1 16,-6 4 0-16,6 0 1 0,0-1-3 0,-7 7 1 15,1 2 1-15,6 0-4 0,-7 5 1 16,-5 2 1-16,4 3 1 0,-4 8 2 16,5 2 2-16,-5 5 13 0,-2 3 9 0,-6 3 12 15,2 6 10-15,-2-2-8 0,0 9-36 0,-6-5 0 16,0 6 0-16,0-1 0 0,0 3 0 0,0-4 0 16,7 4 0-16,-7-5 0 0,0 1 0 15,0-3 0-15,7-1 0 0,-7-3 0 0,0-5 0 16,6 2 0-16,-6-5 0 0,0-4 0 15,7-3 0-15,-7-3 0 0,0-1 0 0,0-2 0 16,0-5 0-16,-7-5 0 0,7 1 0 0,-6-3 0 16,6 0-336-16,-14-4-168 0,8 0-166 15,0-4-175-15,-8-3-206 0,2 3-55 16,-2-7 30-16,-5 4 99 0,5-7 172 0,-4 2 215 16</inkml:trace>
  <inkml:trace contextRef="#ctx0" brushRef="#br0" timeOffset="204396.84">12693 945 133 0,'0'-15'569'0,"0"4"115"0,0-3 88 15,0 3 73-15,0 0-104 0,0-1-170 16,0 5-137-16,0 0-94 0,0 3-76 0,-6 0-67 15,6 4-65-15,0 4-34 0,0 4-14 16,0 2 8-16,0 13 25 0,0 2 27 0,-7 8 28 16,7 11 9-16,-6 4 0 0,6 7-8 15,-7 7-16-15,0 0-21 0,1 4-17 0,0 0-14 16,-2 4-14-16,2-4-14 0,0 4-10 0,0-5-3 16,-1-3-5-16,7 1-4 0,-7-8-5 15,7-4-3-15,0-3-7 0,0-8-10 0,0-3-8 16,0-5-8-16,0-6-4 0,0-3-3 15,0-5-1-15,0-4 0 0,0-2-13 0,0-9-30 16,-6-3-55-16,6-3-75 0,-7-5-89 0,1-7-106 16,0-3-130-16,-2-8-148 0,2-7-162 15,6-3-173-15,-6-12-44 0,6 1 37 16,6-9 103-16,-6-2 161 0,14 3 205 0</inkml:trace>
  <inkml:trace contextRef="#ctx0" brushRef="#br0" timeOffset="205088.16">12674 813 182 0,'0'-18'546'0,"0"3"106"15,-7 0 75-15,7 5 20 0,-7-1-106 0,7 0-151 16,0 3-121-16,-6 2-76 0,6-2-53 0,0-1-38 16,0 6-34-16,6-4-29 0,1 3-19 0,6 1-16 15,0-5-6-15,7 5-8 0,6-1-2 16,6 1-2-16,1-1-7 0,12 0-8 0,1 0-4 15,13 1-7-15,0-1-6 0,6 1-8 16,0-1-6-16,6 1-5 0,8-2-5 0,-2-2-4 16,2 0-1-16,5 0-8 0,-6-1 0 0,7 0-4 15,-1 1-4-15,-12-1-3 0,0 2-3 0,-7-5 0 16,-6 3 3-16,-13 1 11 0,-8 0 15 0,1 3 22 16,-13-3 30-16,-6 3 27 0,-1-3 14 15,-5 4 3-15,-2-1-6 0,-5-4-16 0,-7 5-18 16,7-5-20-16,-7 5-10 0,0 0-10 0,0-5-2 15,0 4-7-15,0 4-10 0,0-5-8 16,0 5-8-16,0 0-5 0,-7 0-6 0,7 5-2 0,-7 2 1 16,7 4 1-16,-6 3 1 0,0 5 0 15,6 3 2-15,-7 7 4 0,7 5 8 0,0 6 7 16,0 4 11-16,0 4 11 0,0 3 14 16,7 7 11-16,-1 2 5 0,0 1-25 0,-6 5-51 15,14-4 0-15,-8 0 0 0,1 1 0 0,-1-4 0 16,0 3 0-16,2-8 0 0,-2 2 0 15,0-1 0-15,0-7 0 0,-6 3 0 0,7-7 0 16,-7-1 0-16,0 2 0 0,-7-9 0 0,7 4 0 16,-12-7 0-16,6-3 0 0,-8 0 0 15,-5-5 0-15,-7-3 0 0,0 0 0 0,-1-8 0 16,-11 1 0-16,-15-5 0 0,1 2 0 0,-7-5 0 16,-12-3 0-16,-7 3 0 0,-7-3 0 0,-6 4 0 15,-14-5 0-15,1 1 0 0,-13-1 0 16,7 1 0-16,-8 0 0 0,7-1 0 0,14 1 0 15,-1-4 0-15,13 0 0 0,8 4 0 16,12-4 0-16,6 0 0 0,13 0 0 0,7 0 0 16,7 3 0-16,-1-3 0 0,13 0 0 0,8 0 0 15,-2 0 0-15,1 0 0 0,7-3 0 16,6 3 0-16,-7 0 0 0,7 0 0 0,7 0 0 16,-1 0 0-16,1 0 0 0,6 0 0 15,0 0-192-15,7-4-536 0,-1 4-338 0,1-7-173 16,-2-1-35-16,9-2 67 0,-7-5 134 0,-1-4 246 15,0-3 347-15</inkml:trace>
  <inkml:trace contextRef="#ctx0" brushRef="#br0" timeOffset="-201928.16">1146 12514 247 0,'0'14'319'0,"0"-2"49"0,6-5-35 0,-6 0-27 16,0-3-6-16,0 3-16 0,0-7-4 16,0 4 6-16,7-4 10 0,-7 0 2 0,0 0-15 15,0 0-25-15,0-4-30 0,6 1-36 0,1-1-26 16,-7-3-22-16,6-4-14 0,8-1-8 15,-8 2-7-15,7-5-5 0,0 1-9 0,0-5-7 16,7-4-5-16,-1 3-3 0,7-3-9 0,-6-6-9 16,6 0-8-16,0-1-8 0,7-3-4 0,-7 4-7 15,6-9-5-15,1 6-4 0,6-5 5 16,-1 2 5-16,1-2 7 0,7-4 11 0,-7-3 8 16,7 0 6-16,-1 1-4 0,8-2-7 0,-8-2-7 15,1 3-5-15,-1-1-3 0,1 1 1 16,-1 1 8-16,1-5 4 0,0 4 4 0,0-3-2 15,-1-2 1-15,7 2 0 0,-7 0-3 0,8-5-6 16,-1-2-4-16,0-1-5 0,0 0-6 16,0 0-6-16,7-3-8 0,0-2-6 0,-2 5-2 15,2-3-2-15,0 3-1 0,0 0-4 16,-1-4 0-16,1 5-4 0,0-2 0 0,-7 2 0 16,7-5-3-16,-8 4-1 0,2-3-3 15,5 2 3-15,-12 1-2 0,6 1-1 0,0-2 3 16,0 5 0-16,-6 1 2 0,-1-2 1 15,1 4 0-15,-1 0 0 0,-5 1 1 0,-1-1 0 16,6 0-1-16,-5-3 1 0,-1 0 1 16,-1 0 3-16,8-1 1 0,-7-2 2 15,6 2 0-15,1-2 2 0,0-1 2 0,0-1-3 16,5 0 0-16,-5 6-1 0,7-5 0 0,-2 4-1 16,1-4 1-16,1-4 1 0,-2 4 4 15,2-3 1-15,-7 3-2 0,5-1-1 0,2-2-3 16,-8 3 1-16,7 0 0 0,-6 4 0 0,-1 0 3 15,8-1 2-15,-8 1 0 0,7-4-2 16,-7 4-3-16,8-3-2 0,-7-2-2 16,5 1-3-16,-5 3 1 0,0-2-1 0,0 3 0 15,-1-1 4-15,-5 1-1 0,-2 3 0 0,1 0 0 16,0 4-1-16,-7 0 3 0,1 1-4 16,0-1 1-16,0 4 2 0,-8-5 0 0,1 5 1 15,1 0 1-15,-1-3 0 0,0 5 6 16,-7-1 0-16,7 2 1 0,-6 1 1 15,0-2-1-15,-1 2 0 0,1 3-2 0,6-4-3 16,-7 4-1-16,1-1-7 0,0 2-8 16,-1 3 0-16,0-4 0 0,0 3 0 0,1 1 0 15,-7 4 0-15,7-1 0 0,-7 3 0 16,0 2 0-16,0-2 0 0,0 6 0 16,-6-2 0-16,5 1 0 0,-5 3 0 0,0 1 0 15,-1 2 0-15,0 1 0 0,2 4 0 16,-8 0 0-16,0 0 0 0,6 3 0 0,-6 0 0 15,6 1 0-15,-6-1 0 0,0 4 0 16,0-3 0-16,0 3 0 0,7 0 0 16,-7 0 0-16,-7 0 0 0,7 0 0 0,0 0 0 15,0 0 0-15,-6 3-168 0,0-3-124 0,6 4-85 16,-8-1-117-16,-4-3-133 0,12 0-143 16,-14 0-164-16,8 0-74 0,0-3 14 0,-1-1 94 15,7-4 142-15,-6 1 184 0</inkml:trace>
  <inkml:trace contextRef="#ctx0" brushRef="#br0" timeOffset="-201474.23">6122 6319 358 0,'-7'4'480'0,"-6"-4"73"0,7 0 79 15,-7 0-29-15,6 0-84 0,7 0-73 16,-7-4-47-16,1 4-52 0,6 0-67 0,0 0-71 16,0 0-52-16,6 0-27 0,1 0-17 15,6-3-8-15,0 3-3 0,7-5-5 16,6 3-16-16,-1-6-15 0,15 0-17 0,-8 1-13 16,14 0-9-16,-7-5-11 0,0 2-2 15,6-1-4-15,-5 4-2 0,-1-4-2 16,0 0 0-16,-7 3-2 0,-6 2-2 0,-6 1 2 15,-1 1 2-15,1 4 7 0,-7 0 5 16,-6 4 12-16,-1 4 15 0,1 3 13 0,-7 0 17 16,0 7 14-16,0 0 11 0,-7 11 8 15,7 1 10-15,-6 3 11 0,6 8 6 0,-7-2 3 16,7 6 3-16,0-5 6 0,0 0 1 16,0-4-4-16,0 1-9 0,0-4-4 0,7-3-9 15,-7-5-11-15,6 1-15 0,-6-5-17 16,7-2-63-16,-7-4-16 0,0-1 0 15,6-3 0-15,-6-3 0 0,0-2 0 0,0 2 0 16,0-4 0-16,0 1 0 0,0-5 0 16,0 0-71-16,-6 0-264 0,6-5-233 0,-7 1-324 15,1-4-251-15,-1 2-84 0,0-5 24 16,-5-4 106-16,-2-3 213 0,-5-8 318 0</inkml:trace>
  <inkml:trace contextRef="#ctx0" brushRef="#br0" timeOffset="-134396.58">22254 9201 24 0,'0'12'39'0,"-7"3"-11"0,7 0-9 0,0-1-7 16,-6 1-5-16,6 3-6 0,-7-7-21 16,7 4-35-16</inkml:trace>
  <inkml:trace contextRef="#ctx0" brushRef="#br0" timeOffset="-128939.74">21869 8880 263 0,'0'-8'393'0,"0"2"66"15,0-3 15-15,0 3-15 0,0 2 7 0,0-3-29 16,-6-1-28-16,6 5-21 0,0-5-24 16,0 5-45-16,0 3-59 0,0-4-51 0,0 4-44 15,0 0-36-15,0 0-25 0,0 4-15 16,0-1-10-16,0 8-3 0,0 0 3 16,0 8 9-16,6-1 8 0,-6 3 3 0,0 2-1 15,0 3-3-15,0 3 2 0,0 0-10 16,0 1-9-16,0-1-11 0,0-3-9 0,0 3-11 15,0-4-11-15,0-3-4 0,0 1-9 16,0-5-5-16,0-4-3 0,0 0 8 0,0-2 30 16,0-5 39-16,0 1 31 0,0-5 18 15,0-3 9-15,7 0-7 0,-7 0-29 0,0-3-40 16,7-1-32-16,-7 0-18 0,6 1-11 16,1-1-6-16,-1 0-5 0,8 4-1 0,-8-3-1 15,6 3-1-15,2 0 0 0,-1 0 2 16,-1 3 0-16,2-3 0 0,6 0 1 15,-1 0 1-15,1 0-2 0,-2 0-1 0,-4 0 1 16,6 0-1-16,-1 0 0 0,1 0 0 16,-1-3 0-16,1-2 0 0,-8 5 1 0,8-3-1 15,-6 0-1-15,-8-5 1 0,0 5-2 16,1-5 2-16,-1 1 0 0,1 0 0 16,0-4 0-16,-7 4 1 0,6-5 0 0,-6-2 0 15,6 3-1-15,-6-4 1 0,0 0-1 0,0 4 1 16,0-4-1-16,-6 5 0 0,6-1 0 15,-6 4-1-15,-1-4 1 0,0 3-1 16,1 5 0-16,-7-1 1 0,7 0 0 0,-8 0 0 16,8 4-2-16,-8 4 0 0,8 0-2 15,-7 0 0-15,7-1 2 0,-8 7 2 16,8-1-1-16,0 2 0 0,6 3 2 0,-7-3-1 16,7 4-1-16,0-1 2 0,0 1 0 0,7 0 1 15,-1-1-1-15,-6 1 1 0,13 0-1 16,-6-4 0-16,6 0-1 0,-1 0 0 0,-5-5 1 15,6 2-1-15,1 0 1 0,-2-5-1 16,1 1-1-16,1 0 1 0,-8-1-8 16,6-3-31-16,2 0-57 0,-8 0-70 0,7-3-83 15,1-1-92-15,-2 0-117 0,-5-3-119 16,6 3-87-16,0-4-72 0,-6-2-71 0,6 3-46 16,-7-4 52-16,0 0 112 0,1-4 122 15,0 5 134-15</inkml:trace>
  <inkml:trace contextRef="#ctx0" brushRef="#br0" timeOffset="-128298.67">22437 9100 178 0,'-8'-7'387'0,"8"-4"84"0,-6 0 75 16,6 3-10-16,-6-4-10 0,6 6-44 0,-7-1-43 16,7 3-47-16,0-4-51 0,0 6-77 15,-7 2-76-15,7-5-57 0,7 5-45 0,-7 0-35 16,7 5-22-16,-1-3-7 0,0 2 4 16,2 4 7-16,-2-1 9 0,7 4 17 15,-7 0 9-15,1 4 8 0,6-4 5 0,-7 3 2 16,0 4 1-16,2-3-5 0,-2 0 3 15,0-1-4-15,-6 1-2 0,0 0-4 0,7-4-6 16,-7 0-8-16,0 0-9 0,0-5-7 16,0 2 0-16,0-4 3 0,0 0 24 0,0-1 32 15,0-3 15-15,0 0 8 0,0 0-2 16,0-3-12-16,0-5-27 0,0-3-34 16,0 0-23-16,0 0-13 0,6-3-5 0,1-4-5 15,-1 3-1-15,1 0-2 0,-1 1 1 0,1 2-1 16,6-2-1-16,-7 6-1 0,8 1 0 15,-8 4-2-15,7-2 0 0,0 5 1 16,0 0 1-16,-7 5 1 0,8 2-1 0,-2-4 2 16,2 5-1-16,-1-1 2 0,-1 0 0 15,2 0-4-15,-2 1 1 0,8-4 0 0,-7-1-4 16,1 1-7-16,-2 0-1 0,-5-4 0 16,6 0 1-16,0 0 0 0,-7-4 4 0,1 0 5 15,0-3 3-15,-1-1-1 0,0 1-2 0,-6 0 3 16,0-4-1-16,0 4 2 0,0-5 0 15,0 2 0-15,-6 3 2 0,0-1-4 16,-1-4-2-16,0 10-2 0,1-6-1 0,-7 5 1 16,7-1 0-16,-8 4 3 0,2 0 1 0,4 0 2 15,-4 4 2-15,5-1 0 0,-6 1-1 16,6 2-3-16,1 6-2 0,-6-4 2 16,4 6-1-16,8-3 1 0,-6 4 2 0,6-1 0 15,0 5 2-15,0-5 1 0,0 2 1 16,6-2 0-16,2-3 1 0,-2 3 1 0,0-6 5 15,0 3 3-15,8-5 8 0,-8 2 11 16,7 0 7-16,1-5 5 0,-2 1-3 16,2-4 0-16,5 4-10 0,-6-4-9 0,6-4-12 15,-5 4-1-15,-2-4-10 0,2 4-30 16,-1-3-53-16,-1-1-74 0,-4 0-90 0,4 1-129 16,-6-5-169-16,8 5-149 0,-8-5-133 15,1 2-108-15,-1-6-2 0,0 1 75 0,8 0 148 16,-8 1 161-16</inkml:trace>
  <inkml:trace contextRef="#ctx0" brushRef="#br0" timeOffset="-128033.35">23107 8971 160 0,'0'-14'554'0,"0"0"131"0,0 2 111 0,-7-2 89 16,7 3-138-16,0 4-163 0,0-1-140 16,-6 5-122-16,6-2-99 0,-6 10-61 0,6-2-26 15,0 5 6-15,6 6 23 0,-6 1 22 16,0 7 22-16,6-1-2 0,-6 5-11 0,7 3-19 15,-7 5-21-15,7-1-15 0,-1-1-20 16,-6 1-10-16,7-3-12 0,-7 3-14 16,6-8-11-16,0 1-12 0,-6-4-13 0,7 0-11 15,-7-7-9-15,0-1-6 0,0-6-3 16,7-1-3-16,-7 1-2 0,0-5-3 0,0-3-8 16,0 0-30-16,0 0-72 0,0-3-105 15,0-2-122-15,0-2-176 0,0 0-209 16,0 3-222-16,0-7-142 0,0 3-9 0,6-2 62 15,0-5 142-15,8 4 198 0,-1 0 240 16</inkml:trace>
  <inkml:trace contextRef="#ctx0" brushRef="#br0" timeOffset="-126364.52">25367 8840 134 0,'0'3'422'16,"0"1"79"-16,0-8 82 0,0 4 63 16,0-3-55-16,7-5-62 0,-7 1-56 0,6-4-40 15,-6 0-66-15,0 1-79 0,0-5-50 16,0 0-53-16,0 1-36 0,-6 2-30 15,6-3-22-15,-7 5-25 0,-6-2-20 0,6 5-19 16,-5 3-14-16,-8 1-7 0,7 3-4 16,-7 0-3-16,0 3-5 0,8 5-1 15,-8-1 1-15,7 1 0 0,0-1-3 0,6 4 1 16,1 0-1-16,0-1 3 0,6 2 1 16,6-1-2-16,0 0-3 0,8 0 4 0,-1 3 0 15,7-3 0-15,-2 4-1 0,9-4 3 16,-7 4 1-16,6-1 0 0,-1 1 0 0,-5 0 10 15,0 3 10-15,-1 1 12 0,-6-5 11 16,0 8 13-16,-7-8 19 0,-6 5 9 0,7-1 9 16,-14 1 3-16,7-5 7 0,-12 1 4 15,5 0-4-15,-6-5-6 0,-6 1-4 0,5-3-7 16,-5-5-10-16,-1 4-9 0,0-7-14 16,2 0-9-16,-2 0-9 0,1-3-11 15,-1-4-10-15,0-1-4 0,1 1-3 0,5 0-7 16,2-5-18-16,-2 6-38 0,8-2-62 15,0-3-78-15,-1-1-93 0,14 6-121 0,-1-5-140 16,0 1-126-16,8-2-110 0,5 1-120 16,1 0-10-16,6 0 68 0,-6-4 126 0,12 4 148 15,-7-4 163-15</inkml:trace>
  <inkml:trace contextRef="#ctx0" brushRef="#br0" timeOffset="-125941.11">25517 8840 3 0,'13'-8'453'15,"-7"1"123"-15,0 0 114 0,2-1 95 0,-2 5-59 16,0-1-142-16,-6 0-124 0,0 4-110 15,7-3-110-15,-7 6-89 0,0 1-56 0,0 3-28 16,0 1-7-16,0 3 5 0,0 3 7 16,0 0 4-16,0 5-7 0,0-1-4 0,6 1-3 15,-6-1 1-15,7-3 4 0,-1 3 11 16,7 0 13-16,-7-3 9 0,8 0 2 16,-1-3-3-16,0-2-4 0,0-3-6 0,0 1-10 15,6-6-11-15,1 3-8 0,0-5-8 16,-1-5-10-16,1 3-6 0,-7-6 4 0,6 1 2 15,-6-3 1-15,-7-2 0 0,8-3 0 16,-8 0-7-16,1-3-10 0,-7 0-7 16,7 0-6-16,-7-1-1 0,-7 4 1 0,7 1 2 15,0 0 3-15,-7 5-4 0,7-1-1 16,0 6-5-16,-6-3-2 0,6 3-6 0,0 1-2 16,-6 3-1-16,6 3 2 0,-8 1 1 15,8 3 0-15,0 1 1 0,0 3 1 0,0 3 2 16,0 1 0-16,0 0-1 0,0-1-3 15,8 1 0-15,-2 0 1 0,0-1-1 0,-6 1 1 16,7-4 2-16,6 0-1 0,-7 0-1 16,1 1-6-16,6-6-36 0,-6 2-63 0,5-5-82 15,2-3-100-15,-2 0-134 0,8-3-146 16,-7-1-122-16,1-4-110 0,-2-2-92 16,-6-5 8-16,8 1 86 0,-8-5 127 0,1-3 144 15</inkml:trace>
  <inkml:trace contextRef="#ctx0" brushRef="#br0" timeOffset="-125510.14">26045 8770 222 0,'0'-21'451'0,"0"5"97"0,-8-2 111 16,8 3 16-16,0 4-73 0,0 4-110 0,0 0-85 16,0 3-85-16,0 1-105 0,0-2-92 15,0 10-45-15,0 2-14 0,8 4 3 16,-2 3 14-16,0 1 16 0,0 7 22 0,-6 0 11 16,8 0 7-16,-2 4 7 0,0-1-8 15,1 5-1-15,-7-9-7 0,0 5-8 16,6-4-9-16,-6 0-8 0,0-4-2 0,0-2-8 15,0-2-2-15,0-3 4 0,0-4 11 16,0 0 22-16,0 1 12 16,0-8 4-16,0 4-6 0,-6-8-10 15,6 0-25-15,0 0-30 0,-7-3-21 0,7-4-15 16,0 0-8-16,0 4-10 0,7-8-4 0,-7 4-3 16,13 0-3-16,-6 1-4 0,-1-2-4 15,7 1-1-15,0 4 0 0,0-5-2 16,7 10 0-16,0-3-1 0,-2 2-1 0,2 3 0 15,-1 3 1-15,1 2 1 0,-6-3-2 16,5 6 1-16,1 3 0 0,-8-3 0 0,-6 7-1 16,2-5 2-16,-2 1 0 0,-6 4 0 15,0-1 0-15,-6 1 3 0,-2-4 3 0,-4 4 3 16,-1 0 1-16,-7-4 2 0,0-4 0 16,2 4-1-16,-2-4-3 0,0 1-2 0,1-1-2 15,-1-4-6-15,7 1-28 0,-7-4-58 16,8 0-92-16,5 0-113 0,0-4-168 0,1 1-214 15,6-1-205-15,6-4-177 0,1 2-34 16,6-5 48-16,0 0 132 0,7 0 198 16,0 0 223-16</inkml:trace>
  <inkml:trace contextRef="#ctx0" brushRef="#br0" timeOffset="-125244.58">26566 8901 300 0,'0'0'733'0,"-8"0"106"0,8-2 69 0,-6 2 58 15,0 0-157-15,6 0-304 0,-7 2-162 16,7 3-72-16,-6 2-33 0,6 4-18 0,0 3 3 16,0 5 9-16,0 3 0 0,0 0 0 15,0 3-9-15,6 0-17 0,-6 6-28 0,0-6-29 16,0 5-25-16,0-1-26 0,7-3-23 16,-7 0-18-16,0-1-27 0,0-3-30 0,-7-5 0 15,7 2 0-15,0-4 0 0,0 0 0 16,0-8 0-16,0 0 0 0,-6 1-24 0,6-8-172 15,0 0-113-15,0-8-121 0,0 1-148 16,0-5-144-16,0-1-120 0,0-6-120 0,6-3-28 16,-6-4 47-16,0-2 113 0,0-2 151 15,-6-3 174-15</inkml:trace>
  <inkml:trace contextRef="#ctx0" brushRef="#br0" timeOffset="-125025.85">26507 9012 119 0,'-7'-19'486'0,"7"5"141"0,-7-1 121 15,7 1 61-15,0-1-71 0,7 4-121 0,-7 0-111 16,13-1-102-16,-6 2-86 0,6-1-59 15,6 3-37-15,1 5-25 0,-1 0-11 16,7 3-10-16,-6 0-12 0,6 3-14 0,-7 0-14 16,7 5-14-16,-6 0-16 0,-7 3-20 15,7-4-12-15,-14 4-14 0,8 3-15 16,-14-2-8-16,0 2-5 0,0 0-5 0,-8-3-5 16,2 4-5-16,-7 0 3 0,-6-1-12 15,6-2-2-15,-7 1-33 0,7-1-50 0,-6-1-77 16,6-3-103-16,-1-2-136 0,2-1-175 15,4-2-155-15,-4-3-157 0,12-3-96 16,-7-2 8-16,7-5 91 0,0 3 150 0,7-4 167 16</inkml:trace>
  <inkml:trace contextRef="#ctx0" brushRef="#br0" timeOffset="-124488.47">26735 8883 51 0,'6'-11'525'15,"7"5"158"-15,-6-6 116 0,-1 5 83 16,0 0-79-16,8-4-153 0,-8 3-150 15,7 5-133-15,0-5-95 0,0 8-62 0,1-3-45 16,-2 3-25-16,8 0-8 0,-7 3-16 0,0 1-15 0,0 0-11 16,0 3-10-16,0 0-10 0,0 4-12 15,-7 0 0-15,1 1 8 0,0 2 4 0,-1 5 7 16,0-5 4-16,-6 4 2 0,0-3 2 16,-6 3-4-16,6-3-8 0,-6 3-10 15,-1-3-9-15,-6-1-9 0,6-2-9 0,-5-1-7 16,5-4-7-16,0 0-2 0,-5 1-4 15,5-5-2-15,0-3-2 0,7 0-2 0,-6-3-1 16,6-1 1-16,-7-3 0 0,7-4 0 16,7 0-1-16,-7-3-3 0,6-6 0 15,1 6-5-15,6-5-1 0,0 5-1 0,-6 0-2 16,5-1 0-16,1 4 1 0,-6 3-1 16,6 0 0-16,1 8-1 0,-8 0 1 0,6 0 0 15,-5 8-2-15,0 3-1 0,6 0 4 16,-7 1-1-16,0 2 1 0,2 0-1 0,-2 2 3 15,0-2 2-15,8 1-2 0,-8-1 3 16,7-3 2-16,-7-1-3 0,8-1 3 0,-8-2 1 16,7-3 5-16,-6-4 7 0,5-4 13 15,1 0 10-15,1-3 17 0,-2 0 12 0,-4-4 6 16,-2-1 3-16,6-2-4 0,-12-5-70 16,7 5-5-16,-7-8 0 0,-7 3 0 15,1-2 0-15,0 3 0 0,-8 2 0 0,2-1 0 16,-2 2 0-16,-5 4 0 0,6 0 0 15,0 3 0-15,0 5 0 0,0-1 0 0,0 4 0 16,-1 0-22-16,8 4-227 0,0-1-109 16,-8 1-130-16,14 0-162 0,-6-1-158 0,6 5-125 15,0-5-92-15,0 1 13 0,0 0 84 16,6-4 162-16,8 0 192 0</inkml:trace>
  <inkml:trace contextRef="#ctx0" brushRef="#br0" timeOffset="-123986.3">27379 8733 511 0,'7'-11'742'0,"-7"1"106"0,0 2 97 0,0-3 40 15,0 4-228-15,-7-1-242 0,7 1-136 16,0 7-101-16,7-3-92 0,-7 3-75 0,0 3-53 16,0 4-17-16,6 4 1 0,-6 4 21 15,7 3 25-15,0 9 24 0,-1-2 24 16,-6 4 8-16,6 0 0 0,-6 5-12 0,0-1-17 15,0-4-19-15,0 4-19 0,0-7-13 16,0-1-10-16,0-3-8 0,0 0-2 0,-6-7-1 16,6-1 12-16,0-3 20 0,0-4 29 15,0-3 17-15,0 0-41 0,-6-8-80 0,6 0 0 16,0-6 0-16,-7-1 0 0,7-4 0 16,0-3 0-16,0-1 0 0,0 1 0 15,0-4 0-15,7 3 0 0,-1 1 0 0,0 3 0 16,0 1 0-16,2-1 0 0,4 5 0 0,2 2 0 15,-1 0 0-15,6 1 0 0,0 3 0 16,1 4 0-16,0 0 0 0,-1 4 0 16,1 0 0-16,-7 4 0 0,7 3 0 0,-8-1 0 15,2 5 0-15,-8-1 0 0,0 5 0 16,1-1 0-16,-7 0 0 0,0 1 0 0,-7-1 0 16,1-3 0-16,0 3 0 0,-8-3 0 15,8 0 0-15,-14-1 0 0,7-3 0 0,1-4 0 16,-8 5 0-16,0-9 0 0,7 1 0 15,0-4 0-15,-6 0 0 0,12-4-386 0,-6-7-286 16,7 0-180-16,-1-4-196 0,7-3-91 16,7-4 18-16,-1-3 86 0,0-5 173 0,8 1 204 15,-2 0 257-15</inkml:trace>
  <inkml:trace contextRef="#ctx0" brushRef="#br0" timeOffset="-122949.89">27698 8726 276 0,'7'-4'618'0,"0"1"111"0,-1-1 73 0,-6 4 20 15,0 0-128-15,6 4-140 0,-6-1-130 16,0 8-58-16,7 5-26 0,-7-2-16 0,7 4-22 16,-7 4-13-16,0 0-18 0,6 0-27 15,-6 3-28-15,7 2-34 0,-1-6-36 16,0 5-38-16,-6-8-31 0,14 5-22 0,-8-9-17 16,0 4-3-16,8-7 5 0,-8 0 6 15,7-3 3-15,0-6 0 0,0 3-2 16,7-5-7-16,-7-5-32 0,6-1-8 0,-6-1 0 15,7-1 0-15,-7-3 0 0,0 0 0 16,-7 0 0-16,7-4 0 0,-13 1 0 0,7-1 0 16,-7 5 0-16,0-2 0 0,-7 1 0 15,1 4 0-15,-1-5 0 0,1 10 0 0,-7-3 0 16,-6 5 0-16,5 0 0 0,1 5 0 16,1-3 0-16,-2 3 0 0,2 6 0 0,4-4 0 15,-4 4 0-15,5 0 0 0,1 4 0 16,-1-1 0-16,1 1 0 0,6-4 0 0,0 4 0 15,0-1 0-15,0 1 0 0,6-4 0 16,-6 0 0-16,7-4 0 0,6 4 0 0,-7-8 0 16,8 2 0-16,-2-2-71 0,8-3-88 15,-7-3-69-15,7-2-69 0,-8 2-45 0,8-4-16 16,-7 0 6-16,0-4 27 0,0 0 41 16,-7-4 50-16,2 0 49 0,-2-3 48 15,-6-1 42-15,0 5 33 0,0-4 33 0,0-1 32 16,0 5 29-16,0-2 23 0,0 3 28 15,-6 1 23-15,6 2 17 0,0 1 0 0,0 3-6 16,0-2-10-16,0 5-18 0,0-1-17 16,0 0-22-16,0 4-15 0,0 0-14 0,0 4-10 15,6 0-6-15,-6-1-4 0,0 8 2 16,6-3 13-16,-6 2 13 0,6 1 17 16,-6 5 17-16,7-2 16 0,-7 4 16 0,7-3 3 15,-7 3 2-15,0-3 4 0,0 3-1 0,0-3-5 16,0-1-9-16,0 1-7 0,0-5-6 0,0 2-12 15,-7-1-10-15,7-3-6 0,0-2 11 16,0-1 20-16,0-2 18 0,0-3 13 0,0 0 8 16,0-3 0-16,0-2-14 0,-7-1-26 15,7-2-27-15,0-3-17 0,0-1-13 16,0-1-12-16,0-6-9 0,7 1 0 0,-7-1 0 16,7 1 0-16,-7 0 0 0,6 0 0 15,1 3 0-15,-1 1 0 0,-6 3 0 0,6-1 0 16,2 5 0-16,-2 0 0 0,7 2 0 15,-6 5 0-15,-1 5 0 0,7-1 0 0,-7 2 0 16,8 2-3-16,-8 6 1 0,0-2 0 16,1 6 1-16,0-4 1 0,-1 5 0 15,-6-1 0-15,6-3-1 0,-6 3 1 0,7-2 2 16,-7-2-3-16,0-3 1 0,6 0 0 16,-6-4 1-16,0 0 3 0,0-3-2 0,7 0-1 15,-7-4-1-15,7-4 0 0,-7 0 0 16,6-3 0-16,0 0 0 0,2-4 0 0,-8-4 0 15,6 0 0-15,0-3 0 0,-6-1-1 16,0 1-6-16,6 0 0 0,-6 3 2 0,7 1 3 16,-7 3 0-16,0-1-3 0,0 9 0 15,7-5-1-15,-7 8-1 0,6 0-2 0,7 5 2 16,-7-2 1-16,8 7 3 0,-2 2 2 16,8 3 2-16,-7 0 1 0,1-1 4 15,-2 0-1-15,2 5 1 0,-8-5 3 0,7 1 0 16,-7 0 1-16,1 0 0 0,-7-1 2 15,7-3-9-15,-7 0-3 0,0-3 0 0,-7-1 0 16,0 0-33-16,1-3-91 0,-7-1-98 16,-1 1-114-16,2-4-145 0,-1-4-178 15,-7 1-144-15,7-1-147 0,0 0-75 0,-7-3 20 16,1-1 97-16,6-2 164 0,-6-5 172 16</inkml:trace>
  <inkml:trace contextRef="#ctx0" brushRef="#br0" timeOffset="-122175.89">29998 8840 283 0,'-7'-15'434'0,"7"-3"74"0,-6 4 83 15,-1-5 3-15,0 4-49 0,1 0-58 16,0 4-39-16,-1 0-44 0,0 1-73 0,1 5-91 16,-1-2-70-16,1 4-47 0,-1 3-31 15,1 3-22-15,-1 4-7 0,1 5 0 0,0-1 4 16,-2 8 10-16,2-1 7 0,0 0 9 15,6 0-1-15,0 0 6 0,0 1 7 16,0-2 1-16,0-2-2 0,6 1-1 0,8-3-1 16,-8-1 0-16,7-1-11 0,0-4-13 15,0-3-11-15,0-1-12 0,6 2-16 0,-5-10-12 16,5 2-9-16,1-1-7 0,-8-3-3 16,2 0-1-16,-1-4 2 0,0-1 0 0,0 1 0 15,-7-3 4-15,0-1 2 0,2 1 3 16,-8-1 2-16,0 0-1 0,0 4 0 0,0 5-4 15,0-2-5-15,-8 4-4 0,8 4-2 16,-6 4-3-16,0-1-4 0,-1 2 0 0,7 5 2 0,-6 1 0 16,6 0 0-16,6 0 0 0,1 4 2 15,-1-4 1-15,0 3 1 0,8-2-1 0,-1-1 0 16,6-4 12-16,1 4 11 0,-1-4 8 16,1-3 10-16,-1-1 10 0,7 1 6 15,-6-4 1-15,0-4-2 0,-1 1 7 0,1-5 2 16,-1 5 6-16,-6-8 7 0,0-1 5 15,-6 1-3-15,6-3-9 0,-13-1-9 0,0 1-13 16,0-8-15-16,-6 3-13 0,-8-2-23 16,1-6 0-16,0 9 0 0,-6-3 0 0,-1 2 0 15,1 4 0-15,-1 5-16 0,0 2-77 0,1 1-78 16,-1 3-95-16,8 4-100 0,-2 4-122 16,8 0-139-16,6-1-126 0,0 5-112 15,6-1-97-15,1 4 2 0,6 0 73 0,0-4 141 16,7 1 166-16,0-5 183 0</inkml:trace>
  <inkml:trace contextRef="#ctx0" brushRef="#br0" timeOffset="-121392.22">30512 8707 406 0,'7'-3'602'0,"-7"-4"120"0,6-1 103 0,-6 1-9 16,0 3-177-16,-6-3-146 0,6 7-118 0,-7-3-106 16,1 3-91-16,-8 3-62 0,8 1-33 15,-8 3-15-15,8 8-10 0,0 0-11 0,-7-1-6 16,13 4-4-16,-7 5 1 0,7-5 0 15,0 4-2-15,7 0 1 0,0-4 0 0,-1 4 3 16,6-3 0-16,2-6 2 0,-1 3 13 16,7-5 19-16,-8-4 29 0,8 1 27 0,-7-5 28 15,7 1 27-15,-8-4 14 0,2-4 3 16,-2 1-6-16,2-2-11 0,-8-2-17 0,1 0-25 16,-7-4-29-16,0-1-23 0,0-1-26 0,-7-3-25 15,-5-2-40-15,-2 0 0 0,2 0 0 16,-2 3 0-16,1-3 0 0,0 3 0 0,0 1 0 15,1 2 0-15,-2 5-33 0,8 0-61 16,-1-1-59-16,1 5-67 0,6-1-67 0,0 1-39 16,0 3-14-16,6 0 1 0,1 0 23 15,-1 0 34-15,14 0 47 0,-8 0 37 0,2 0 38 16,5 0 41-16,-5 0 35 0,-2 0 35 16,2-5 29-16,-2 5 34 0,1 0 36 0,1-3 25 15,-8 3 24-15,6-4 21 0,2 4 12 0,-1 4-1 16,0-1-9-16,0 2-5 0,0 2-10 15,0 0-8-15,0 4-8 0,7 1 3 0,-8 2-9 16,8 4-10-16,-6-3-10 0,-2 3-8 0,1 0-10 16,0-3-18-16,-6 0-8 0,-7-1-5 15,0 1-3-15,0-5 0 0,-7 6 0 16,1-9-2-16,-7 0 2 0,6 0 8 0,-5-2 13 16,4-2 18-16,-4-3 21 0,5-3 21 0,0 3 15 15,1-8 7-15,-7 4 0 0,13-7-5 16,-6 4-17-16,6-7-17 0,0-2-17 0,6-1-15 15,-6 2-14-15,13-7-15 0,-7 3-8 16,8-3-5-16,-2 4-19 0,8-3-27 0,0 2-40 16,-1 1-43-16,-5 3-48 0,5-4-41 0,0 4-28 15,1 1-6-15,-7 0 11 0,0-1 31 16,0 4 34-16,0 1 35 0,-7-2 41 16,1 4 31-16,0 1 30 0,-7 0 13 0,6-1 12 15,-6 5 21-15,0-1 20 0,0 1 26 0,0-1 19 16,0 4 18-16,0-4 11 0,0 4-5 15,0 0-15-15,0 0-7 0,0 4 7 0,0 3 21 16,0 0 24-16,-6 4 28 0,6 4 32 0,0 1 14 16,0 5-1-16,0 1-15 0,0-1-12 15,0 5-18-15,0 0-23 0,-7-4-20 0,7 4-26 16,0-1-21-16,0-3-62 0,0 0-5 16,-7 0 0-16,7-4 0 0,0-2 0 0,0-3-5 15,0 3-155-15,0-5-89 0,0-4-102 0,7 1-115 16,0-8-131-16,-1 0-104 0,0 0-85 15,8-8-79-15,-8-3-56 0,7 0 29 0,0-3 110 16,0-5 134-16,1-4 154 0</inkml:trace>
  <inkml:trace contextRef="#ctx0" brushRef="#br0" timeOffset="-121172.08">31183 8751 161 0,'7'-18'417'0,"-1"4"113"0,-6-1 135 0,0 0 43 16,0 1-39-16,0 2-75 0,0 6-74 0,-6-2-78 16,6 1-111-16,-7 3-95 0,0 4-58 15,1 0-33-15,-1 8-8 0,1-1 5 0,-1 3 12 16,7 5 23-16,-6 0 11 0,-1 4-2 15,7-1-11-15,-6 3-13 0,6-2-19 0,0 4-25 16,6-2-26-16,-6-3-19 0,7 1-22 0,-1-4-16 16,1-1-11-16,6 0-11 0,0-2-10 15,0-1-37-15,7-4-72 0,-1 0-100 0,1-3-139 16,6-1-182-16,0-6-204 0,-1 3-204 16,-5-4-93-16,6 1 13 0,1-5 92 0,-1 1 158 15,-7-5 196-15</inkml:trace>
  <inkml:trace contextRef="#ctx0" brushRef="#br0" timeOffset="-120922.14">31600 8722 118 0,'-7'-10'582'0,"1"2"155"0,6-3 129 0,-7 4 96 15,0-1-93-15,1 1-171 0,6-1-165 16,-6 5-136-16,6 3-119 0,-6 0-90 0,6 0-61 16,0 3-27-16,0 5-1 0,0-1 13 15,0 8 18-15,6-1 18 0,-6 5 11 0,0 4-3 16,6-2-9-16,-6 5-10 0,0 3-7 0,0-3-14 15,0 3-16-15,0 0-16 0,0 0-18 16,0-3-18-16,0 3-18 0,0-3-9 0,0 0-7 16,0-4-3-16,0-1-1 0,0-2-2 0,0-4-7 15,0-5-27-15,0 2-50 0,0-9-73 16,6 1-96-16,-6-4-91 0,0-4-103 0,0 1-112 16,0-9-105-16,-6 2-71 0,6-5-55 15,-6-4-51-15,0 2-19 0,-2-5 71 0,8-3 117 16,-6-2 125-16,0-2 138 0</inkml:trace>
  <inkml:trace contextRef="#ctx0" brushRef="#br0" timeOffset="-120714.98">31515 8832 192 0,'0'-22'369'0,"0"0"85"0,0 4 68 16,0-1 13-16,7 5-12 0,-1-1-27 0,1 0-27 15,5 5-33-15,2-1-44 0,-2 3-63 0,8 1-61 16,-1-1-44-16,1 2-37 0,0 6-31 16,-1-4-23-16,1 8-9 0,0-1-10 0,-1 0-5 15,1 9-5-15,-8-5-4 0,2 8-5 16,-2-5-6-16,-12 5-5 0,7 4-10 0,-14-4-8 15,7 3-6-15,-12-4-9 0,-2 5-10 0,-5-5-9 16,6 1-9-16,-14 0-12 0,9-4-36 16,-2-1-81-16,1 1-131 0,-1-3-204 15,0 0-229-15,7-6-256 0,7 3-105 0,-8-5 5 0,14-5 89 32,0 3 181-32,0-6 220 0</inkml:trace>
  <inkml:trace contextRef="#ctx0" brushRef="#br0" timeOffset="-120013.65">31730 8803 57 0,'0'7'460'0,"0"1"98"16,0-5 135-16,0 5 101 0,0-1-86 16,6 0-135-1,1-3-85-15,0 3-73 0,5 1-118 0,2-1-93 16,-2 0-61-16,8 0-46 0,-1-2-32 16,1-2-25-16,0-3-15 0,-1 0-8 0,7 0-7 15,-12 0-2-15,5-8-3 0,1 5 2 0,-8-5 0 16,2 2 6-16,-8-6 7 0,0-2 6 15,1-1 4-15,0-3 1 0,-7 4 6 16,0-5-1-16,-7 1-3 0,0 3-6 0,1 0-1 16,-7 1-4-16,6 2-9 0,-5 1 2 0,-8 4 1 15,7 0 1-15,-1 3-1 0,2 1 2 16,-1 3 6-16,0 0 3 0,6 3 7 0,-5 4 15 16,4 1 21-16,-4 6 21 0,5 1 15 0,7 0 12 15,-7 4 9-15,1-1 2 0,6 0-8 16,0 4-9-16,6-4-9 0,-6 4-15 0,7-3-14 15,0-5-18-15,-1 5-15 0,8-5-11 16,-8-3-11-16,7 0-8 0,0 0-3 0,0-4-1 16,-1-3-3-16,2 0-4 0,-1-1-11 0,0-6-18 15,0 3-28-15,0-4-22 0,-6-3-16 0,5 0-10 16,-5-1 0-16,6-3 16 0,-6 0 21 16,-7-1 20-16,6-1 15 0,0-3 12 0,-6 1 10 15,7 1 4-15,-7 0 4 0,7 3 3 16,-7 0 4-16,0 0 3 0,6 0 3 0,-6 0 4 15,6 0 7-15,2 4 5 0,-2 0 2 16,0 2 2-16,1 2 4 0,-1 3-2 0,7 0-5 16,0 3-4-16,1 2-3 0,-2 2-5 0,-5 0-4 15,12 4-5-15,-12 0-1 0,5 0-3 16,2 3-1-16,-1 1 0 0,-6 0 0 0,-7-1 3 16,6 4 1-16,-6-2 2 0,-6-3 2 15,6 3 2-15,-7-5 3 0,-6-1 3 0,-1 2 5 16,8-5 7-16,-7 0 6 0,0 0 12 0,7 1 14 15,-1-5 18-15,-5-3 20 0,12 0 20 16,-8 0 14-16,2-3 10 0,0-1 3 0,6-3-8 16,0 0-138-16,0-4 0 0,0-1 0 15,6-2 0-15,0-4 0 0,2 0 0 0,4-1 0 16,1 1 0-16,0-4 0 0,0 3 0 0,1 2 0 16,-2 2 0-16,2 0 0 0,-2 1 0 15,1 2 0-15,1 1-63 0,-8 4-337 0,7-5-146 0,0 5-167 16,0 0-167-16,0 0-177 0,0-1-37 0,1 5 46 15,-8-4 115-15,13 2 183 0,-6 2 213 0</inkml:trace>
  <inkml:trace contextRef="#ctx0" brushRef="#br0" timeOffset="-119748.12">32648 8550 445 0,'-12'-7'598'0,"4"3"139"16,2-3 109-16,0 0-36 0,-1 3-152 0,1 1-110 15,6-2-115-15,-7 2-121 0,7 3-101 16,-7 0-68-16,7 0-40 0,0 0-20 0,0 8 1 16,-6-1 12-16,6 0 18 0,0 8 23 15,0 0 22-15,-6 2 12 0,6 5 0 0,-6 1-5 16,-2 6-1-16,8-4-5 0,0 4-16 16,-6 1-17-16,6 0-19 0,-6-4-18 0,6-1-23 15,0 0-22-15,-7-2-17 0,7-6-9 0,-6 1-9 16,6 1-9-16,-7-4-47 0,7-4-78 15,0 0-100-15,0-4-128 0,7-3-188 0,-1-1-195 16,1-6-183-16,5-1-129 0,2 1-11 16,-2-5 69-16,8-2 158 0,-7-2 183 0,7-2 220 15</inkml:trace>
  <inkml:trace contextRef="#ctx0" brushRef="#br0" timeOffset="-118656.85">32694 8818 325 0,'0'-8'531'0,"-7"5"141"15,1-1 104-15,-1 0-34 0,7 1-107 0,-6 3-109 16,6 0-102-16,-6 0-109 0,6 0-75 0,0 3-45 15,6 1-25-15,0 0-19 0,1-1-17 16,-1 5-23-16,8-5-25 0,-2-3-21 0,8 4-18 16,-7 0-19-16,7-4-13 0,-8 0-6 0,2 0-3 15,-2-4-1-15,2 0 3 0,-1 1 13 16,-7-1 11-16,0-3 11 0,1-1 9 16,0-3 10-16,-7 1-2 0,0-1-8 0,-7 0-10 15,7-1-11-15,-13-2-10 0,0 3-8 0,0-1-5 16,0 5-4-16,0 0-2 0,-6 0-1 15,5 3 1-15,-5 0 0 0,5 1-2 0,2 3 0 16,-1 3 6-16,0 1 9 0,0 0 9 16,-1 7 13-16,8-4 14 0,-6 8 14 0,4-4 5 15,2 3-1-15,6 1-3 0,0 4-2 16,-6-4-1-16,12-1 0 0,-6 0 6 0,6 1 7 16,2 0 3-16,-2-4 3 0,0 3-1 15,0-7-7-15,8 4-8 0,-1-4-12 0,0 1-8 16,0 0-11-16,7-5-9 0,-8 1-11 0,8 0-4 15,-1-4-4-15,-5 3-3 0,5-3-2 16,-6 0-1-16,0-3 1 0,-7 3 1 0,8-4 0 16,-8 0-2-16,0 1 3 0,2-1-1 0,-2-3 0 15,-6 2 1-15,6-5 1 0,-6 2-2 16,0-3 0-16,0-4 1 0,0 5-2 16,0-5-2-1,0 1-1-15,0-1 1 0,0-3-1 0,0 3 0 16,7 1 1-16,-7-1 2 0,0 4 7 0,6 0 4 15,-6-1 7-15,7 5 6 0,-7 0 1 16,7 0 0-16,-1 3-5 0,0 0-7 0,0 4-8 16,2 0-6-16,-2 4-1 0,0 0-2 0,7 3-1 15,-6 4 1-15,0 0 1 0,-1 0 1 16,7 4-1-16,-6-5-1 0,-1 6 1 0,0-5 1 16,1-1 2-16,0 1 0 0,-1-3-2 0,1-1 2 15,-7 0-1-15,6-3 1 0,-6 0-1 16,6-1-1-16,1 1 2 0,-7-4-2 0,7 4 0 15,-1-4 0-15,0 0 0 0,1-4 0 0,0 4 0 0,-1-4 0 16,1 1 0-16,6-1 0 0,-7-3 0 16,7 3 0-16,-7-3 0 0,8-1 0 0,-8-3 0 15,1 4 0-15,-1-4 0 0,-6 0 0 0,7-4 0 16,-1 4 0-16,-6-3 0 0,7-1 0 16,-7 0 0-16,0 1 0 0,0-1 0 0,0 1 0 15,0-1 0-15,-7 4 0 0,7 0 0 0,-6 1 0 16,6 2 0-16,-7 0 0 0,7 1 0 0,-6-1 0 15,-1 5 0-15,1 0 0 0,6-2 0 16,-6 5 0-16,-2 0 0 0,2 5 0 0,0-2 0 16,-1 4 0-16,-6 0 0 0,7 8 0 0,6 0 0 15,-7 0 0-15,7 3 0 0,0 0 0 16,0 0 0-16,0 1 0 0,7-1 0 0,-1 0 0 16,1-2 0-16,-1-2 0 0,1-3 0 0,5 0 0 0,2-3 0 15,-1-2 0-15,0-2 0 0,6 0 0 16,1-4 0-16,0-4 0 0,-1 0 0 0,1 1 0 15,-1-5 0-15,0-2 0 0,-5-1 0 0,-1-7 0 16,-1 2 0-16,-4-5 0 0,-2-2 0 0,0-3 0 16,-6-2 0-16,0-2 0 0,0 1 0 15,0 0 0-15,-6 0 0 0,6-1 0 0,-6 8 0 16,6 0 0-16,-8 7 0 0,8 1 0 0,-6 3 0 16,6 0 0-16,-6 7-1 0,6 4 0 0,0 4 1 15,-7 3 1-15,7 8 0 0,0 2-1 16,-6 6 0-16,6 3 0 0,0 6 0 0,6 2 0 15,-6 2 0-15,0 5 0 0,7-2 0 0,-1-2 0 16,-6 4 0-16,6-4 0 0,-6-1 0 16,8-3 0-16,-8-4 0 0,0-4 0 0,6 2 0 15,-6-9 0-15,0 0 0 0,0-7 0 0,0 1 0 16,6-6 0-16,-6 2 0 0,0-8 0 0,7 0 0 16,-7 0 0-16,6-4 0 0,-6 0 0 0,0-2-32 15,0-2-360-15,0 0-74 0,-6-2-94 16,-7 2-154-16,-1-2-153 0,-5 2-139 0,-1-3-28 15,-6 0 46-15,0-1 109 0,1 5 194 0,-1-4 214 0</inkml:trace>
  <inkml:trace contextRef="#ctx0" brushRef="#br0" timeOffset="-117571.08">31202 10012 42 0,'0'-4'145'0,"0"4"-8"0,7 0-9 16,-7-4-6-1,0 4 11-15,7-3 15 0,-7 3 20 0,0-4 5 16,0 4 5-16,0-3 14 0,0 3 14 0,6 0 17 16,-6 0 8-16,0 0 9 0,0 0 20 15,0-4 23-15,0 4 19 0,0 0 5 0,0-3-2 16,6 3-3-16,-6-5-13 0,0 2-24 0,0-1-30 15,0-3-18-15,7 3-13 0,-7 1-14 16,-7-5-21-16,7 1-16 0,0 4-17 16,-6-5-17-16,0 1-21 0,-1 0-18 0,0-1-14 15,-5 4-14-15,-2 1 0 0,1-4-4 16,-6 7 4-16,0-5 1 0,-1 5 3 0,0 0 3 16,-5 5-7-16,5 2 0 0,-6 0-4 0,-1 1-4 15,8 2-3-15,-7 5-1 0,0 3 2 16,6 0 3-16,1 1 4 0,-1 6 5 0,8-2 4 15,-2 6 2-15,1-3 4 0,0 2 5 16,7 6 8-16,6-5 9 0,0 4 8 0,0-4 9 16,6 1 16-16,0-1 4 0,8-3-70 15,-2 0-53-15,8-8 0 0,6 3 0 0,-7-2 0 16,8-5 0-16,-1-3 0 0,0 0 0 0,0-3 0 16,7-2 0-16,-7-1 0 0,0-2 0 15,-1-3 0-15,-5 0 0 0,6-3 0 0,-6 3 0 16,-1-5 0-16,-5 3 0 0,-2-2 0 15,1 4 0-15,-6-4 0 0,0 0 0 0,-1 4 0 16,0-3 0-16,-6 3 0 0,7 0 0 16,-7-3 0-16,0 3 0 0,7 0 0 0,-7 0 0 15,0 0 0-15,0-5-196 0,6 5-444 0,-6 0-155 16,0-2-142-16,6 2-158 0,-6-5-17 16,7 1 61-16,0 1 135 0,6 3 174 0,-7-4 208 15</inkml:trace>
  <inkml:trace contextRef="#ctx0" brushRef="#br0" timeOffset="-116946.21">31405 10378 190 0,'0'-7'466'0,"0"-1"96"0,0 1 128 16,0 0 45-16,0 0-52 0,-8 3-88 15,8-3-69-15,0 2-63 0,0 3-103 16,0 2-97-16,0-5-73 0,0 5-52 0,0 0-39 16,0 0-31-16,0 0-15 0,0 0-1 0,0 5 10 15,8-3 16-15,-8 6 14 0,0 0 18 16,6-1 13-16,-6 4 4 0,0 0 1 0,6 0 2 15,-6 4 0-15,0-5-3 0,0 5-1 16,0 0-1-16,6-1-1 0,-6 1-2 0,0 0 1 16,0 0 1-16,0-1-2 0,0 1-37 0,0-4-85 15,8 0 0-15,-8-1 0 0,0-2 0 16,0-1 0-16,0 1 0 0,0-5 0 16,0 1 0-16,6 0 0 0,-6-4 0 0,0 3 0 15,0-3 0-15,0 0 0 0,0-3 0 0,0-1 0 16,0 0 0-16,0 1 0 0,0-1 0 0,0-3 0 15,0 0 0-15,0-1 0 0,0-3 0 16,0 0 0-16,0 0 0 0,0-3 0 16,0 3 0-16,-6-9 0 0,6 6 0 0,0-4 0 15,0 0 0-15,0-1 0 0,6 1 0 0,-6 4 0 16,6-5 0-16,-6 1 0 0,7 4 0 0,-1-2 0 16,8 2 0-16,-8-1 0 0,7 4 0 15,0 0 0-15,0 4 0 0,0 0 0 16,0-1 0-16,1 5 0 0,4 3 0 0,-4-4 0 15,5 4 0-15,-5 4 0 0,4-4 0 0,-4 7 0 16,-1-3 0-16,7 3 0 0,-8 5 0 0,2-2 0 16,-8 5 0-16,7-1 0 0,-7 1 0 15,1 3 0-15,6 1 0 0,-7-1 0 16,1 4 0-16,-7-3 0 0,7-2 0 0,-1 3 0 16,0-3 0-16,-6 1 0 0,7 1 0 0,-7-4 0 15,7-1 0-15,-7-3 0 0,6 0 0 16,-6-3 0-16,7-1 0 0,-7 0 0 0,0-3 0 15,0-1 0-15,6-3 0 0,-6 4 0 16,0-4 0-16,0 0 0 0,0 0 0 0,-6 0 0 16,6 0 0-16,0 0 0 0,0-4 0 0,-7 1 0 15,7-5 0-15,-6 5 0 0,6-4 0 16,-7-1 0-16,0 1-318 0,-5-4-611 0,5 0-291 16,0-1-94-16,1-2 36 0,-7-1 118 15,6-3 215-15,1-4 259 0</inkml:trace>
  <inkml:trace contextRef="#ctx0" brushRef="#br0" timeOffset="-112843.86">26500 10324 250 0,'0'0'370'0,"0"-5"63"0,0 2 19 0,0-1 23 15,0 0 18-15,-7-3-5 0,7 5-11 16,0-7-21-16,0 6-27 0,0-2-51 0,0-1-65 16,0 2-43-16,0 0-30 0,-6 1-14 15,6 0-25-15,0 3-26 0,0-5-32 16,0 5-33-16,0 0-29 0,0 0-27 0,-6 5-9 15,6-2 1-15,0 4 16 0,0 8 19 16,0-1 21-16,0 9 16 0,0-1 3 0,0 3-4 16,-7 1-10-16,7-1-14 0,0 4-11 15,0 1-6-15,0-1-6 0,0 0-5 16,7-3-5-16,-7 0-3 0,6-5-4 0,-6 1-1 16,6-3 1-16,-6-4 7 0,0-1 5 15,0-3 12-15,7 0-62 0,-7-3-15 0,0-5 0 16,0 1 0-16,0-4 0 0,7-4 0 15,-7 1 0-15,0-5 0 0,0 1 0 0,0-3 0 16,0-6 0-16,0 2 0 0,0-5 0 16,-7-2 0-16,7-5 0 0,-7-3 0 0,7-1 0 15,-6 1 0-15,6-4 0 0,-6 3 0 16,6 2 0-16,-7-2 0 0,7 4 0 16,0 1 0-16,-7 6 0 0,7-3 0 0,0 8 0 15,0 0 0-15,0 2 0 0,0 1 0 0,0 4 0 16,0 3 0-16,0-3 0 0,0 7 0 15,0 0 0-15,0 7 0 0,0 0 0 0,7 8 0 16,-7 3 0-16,0 1 0 0,7 2 0 16,-1 5 0-16,-6 3 0 0,6-3 0 15,-6 7 0-15,7-4 0 0,-7 4 0 0,7 1 0 16,-1-2 0-16,-6-2 0 0,7 2 0 16,-1-1 0-16,-6-6 0 0,7 0 0 0,-1-6 0 15,-6-1 0-15,7 1 0 0,-7-9 0 16,6 1 0-16,-6-3 0 0,0-5 0 0,0-3 0 15,6-3 0-15,-6-1 0 0,0-3 0 16,0-1 0-16,0-7 0 0,-6-3 0 0,6-1 0 16,-6-6 0-16,-1 0 0 0,-6-4 0 15,7 0 0-15,-7-5 0 0,6 1 0 0,-6 0 0 16,0 4 0-16,6-1 0 0,-5 2 0 16,5 5 0-16,1 2 0 0,-1 2 0 15,0 4 0-15,1 0 0 0,6 4 0 0,-6 4 0 16,6 0 0-16,0 3 0 0,0 1 0 15,0 6 0-15,0 6 0 0,6-3 0 0,0 8 0 16,1 5 0-16,0 3 0 0,-1 0 0 16,1 8 0-16,-1-5 0 0,0 4 0 0,1 4 0 15,0 0 0-15,-7-3 0 0,6 2 0 16,0-2 0-16,1-4 0 0,0-1 0 0,-7-3 0 16,6-4 0-16,-6 0 0 0,7-2 0 15,-7-6 0-15,0 1 0 0,0-3 0 0,6-1 0 16,-6-3 0-16,0 0 0 0,0-4 0 15,0 0 0-15,0 0 0 0,0 0 0 16,0-4 0-16,-6 0 0 0,6 0 0 0,0 1-72 16,-7-5-451-16,7 1-180 0,0 0-187 0,0-5-205 15,-6 5-44-15,6-4 37 0,0 0 101 16,-7 3 175-16,7 2 227 0</inkml:trace>
  <inkml:trace contextRef="#ctx0" brushRef="#br0" timeOffset="-110746.23">22514 10412 3 0,'0'0'216'0,"7"3"13"0,-7 1 8 15,6-4 0-15,-6 3-9 0,7-3 0 0,-7 0 15 16,0 4 22-16,6-4 26 0,-6 0 31 15,0-4 33-15,7 4 12 0,-7-3 6 0,6-1-5 16,-6 1-16-16,7-5-33 0,-7 1-44 16,7-1-26-16,-7 1-36 0,0-4-25 0,0 0-19 15,0 0-18-15,0 0-20 0,-7-3-24 16,7-2-6-16,-7 2-11 0,1-1-1 16,-7 1-4-16,6 3-9 0,-6 0-9 0,-7 3-10 15,8 1-8-15,-8 4-18 0,1-1-9 16,-1 4-4-16,-6 4-1 0,7-1 2 15,-1 4 0-15,0 4 3 0,1 0 0 0,-1 4 2 16,0 3 9-16,2 0 8 0,4 5 7 16,1-1 9-16,1 3 8 0,4 4 5 0,2-3 2 15,6 3-2-15,-6 5-3 0,6-5-6 16,6 0-3-16,0 4-2 0,2-3-7 0,-2-1-5 16,7 0-2-16,0 0-1 0,6-3-1 15,1-5-3-15,-1 2 7 0,7-4 6 16,0-1 2-16,7-4 4 0,-7-2 5 0,7-6-8 15,-1-2-53-15,-6-4 0 0,7 0 0 16,-1-7 0-16,-6 4 0 0,7-9 0 16,-7 1 0-16,-6 0 0 0,5-3 0 0,-5-1 0 15,0 0 0-15,-7 0 0 0,-1-3 0 0,2-1 0 16,-1 5 0-16,-6-8 0 0,-1 4 0 16,0-1 0-16,-6-3 0 0,0 1 0 0,0 2 0 15,0-3 0-15,-6 0 0 0,0 1 0 16,-1-2 0-16,0 5 0 0,-5-4 0 0,4 4 0 15,-4-4 0-15,-1 4 0 0,-1 0 0 16,2 3 0-16,-2-4 0 0,-5 4 0 16,6 1 0-16,0-1 0 0,-7 1 0 15,8 3 0-15,-8 0 0 0,7 3 0 0,-7 5 0 16,1-5 0-16,6 8 0 0,-7-3 0 0,7 3 0 16,1 0 0-16,-2 3 0 0,1-3 0 0,0 4 0 15,7 0 0-15,-1 3 0 0,-5-3 0 16,4 4 0-16,2-2 0 0,0 2 0 15,-1-2 0-15,0 6 0 0,7-5-344 16,-6 4-290-16,6 1-237 0,6-5-242 0,-6 0-77 16,7 1 29-16,0-5 91 0,-7 4 176 0,6-3 260 15</inkml:trace>
  <inkml:trace contextRef="#ctx0" brushRef="#br0" timeOffset="-108567.16">22502 11837 148 0,'0'0'353'16,"0"-4"64"-16,-8 4 51 0,8-4-17 0,-6-3 24 16,6 3-2-16,0 0-8 0,0 1-6 15,-6 0-15-15,6-2-32 0,0 2-63 0,0 3-69 16,-7-4-54-16,7 4-52 0,0 0-41 16,0 4-28-16,0 4-15 0,0-2 1 0,0 5 11 15,7 8 20-15,-7-1 17 0,6 7 11 16,-6 2 2-16,6 2-8 0,-6 0-8 0,8 0-10 15,-8 4-15-15,6-3-19 0,-6 3-9 16,6-4-6-16,-6 4-6 0,0-8-8 16,0 1-3-16,7-3-7 0,-7-6-4 0,0 2-2 15,0-5 3-15,0-3 20 0,0-3 23 16,0-1 31-16,0-4-60 0,0-3-64 0,0 0 0 16,0-3 0-16,0-4 0 0,0-1 0 15,-7-3 0-15,7-7 0 0,-6 0 0 16,6-1 0-16,-6-6 0 0,-2-1 0 0,8 1 0 15,-6-5 0-15,0 5 0 0,-1-6 0 16,7 6 0-16,-6-4 0 0,-1 4 0 0,7 3 0 16,-6-4 0-16,-1 3 0 0,7 2 0 15,0 2 0-15,-6 5 0 0,6-4 0 16,-6 7 0-16,6 0 0 0,0 3 0 0,0 2 0 16,0 1 0-16,0 5 0 0,0 0 0 0,0 8 0 15,0-1 0-15,0 4 0 0,0 4 0 16,0 3 0-16,0 4 0 0,-8 0 0 0,8 4 0 15,0 3 0-15,0 0 0 0,0 0 0 16,0 1 0-16,8 3 0 0,-8-3 0 0,0-2 0 16,0 2 0-16,6-1 0 0,-6-3 0 15,6-1 0-15,-6-3 0 0,0-3 0 16,7-1 0-16,-7 1 0 0,0-6 0 0,6-1 0 16,-6-5 0-16,0 1 0 0,0-5 0 15,0 1 0-15,7-1 0 0,-7-6 0 16,0-1 0-16,0-3 0 0,0 0 0 0,0-4 0 15,0-4 0-15,0 0 0 0,0-7 0 0,0 0 0 16,0-3 0-16,0-8 0 0,0 0 0 16,0-1 0-16,0-1 0 0,0 1 0 15,0 5 0-15,6-1 0 0,-6 5 0 0,0 3 0 16,0 3 0-16,0 1 0 0,0-1 0 16,0 9 0-16,0-1 0 0,0 0 0 0,0 8 0 15,0-6 0-15,0 9 0 0,0 0 0 16,0 9 0-16,0-3 0 0,0 10 0 15,0 2 0-15,0 4 0 0,0 3 0 0,0 4 0 16,0 0 0-16,0 5 0 0,0-1 0 0,0 0 0 16,0 0 0-16,-6-3 0 0,6-3 0 15,0 0 0-15,0-1 0 0,0-4 0 0,0-4 0 16,0 1 0-16,0-6 0 0,0-1 0 16,0-1 0-16,0-4 0 0,0 0 0 15,0-2 0-15,0-2 0 0,0 1 0 0,0-1 0 16,0-3 0-16,0 4 0 0,0-4 0 15,0-4 0-15,0 4 0 0,0 0 0 0,0-3 0 16,0 3 0-16,-7-4 0 0,7 1 0 16,0 3 0-16,0-5 0 0,0 2 0 0,0-1 0 15,-6 1-269-15,6-1-163 0,0-3-73 16,0 3-94-16,0 0-110 0,0-4-115 0,0 6-134 16,0-6-22-16,0 5 54 0,6-5 119 15,-6 0 164-15,7 2 185 0</inkml:trace>
  <inkml:trace contextRef="#ctx0" brushRef="#br0" timeOffset="-107262.64">7047 9481 130 0,'-14'0'297'0,"1"0"39"0,1 0 30 16,4 0-83-16,2-5-83 0,0 5-51 16,6-2-34-16,0 2-38 0,0-5-28 15,6 5-21-15,8-3-15 0,-2 3-26 0,8-7-49 16,13 3-59-16,-8-2-95 0,15 1-93 15,5 1-48-15,1 1-8 0,-1-2 30 0</inkml:trace>
  <inkml:trace contextRef="#ctx0" brushRef="#br0" timeOffset="-107019.96">9951 9368 419 0,'32'10'524'0,"-12"-2"43"0,-1-5 22 15,-5 1-98-15,-2-4-187 0,2 3-133 16,-1-6-83-16,0 3-42 0,-6 0-25 0,-1-4-25 16,0 4-42-16,-6-3-71 0,-6-1-104 15,0 4-141-15,-8-4-116 0,-5 1-49 0,-13 3 3 16,-1-4 49-16,-13 4 94 0</inkml:trace>
  <inkml:trace contextRef="#ctx0" brushRef="#br0" timeOffset="-106833.03">7437 9715 115 0,'-19'11'425'0,"5"-7"39"15,2 3 7-15,-1-7-20 0,6 4-250 0,0-4-226 0,7 0-186 16,0 0-139-16,7-4-60 0,0 4-10 16,-1-7 33-16,7-1 71 0</inkml:trace>
  <inkml:trace contextRef="#ctx0" brushRef="#br0" timeOffset="-106598.72">9456 9657 224 0,'20'14'623'16,"-7"-6"93"-16,0-1 48 0,-7-3 26 15,1-1-190-15,-1 1-219 0,-6-1-166 0,6-3-87 16,-6 0-47-16,0-3-27 0,0 3-36 16,0-4-52-16,0 4-82 0,0-3-98 0,-6-1-134 15,0 4-160-15,-7-4-146 0,0 1-45 16,-7 3 27-16,-6-4 69 0,0 4 120 16</inkml:trace>
  <inkml:trace contextRef="#ctx0" brushRef="#br0" timeOffset="-106426.89">7619 9730 191 0,'-25'7'502'16,"5"0"44"-16,0-2-21 0,7-3-71 0,0 3-306 15,7-2-290-15,6 1-220 0,0 0-111 16,6-1-13-16,1 1 53 0,12 0 75 15</inkml:trace>
  <inkml:trace contextRef="#ctx0" brushRef="#br0" timeOffset="-106192.54">9385 9811 49 0,'26'14'602'0,"-1"-2"126"0,-5-2 70 15,-7-6 36-15,-6 2-78 0,-1-1-209 0,1-2-211 16,-7-3-113-16,6 0-56 0,-12-3-36 16,6 3-41-16,0-5-37 0,0 2-37 15,0 0-73-15,0-5-135 0,0 5-187 16,-7 0-240-16,7-2-163 0,-6 2-75 0,-1-1 16 16,0 4 97-16,1 0 172 0</inkml:trace>
  <inkml:trace contextRef="#ctx0" brushRef="#br0" timeOffset="-104966.5">26370 11990 94 0,'-7'-3'370'15,"-5"-1"63"-15,4 0 69 0,2 1 33 0,0-5-30 16,0 1-33-16,-1-1-16 0,0 1-15 16,7 0-27-16,-6 0-51 0,6-1-78 15,0 0-48-15,0-2-38 0,6 2-35 0,-6-3-22 16,14 5-17-16,-8-6-13 0,6 5-18 16,2-4-15-16,5 4-4 0,-5 3-12 0,4-3-14 15,2 7-9-15,0-4-7 0,6 4-7 16,-7 4-6-16,1 0-2 0,6 3-2 15,-7 4-3-15,-5 0-1 0,5 4 4 0,-6-1-1 16,-6 5 0-16,5-5 2 0,-12 8 6 16,0-4 3-16,-6 4-1 0,-7 0 2 0,-6 5 2 15,6-2-1-15,-13 0-2 0,6 1-1 16,-6-1-2-16,7-3-1 0,-7 5-3 16,6-6 3-16,-7 2 4 0,9-6 9 0,-2-2 14 15,1 0 13-15,5-4 14 0,2 0 3 16,-2-4 3-16,8 0 5 0,-1-3-2 15,1 4-2-15,6-5 4 0,0-3 5 0,6 3 3 16,1-3-3-16,13 0-1 0,-2 0-4 0,2-3-7 16,7 3-2-16,5-3 2 0,1-2-80 15,5-2 0-15,8 3 0 0,0 1 0 0,0-4 0 16,-1 2 0-16,1-1 0 0,-7 2 0 16,0 0 0-16,-1-3 0 0,-11 3 0 0,5 4 0 15,-12-3 0-15,0 3 0 0,-8-4 0 16,-5 4 0-16,6-3 0 0,-6 3 0 15,-1 0 0-15,0 0-105 0,-6 0-269 0,8 0-122 16,-8-4-174-16,0 4-211 0,6-4-185 16,-6 0-49-16,6-3 35 0,0 0 113 15,8-4 195-15,-1 0 255 0</inkml:trace>
  <inkml:trace contextRef="#ctx0" brushRef="#br0" timeOffset="-103223.47">31066 11551 148 0,'0'3'222'0,"0"-3"1"16,0 0-46-16,0 0-51 0,0 0-36 15,0 0-19-15,0 4-8 0,6-4 0 0,-6 0 8 16,0 0 12-16,0 0 18 0,0 0 17 16,0 4 20-16,0-4 21 0,0 0 15 0,0 0 16 15,0 0 6-15,0 0 13 0,7 0 11 0,-7 0 14 16,0 0 11-16,0 0 4 0,0 0-1 15,0 0-11-15,0 0-18 0,0 0-22 0,0 0-25 16,0 0-21-16,0 0-15 0,0 0-11 0,0-4-10 16,0 4-13-16,6 0-6 0,-6 0-8 15,0 0-2-15,0-4-8 0,0 4-4 0,0 0-4 16,0-3-2-16,7 3-1 0,-7-4-8 16,0 4 1-16,0-4 3 0,0 4 3 0,0 0 1 15,0-3 3-15,6 3 4 0,-6-4 0 16,0 4-3-16,0 0-6 0,-6-3-7 0,6-2-10 15,0 5-10-15,0-3-11 0,0 3-6 16,0-4-5-16,-7 4-5 0,1-3-3 0,6-1-2 16,-7 4-1-16,-5-4-2 0,4 4-3 15,-4-3 2-15,-2 3-2 0,2 0 0 0,-1 0 2 16,-7 3-1-16,0-3 2 0,1 8-2 0,-1-5 0 16,0 4 1-16,-5 1-2 0,5 3 1 15,0 0-1-15,1 3 2 0,0 5 1 0,-1-1 2 16,1 4 10-16,5 0 8 0,2 0 7 15,-1 7 7-15,-1-3 17 0,8 3 15 0,0 1 11 16,6-5 9-16,0 5 14 0,0-5 10 0,6 1 0 16,0 0-2-16,1-4-5 0,6 0-6 15,6-4-10-15,-5 0-6 0,5 0-6 16,1-6-14-16,6 2-64 0,-6-6 0 0,5-1 0 16,1-1 0-16,7-1 0 0,-7-5 0 0,0 0 0 15,0 0 0-15,0 0 0 0,-7-5 0 0,8 3 0 16,-8 2 0-16,-6-4 0 0,1 0 0 15,-2 1 0-15,-5 3 0 0,-1-4 0 0,1 0 0 16,-1 4-71-16,-6-4-292 0,7 2-124 16,-7-3-156-16,6 2-163 0,-6-2-144 0,7 2-96 15,-7-4 2-15,7 3 78 0,5-3 158 16,-5 3 204-16,6-3 210 0</inkml:trace>
  <inkml:trace contextRef="#ctx0" brushRef="#br0" timeOffset="-102692.34">31340 11906 515 0,'0'-3'679'0,"0"-5"116"16,0 0 100-16,0 2-39 0,0-3-143 0,0 3-145 16,0 2-128-16,0-3-91 0,0 7-87 0,-8-4-69 15,8 0-59-15,0 4-42 0,0 4-26 16,0 3-15-16,0 1 2 0,0 7 5 0,8-1 3 16,-8 0 6-16,0 5-2 0,0-1 0 15,0 1-2-15,6 3 7 0,-6-1 9 0,0-3 10 16,0 5 11-16,0-6 5 0,0 3 5 0,0-6-3 15,0 1 0-15,0-1-3 0,0-3 0 16,0-4 6-16,0 1-44 0,0-1-66 0,6-7 0 16,-6 4 0-16,0-4 0 0,0 0 0 15,6-4 0-15,-6 1 0 0,7-1 0 0,-7-4 0 16,0-2 0-16,0 2 0 0,7-6 0 0,-7-1 0 16,-7 1 0-16,7-6 0 0,0 3 0 15,0-6 0-15,0 5 0 0,0 0 0 0,0-4 0 16,7 4 0-16,-7 0 0 0,6 2 0 15,-6 3 0-15,7-3 0 0,5 5 0 0,-4-3 0 16,4 7 0-16,-6-4 0 0,8 4 0 0,-1 3 0 16,7 0 0-16,-8 4 0 0,8 0 0 15,0 4 0-15,-7 3 0 0,-1 4 0 16,8 0 0-16,-7 8 0 0,0-5 0 0,-6 7 0 16,-1 2 0-16,0 3 0 0,2-1 0 0,-8 1 0 15,6 3 0-15,-6-3 0 0,0 0 0 0,0-1 0 16,6-3 0-16,-6 0 0 0,0-4 0 15,0 1 0-15,0-6 0 0,0-1 0 0,0-1 0 16,6-3 0-16,-6-5 0 0,0 1 0 16,0 0 0-16,0-4 0 0,-6 0 0 0,6-4 0 15,0 0 0-15,0 1-458 0,-6-8-296 0,0 3-260 16,6-4-170-16,-8 3-32 0,2-2 66 16,-7-1 135-16,7-2 237 0,-14 3 282 0</inkml:trace>
  <inkml:trace contextRef="#ctx0" brushRef="#br0" timeOffset="-101458.27">22488 13536 68 0,'-13'0'249'0,"7"0"43"0,-7 0-1 16,6 0-27-16,1-3 8 0,0 3 0 15,-2-5 1-15,2 5 3 0,0-3 22 0,-1 0 38 16,0-1 17-16,1 0-1 0,6 1-7 15,-6 0-7-15,-1-5-27 0,7-1-50 16,0 3-38-16,0-2-26 0,0 2-22 0,0-1-23 16,7-5-19-16,-1 1-22 0,7 0-19 15,-6 0-16-15,13 4-9 0,-8-4-7 16,8 3-6-16,-1-2-6 0,1 5-2 0,-1-2-6 16,1 4 0-16,6 3 3 0,-6 3 3 15,-1 1 4-15,7 4 3 0,-6-1-1 0,-8 7-1 16,8 1-3-16,-13 3-5 0,5 4-4 15,-4 0-4-15,-8 0 4 0,0 8-6 0,0-5-6 16,-8 4 0-16,2 5-3 0,-7-6-3 16,0 6-9-16,0-5-2 0,1 4-2 0,-8-4-5 15,0-3-2-15,1 0-2 0,-1 0 0 16,7-1 1-16,-13-6 1 0,6-1 4 16,0 1 10-16,8-9 20 0,-8 0 21 0,7 2 20 15,1-5 18-15,-2-3 23 0,1-1 14 16,6 5 8-16,1-8 6 0,6 3-4 0,-6-3-11 15,6 0-52-15,6-3-78 0,0 3 0 16,8-4 0-16,6-3 0 0,-1 3 0 0,7-3 0 16,6 3 0-16,1-4 0 0,-1 5 0 15,7-4 0-15,-5 0 0 0,4 4 0 16,-5-6 0-16,-1 6 0 0,7-2 0 0,-13 3 0 16,7-6 0-16,-1 4 0 0,-12 1 0 15,7 3 0-15,-9-3 0 0,-4-2 0 16,-1 5 0-16,-1-2 0 0,-4 2 0 0,-2 0 0 15,0 0 0-15,-6-5 0 0,6 5 0 0,-6 0 0 16,8 0 0-16,-8 0-31 0,0 0-322 16,0 0-76-16,0 0-93 0,6 0-126 0,-6 0-138 15,0-4-133-15,6 4-77 0,-6-3 10 16,7 3 84-16,-1-4 154 0,1 0 190 0</inkml:trace>
  <inkml:trace contextRef="#ctx0" brushRef="#br0" timeOffset="-98725.54">26467 13309 48 0,'0'0'321'0,"0"-4"59"0,0 4 48 16,0 0-27-16,0-3-47 0,0 3-26 0,0-5-5 15,0 5 16-15,0-3 16 0,0 0 10 0,0-1 0 16,0 4-12-16,7-4-25 0,-7 1-37 16,0 0-26-16,0-2-13 0,0 2-11 0,0 3-18 15,0-4-24-15,0 4-29 0,0 0-30 16,-7 4-33-16,7 4-28 0,-6-2-19 0,0 8-7 16,-1 5 4-16,-6 4 12 0,0 2 16 15,-7 1 9-15,1 3 4 0,6 0-3 0,-14 4-6 16,9 0-11-16,-2-3-16 0,-7 3-11 15,9-1-2-15,-2-2 3 0,0 3 8 0,7-3 7 16,-7-5 9-16,8-4 7 0,-2 2 2 16,8-5-4-16,-7-4 3 0,7-2-76 0,-1-1-8 15,7-4 0-15,-7 0 0 0,7-7 0 16,0 4 0-16,0-4 0 0,0 0 0 0,7 0 0 16,-7-4 0-16,13 4 0 0,-7-3 0 15,7 3 0-15,7-4 0 0,0 4 0 0,-1-4 0 16,1 4 0-16,6 4 0 0,-6-4 0 15,5 4 0-15,1-4 0 0,0 3 0 16,7-3 0-16,-7 4 0 0,7-4 0 0,-1 0 0 16,1 0 0-16,5 0 0 0,-5-4 0 15,7 4 0-15,-8-3 0 0,1-1 0 0,-7 4 0 16,-7-4 0-16,1 4 0 0,0 0 0 16,-8-3 0-16,-5 3 0 0,6 0 0 0,-7 0 0 15,1 0 0-15,-7-4 0 0,0 4 0 16,0 0 0-16,0 0 0 0,0 0 0 0,-7 0 0 15,7-4 0-15,-6 4 0 0,-1 0-335 16,1-3-66-16,-1-1-56 0,1 4-63 16,0-8-78-16,-2 5-57 0,-4-4-47 0,5 3-27 15,-6-7-6-15,7 4 7 0,-1-8 59 16,-6 4 92-16,6-4 101 0,1 1 98 0</inkml:trace>
  <inkml:trace contextRef="#ctx0" brushRef="#br0" timeOffset="-98412.97">26670 13643 62 0,'-7'-15'300'0,"1"3"80"0,-1-2 79 16,7 3 20-16,-7 0 34 0,7 0 19 15,0 4 9-15,-6-4-6 0,6 7-11 0,0-3-34 16,0 0-85-16,0 2-77 0,-6 2-69 16,6 3-53-16,0 3-42 0,0 2-23 0,0 6-6 15,0 3 10-15,0 5 24 0,0 6 21 16,0 5 9-16,0-1-2 0,6 7-8 16,-6 1-11-16,0 3-3 0,6 1-3 0,-6 2-48 15,0 1-124-15,7-3 0 0,0-1 0 16,-7 0 0-16,6-3 0 0,1-4 0 15,-1-4 0-15,7-4 0 0,-6 1 0 0,-1-8 0 16,0-2 0-16,-6-2 0 0,7-2 0 16,-7-5 0-16,7-4 0 0,-7 5 0 0,0-5 0 15,0 1 0-15,0-4 0 0,0 4 0 16,0-4 0-16,-7-4 0 0,7 4 0 0,-7-4 0 16,7 1-226-16,-6-5-226 0,0 5-101 15,6-4-135-15,0-5-137 0,0 5-160 0,0-4-51 16,0-1 29-16,0-2 94 0,6 1 170 15,-6-7 197-15</inkml:trace>
  <inkml:trace contextRef="#ctx0" brushRef="#br0" timeOffset="-95712.15">31241 13173 46 0,'0'4'186'0,"0"-4"-2"15,7 0-21-15,-7 4-12 0,0-4-17 16,0 0-15-16,0 0-12 0,0 3-4 0,0-3 0 16,0 0 4-16,0 5 8 0,7-5 17 15,-7 0 19-15,0 0 17 0,0 0 13 0,0 0 14 16,0 2 14-16,0-2 10 0,0 0 15 0,0 0 14 16,0 0 4-16,0 0-6 0,0 0-11 15,0 0-23-15,0 0-24 0,0 0-32 0,0 0-24 16,0 0-20-16,0 0-11 0,0 0-8 0,0 0-14 15,0 0-8-15,0 0-9 0,0 0-10 16,0 5-13-16,0-5-9 0,0 0-6 16,0 0-4-16,0 0-3 0,0 0-4 0,0 0 4 15,0 0 2-15,0 0 3 0,0 0 2 0,0 0 0 16,0 0 5-16,0 3-2 0,0-3 0 16,0 0 1-16,0 0-4 0,0 0 2 15,0 0 0-15,0 0 0 0,0 0-1 0,0 0-1 16,0 0-1-16,0 0-1 0,0-3 3 0,0 3-2 15,0 0 0-15,0 0-2 0,0 0-1 16,0 0 0-16,0 0-6 0,0 0-1 0,0 0-1 16,0 0 1-16,0 0-2 0,0 0-2 15,0 0 1-15,0 0-3 0,0 0-1 0,0 0 0 16,0 0 1-16,0 0-3 0,0 0-2 0,0 0 1 16,0 0 0-16,0 0-1 0,0 0-2 15,0 0 2-15,0 0 2 0,0 0 1 0,0 0 3 0,0 0 4 16,0 0 6-16,0 0 5 0,0 0 7 0,0 0 3 15,0 0 5 1,0 0 4-16,0 0 4 0,0 0 2 0,0 0-1 16,0-5-1-16,0 5-1 0,0 0-7 0,0 0-9 15,0 0-8-15,0-2-6 0,0 2-5 16,0 0-4-16,0-5-5 0,0 5 4 0,0 0-2 16,0-3 0-16,0 3 0 0,0 0 0 15,0-4 2-15,0 4 1 0,0 0 2 0,0 0 3 16,0 0-1-16,0 0 1 0,0 0-3 15,0 0-1-15,0 0-3 0,0 0-1 0,0 0-1 16,0 0-1-16,0 0-1 0,0 0-3 16,0 0 1-16,0 0-3 0,0 0 1 0,0 0 1 15,0 4-2-15,-7-4 3 0,7 3 1 0,0-3 2 16,0 5-1-16,-7-3 0 0,7-2 2 16,0 5-2-16,0-5 0 0,0 3 0 0,0-3 1 15,0 4 0-15,-6-4 0 0,6 0 2 16,0 0 0-16,0 0 0 0,0 0-2 0,0 0 5 15,6 0-3-15,-6 0 1 0,0 0 2 16,0 0-5-16,0 0 4 0,0 0-3 0,0 0 0 16,0 0 0-16,0 0-2 0,0 0-1 15,0 0 1-15,0 0-2 0,0 0 1 0,0 0-2 16,0 0 0-16,0 0 3 0,0 0-5 0,0 0-1 16,0 0 2-16,0 0-2 0,0 0 5 15,0 0-3-15,0 4 2 0,0-4 2 0,0 0-3 16,0 0-1-16,0 0 1 0,-6 0 2 0,6 0 2 15,0 0 2-15,0 0 4 0,0 0 0 16,0 0-1-16,6 0-2 0,-6 0-1 16,0-4 0-16,0 4-1 0,0 0 0 0,0-4-1 15,0 1 1-15,0 3-1 0,0-5 0 0,0 3 1 16,0 2-2-16,0-5 0 0,0 2 0 16,0 3 0-16,0-4 0 0,0 4 1 0,0-4 1 15,7 4 0-15,-7 0-1 0,0 0-1 16,0 0 1-16,0 0-1 0,0 0-1 0,0 0-1 15,0 0 0-15,0 0 0 0,0 0-2 0,0 0 1 16,-7 0-1-16,7 0 0 0,0 0 0 16,0 0 0-16,0 0-2 0,0 0 0 15,0 0 2-15,0 0 3 0,-6 4 1 0,6-4 2 16,-7 0 0-16,7 4-1 0,0-4 1 0,-6 0-2 16,6 0 0-16,0 0 0 0,0 3 2 15,-6-3-2-15,6 0 1 0,0 0 1 0,0 0 0 16,0 0 2-16,0 0-1 0,0-3 2 0,0 3 1 15,0 0 0-15,0 0-1 0,0 0 0 16,0 0 1-16,0-4-3 0,0 4 0 0,0 0-1 16,0-4 0-16,0 4 0 0,0-3 0 15,0 3-1-15,0 0 1 0,0-4 0 0,0 4 0 16,0 0 0-16,0 0-4 0,6 0 3 16,-6 0 1-16,0 0-2 0,0 0 1 0,0 0 0 15,0 0 4-15,0 0-2 0,0 0-2 16,0-4 3-16,0 4 0 0,0 0 2 0,0 0 1 15,0 0 4-15,0 0 1 0,0 0 1 0,0-3 2 16,0 3-2-16,0-4 0 0,0 4 0 16,0 0 0-16,0-3-2 0,0 3 2 0,0-5 4 15,0 2 0-15,0 3 1 0,0-4 2 16,0 1 6-16,0 3 3 0,0-4 3 0,0 1 1 16,0 3 2-16,0-4-3 0,0 0-5 15,0 1-4-15,-6-1-4 0,6 0-4 0,0 1-2 16,0-2 0-16,0 2-2 0,-7 0 0 0,7-1 0 15,0 0-1-15,-7 4-1 0,7-3-1 16,-6 0-1-16,6 3 1 0,-6 0-3 0,-1 0 0 16,0 0-2-16,-6 0 0 0,7 3-1 15,-7 0 0-15,0 1 2 0,-1 0-2 0,2 2 3 16,-1 2-1-16,0 0 2 0,0 3 3 0,-7 3 6 16,7 1 6-16,0-1 8 0,0 4 9 15,-7 5 9-15,14-1 9 0,-7 0 7 16,6 3 8-16,1 6 6 0,-1-6 6 0,7 0 5 15,0 1 2-15,7 3-2 0,-1-4-88 0,1 2 0 16,6-2 0-16,7 1 0 0,-7-4 0 0,6-4 0 16,0 4 0-16,8-8 0 0,-1 4 0 15,0-6 0-15,0-1 0 0,0-4 0 16,0-4 0-16,6 1 0 0,-6 1 0 0,0-5 0 16,1-5 0-16,-7 5 0 0,-2-4 0 0,2 1 0 15,-7 0 0-15,1-5 0 0,-8 5 0 0,0-1 0 16,0 0 0-16,2-4 0 0,-2 6 0 15,-6-3 0-15,6-2 0 0,-6 3 0 16,0 1 0-16,0-5-392 0,0 5-120 0,7-4-125 16,-7-1-136-16,6 1-128 0,-6-1-116 0,7 1-10 15,0-4 69-15,5 0 132 0,-5 0 184 16,6 0 200-16</inkml:trace>
  <inkml:trace contextRef="#ctx0" brushRef="#br0" timeOffset="-95212.27">31587 13401 237 0,'6'-8'534'0,"-6"1"142"0,0-4 124 0,7 4 47 15,-7-4-112-15,0 4-98 0,-7-2-91 16,7 7-98-16,0-6-90 0,0 4-72 0,0 0-62 16,0 4-55-16,0 0-47 0,0 0-36 15,0 8-21-15,0 0-4 0,0-1 4 0,7 8 14 16,-7-1 14-16,0 1 15 0,0 3 10 16,0 1 3-16,0 2 8 0,0-3 6 0,0 5 5 15,0-1 1-15,0-5 5 0,0 2-61 0,0-4-85 16,-7 0 0-16,7-1 0 0,0-3 0 15,0 1 0-15,0-5 0 0,0-4 0 0,0 1 0 16,0 0 0-16,0-1 0 0,0-3 0 16,0 0 0-16,0-3 0 0,0-1 0 0,0-3 0 15,0 2 0-15,0-5 0 0,0-1 0 0,-6 0 0 16,6-4 0-16,0-3 0 0,-7 0 0 16,7 3 0-16,0-3 0 0,0-1 0 0,7 4 0 15,-7 1 0-15,6-1 0 0,-6 0 0 16,13 5 0-16,-7-5 0 0,14 4 0 0,-6-4 0 15,5 5 0-15,1-1 0 0,-2 0 0 0,2 3 0 16,0 0 0-16,6 5 0 0,-13-1 0 16,7 4 0-16,-7 0 0 0,-1 7 0 0,2 1 0 15,-8 2 0-15,0 6 0 0,2 2 0 16,-2 4 0-16,-6 0 0 0,0 3 0 0,0-3 0 16,0 3 0-16,0 2 0 0,0-5 0 0,0 3 0 15,-6-3 0-15,6 0 0 0,0-3 0 0,0-1 0 16,0-3 0-16,0-1 0 0,0-3 0 15,0-3 0-15,0 0 0 0,0-2 0 16,0-2 0-16,0-4 0 0,0 4 0 0,0-4 0 16,0-4 0-16,-8 4 0 0,8-7-119 0,0 4-371 15,-6-5-178-15,6 4-189 0,-6-3-217 16,6 3-59-16,-7 0 27 0,0 1 89 0,1-1 170 16,0 4 230-16</inkml:trace>
  <inkml:trace contextRef="#ctx0" brushRef="#br0" timeOffset="-94512.14">31267 14822 81 0,'0'-4'391'0,"0"1"77"0,0-1 71 0,0-3 33 16,7 0-32-16,-7-1-53 0,0 1-42 0,7-1-34 16,-7 0-30-16,0 2-49 0,6-5-60 15,-6 3-39-15,0-3-29 0,6 4-16 0,-6 0-21 16,-6-1-19-16,6 2-21 0,0 1-18 15,-6 1-22-15,-8 1-17 0,8 3-11 0,-14 0-6 16,7 0 1-16,-6 3 2 0,0 6 8 0,-1-3 12 16,-6 5 9-16,7 0 10 0,-8 4 4 15,8 6 3-15,-8 2 5 0,8 3 0 0,6-1 3 16,-6 8 5-16,5-4 7 0,8 5 12 16,0-2 15-16,6 2 12 0,6-2 8 0,0 2-147 15,8-5-22-15,-1 1 0 0,6-5 0 16,0 0 0-16,8-3 0 15,-1-3 0-15,-6-4 0 0,5 0 0 0,1-9 0 0,0 2 0 0,0-1 0 0,1-3 0 16,-8-4 0-16,7 4 0 0,-6-8 0 0,-8 4 0 16,8 0 0-16,-7-4 0 0,0 0 0 15,-6 4 0-15,-1-3 0 0,0 3 0 0,2 0 0 16,-8-4 0-16,6 0 0 0,-6 4 0 16,0-3-255-16,0 0-254 0,0-5-153 0,6 4-151 15,-6-3-148-15,0 0-101 0,0-1 9 0,6 1 69 16,-6-4 156-16,8 3 195 0,-2-3 226 15</inkml:trace>
  <inkml:trace contextRef="#ctx0" brushRef="#br0" timeOffset="-93981.02">31547 15071 212 0,'8'-7'621'0,"-8"0"148"0,0 4 111 16,6-5 74-16,-6 0-124 0,0 4-146 16,0 1-157-16,0-1-120 0,0 0-92 0,0 4-68 15,0 0-51-15,0 0-36 0,0 4-22 16,6 3-9-16,-6 0 1 0,0 6 1 0,6-3-1 15,-6 5-7-15,0-1-3 0,0 5-2 16,7-1 4-16,-7 4-6 0,0-4-5 0,0 3-90 16,0 2-21-16,0-1 0 0,0 0 0 0,0-3 0 15,0 2 0-15,0-7 0 0,7 6 0 16,-7-6 0-16,0 1 0 0,0-4 0 0,0 0 0 16,0-4 0-16,0 1 0 0,0-5 0 15,0 1 0-15,0-1 0 0,0-3 0 0,0-3 0 16,0-1 0-16,0 1 0 0,0-5 0 0,0-3 0 15,0 0 0-15,0-3 0 0,-7-2 0 16,7-1 0-16,0-2 0 0,0-3 0 0,0 4 0 16,0-1 0-16,0-2 0 0,0 3 0 0,7 2 0 15,-7-2 0-15,6 0 0 0,1 3 0 16,5 0 0-16,2 1 0 0,-2-1 0 0,2 1 0 16,5 3 0-16,1 0 0 0,-8 0 0 0,15-1 0 15,-7 5 0-15,-1 0 0 0,0 3 0 16,-5 4 0-16,5 4 0 0,-6-1 0 0,0 5 0 15,1 2 0-15,-2 6 0 0,-5-2 0 16,-1 5 0-16,-6 3 0 0,7-1 0 0,-7 5 0 16,0 0 0-16,0 0 0 0,0-1 0 0,0 1 0 15,-7-1 0-15,7 0 0 0,0-2 0 16,0 3 0-16,0-8 0 0,0 4 0 0,0-4 0 16,0-3 0-16,0-4 0 0,0 0 0 15,0-5 0-15,0 3 0 0,0-6 0 0,0 2 0 16,0-2 0-16,0-3 0 0,0-3 0 0,0 3 0 15,0-5 0-15,0 2 0 0,-6-2-204 16,-1-2-429-16,7-4-217 0,-6 4-237 0,0-4-102 16,6-3 20-16,-8-1 84 0,-4 0 180 15,5-3 226-15,0-1 291 0</inkml:trace>
  <inkml:trace contextRef="#ctx0" brushRef="#br0" timeOffset="-92367.99">22449 15144 11 0,'-12'4'309'0,"4"0"55"0,-4-4 54 15,5 3-9-15,-6-3-37 0,7 4-31 16,-7-4-10-16,6 3 17 0,-6 1 13 0,7-4 4 15,-8 4-6-15,8 0-15 0,0-4-26 16,-1 0-35-16,0 3-30 0,1-3-26 0,-1 0-16 16,1 0-13-16,6-3-7 0,-6 3-11 31,6-4-14-31,0 0-10 0,0 0-13 0,0 1-13 0,6-4-11 0,0 3-12 0,7-3-10 16,-6-1-10-16,12 2-7 0,-5-3-7 15,-2 3-8-15,8-2-9 0,-1 5-9 0,1-1-6 16,6 0-6-16,-6 1-5 0,-1 3-4 15,1 0-5-15,6 3 0 0,-7 1 0 16,1 0 0-16,-7 7-2 0,6-5-1 0,-6 9 0 16,1 0-2-16,-2-1-6 0,-4 5 1 31,-2-1 3-31,0 5 2 0,-6-2 2 0,0 1 3 0,0 0 3 0,-6 0-3 0,-8 4-5 16,8-3-3-16,-7-2-4 0,-7 5-3 0,1-4-3 31,6-1 0-31,-7 2 0 0,1-1-1 0,-1-4-1 15,0-3 1-15,1 2 0 0,0-5 1 16,6-1 1-16,-1-4-1 0,2-3 2 0,-2-1 3 16,8 1 9-16,0-4 10 0,-1 0 11 15,7-4 6-15,0 1-3 0,0-1-41 0,0 0 0 16,13-3 0-16,-7 0 0 0,8 0 0 16,-2-1 0-16,2 5 0 0,-1-5 0 0,6 5 0 15,0-1 0-15,1 4 0 0,0-4 0 16,-7 8 0-16,7-4 0 0,-1 4 0 15,-6-1 0-15,6 5 0 0,1-2 0 0,0 6 0 16,-1 2 0-16,1 1 0 0,-8 0 0 16,8 2 0-16,0 3 0 0,-7-2 0 0,-1 4 0 15,-4 0 0-15,-2 0 0 0,-6-1 0 16,0 4 0-16,-6-2 0 0,-2 3 0 16,-4-4 0-16,-1 3 0 0,-1-3 0 0,-4-2 0 15,-2 0 0-15,7-4 0 0,-13 2 0 0,6-8 0 16,-6 2 0-16,0-5 0 0,0-3 0 15,-7-4 0-15,0 0 0 0,1 0 0 0,-1-4 0 16,1 0 0-16,-1 1 0 0,7 0 0 16,0-6 0-16,1 6 0 0,-1-4 0 0,12 3 0 15,-5-3 0-15,5 3 0 0,2 1 0 16,-2-1 0-16,8-1 0 0,0 3 0 0,-1-3 0 16,7 2 0-16,-6 3 0 0,6-3 0 15,-7 3 0-15,7 0 0 0,0 0 0 16,0-4 0-16,0 4 0 0,0 0 0 0,0 0 0 15,7-4 0-15,-7 4 0 0,6-4 0 16,1-3-406-16,-1 4-337 0,0-6-272 0,8 3-176 16,-8-5-29-16,8 0 67 0,-8-4 135 15,7 1 221-15,-7-5 289 0</inkml:trace>
  <inkml:trace contextRef="#ctx0" brushRef="#br0" timeOffset="-89734.77">26500 15148 59 0,'0'7'225'15,"0"0"25"-15,0 1-21 0,0-1-17 16,0 4-26-16,7-3-9 0,-7 0 9 0,0-1 19 16,6-4 26-16,-6 5 26 0,7-5 45 15,-7 1 48-15,6 0 33 0,-6-4 10 0,7 3-6 16,-7-3-23-16,6 0-42 0,-6-3-55 16,7-1-42-16,-7 0-31 0,6 1-26 0,-6-1-14 15,6 0-16-15,2-3-9 0,-8 4-9 16,0-5-7-16,6 0-6 0,-6 1-10 0,0-4-6 15,6 3-9-15,-6-2-9 0,0-5-9 16,0 5-8-16,-6-5-1 0,6 0-4 16,-6-3-6-16,-2 3-6 0,2 0-3 0,-7 4-2 15,0-4-8-15,0 8-9 0,0-4-4 16,-6 8-2-16,-1-5-5 0,1 5-4 0,-1 3-2 16,0 0 1-16,-6 3 0 0,7 0-1 15,-7 5 2-15,6-1 1 0,1 4 1 16,-1 0 0-16,0 1 1 0,1-1-2 0,6 3-3 15,0 1 0-15,7 3-1 0,0-4 2 0,6 1 9 16,6 4 9-16,0-5 8 0,0 5 8 16,14-5 12-16,-7 1 4 0,7-4 0 0,0 4 3 15,-1-4 5-15,1 0 0 0,6 0 4 16,-1 0 9-16,1 0 4 0,0 0 0 16,1-1-2-16,5-2 3 0,-6 3 0 0,7 0-4 15,-1 1-36-15,-6 2-37 0,7-3 0 16,-7-1 0-16,0 5 0 0,0 0 0 0,-6-1 0 15,-1 1 0-15,-6 4 0 0,1-5 0 0,-8 0 0 16,0 5 0-16,1-4 0 0,-7 4 0 16,-7-2 0-16,1 1 0 0,-8-3 0 15,2 4 0-15,-8-4 0 0,1-1 0 0,-7-3 0 16,6 1 0-16,-6-6 0 0,7-2 0 16,-8 0 0-16,1-4 0 0,0 0 0 15,7-4 0-15,-7-3 0 0,0-4 0 0,6 0 0 16,1-4 0-16,-1-3 0 0,0-1 0 15,8-3 0-15,-2 0 0 0,8 1 0 0,6-5 0 16,0 4 0-16,0-5 0 0,13 2 0 16,0 4 0-16,-1-5 0 0,15 4 0 0,-7 0 0 15,6 0 0-15,0 4 0 0,6-1 0 16,-5 5 0-16,5-1 0 0,-7 0 0 0,2 5 0 16,-7-1 0-16,-1 0 0 0,0 4 0 15,-5-1 0-15,-8 3 0 0,7 2 0 0,-6 0 0 16,-7-1 0-16,6 4 0 0,-6 0 0 15,0 0 0-15,-6 0 0 0,-1 4 0 16,1-1-304-16,-1-3-293 0,1 3-204 0,-1 2-225 16,-6-2-118-16,7-3 1 0,-1 0 67 15,0 0 152-15,1-3 220 0,0-2 278 0</inkml:trace>
  <inkml:trace contextRef="#ctx0" brushRef="#br0" timeOffset="-82027.24">14048 14749 294 0,'6'-4'442'0,"-6"4"66"16,0-4 59-16,7 2-71 0,-7-3-39 0,0 1-54 15,0 1-44-15,6-1-28 0,-6-3-24 16,0 3-30-16,0 0-44 0,0-2-35 16,0 1-13-16,0 5-13 0,0-4-10 0,0 1-5 15,7 0-2-15,-7 3-6 0,0-4-9 16,0 4-9-16,0 0-16 0,0 0-18 0,0 0-22 15,0 0-18-15,0 0-11 0,0 0 2 16,0 7 6-16,0 0 16 0,0 1 18 0,-7 6 20 16,7 1 13-16,-6 7 3 0,6 1 1 15,0 6-12-15,0 3-4 0,0 1-10 16,0 4-6-16,0 3-8 0,6 4-9 0,-6 0 3 16,7 1-4-16,-1 2-5 0,-6 0-1 0,6 1 0 15,-6 0-66-15,8 0-3 0,-8-5 0 16,6 1 0-16,-6 0 0 0,0-3 0 15,6-5 0-15,-6-3 0 0,0-4 0 0,0 1 0 16,7-8 0-16,-7 0 0 0,0-8 0 16,0 0 0-16,0-5 0 0,0 1 0 0,0-6 0 15,0 0 0-15,6-4 0 0,-6-4 0 16,0 0 0-16,0 1 0 0,0-4 0 0,0-2 0 16,0 3 0-16,0-5-22 0,0 0-376 15,0 0-162-15,0-4-202 0,7 0-206 16,-1-3-142-16,1 3-13 0,6-7 61 0,-6 5 139 15,5-2 209-15,2 1 252 0</inkml:trace>
  <inkml:trace contextRef="#ctx0" brushRef="#br0" timeOffset="-81443.52">14569 15306 297 0,'6'-4'446'0,"-6"0"66"16,0 1 51-16,0-5-51 0,0 5-47 0,0-4-57 15,0-1-50-15,0 1-33 0,0-4-28 16,0 3-39-16,0-2-51 0,-6-1-37 16,6 0-15-16,-7-1-8 15,1 1-9-15,-1 0-8 0,0 0-9 16,1 0-9-16,0 4-9 0,-8 0-17 0,2 3-16 15,5-3-13-15,-13 4-8 0,8 3-5 16,-2 0-7-16,2 0-6 0,-2 0-4 0,1 3 1 16,1 4 4-16,-2 0-2 0,2 4 0 15,4 0 4-15,-4 8 1 0,5-5 5 0,1 5-3 16,-1 3 5-16,7 0 6 0,-7 0 9 16,7 3 6-16,0 1 4 0,7 0 0 15,-7 3 2-15,7-3-5 0,-1-1-9 0,7 0-7 16,-7 2 0-16,8-2 6 0,-2 0 5 15,2-2 5-15,5-5 6 0,-5 0 10 0,4-4 6 16,-4-1 0-16,6-3 5 0,-1-2 6 16,1-5 4-16,-1 1 4 0,1-8 1 15,6-3 0-15,-6 0-39 0,-1-5-67 0,1 1 0 16,-2-3 0-16,2-5 0 0,-7 1 0 16,1-4 0-16,5 0 0 0,-12-3 0 0,-1-2 0 15,0 2 0-15,1 0 0 0,-7-5 0 16,0 5 0-16,-7-1 0 0,1-3 0 0,-7 7 0 15,0 0 0-15,0 0 0 0,0 4 0 16,-14 0 0-16,9 5 0 0,-2 3 0 0,-7 3 0 16,9 3 0-16,-2 4 0 0,-7 4 0 15,9-1-56-15,-2 5-301 0,7-2-102 16,-1 7-117-16,8-3-133 0,6 1-145 0,0 0-146 16,0 4-25-16,6-4 47 0,8 0 113 15,-1 0 168-15,-1 0 204 0</inkml:trace>
  <inkml:trace contextRef="#ctx0" brushRef="#br0" timeOffset="-80615.6">15187 15390 168 0,'14'-4'558'0,"-2"-3"140"0,1 0 103 15,-6-4 11-15,0-1-24 0,-1-2-145 0,0 3-146 0,-6-4-107 16,0 1-72-16,7-1-63 0,-7 0-51 15,0 1-37-15,-7-1-38 0,7 1-22 0,-6-1-21 16,0 4-16-16,-1-4-15 0,0 4-11 16,-6 0-5-16,1 4-8 0,-2-1-3 15,-6 1 0-15,8 3 0 0,-8 1 0 0,-5 3 4 16,5 0-1-16,0 0-2 0,1 7-1 16,-7-3-1-16,6 7-1 0,1-1-3 0,-1 2 0 15,7 2 2-15,0 5 4 0,0 3 3 16,0 0 1-16,6 0 2 0,1 0-1 0,6 4-1 15,0-4-7-15,6-1-3 0,1 1-5 16,-1 0-1-16,7 0-2 0,0-4-1 16,1-4 1-16,-2 6 2 0,8-9 1 0,-1 4 0 15,1-8-2-15,0 0 2 0,6 0 4 16,-7-7 8-16,1 0 10 0,-1 0 11 0,1-7 17 16,0 3 8-16,-8-3 4 0,2-5 0 15,5 2-3-15,-13-5-37 0,8 0-40 16,-8 1 0-16,7-1 0 0,-6-3 0 0,-7 4 0 15,6-5 0-15,0 4 0 0,-6 0 0 16,0 1 0-16,0 0 0 0,0 2 0 0,0 1 0 16,0 4 0-16,-6 0 0 0,6 0 0 15,0 3 0-15,0 0 0 0,0 0 0 0,0 1 0 16,0 3 0-16,-6 3 0 0,6 1 0 16,0 0 0-16,0 7 0 0,0-4 0 0,-7 8 0 15,7 0 0-15,0-1 0 0,0 9 0 16,0-6 0-16,0 6 0 0,0-2 0 15,7 1 0-15,-7 3 0 0,0 2 0 0,6 2 0 16,-6-3 0-16,6 3 0 0,-6 0 0 16,7 1 0-16,-7-1 0 0,7-4 0 0,-7 1 0 15,6 4 0-15,1-10 0 0,-7 7 0 16,6-9 0-16,-6 4 0 0,0-3 0 16,0-4 0-16,0-1 0 0,0-3 0 0,-6 1 0 15,-1-6 0-15,1-2 0 0,-1 0 0 0,-12-1 0 16,5-3 0-16,2-3 0 0,-8-1 0 15,1-4 0-15,-7 1 0 0,6 0 0 0,-6-1 0 16,-1-3 0-16,8 0 0 0,-7 4 0 16,0-4 0-16,0 0 0 0,7 4 0 15,-1-4 0-15,0 4 0 0,7 3 0 0,0-3 0 16,7 3 0-16,-7 0 0 0,13 1 0 16,-6-2 0-16,6 5 0 0,-8-2 0 0,8 2 0 15,0 0 0-15,0 0 0 0,8 0 0 0,-8 0 0 16,0 0 0-16,6 0 0 0,0 0 0 15,-6 2-242-15,7-2-275 0,6 5-155 16,-7-5-178-16,7 0-208 0,1 0-54 0,5-5 31 16,-6 3 91-16,0-3 166 0,0-3 223 15</inkml:trace>
  <inkml:trace contextRef="#ctx0" brushRef="#br0" timeOffset="-79545.03">15761 15023 113 0,'6'8'311'0,"-6"-1"61"0,6-4 29 15,1 2-48-15,-7-2 35 0,7 2-4 16,-7-5 17-16,0 3 12 0,6-3 0 16,-6 0-7-16,7-3-28 0,-1 3-43 0,-6-5-56 15,6 2-44-15,1-5-29 0,-7 4-22 16,7-3-9-16,-7 0-14 0,6-4-14 0,-6 4-10 15,0-4-9-15,0 0-14 0,0-1-15 16,0-2-15-16,-6-1-11 0,-1 0-14 0,-6 1-11 0,7 0-12 16,-7-1-8-16,-1 4-6 0,-5 0-4 0,0 4-7 15,-1 2-3-15,1 2-1 0,-7-1-3 16,6 4-2-16,1 4-1 0,-1-1 0 16,0 2 1-16,1 2-2 0,5 4 0 0,2-4-2 15,6 4 0-15,-2 0 1 0,2 3-2 16,6-3 0-16,0 1 4 0,0 2 2 0,6-3-2 15,8 4 2-15,-2-4 0 0,2-1 2 16,5 2 1-16,7-1 5 0,-6 3 7 0,13-2 5 16,-7-1 10-16,-1-4 9 0,8 4 8 15,-7 0 4-15,0 0 5 0,0 0-1 16,0-1-3-16,0 5-3 0,-7-4-5 0,-5 0-3 16,5 0-6-16,-12 0 0 0,6 0-1 15,-7 0 0-15,-6 1 1 0,0 2 0 0,0-3-2 16,-6 1-5-16,-7-2-5 0,6 1-5 15,-6 0-6-15,-7-4-6 0,8 4-1 16,-8-3 0-16,1-5 6 0,5 0 8 0,-5 1 11 16,6-4 15-16,-6 0 14 0,-1-4 11 15,7 1-8-15,-6-4-65 0,5 0 0 0,1-1 0 16,1-2 0-16,-2-2 0 0,8 1 0 16,0-3 0-16,-1-1 0 0,7 1 0 0,0-1 0 15,7-4 0-15,-1 1 0 0,0 3 0 16,8-2 0-16,-2-2 0 0,8 1 0 0,-1-1 0 15,1 2 0-15,6 1 0 0,-7 1 0 16,7 1 0-16,-6-1 0 0,0 4 0 16,-1 0 0-16,1 4 0 0,-7 0 0 0,6-1 0 15,-6 5 0-15,-6-1 0 0,6 4 0 16,-7 0-43-16,1 0-431 0,0 4-174 0,-7 3-200 16,0 0-223-16,0 0-73 0,0 1 25 15,-7 3 85-15,0-4 167 0,1 4 231 0</inkml:trace>
  <inkml:trace contextRef="#ctx0" brushRef="#br0" timeOffset="-71936.83">15623 15965 302 0,'-6'0'383'0,"6"0"52"15,-6 0-14-15,6-4-3 0,-6 4-31 16,-2-3-11-16,2-1-4 0,6 4 1 16,-6-3-6-16,6-1-19 0,0 4-38 0,-7-4-53 15,7 1-50-15,0-1-42 0,7 4-40 16,-7-5-29-16,6 3-20 0,8-3-14 15,-8 2-9-15,6 0 1 0,2-1 0 0,5 4-2 16,-5-4 1-16,4 4-2 0,2 0 1 16,-7 0-5-16,7 0-5 0,-7 4-9 0,6 0-4 15,-5-1-3-15,-1 5-4 0,-1-1-3 16,2 4 1-16,-8 0 5 0,0-1 4 0,2 5 3 16,-8 0 3-16,0-1 6 0,-8 5 4 15,8-1-3-15,-6 1-3 0,0-6-6 0,-8 7-6 16,2-3-8-16,-1 2-10 0,-1-1-2 15,2-2-2-15,-2-2-4 0,2 0 5 0,-2-2 15 16,8-1 18-16,-7-4 23 0,7 0 26 0,-8 0 32 16,8-2 24-16,6-2 12 0,-6-3 1 15,6 4-13-15,0-4-22 0,0-4-26 0,6 4-27 16,-6-3-25-16,12-2-18 0,-4 2-11 16,11-4-4-16,-6 3-4 0,6-3 1 0,1-1 6 15,0 5 7-15,5-4 9 0,1 2 5 0,1-2 6 16,-1 0 4-16,0 3-1 0,6-3-2 15,-5 4-5-15,-1-6-2 0,-1 6-4 0,-5-1-26 16,0 1-5-16,-1-1 0 0,-6 1 0 16,-6 3 0-16,5 0 0 0,-4-4 0 0,-8 4 0 15,0 0 0-15,0 4 0 0,0-4-3 16,-8 3-142-16,2 1-107 0,0-1-162 0,-1-3-234 16,1 4-274-16,-1-1-195 0,-6 2-47 15,7-5 39-15,-8 0 128 0,2 0 216 0,-2 0 284 16</inkml:trace>
  <inkml:trace contextRef="#ctx0" brushRef="#br0" timeOffset="-69421.03">16796 15580 366 0,'-13'4'520'16,"0"-1"71"-16,0-3 73 0,0 0-33 16,6 0-92-16,1 0-87 0,-1 0-59 0,1 0-40 15,6 0-44-15,0 0-56 0,0 0-51 16,0 4-32-16,6-4-21 0,1 0-12 0,-1 0-8 15,14 4-5-15,-7-4-8 0,6 4-10 16,8-4-13-16,-8 3-14 0,8-3-13 16,-2 4-13-16,7-4-13 0,-12 0-12 0,13 0-7 15,-13-4-10-15,6 4-3 0,-1 0-5 16,-11 0-15-16,5-3-30 0,-6 3-44 0,-6 0-59 16,6 0-89-16,-7-4-132 0,-6 4-140 15,0-4-122-15,0 0-116 0,0 1-103 0,-6-1 4 16,-1 1 88-16,-6-8 125 0,7 3 142 15</inkml:trace>
  <inkml:trace contextRef="#ctx0" brushRef="#br0" timeOffset="-69218.13">17043 15456 179 0,'7'-4'469'15,"-7"-3"103"-15,7-1 98 0,-1 1 7 0,0 0-42 16,8 3-96-16,-1 1-75 0,6-1-57 16,-6 0-53-16,7 4-43 0,-1 4-30 0,1 0-25 15,0-1-17-15,-1 8-22 0,0 0-26 16,1 4-34-16,-7 0-31 0,0-1-30 0,-6 5-26 15,-1 3-21-15,-6-5-16 0,-6 9-11 16,-8-4-8-16,2 3-7 0,-2 2-28 0,-5-5-51 16,6 3-81-16,0-6-123 0,-1-1-177 15,8-4-210-15,0-3-238 0,-1-7-101 0,7 0 0 16,7-8 78-16,-1-3 156 0,8-5 201 16</inkml:trace>
  <inkml:trace contextRef="#ctx0" brushRef="#br0" timeOffset="-68685.05">18229 14965 26 0,'0'-7'369'0,"0"-1"90"0,-6 1 78 15,6 0 27 1,0 0 8-16,0-1-45 0,-8 0-46 0,8 2-42 0,0 1-40 0,0 2-61 0,-6 0-76 16,6 3-66-16,0 0-47 0,0 0-18 15,0 3-4-15,0 8 12 0,0 0 25 16,0 4 29-16,6 3 32 0,-6 4 14 0,0 4 2 16,8 6-11-16,-8-2-17 0,6 7-22 0,0-1-21 15,1 4-25-15,0 1-20 0,-1 3-14 16,0-8-11-16,1 4-8 0,-1 1-55 0,1-4-37 15,6-5 0-15,-7 2 0 0,1-5 0 16,0 0 0-16,-1-7 0 0,0-4 0 16,1 1 0-16,-1-8 0 0,-6 0 0 0,0-3 0 15,0-6 0-15,0 3-97 0,0-10-260 16,0 3-175-16,0-11-200 0,7 3-188 0,-7-5-168 16,7 1-24-16,-7-5 56 0,6 4 138 15,8-2 189 1,-8-1 219-16</inkml:trace>
  <inkml:trace contextRef="#ctx0" brushRef="#br0" timeOffset="-68231.94">18580 15265 147 0,'8'-11'540'16,"-8"0"124"-16,0 4 93 0,0-4 35 16,0 0-75-16,0 4-149 0,-8-1-138 0,8 0-100 15,-6 5-78-15,6-4-64 0,-6 3-53 0,6 4-41 16,-7-3-31-16,0 6-17 0,1-3-9 15,6 8 0-15,-7-2 5 0,1 2 12 0,0 4 11 16,-1 2 13-16,0 1 11 0,1 3 7 16,0 1 5-16,6 2 3 0,-7 2 8 0,0-1 6 15,7-1 6-15,0 5 2 0,7-4-1 16,-7 0-6-16,7 0-10 0,5 1-16 16,-5-6-15-16,6 2-11 0,0-1-8 0,7-3-4 15,-8-1-4-15,8-3-6 0,0-4-3 16,5 0-3-16,-5-3-5 0,6-4-4 0,-6-4 0 15,5-3 5-15,-5 0 9 0,0-4 12 16,-1-3 21-16,-5 3 17 0,-2-8-91 16,2 5-3-16,-8-8 0 0,1 2 0 0,-7-5 0 15,0 4 0-15,0-9 0 0,-7 2 0 0,-6 2 0 16,0 0 0-16,-1 0 0 0,2 8 0 16,-8-1 0-16,1 5 0 0,-1 3 0 0,1 0 0 15,-1 8 0-15,-6-2 0 0,6 2 0 16,8 6 0-16,-8 2 0 0,7-2-30 15,1 4-365-15,4 1-108 0,2 3-131 0,6-1-142 16,0 1-133-16,6 0-114 0,8 4-3 16,-8-8 66-16,7 4 140 0,7 0 188 0,-8-4 200 15</inkml:trace>
  <inkml:trace contextRef="#ctx0" brushRef="#br0" timeOffset="-67500.94">19147 15335 319 0,'13'-8'563'0,"1"2"130"0,-8-6 100 16,0 5-29-16,1-8-72 0,-1 5-118 0,1-2-121 0,-7 1-103 15,0 0-71-15,6 1-61 0,-6-1-27 0,-6 0-31 16,6-1-20-16,-7 4-20 0,7-2-17 16,-13 3-14-16,7 3-24 0,-8-4-11 0,2 5-10 15,-1 3-3-15,-7 0-5 0,0 0 3 16,1 3 6-16,0 5 4 0,-1-1 6 15,1 4 4-15,-1 5 7 0,0-2-1 0,7 4-5 16,1 0-3-16,-2 1-3 0,2 3 1 0,5-5-1 16,0 6 2-16,7 0 2 0,0-2 5 15,7-2 2-15,-7-1-5 0,13 0-3 0,-7 0-6 16,8-4-6-16,5 2-7 0,-6-5-4 16,6 0-1-16,1 0-3 0,6-8 2 15,-7 1 1-15,1-4 4 0,6 0-1 0,-6-4 2 16,-1-3-12-16,1 0-26 0,-7-1 0 15,6-3 0-15,-6 0 0 0,-7-4 0 0,2 4 0 16,-2-7 0-16,0 4 0 0,1-4 0 16,-7 3 0-16,0 0 0 0,0 1 0 15,0-2 0-15,-7 5 0 0,7 0 0 0,0 1 0 16,-6 2 0-16,6 1 0 0,0 3 0 16,-6 1 0-16,6-1 0 0,0 1 0 0,0 3 0 15,-8 0 0-15,8 0 0 0,0 3 0 0,0 1 0 16,0-1 0-16,0 5 0 0,-6-1 0 15,6 3 0-15,6 2 0 0,-6 2 0 16,0 6 0-16,0-3 0 0,8 6 0 0,-8-2 0 16,0 1 0-16,6 3 0 0,-6 5 0 15,6 0 0-15,1 2 0 0,0-3 0 16,-1 5 0-16,0-5 0 0,1 0 0 0,-1 4 0 16,1-8 0-16,0 4 0 0,-1 2 0 15,0-5 0-15,1-1 0 0,-7-3 0 0,0 0 0 16,0 0 0-16,0-5 0 0,-7-1 0 0,7-5 0 15,-6-1 0-15,0 2 0 0,-8-9 0 0,8 1 0 16,-7 0 0-16,-7-4 0 0,0 0 0 16,1-4 0-16,0 0 0 0,-14-2 0 0,7 2 0 15,0-4 0-15,-7 1 0 0,1-4 0 16,5 7 0-16,2-3 0 0,-1 0 0 16,0-1 0-16,6 1 0 0,1 3 0 0,5-2 0 15,2 1 0-15,5 2 0 0,0-6 0 16,7 3 0-16,7-2 0 0,0 2-592 0,5-2-181 15,8 1-159-15,0-1-188 0,13-3-29 16,-1 1 56-16,1-2 122 0,6-2 188 16,-1-2 214-16</inkml:trace>
  <inkml:trace contextRef="#ctx0" brushRef="#br0" timeOffset="-66635.38">19707 15196 56 0,'0'-8'322'0,"0"-3"80"0,0 8 71 16,0-5-18-16,0 1 35 0,0 0 20 0,0-1-19 15,0 5-21-15,0-5-25 0,0 5-30 16,0 0-52-16,0-2-55 0,-6 5-41 0,6-4-39 15,0 4-29-15,0 0-35 0,0 0-32 16,0 0-15-16,0 0-8 0,0 4 2 16,0 4 8-16,-7-1 14 0,7 0 16 0,0 4 1 15,0 4 2-15,0 0-1 0,7-1-4 16,-7 5-8-16,0-1-8 0,6 0-6 16,-6 1-10-16,7 3-13 0,-7-5-51 0,6 3-51 15,1-3 0-15,-7 2 0 0,7-4 0 0,-7 3 0 16,6-3 0-16,-6-4 0 0,6-1 0 15,-6 1 0-15,0-3 0 0,0-2 0 0,6-2 0 16,-6 1 0 0,0-2 0-16,0 2 0 0,0-5 0 15,0 0 0-15,0 0 0 0,0 0 0 0,8 0 0 16,-8-5 0-16,0 2 0 0,0-2 0 0,0-2 0 16,0 0 0-16,0 0 0 0,0-4 0 15,0 4 0-15,-8-4 0 0,8 0 0 16,-6-4 0-16,6 0 0 0,-6 1 0 0,6-4 0 15,-6 2 0-15,6-2 0 0,-7 0 0 16,7 0 0-16,-7-1 0 0,7 5 0 0,-6-1 0 16,6 1 0-16,0 2 0 0,-7 1 0 15,14-3 0-15,-7 6 0 0,0-3 0 16,6 0 0-16,1 0 0 0,0 5 0 0,5-6 0 16,2 5 0-16,-2 0 0 0,1-1 0 15,1 5 0-15,-2-4 0 0,8 3 0 0,-7 0 0 16,7 4 0-16,0-4 0 0,-2 4 0 15,2 0 0-15,0 4 0 0,-1-4 0 0,1 4 0 16,-7 0 0-16,7-1 0 0,-8 1 0 16,8 3 0-16,-7 0 0 0,0 1 0 0,0-2 0 15,0 3 0-15,-6 1 0 0,5 1 0 16,-5 0 0-16,0 4 0 0,-1-4 0 16,1 3 0-16,-1 1 0 0,-6 0 0 0,6-1 0 15,-6 5 0-15,0-4 0 0,0 3 0 16,0-4 0-16,-6 4 0 0,6-2 0 0,0-1 0 15,-6 2 0-15,6-2 0 0,0 0 0 0,0-4 0 16,-7 3 0-16,7-3 0 0,0 0 0 16,0-4 0-16,0 0 0 0,0 1 0 15,0-3 0-15,0-2 0 0,-6 0 0 0,6 1 0 16,0-4 0-16,0 4 0 0,0-4 0 16,0 0 0-16,0 0 0 0,0 0 0 0,0 0 0 15,0-4 0-15,0 4 0 0,0-4 0 16,6 1 0-16,-6 0 0 0,0-2 0 15,0-3 0-15,0 1-290 0,0 4-650 0,0-5-294 16,0-3-90-16,0 4 32 0,-6 4 120 16,-1-5 221-16,0 8 283 0</inkml:trace>
  <inkml:trace contextRef="#ctx0" brushRef="#br0" timeOffset="-64959.17">19427 15867 103 0,'0'0'219'0,"0"3"12"0,0 0-17 15,0-3-6-15,0 0 21 0,0 4 0 16,7-4-1-16,-7 0-2 0,0 0-3 15,0 0-6-15,0 4-8 0,0-4 3 0,0 0 2 16,0 0 13-16,0 0 14 0,0 0 13 16,0 0-1-16,0 0-13 0,0 0-19 0,0 0-25 15,0 0-28-15,0 0-23 0,0 0-17 16,0 0-10-16,0 0-10 0,-7 0-6 16,7 0-3-16,0 0-2 0,0 0 3 0,0 0 1 15,0 0 5-15,0 0-1 0,0 0-5 16,0 0-11-16,0 0-17 0,0 0-15 15,0 0-18-15,0 0-11 0,0 0-14 0,0 0-5 16,0 3-2-16,0-3-2 0,0 0 1 16,0 0-4-16,0 0-1 0,0 0 4 0,0 0-1 15,0 0 1-15,0 0 1 0,0 0 4 16,0 0 5-16,0 0-1 0,0 0 2 0,0 0 1 16,0 0 1-16,0 0-1 0,0 0-1 15,0 0 0-15,0 0-2 0,0 0 1 0,0 0 3 16,0 0 2-16,0 0 5 0,0 0 2 15,0 0 2-15,0 0-1 0,0 0 0 0,0 0-1 16,0 0-4-16,0 0 0 0,0 0 0 16,0 0-1-16,0 0-1 0,0 0-1 0,0 0-2 15,0 0-1-15,0 0-3 0,0 0-1 16,0 0-1-16,0 0-1 0,0-3-1 16,0 3 3-16,0 0 4 0,0 0 3 0,0 0 4 15,0 0 3-15,0 0-5 0,0 0-2 16,0 0-4-16,0 0-1 0,0 0-5 0,0 0-3 15,0 0 5-15,0 0-1 0,0 0-1 16,0 0 2-16,0 0 2 0,0 0 3 16,0 0 0-16,0 0 1 0,0 0-1 0,0 0-4 15,0 0-5-15,0 0-3 0,0 0-3 16,0 0-1-16,0 0 0 0,0 0 1 0,0 0 0 16,0 0 0-16,0 0-1 0,0 0 1 15,0 0-1-15,0 0 0 0,0 0 0 16,0 0-1-16,7 0 1 0,-7 0-1 0,0 0-1 15,0 3 0-15,0 0-4 0,0-3-2 16,6 5-2-16,-6-5-4 0,0 0-4 0,6 0-2 16,-6 0-2-16,0 0 1 0,8 0 1 15,-8 0 3-15,0 0 5 0,6 0 4 16,-6 0 4-16,0 0 2 0,0 0 1 0,0 0 2 16,6-5-1-16,-6 5-1 0,0 0 2 0,0-3-1 15,7 3 0-15,-7-3 3 0,7-1 0 16,-7 4 1-16,6-4 0 0,-6 1 2 15,0 0 4-15,6 3-4 0,-6-5 1 0,0 2 0 16,7 3 5-16,-7-4 6 0,0 4 4 16,0-3 9-16,0 3 8 0,0 0 8 0,0 0 7 15,0-4-5-15,-7 4 1 0,7 0-12 16,0 0-9-16,0 0-8 0,-6 0-14 16,6 0-4-16,-6 0-7 0,-1 0 1 0,0 0 1 15,7 4-1-15,-6-4 2 0,0 3 1 16,-2-3-1-16,2 4-2 0,0-4 2 0,-1 3-1 15,1 2 1-15,-1-2 0 0,1 4 2 16,6-3 4-16,-7 2 8 0,1 3 5 0,0-6 4 16,6 4 5-16,-8 1 6 0,8-1 1 15,-6 1 0-15,6 3 1 0,0-4 4 0,0 4 6 16,0-1 8-16,0-1 6 0,0 1 0 16,6 1-60-16,-6 0 0 0,8 0 0 0,-8 0 0 15,6 0 0-15,0-4 0 0,1 5 0 16,-1-5 0-16,1 0 0 0,-1 4 0 0,7-7 0 15,-7 4 0-15,8-5 0 0,-8 0 0 16,8 1 0-16,-2 0 0 0,1-4 0 0,-6 3 0 16,6-3 0-16,0-3 0 0,0 3 0 0,0-4 0 15,0 4 0-15,0-4 0 0,1 1 0 16,-2 0 0-16,1-2 0 0,0 2 0 0,0-1 0 16,-7-1 0-16,8 3 0 0,-2-2 0 0,-5 1 0 15,6-1 0-15,-6 0 0 0,-1 1 0 16,1 3 0-16,-7-5 0 0,7 5 0 0,-7 0 0 15,6-2 0-15,-6 2 0 0,0 0 0 16,-6 0 0-16,6 0 0 0,-7 0 0 0,7 0 0 16,-13 0 0-16,6 0 0 0,1 0 0 15,-8 0 0-15,8 0-306 0,0 0-663 0,0 0-279 16,-2 0-89-16,2-5 38 0,0 2 128 16,6 3 234-16,-7-4 299 0</inkml:trace>
  <inkml:trace contextRef="#ctx0" brushRef="#br0" timeOffset="-56816.9">18294 14547 184 0,'-13'-11'216'0,"-7"0"-8"16,1 0-66-16,0 0-31 0,-1 1-19 0,0-1-13 15,7 0-5-15,-7-1 7 0,8 5 8 16,-1 0 5-16,0-1 7 0,0 1 15 15,-1-1 9-15,8 1 10 0,0 0 8 0,-8 0 8 16,8 3 9-16,0 0 4 0,-1 1 5 16,1-1 2-16,6 4 3 0,-7-3 3 15,0 3-4-15,7-5-5 0,-6 5-7 0,6 0-7 16,-6 0-16-16,6 5-15 0,-8-2-8 16,8 1 11-16,-6-1 6 0,0 8 20 0,6 0 17 15,-6 4 14-15,6 3 12 0,-7 5-10 16,0-1-7-16,1 7-16 0,6 4-8 0,-7 3 0 15,1 8-7-15,6 4-1 0,-6 10 0 16,6 5 2-16,-8 3-7 0,2 7-8 0,6 7-7 16,-6 1-14-16,6 6-13 0,0 2-17 15,6 6-17-15,-6 1-12 0,6 2-9 0,-6-2-7 16,8 2-1-16,-2-2 1 0,7-4 1 16,-7 3 3-16,8-7-3 0,-8-4-2 0,6-4-7 15,2-2-6-15,-1-9-8 0,0-3-3 16,-6-4-3-16,5-6-1 0,2-5-1 0,-8-4-2 15,0-6 2-15,1-5-3 0,0-7-3 0,-1-3 1 16,1-8 3-16,-7-3 0 0,6-3-1 16,-6-5 0-16,0-4-5 0,0-6-19 0,0-2-42 15,0-6-59-15,0-3-81 0,7-5-97 16,-7-2-120-16,0-9-143 0,6-2-151 0,1-1-145 16,-1-8-107-16,8-6-1 0,-2-5 72 15,1-3 133-15,-6-3 177 0,6-5 194 0</inkml:trace>
  <inkml:trace contextRef="#ctx0" brushRef="#br0" timeOffset="-56065.32">18040 14833 263 0,'-13'-25'381'0,"0"-1"36"0,-1 0 48 0,2 0-66 15,-1 8-77-15,6-1 0 0,1 5 18 16,-1 0 9-16,1 7-22 0,6-5-34 0,0 9-49 16,0-5-61-16,6 5-46 0,7 0-22 15,7-2 1-15,12 2 18 0,1-2 7 0,13 5 0 16,5-2-8-16,8 2-3 0,0-5-15 16,12 5-19-16,1-3-15 0,6-1-13 15,13 0-16-15,0 4-18 0,7-3-13 0,13-1-13 16,-7 0-6-16,7 1-1 0,0-1 1 15,-7 1 3-15,0-2-3 0,1-1 3 16,-8-2 0-16,-6 1-4 0,-6-4-1 0,-7 4 0 16,-6-4 0-16,-14 3 0 0,-6-3 0 0,-6 1 2 15,-7 2 14-15,-13 0 24 0,7 2 28 16,-14-1 31-16,-6 2 25 0,6-2 16 0,-11 3 4 16,4 1-14-16,-5-1-24 0,0 4-28 15,-1-4-23-15,-6 4-19 0,6 0-15 16,-6 0-10-16,0 4-6 0,7 0-1 0,-7 7-3 15,0-1 2-15,6 9 3 0,-6-1 5 16,7 8 17-16,-7 7 22 0,7 3 28 0,-1 5 29 16,7 10 22-16,-6 4 13 0,6 8 10 15,6 2 1-15,0 12-9 0,8 4-13 16,-1 6-18-16,0 6-99 0,6-2-14 0,1 0 0 16,-1 1 0-16,-5-4 0 0,-1-7 0 0,-7-1 0 15,1-10 0-15,-8-4 0 0,-4-7 0 0,-2-5 0 16,-6-3 0-16,0-6 0 0,-6-6 0 15,-2 2 0-15,-4-8 0 0,-1 0 0 16,-7-7 0-16,0-1 0 0,-6-3 0 0,1-3 0 16,-8-5 0-16,0 1 0 0,-12 0 0 0,0 0 0 15,-8-5 0-15,-6 5 0 0,-12-4 0 16,-7 0 0-16,-14 0 0 0,-5 0 0 0,-7 0 0 16,-13-4 0-16,-1 4 0 0,-6-4 0 0,-6 5 0 15,7-5 0-15,-1 4 0 0,13-4 0 0,7 4 0 16,5 0 0-16,16-3 0 0,4 3 0 15,8-1 0-15,12-2 0 0,14-5 0 0,-1 4 0 16,13-2 0-16,7-1 0 0,6-1 0 0,1 0 0 16,13-3 0-16,-8 0 0 0,14 0 0 15,0 0 0-15,7-3 0 0,0-4-298 16,5 2-418-16,1-5-187 0,7 2-225 0,0-6-61 16,-1-1 45-16,1-2 100 0,-8-2 187 0,8-6 225 15</inkml:trace>
  <inkml:trace contextRef="#ctx0" brushRef="#br0" timeOffset="-55128.27">14392 2092 150 0,'-6'3'365'16,"6"1"51"-16,-6-4 46 0,6 0-41 0,-6 0-40 15,6 0-31-15,0 0-3 0,0 0 1 16,0 0-7-16,-8 0-16 0,8 0-38 0,0-4-49 16,0 4-50-16,0-3-39 0,0-1-34 15,0 4-35-15,0-4-21 0,0 1-20 0,0 3-15 16,-6-4-11-16,6 0-8 0,0 4-17 0,0 0-37 15,0 0-66-15,0 0-123 0,0 4-160 16,0 0-151-16,0-1-161 0,0 5-58 0,0-5 16 16,0 4 96-16,0 1 144 0</inkml:trace>
  <inkml:trace contextRef="#ctx0" brushRef="#br0" timeOffset="-54324.06">21674 4842 240 0,'-6'8'448'0,"-1"-4"84"0,0-1 81 15,1 1-23-15,0-4-35 0,0 4-75 16,6-1-65-16,-8-3-48 0,8 4-52 0,0-4-66 16,0 0-52-16,0 4-32 0,8-4-18 15,-2 3-14 1,0-3-14-16,7 5-1 0,7-5-4 0,-8 0-4 15,8 2-8-15,0-2-10 0,-1-2-12 16,7 2-16-16,0 0-16 0,1-5-15 0,-8 2-12 16,7-1-7-16,0 4-3 0,-6-4-9 15,-1 1-14-15,1-1-29 0,-8 4-56 16,2 0-77-16,-8-4-101 0,0 4-110 0,-6 4-120 16,0-4-110-16,0 4-91 0,-6-1-80 15,0 5 17-15,-8-5 69 0,8 4 111 0,-7-2 125 16</inkml:trace>
  <inkml:trace contextRef="#ctx0" brushRef="#br0" timeOffset="-54041.46">21719 5096 381 0,'0'7'536'0,"0"-3"109"0,-6-1 58 15,6 1-6-15,0-1-121 0,6-3-123 16,-6 0-102-16,7 5-88 0,0-5-72 0,6 3-51 15,0-3-20-15,0 0-3 0,0 3-5 16,6-3 0-16,1 0-7 0,-1 4 3 16,1-4-3-16,-7 0-13 0,7-4-18 0,0 4-9 15,-8 0-16-15,1-3-15 0,-6 3-13 16,6 0-8-16,-7 0-3 0,-6-3-7 0,6 3-9 16,-6 0-18-16,0 0-42 0,0 0-60 15,0 0-90-15,0 0-112 0,-6 0-123 16,6 0-134-16,-6 0-117 0,6-5-87 0,-7 2 10 15,1-1 70-15,-1-3 105 0,0 0 142 16</inkml:trace>
  <inkml:trace contextRef="#ctx0" brushRef="#br0" timeOffset="-53588.45">21883 4627 516 0,'-7'-4'681'0,"0"4"83"0,7-4 49 0,0 4-87 16,-6-3-189-16,6 3-192 0,6 3-130 15,-6 1-63-15,7 3-28 0,0 1-6 0,-1-1-15 16,7 5-5-16,7 2-11 0,-8 0-3 16,8 1-1-16,7-1 5 0,-9 1 6 15,9 4-3-15,5-1-3 0,-6-3-13 0,7 2-12 16,-1-2-16-16,1 0-13 0,-7-1-11 15,0 1-5-15,7-4-5 0,-7 0-5 0,-7 4-1 16,1-4-1-16,-7 0 1 0,0 4 3 16,-7-1 5-16,-6 1 8 0,0 3 9 0,-6 1 14 15,-7 2 15-15,0 2 11 0,0-1 15 16,-7 0 15-16,-6 0 14 0,7-1 9 16,-7 2 2-16,6-1 3 0,-6 0-9 0,7-4-9 15,-1 0-15-15,-6 0-14 0,7 0-14 16,5-3-12-16,-6 0-11 0,8-1-6 0,-1-2-11 15,6-5-6-15,-6 1-5 0,7-1-7 16,0-4-2-16,-2 2-6 0,8-2-19 0,0-3-53 16,-6 0-81-16,12-3-105 0,-6-2-125 15,0-2-162-15,8 0-182 0,-2-4-177 0,0-1-106 16,7 2 6-16,-6-5 72 0,0 1 133 16,-1-1 186-16,0-4 221 0</inkml:trace>
  <inkml:trace contextRef="#ctx0" brushRef="#br0" timeOffset="-52583.27">23354 4839 50 0,'-6'-7'317'0,"0"-1"58"0,-8 1 59 15,8-4-35-15,-1 3 7 0,-5-2 0 16,4 3-5-16,2-1 3 0,0 1-11 0,6 2-23 16,-6-1-28-16,-1 2-55 0,7 1-54 15,0-1-44-15,-7 0-40 0,7 4-33 0,0 0-34 16,0-4-24-16,0 8-22 0,0-4-3 15,7 4 6-15,-7 3 10 0,7 3 23 0,-7 6 15 16,6-1 14-16,0 3 8 0,0 0 3 16,2 4 7-16,-2 4-2 0,0 0 3 0,1 3 10 15,-1-4 10-15,1 5 1 0,0-1-2 16,-1 0-5-16,0-3-9 0,1 0-12 16,0 0-17-16,-7-1-11 0,6-3-15 0,0 0-11 15,1-4-10-15,-7 1-7 0,7-5-6 16,-7-3-1-16,6 0 5 0,-6 0 14 15,7-4 19-15,-7-3 22 0,0 0 17 0,0-1-94 16,0-3-18-16,0-3 0 0,0 3 0 16,0-8 0-16,-7 1 0 0,7-1 0 0,-6-2 0 15,-1-1 0-15,7-4 0 0,-7 1 0 16,1-1 0-16,-7-3 0 0,6-1 0 16,1-3 0-16,0 1 0 0,6-2 0 0,-7 2 0 15,0-5 0-15,7 0 0 0,0 4 0 16,0 0 0-16,0-4 0 0,7 8 0 0,0-4 0 15,-1 4 0-15,7-1 0 0,-6 5 0 0,5-1 0 16,8 0 0-16,-7 1 0 0,0 3 0 16,6-1 0-16,1 2 0 0,0 3 0 15,-7-1 0-15,7 5 0 0,-1-1 0 0,0-1 0 16,1 5 0-16,-7 0 0 0,7 0 0 16,-1 5 0-16,1-1 0 0,-8-1 0 0,2 5 0 15,-2-1 0-15,2 0 0 0,-1 4 0 16,-1 0 0-16,-4 0 0 0,4 3 0 0,-5 1 0 15,-1 0 0-15,7-1 0 0,-6 5 0 16,-1-1 0-16,0 1 0 0,2 3 0 0,-2-4 0 16,0 4 0-16,1-3 0 0,0 2 0 15,5 1 0-15,-5-3 0 0,-1-1 0 0,1 1 0 16,0-2 0-16,-7 3 0 0,6-6 0 16,0 4 0-16,-6-7 0 0,7 4 0 15,-7-4 0-15,7-1 0 0,-7-2 0 0,0-1 0 16,0-3 0-16,0 3 0 0,0-4 0 15,0-3 0-15,0 5 0 0,0-5 0 0,0 0 0 16,-7-5 0-16,7 5 0 0,-7-7 0 16,7 4 0-16,-6-5-210 0,6-3-409 0,-6 4-153 15,6-4-133-15,6 0-148 0,0-3-37 16,1-1 44-16,6 0 118 0,0-3 169 0,7 3 196 16</inkml:trace>
  <inkml:trace contextRef="#ctx0" brushRef="#br0" timeOffset="-52180.88">24286 4557 209 0,'7'-15'427'0,"-7"8"79"15,0-4 89-15,6 0-5 0,-6 1-14 16,0 2-65-16,0 1-48 0,6-1-38 0,-6 1-51 15,0 3-72-15,0 1-61 0,0-2-48 16,0 3-36-16,0 2-39 0,0 0-35 0,0 0-23 0,0 7 3 16,0 0 28-16,6 4 20 0,-6 8 26 15,0-2 28-15,0 9 20 0,0 4 12 16,0-2-3-16,8 9 14 0,-8 0 2 0,0 7 1 16,6 0-3-1,0 0-17-15,-6 0-16 0,7 4-160 16,-1-5-15-16,1-2 0 0,0-4 0 0,-1-1 0 15,0-3 0-15,1-3 0 0,0-5 0 0,-1-3 0 16,-6 0 0-16,6-7 0 0,1-1 0 16,-7-3 0-16,7-4 0 0,-7 1 0 15,0-5 0-15,0 1 0 0,0 0 0 0,0-4 0 16,0 0 0-16,0-4 0 0,0 4 0 16,0-4 0-16,0 1-440 0,-7-5-236 0,7 5-162 15,0-4-156-15,7-1-106 0,-7 1 11 16,0 0 77-16,6-4 146 0,7 2 195 0,-7-1 229 15</inkml:trace>
  <inkml:trace contextRef="#ctx0" brushRef="#br0" timeOffset="-51645.98">24683 4986 233 0,'-7'-11'454'0,"7"0"77"16,0 0 82-16,-6-4-32 0,6 5-44 0,0-2-103 15,-6 5-74-15,6-4-60 0,-7 4-71 16,7-5-70-16,0 5-53 0,-7 3-31 0,7-3-23 16,0 3-12-16,-6 1-7 0,6 3-4 15,-7-4 1-15,7 4 10 0,-6 4 13 0,0-1 20 16,-1 1 18-16,0 7 15 0,1 1 20 16,-8-2 10-16,8 9 1 0,0-4 2 0,-1 6 2 15,1 1 5-15,-1-1-4 0,1 5-5 16,6-3-2-16,0 2-1 0,0 1-13 0,0-4-11 15,6 3-15-15,1-5-8 0,6 1-11 16,-1-3-12-16,2 1-2 0,-1-5 0 0,0 1 1 16,6-4-3-16,1-1-5 0,0-5-8 15,6-2-5-15,-7 1-10 0,7-8-5 16,0 4 1-16,-7-8 4 0,1 5 7 0,0-8 11 16,-1 4 15-16,1-4 15 0,-7 4 7 0,0-8 3 15,0 4-2-15,-6 0-8 0,-1-4-63 16,1 0-17-16,-7 1 0 0,0-5 0 0,-7 1 0 15,1 0 0-15,-1-4 0 0,0 0 0 16,-5 0 0-16,-2 0 0 0,2 4 0 0,-8-1 0 16,7 1 0-16,0 3 0 0,-6 1 0 15,-1 3 0-15,7 0 0 0,-7 4 0 16,8 0 0-16,-2-1 0 0,-5 4 0 0,12 0 0 16,-6 4 0-16,0 0 0 0,6 0-183 15,1 4-82-15,0 0-79 0,-1 4-78 0,7-1-99 16,0 4-123-16,0-4-114 0,7 4-142 15,-1 0-62-15,7 0 20 0,-6-4 99 0,6 0 158 16,6 1 172-16</inkml:trace>
  <inkml:trace contextRef="#ctx0" brushRef="#br0" timeOffset="-50840.47">25327 4960 252 0,'8'-7'495'0,"-8"-1"104"16,0-3 101-16,0 5-26 0,0-6-53 15,0-2-127-15,0 3-108 0,0-1-92 0,-8-2-88 16,2 3-70-16,6-1-47 0,-6 2-17 16,0 2-7-16,-1-3-3 0,0 4-5 15,-6 4-2-15,7-2-3 0,-8 2-5 0,2 0-2 16,-2 3-2-16,2 3-2 0,-8 0 0 15,7 5-2-15,-7-1 0 0,1 4-4 0,6 0-2 16,-6 4 0-16,-1 0-5 0,7 4 0 16,0 2-3-16,6-3 1 0,1 4 2 15,0 0-1-15,6 0 7 0,0 0 1 0,6-4-1 16,0 5-1-16,1-5-2 0,6-3-2 16,6-1-3-16,-5 1-4 0,-2-4 5 0,8-4 2 15,-1 0 10-15,-5-3 14 0,5 0 19 16,1-4 18-16,-8 0 14 0,8-4 9 15,-6 4 2-15,-2-7-3 0,1 3-8 0,1-6-8 16,-2 2-6-16,2-3-4 0,-8 0-3 16,7 0-4-16,-7-4-8 0,1 1 1 0,-7-2 0 15,7 3-4-15,-7-6-5 0,6 4-2 16,-6 4-1-16,0-3-9 0,0 3-9 0,-6 0-3 16,6 3 0-16,0 2-1 0,0-2 8 15,0 4 6-15,-7 1-38 0,7-1-14 16,0 0 0-16,0 1 0 0,0 3 0 0,0 0 0 15,0 0 0-15,0 0 0 0,0 0 0 0,-7 7 0 16,7 0 0-16,0 0 0 0,0 4 0 16,0 4 0-16,0 3 0 0,0 1 0 15,0-1 0-15,7 4 0 0,-7 0 0 0,0 0 0 16,7 4 0-16,-7 3 0 0,6-3 0 16,0 3 0-16,-6 0 0 0,7-3 0 0,0 3 0 15,-1 0 0-15,0 1 0 0,1 0 0 16,0-5 0-16,-1 4 0 0,1-4 0 0,-1 2 0 15,0-2 0-15,-6-3 0 0,0-4 0 16,0 5 0-16,-6-9 0 0,6 0 0 0,-13 1 0 16,7-4 0-16,-8-1 0 0,-5-1 0 15,6-2 0-15,-13 0 0 0,7-3 0 0,-7 0 0 16,-1-4 0-16,1 3 0 0,-6-3 0 16,-1-3 0-16,7 3 0 0,-7 0 0 15,7-4 0-15,0 0 0 0,1 4 0 0,5-3 0 16,0-1 0-16,1 0 0 0,5 4 0 0,8-3 0 15,-6 3 0-15,4 0 0 0,2 0 0 16,6-9 0-16,-6 7 0 0,6 2 0 0,0-4 0 16,0-3 0-16,0 3 0 0,6-4-431 15,0 6-416-15,-6-10-231 0,14 4-139 0,-8-3 7 0,0-3 91 16,-6 3 154-16,7-4 222 0,-7 0 266 16</inkml:trace>
  <inkml:trace contextRef="#ctx0" brushRef="#br0" timeOffset="-49636.65">25953 4803 189 0,'-7'-8'338'16,"7"5"56"-16,-6-5 16 0,-1 5-13 16,7-5 14-16,-6 1 6 0,0 0 2 0,6-1-6 31,0 5-15-31,-7-5-26 0,7 2-43 15,0 1-56-15,0-2-30 0,0 3-15 0,-7 0-10 16,7 1-7-16,0-1-9 0,0 0-9 16,0 4-14-16,0 0-21 0,0-3-27 0,0 3-28 15,0 0-27-15,0 3-23 0,0 1-11 16,-6 0 6-16,6 7 10 0,0 1 12 0,0 5 12 16,-6-2 15-16,6 7 7 0,0-4-2 15,0 8 7-15,0-1 9 0,0 2 10 16,0 2-3-16,0 0 0 0,6-4-3 0,-6 5-16 15,6-4-106-15,1-5 0 0,-7 1 0 16,7 0 0-16,-1 0 0 0,-6-4 0 0,6-3 0 16,-6 1 0-16,7-2 0 0,-7-3 0 15,6-4 0-15,-6 0 0 0,0 1 0 16,0-5 0-16,0 1 0 0,0 0 0 0,0-4 0 16,0 3 0-16,0-3 0 0,0 0 0 15,0-3 0-15,0 3 0 0,0-4 0 0,0 0 0 16,-6 1 0-16,6-5 0 0,0 1 0 0,-7-4 0 15,7 0 0-15,0-4 0 0,-6 0 0 16,0 1 0-16,6-4 0 0,-7-1 0 16,0 1 0-16,7 0 0 0,-6 0 0 15,0-1 0-15,6 1 0 0,-7-1 0 0,7 1 0 16,0-4 0-16,-7 4 0 0,7 0 0 16,7 0 0-16,-7 2 0 0,7-2 0 0,-1 3 0 15,0-3 0-15,1 4 0 0,6-1 0 16,6 4 0-16,-5-5 0 0,-2 6 0 0,8-1 0 15,0 0 0-15,-7 4 0 0,7-1 0 16,-2 1 0-16,-4 0 0 0,5 4 0 0,-5-2 0 16,5 2 0-16,-6 3 0 0,6 0 0 15,-5 0 0-15,-2 0 0 0,8 3 0 0,-7 5 0 16,0-5 0-16,0 8 0 0,1-3 0 16,-8-1 0-16,6 4 0 0,-4 4 0 15,-2 0 0-15,7-1 0 0,-7 5 0 0,1-1 0 16,0 3 0-16,-1 2 0 0,0 3 0 15,0-4 0-15,-6 7 0 0,8-4 0 0,-8 5 0 16,6-4 0-16,-6-1 0 0,6 5 0 16,-6-9 0-16,0 5 0 0,0-4 0 0,0 0 0 15,0-5 0-15,0 3 0 0,0-6 0 16,7 1 0-16,-7-1 0 0,0-6 0 0,0 2 0 16,0-5 0-16,0 2 0 0,0-4 0 15,0-3 0-15,-7 4 0 0,7-4 0 0,0-4 0 16,0 4 0-16,0-3 0 0,0-4 0 15,-6-1 0-15,6-3-186 0,-6 0-636 0,-2 0-320 0,2-3-143 0,-6-1 5 0,-2-1 98 32,-5 3 169-32,-7-1 240 0,0-2 330 0</inkml:trace>
  <inkml:trace contextRef="#ctx0" brushRef="#br0" timeOffset="-49244.02">23120 4289 42 0,'-20'-3'19'0,"0"-1"-59"0</inkml:trace>
  <inkml:trace contextRef="#ctx0" brushRef="#br0" timeOffset="-48871.05">22873 4260 200 0,'-14'-3'277'16,"8"-1"29"-16,-7 0-32 0,6 1 5 0,1-5 29 0,-1 5 8 0,1-4 17 15,6 2 29-15,-6 2 13 0,6-1-8 16,0 1-33-16,0-1-36 0,0 0-51 0,0 4-64 16,-7-3-48-16,7 3-39 0,0 3-5 15,0 5 6-15,0 2 11 0,0 5 37 0,0 4 38 16,-7 6 31-16,7 4 10 0,7 8 5 16,-7 4 6-16,0 6-8 0,0 5-4 15,7 10-3-15,-7 4-7 0,0 7-11 0,6 4-7 16,-6 4-13-16,0 0-19 0,6-2-15 15,-6 6-17-15,7-4-60 0,-1-1-71 0,1-6 0 16,0-1 0-16,-1-4 0 0,7-6 0 0,-6-5 0 16,5-3 0-16,-5-3 0 0,6-13 0 15,-6 3 0-15,-1-10 0 0,0 0 0 0,2-9 0 16,-2-2 0-16,-6-2 0 0,0-8 0 16,0 1 0-16,0-5 0 0,0-4 0 15,-6-3 0-15,-2 0 0 0,2-7 0 0,0-4 0 16,-1 0-234-16,1-7-213 0,-1-5-95 15,7-3-117-15,-7-6-120 0,7-5-135 16,0-2-88-16,0-6 7 0,7-2 89 0,-7-9 148 16,7 2 174-16</inkml:trace>
  <inkml:trace contextRef="#ctx0" brushRef="#br0" timeOffset="-47920.03">22801 4389 280 0,'-13'-16'419'0,"7"2"42"0,-8 0 43 16,8-1-75-16,-1 0-99 0,1 4-62 0,-1-4-29 15,0 4-7-15,7 0 4 0,-6-3 3 16,6 3-11-16,0 1-11 0,0-6-15 16,0 5-23-16,6 1-35 0,-6 1-27 0,7-1-21 15,0 2-24-15,-1 2-15 0,7-2-5 16,1 5-2-16,5-6 2 0,0 6 8 15,8 0 10-15,5-5 7 0,1 5 5 0,12-1 3 16,7-3-3-16,1 3-5 0,18-3-7 16,0-1-7-16,14 5-9 0,0-4-5 0,6 0-8 15,13 2-7-15,7-2-2 0,-1 4-1 16,15-1 0-16,-9 0 3 0,8 1 5 0,0 3 14 16,0-4 12-16,-1 4 13 0,8 0 8 15,-7 4-6-15,6-4-1 0,-12 3-7 0,-2-3-15 16,1 4-14-16,1 0-8 0,-1-1-6 15,1-3-6-15,-8 4-6 0,-13-4 0 0,2 0 3 16,-8 0 7-16,-13-4 8 0,0 4 12 16,-13-7 12-16,0 3 14 0,-12-3 9 0,-8 3 8 15,1-2 3-15,-7-3 5 0,-7 1 3 16,-6 2-4-16,1-2-6 0,-2 2-7 16,-12-3-5-16,6 2-13 0,-5 4-10 0,-1-5-8 15,0 1-5-15,-6 4-6 0,-1-1-20 16,0 1-17-16,-6 3 0 0,7-4 0 0,-7 4 0 15,0 0 0-15,0 0 0 0,0 4 0 16,0 3 0-16,-7 0 0 0,7 4 0 0,-6 3 0 16,6 1 0-16,-6 3 0 0,6 8 0 15,-7 4 0-15,7 6 0 0,0 2 0 0,-6 5 0 16,6 4 0-16,0 5 0 0,0 3 0 16,0 6 0-16,0 2 0 0,6 3 0 0,1-1 0 15,-7 6 0-15,6-2 0 0,0-3 0 16,8 3 0-16,-8-2 0 0,0 3 0 0,1-8 0 15,0 0 0-15,-1-3 0 0,1-1 0 16,-1-3 0-16,-6 0 0 0,7-4 0 0,-7-3 0 16,0 0 0-16,-7-5 0 0,1-2 0 15,6-4 0-15,-13-1 0 0,6-3 0 16,0-3 0-16,-5-1 0 0,-2-7 0 0,-5 0 0 16,6-4 0-16,-6 0 0 0,-1-7 0 15,0 4 0-15,1-7 0 0,-7 2 0 16,0-2 0-16,-1-1 0 0,-11-3 0 0,-1 3 0 0,-7-4 0 15,-6 2 0-15,-6-5 0 0,-1 3 0 16,-13-3 0-16,-12 4 0 0,-1-4 0 16,-7 3 0-16,-5-3 0 0,-8 4 0 0,-5-4 0 15,-14 4 0-15,1-1 0 0,-1 1 0 16,-6-1 0-16,-8 1 0 0,8-4 0 0,-7 4 0 16,7-1 0-16,0-3 0 0,0 5 0 15,6-5 0-15,7 0 0 0,-7 0 0 16,13-5 0-16,7 5 0 0,7-3 0 0,-1-1 0 15,20 0 0-15,-1 1 0 0,14-4 0 16,13 3 0-16,6 0 0 0,8 4 0 0,5-3 0 16,13-1 0-16,1 4 0 0,6-3 0 0,0 3 0 15,13 0 0-15,-6-5 0 0,6 5 0 16,6 0 0-16,0 0 0 0,1 0 0 16,6 0 0-16,6 0-350 0,1 0-484 0,0 0-286 15,12 0-127-15,-6-3 0 0,13-1 86 16,-6-3 163-16,0 0 247 0,-1-4 319 15</inkml:trace>
  <inkml:trace contextRef="#ctx0" brushRef="#br0" timeOffset="-46811.07">23439 5432 25 0,'-6'11'331'0,"6"0"58"15,-7-4 44-15,7 9-29 0,0-5-40 16,7 4-70-16,-7-1-53 0,12 1-22 16,2 3-2-16,-1 0 1 0,6-2-1 0,0 1-3 15,1 2 1-15,6-5-16 0,1 0-28 16,-1 1-26-16,-1-4-27 0,8-3-21 0,0-1-22 15,0-4-13-15,-8-3-7 0,7 0-9 16,2-7 3-16,-2 0-3 0,1-4 10 0,-1-3 1 16,1-1 6-16,-7 0 9 0,7-7 3 15,-7 5 7-15,-1-6-10 0,1-3 4 0,0 1-6 16,-6-5-8-16,-1 1-10 0,-5-5-6 16,5-2-9-16,-6 0-7 0,0 0-6 0,1-9-7 15,-8 1-3-15,0-3-4 0,0-1-6 16,-6 1 1-16,0-2 2 0,0 2-2 15,-6-1 2-15,6 8 1 0,-6 0 5 0,-8 3-4 16,8 1 3-16,-7 6-8 0,0 1 3 16,-6-1 3-16,5 5 4 0,-5-1 2 0,-7 4-5 15,0 1 8-15,6 2-7 0,-5-3-5 16,-1 4-7-16,-7 3-1 0,7-3 1 0,0 7-4 16,-7-4 2-16,7 4 1 0,-7 1 8 15,1 2-3-15,-1 0-1 0,1 1-3 16,-7 3-1-16,6 1 0 0,0 3-7 0,1 0 4 15,-1 3-1-15,1-3 4 0,-7 8 1 16,6-1 1-16,1-3 0 0,-1 6 1 16,1-2 0-16,-1 3-2 0,1 4-1 0,6-4-2 15,-7 3 5-15,7 5-3 0,0-1 3 16,-1 1 1-16,8-2 3 0,-7 6 2 0,6-1-2 16,0 3-2-16,8 1 2 0,-8-1-1 15,7 1 0-15,1 4 0 0,4 3 2 0,2-1 3 16,0 5-2-16,0 0 2 0,-2-1 1 15,8 1 8-15,0 4 5 0,0-5 13 0,0 4 8 16,0 0 5-16,0-3 8 0,8 4-2 16,-2-5 4-16,0 4 5 0,8-3 12 0,-2 0 13 15,-5-1 10-15,13 1 6 0,-8 0 3 16,8-1-5-16,0-2-11 0,-1 3-11 0,7-5-10 16,0 0-1-16,0-2-9 0,7-1-3 15,-7-2-6-15,-1-2-3 0,8-3-1 16,0-4-3-16,-7 0 3 0,0-3 0 0,0 0 4 0,0-8 5 0,0 0 0 15,1-3 1-15,-8-4-2 0,7 0-4 0,-6-4-6 16,6-3-8-16,-7 3-21 0,1-4-18 16,-1-2 0-16,-6 3 0 0,7-4 0 0,-7 3 0 15,-7 1 0-15,8 0 0 0,-8-1-6 0,-6 2-146 16,6 1-99-16,-6 2-135 0,7-1-181 16,-7 1-186-16,0 3-173 0,0 0-137 15,0 0-14-15,-7 3 77 0,1 1 155 0,0-1 189 16,-2 5 212-16</inkml:trace>
  <inkml:trace contextRef="#ctx0" brushRef="#br0" timeOffset="-46418.06">23660 5857 400 0,'0'-3'673'0,"-6"-4"104"0,0-1 64 0,-1-3-52 31,0 4-111-31,1 0-186 0,-1 3-176 0,7-3-95 0,-6 3-56 0,6 0-47 0,-6 4-43 16,6 0-28-16,0 4-13 0,0 0 0 31,0 7 8-31,0 0 14 0,0 6 21 0,0 2 23 0,6 4 21 0,-6 2 15 0,6 4 5 16,-6 5 0-16,7-2-4 0,-7 5-14 0,6 0-17 15,-6-1-12-15,7 0-5 0,-7 0-5 16,7 1-1-16,-7-3 5 0,0-1-1 0,0-4 1 15,0-4-4-15,6 2-9 0,-6-6-9 16,0-6-13-16,0 0-11 0,0-3-10 16,0-6-10-16,0 1-4 0,6-7-8 0,-6 4-7 15,0-8-22-15,0 4-50 0,0-3-74 16,0-1-99-16,0 0-105 0,0-3-145 0,0 3-154 16,-6 1-149-16,6-2-132 0,-6-1-51 31,-1 2 32-31,0-3 104 0,1 4 151 0,-1-5 184 0</inkml:trace>
  <inkml:trace contextRef="#ctx0" brushRef="#br0" timeOffset="-46137.14">23485 6374 272 0,'-7'0'590'0,"1"4"143"0,6-4 85 16,-7 0-40-16,7 3-77 0,0-3-147 0,-6 4-168 15,6 0-114-15,6 4-55 0,-6-2-33 16,0 2-18-16,7 3-12 0,-1 3-9 15,7-3-10-15,0 8-13 0,1-4-19 16,-2-1-11-16,1 4-13 0,0-3-12 0,0 4-18 16,7-5-12-16,-7 0-6 0,0 2-10 15,-7-5-6-15,7-2-4 0,-6-1-2 0,0 1-2 16,5-6-2-16,-12 0-3 0,7 1 1 16,0-4-10-16,-1-4-28 0,-6 4-47 0,6-6-71 15,1-3-84-15,-7 1-105 0,7-1-122 0,-1-7-115 16,1 2-90-16,5-4-71 0,-4-1-60 15,4-3 29-15,1 0 90 0,0 0 119 16,0 4 127-16</inkml:trace>
  <inkml:trace contextRef="#ctx0" brushRef="#br0" timeOffset="-45887.11">23882 6344 138 0,'7'-6'423'0,"-7"2"108"16,6 0 120-16,-6 4 23 0,0 0-8 0,0 0-68 16,-6 4-71-16,6 0-65 0,-7 2-81 15,0 3-78-15,-5 1-57 0,5 1-36 0,0 4-27 16,-6-1-22-16,1 0-20 0,5 5-10 15,-6-1-12-15,7-3-7 0,-8 4-11 0,8-4-7 16,-1-1-8-16,1 1-11 0,-1-5-4 16,1 2-6-16,6-1 0 0,-7-4-3 15,7 0 2-15,-6-2 2 0,6-3-3 0,0 3-3 16,-6-2-8-16,6 0-9 0,0-3-9 16,0 0-8-16,0 0-10 0,0-3-9 0,0 3-23 15,0-3-46-15,0-2-65 0,0 3-89 16,0-3-112-16,6 1-159 0,-6-3-182 15,6 0-197-15,1-4-137 0,-1-4-19 0,1 1 54 16,-1-4 133-16,7-1 185 0,-7 1 230 16</inkml:trace>
  <inkml:trace contextRef="#ctx0" brushRef="#br0" timeOffset="-45042.79">24461 5638 196 0,'-6'4'306'0,"0"-1"52"0,-1-3-15 0,7 0-20 16,-7 0 6-16,1-3-24 0,6 3-14 15,0 0-2-15,-6 0 2 0,6 0-2 16,0 0-2-16,0 0-11 0,-7 0-12 0,7 0-25 16,0 0-31-16,0 0-28 0,0 0-24 15,0 0-18-15,0 0-17 0,7 0-6 16,-7 0-8-16,6 0-9 0,0 0-8 0,8-4 2 15,-2 4 4-15,8-4-3 0,6 4 2 0,1-3-1 16,-2-5 1-16,15 5-6 0,-8-6-5 16,13 3-6-16,1-1-9 0,6-1-9 0,7 2-12 15,6-3-12-15,1 2-11 0,5 0-9 16,0-1-5-16,8 2-2 0,-2-2-2 16,2 1-3-16,6-1 1 0,-1-3-2 0,-6 4-3 15,0-4-1-15,1 4 0 0,-14-4 2 16,0 3 7-16,-7 0 21 0,-5 1 23 0,-14 1 19 15,-1-2 23-15,-5 0 20 0,-7 1 7 16,0-1-6-16,-6 2-11 0,-7-2-10 16,1 5-15-16,-2-1-18 0,-6 0-9 0,1 1-12 15,0-1-12-15,-1 0-12 0,-6 4-16 16,0-3-26-16,0 3-60 0,0 3-76 0,-6-3-95 16,-1 4-119-16,0 0-174 0,-5 3-185 15,-8 0-183-15,0 1-98 0,1 3 3 16,-7-1 72-16,-7 1 157 0,1 5 195 0</inkml:trace>
  <inkml:trace contextRef="#ctx0" brushRef="#br0" timeOffset="-44464.85">25354 5788 464 0,'-7'0'636'16,"1"0"105"-16,6-7 85 0,-6 4-53 31,6-2-116-31,-8 2-154 0,8-1-118 0,0 1-76 16,-6-1-66-16,6 0-52 0,0 1-39 15,0 3-25-15,0-5-22 0,0 5-22 0,0 0-17 0,0 0-14 0,0 0-15 0,0 0-8 16,6 0-11-16,-6 0-9 0,0 5 3 16,0-2 17-16,8 8 15 0,-8-4 21 0,0 8 17 31,6 0 19-31,-6 3 17 0,0 0 5 15,6 0 5-15,-6 4-2 0,0 4 1 0,0-3 0 16,0 2-9-16,7 0-8 0,-7 1-11 0,6-4-4 0,1 4-7 0,-7-5-9 0,7-2-10 16,-1-1-24-16,0 1-45 0,-6-5 0 31,7-3 0-31,0 1 0 0,-1-1 0 0,-6-4 0 16,6-5 0-16,-6 3 0 0,0-2 0 0,7 1 0 0,-7-4 0 0,0 0 0 0,0 0 0 15,0 0 0-15,0-4 0 0,0 4 0 16,0-3 0-16,0-2 0 0,0 3-33 0,0-5-337 15,-7 2-122-15,7-1-145 0,0-6-144 16,-6 5-140-16,6-4-114 0,0 0 0 0,0 0 73 16,0 0 144-16,0 0 182 0,-6 4 210 15</inkml:trace>
  <inkml:trace contextRef="#ctx0" brushRef="#br0" timeOffset="-43871.17">25145 6169 111 0,'0'0'368'0,"7"3"76"0,-7-3 63 0,0 0-43 0,7 0-1 16,-7 0-33-16,6 0-49 0,-6 5-28 15,6-5-18-15,2 3-22 0,-2 3-28 0,6-1-30 16,2 2-17-16,-1 4-16 0,-1 0-12 15,2 0-14-15,6 0-17 0,-8 4-15 0,8-5-19 32,-1 5-19-32,1-4-20 0,-1 0-17 0,1 1-11 0,6-5-7 0,-13 4-1 0,7-4 7 15,-1-4-10-15,0 6-10 0,-5-6-8 16,-1-3-12-16,-7 4-11 0,7-4-19 0,-6 3 0 16,-7-3-1-16,6 0-22 0,-6 0-42 15,0-3-58-15,0 3-77 0,0-4-112 0,0 1-151 16,-6-2-139-16,6-2-126 0,-7 0-114 15,7 0-55-15,-6-1 43 0,6-2 115 0,6-2 138 16,1 1 156-16</inkml:trace>
  <inkml:trace contextRef="#ctx0" brushRef="#br0" timeOffset="-43199.53">25777 6048 310 0,'7'-4'560'0,"-1"-4"131"15,1 6 93-15,-7-2-47 0,0 4-64 0,0-4-139 16,0 0-144-16,-7 4-118 0,7 0-74 16,-6 0-55-16,-1 4-33 0,1 4-10 0,0-1-1 15,-8 4 8-15,1 0-4 0,7 4 0 16,-7-1-6-16,-7 4-12 0,7 1-7 16,0-1-8-16,0 4-5 0,0-5-2 0,-7 3-2 15,8-3 1-15,-2 2 0 0,8 0 2 31,-7-5 0-31,6 1-2 0,1-4 2 0,-1-1-2 0,1 2 2 0,0-5-1 0,6-3 2 16,-8 3 5-16,8-4 5 0,0-3 7 16,0 4 2-16,0 1 1 0,-6-5-7 0,6 0-4 15,0 0-10-15,0 3-3 0,0-3-13 16,0 0-10-16,0 0-8 0,0 0-8 0,0 0-3 31,0 0-13-31,0 0 1 0,0 0 1 0,0 0 0 0,0 0-1 0,0 0-1 0,0-3 0 16,0 3 1-16,0 0-4 0,0 0-1 15,0 0 2-15,0 0-3 0,0 0 3 16,6-5-3-16,-6 5 0 0,0 0-1 0,0 0 0 16,0 0-1-16,0 0-1 0,0 0 0 15,0 0 1-15,0 0 0 0,0 0-1 0,0 0 3 16,0-4 0-16,0 4 1 0,0 0 0 16,0 0 0-16,0 0-2 0,0 0 1 0,0 0-1 15,0 0 1-15,0 0-1 0,0 0 0 16,0 0 0-16,0 0 0 0,0 0-1 0,0 0-1 15,0 0 1-15,0 0 1 0,0 0 0 16,0 0 0-16,0 0 0 0,0 0-1 16,0 0 0-16,0 4-3 0,0-4 1 0,0 0 1 15,0 0 0-15,0 0 0 0,0 0 2 16,0 5 3-16,0-5-2 0,-6 0 0 16,6 0 3-16,0 0-2 0,0 0-1 0,0 0-2 15,0 0 1-15,0 0 0 0,0 0-1 16,0 0-1-16,0 0 2 0,0 0 0 0,0 0 1 15,0 0-2-15,0 0-2 0,0 0-2 16,0 0-3-16,0 0-17 0,0 0-34 16,0 0-51-16,0 0-72 0,0 0-83 0,0 0-110 15,0 3-142-15,0-3-158 0,0-3-175 16,0 3-131-16,0-5-24 0,0 1 54 0,0 1 129 16,0-4 175-16,-6 0 219 0</inkml:trace>
  <inkml:trace contextRef="#ctx0" brushRef="#br0" timeOffset="-40976.34">25822 6568 100 0,'-6'0'203'0,"-7"4"21"0,0-1-33 0,0-3-28 16,7 0 1-16,-8-3 30 0,8-1 17 15,-7 1 25-15,7-1 33 0,-1 0 40 0,1-3 47 16,-1 4 29-16,7-2 8 0,-6 2-18 16,-1-1-34-16,7 4-48 0,0-3-70 0,-7 3-65 15,7-4-55-15,7 8-33 0,-7-1-24 16,0 4 2-16,7 1 14 0,-1 7 24 0,1 4 26 16,-1-1 19-16,1 8 15 0,-1-6-6 15,1 7-12-15,-1-2-20 0,0 1-17 16,2 3-18-16,-2-3-13 0,0-1-14 0,1 1-6 15,-1-4-7-15,1-4-8 0,-1 1-5 16,1-1-7-16,-7-7 8 0,6 0 18 16,-6-4 23-16,0-3 20 0,6 0 12 0,-6-4 9 15,0 0-5-15,0-4-19 0,0-3-26 16,-6-5-22-16,6 2-7 0,0-5-10 0,0 1-7 16,0-5-4-16,0 1 2 0,0 3-3 15,6-4-4-15,-6 1 1 0,8 4 0 16,4-1 0-16,-5-3-4 0,6 6-1 0,0-2 1 15,0 3 0-15,0 0-1 0,0 3-1 16,0 1 2-16,-7 4 5 0,7-1-5 0,-6 4 2 16,0 7-2-16,5-3 4 0,-4 7 1 15,-2 0-1-15,0 4 1 0,0 0-1 0,-6 3 1 16,7 1 0-16,0-2 1 0,-1-2 1 0,1 3 0 16,5 1 1-16,-4-5 0 0,-2 1 0 15,6-5-3-15,2 2 0 0,-1-1 0 16,-7-7 0-16,8 3 1 0,-2-7-1 0,2 0 1 15,-2 0-1-15,1-7 0 0,1 3 1 16,-2-3-1-16,-4-4-1 0,4 4 1 16,-6-5 1-16,1 1-1 0,0-3 0 0,-1 3 2 15,1-3-1-15,-7 2 1 0,0-3-1 16,0 5 0-16,-7-2 2 0,7 2-3 0,-6 2-2 16,-1 1 0-16,0 3-2 0,1 1-2 15,0-2 0-15,-8 5 2 0,8 0 2 16,-7 0-2-16,6 5 4 0,-6 2 0 0,7-3 0 15,-7 3-1-15,6 3 0 0,1 2 1 0,0-1 0 16,6 0 1-16,0 3-2 0,0 1 1 16,0 0 0-16,6-3-1 0,7 1 0 0,-6-1 0 15,5-2 0-15,1-2 0 0,1-1 0 16,-2-3 0-16,2-1 0 0,5-3 2 0,1 0 1 16,-8-3 1-16,8-1-1 0,-6-3 1 15,-2-1 1-15,1 0-4 0,1 1 2 16,-8-3-3-16,6 0 1 0,-4-2 0 0,-8-3-1 15,6 5 1-15,-6-6-3 0,6 2 5 16,-6 0-1-16,0-1 1 0,0 0 0 0,0 3 0 16,0 2 0-16,-6 2-1 0,6 1-1 15,0 0-3-15,0 3 3 0,0 1-3 0,0-2 0 16,6 5-1-16,-6 5 1 0,0-2 1 16,7 4-2-16,-7 1 3 0,6-1 0 0,1 5 2 15,0 2-1-15,-1-3 2 0,0 3 3 16,0-2 2-16,2 2-5 0,4-3 1 15,-12 4 1-15,7-4 0 0,0 0-3 0,-1-4-1 16,-6 4 0-16,7-4-12 0,-7-3-41 0,0 4-67 16,0-6-87-16,0 3-124 0,-7-5-158 15,7 0-161-15,-6-5-130 0,-1 3-123 16,0-6-18-16,1-3 68 0,-8 0 131 0,8-4 155 16,-6-2 163-16</inkml:trace>
  <inkml:trace contextRef="#ctx0" brushRef="#br0" timeOffset="-40835.74">26337 6634 204 0,'-6'-11'446'0,"6"4"63"0,0 0 37 16,6 0-57-16,-6-1-123 0,0 0-139 16,0 6-107-16,0 2-99 0,0-5-102 0,6 10-99 15,2-5-102-15,-2 7-138 0,0-4-61 16,1 5-5-16,6-5 45 0,0 3 65 16</inkml:trace>
  <inkml:trace contextRef="#ctx0" brushRef="#br0" timeOffset="-40349.7">26858 6653 368 0,'7'-5'563'0,"0"-5"107"15,-7 3 90-15,0-5-47 0,-7 4-139 0,0-1-142 16,1 1-111-16,-8 0-95 0,2 6-82 16,-8 2-45-16,7 0-24 0,-7 2-16 15,1 6-9-15,0 3-11 0,-1 0-5 0,1 1-1 16,-1 2-1-16,7 0-9 0,0 1-11 15,6-1-4-15,1 1-1 0,0-4-4 0,6 4-4 16,0-5 5-16,0-2 2 0,6 0 4 16,7-1-1-16,-6-3 0 0,6-1 1 15,-1-3-3-15,2-3-2 0,-2-1 3 0,2 0 10 16,-1-3 14-16,-7 3 14 0,7-4 18 16,-6 1 20-16,-1 0 10 0,0 0 1 15,2-1-6-15,-2 5-10 0,-6-1-17 0,6 1-16 16,-6 3-16-16,7 0-12 0,-7 0-9 15,0 3-4-15,6 4-4 0,1 1-2 0,-1-1 0 16,1 7-1-16,-7-2 2 0,6 6 10 16,0-3 11-16,2 3 14 0,-8 5 10 0,0-6 12 15,0 3 10-15,0-3 5 0,-8 1-1 16,8-3-4-16,-6 4-2 0,0-9-12 0,-7 5 3 16,6-8 0-16,-6 5 2 0,7-5-1 15,-14-4-2-15,7 1 1 0,-6-1-13 0,6-3-13 16,-7-3-11-16,0-1-7 0,1 1-8 15,-1-1-9-15,0-4-37 0,1 1-63 0,0 0-77 16,6 0-98-16,-1-4-139 0,8-1-161 16,0 2-145-16,-1-5-140 0,7 1-58 15,0-1 29-15,7 0 102 0,5-7 148 0,-4 0 169 16</inkml:trace>
  <inkml:trace contextRef="#ctx0" brushRef="#br0" timeOffset="-39908.88">26846 6498 120 0,'6'-10'526'0,"0"-1"140"16,1 0 101-16,-7-1 49 0,7 2-87 0,-7 2-178 16,6 6-148-16,-6-3-130 0,0 1-100 15,6 4-77-15,-6 4-47 0,0 3-21 0,7 4-2 16,-7 1 10-16,6 2 18 0,1 4 13 16,0 4 13-16,-1 0 11 0,0 0 1 15,1 0-9-15,-7 1-12 0,7-2-2 16,-1 1-7-16,0-3 2 0,1 2 5 0,-7-2 3 15,0-5 4-15,6 2-2 0,-6-2 5 16,0-7-3-16,0 1 5 0,7-2 10 0,-7-2 12 16,0 1 4-16,0-5-1 0,0 0-8 15,0-5-17-15,0-2-21 0,0 0-22 0,0-4-16 16,7-1-9-16,-7-2-6 0,6-1-7 16,-6-3 0-16,6 4-2 0,2-5-3 0,-2 5-2 15,0 0 3-15,0-3 1 0,8 8 3 16,-8-2-1-16,1-1 3 0,-1 5-1 0,0 0-1 15,8 3 0-15,-14 4-4 0,12 0 0 16,-4 0 1-16,-2 4 2 0,0-1 0 0,1 8-1 16,-1-4 1-16,1 4 1 0,0 3 0 15,-1-2 0-15,-6 3 0 0,6 0 1 16,1-1 0-16,-7-3 1 0,7 3 0 0,-7-2-3 16,0-1-19-16,6 0-49 0,-6-1-66 0,0-2-87 15,0-4-98-15,6 0-131 0,-6-1-134 16,7-3-117-16,-7-3-98 0,0-1-73 15,6-8 12-15,-6 5 90 0,0-7 128 0,7-4 152 16</inkml:trace>
  <inkml:trace contextRef="#ctx0" brushRef="#br0" timeOffset="-39672.68">27223 6444 5 0,'0'-15'463'0,"0"0"154"0,0 4 132 16,0 0 80-16,0 0-31 0,0 1-134 15,0 2-132-15,0 1-136 0,0 7-127 0,0-3-94 16,0 3-60-16,0 3-21 0,6 8-1 15,1 0 8-15,-7 3 20 0,7 5 11 0,6 4 6 16,-7 2-17-16,0 0-18 0,2 1-24 16,4-1-25-16,-6 1-13 0,1-3-14 15,-7-2-9-15,7 2-8 0,-1-3-6 0,-6-1-25 16,0-4-47-16,0 0-84 0,0-5-118 16,0 1-158-16,-6-7-177 0,6 0-169 15,-7-4-141-15,-6 0-17 0,7-8 60 0,-8 1 134 16,2 0 163-16,-1-5 184 0</inkml:trace>
  <inkml:trace contextRef="#ctx0" brushRef="#br0" timeOffset="-39516.55">27158 6611 432 0,'0'0'636'15,"0"0"110"-15,6-2 75 0,-6-2-55 0,7 1-140 16,6-2-166-16,0-1-139 0,7 1-98 16,-1-2-69-16,1 3-50 0,0-3-35 15,-2 4-23-15,9-5-25 0,-7 5-28 0,6-4-54 16,-7 2-115-16,7 2-155 0,-6-1-169 15,6 1-182-15,-7-1-123 0,1 4-23 0,6-4 70 16,-13 1 134-16,6-1 157 0</inkml:trace>
  <inkml:trace contextRef="#ctx0" brushRef="#br0" timeOffset="-38890.56">27862 6400 46 0,'0'-8'550'0,"0"-3"156"0,-8 4 104 15,2-4 80-15,0 4-72 0,-7-1-214 0,6 1-171 16,-6 4-150-16,7-1-97 0,-8 4-79 16,8 4-46-16,-7-1-20 0,0 4-6 0,7 1 8 15,-7 7 9-15,6-5 5 0,0 9 5 16,7-5-1-16,-6 6-5 0,6-3-12 0,6-2-13 16,-6 3-3-16,7-4-5 0,6 1-8 15,-6 0-1-15,5-4 0 0,2-3 2 0,-2-1 3 16,2-4 9-16,5-3 1 0,-6-3 1 15,0-1 1-15,-7-4 0 0,8 1-6 0,-8 0-11 16,1-4 0-16,-7-3-4 0,0-5-7 16,-7 4-5-16,1-7-2 0,0 4 3 15,-8 0-4-15,1-1 2 0,0 1 1 0,7 4-1 16,-7 2-1-16,7 2-1 0,-2-1-7 16,2 3-14-16,6 5-19 0,-6-2-18 0,6 3-16 15,0-3-14-15,0 5-6 0,6 0 9 16,-6-3 14-16,6 3 19 0,2 0 16 15,4 0 16-15,-5-4 12 0,6 4 10 0,0-4 6 16,-7-3 1-16,8 3 3 0,-8-3 3 16,0-1 4-16,1 2 5 0,0-2 10 15,-1-3 9-15,0 0 11 0,1 0 15 0,-7-3 10 16,0-1 7-16,6 1 6 0,-6 3 9 16,0-5 5-16,0 9 4 0,0-4 0 0,0 4-7 15,0 4-13-15,0-2-17 0,0 2-16 16,0 6-20-16,0 2-18 0,0 5 3 0,7 5 16 15,-7 4 20-15,7 1 17 0,-7 7 10 16,6 2 10-16,0 4-4 0,1 3-13 0,0 1-13 16,-1 0-4-16,7 0 2 0,-7 0 4 15,1-5 11-15,6 1 5 0,-7-3-1 0,8-5-8 16,-8-2-13-16,0-6-10 0,1 2-17 16,0-9-10-16,-7 2-8 0,6-5-13 0,1 1-35 15,-7-8-62-15,0 0-87 0,0 0-112 16,0-8-143-16,0 1-174 0,0-5-171 0,0-2-171 15,0-1-76-15,0-7 21 0,0 0 98 16,0-6 157-16,6-6 191 0</inkml:trace>
  <inkml:trace contextRef="#ctx0" brushRef="#br0" timeOffset="-38635.11">28193 6063 90 0,'0'-19'629'0,"0"9"142"0,0-5 109 0,0 5 84 16,0-2-77-16,0 4-242 0,0 1-216 15,0 3-134-15,0 1-105 0,0 3-71 16,0 3-34-16,0 5-2 0,7 3 12 0,-7 3 16 16,7 1 20-16,-1 7 3 0,0 0-1 15,2 0-15-15,-2 3-24 0,0 1-19 0,7 0-19 16,-6-1-23-16,-1 1-12 0,1-4-9 16,-1 0-5-16,0 0-7 0,2-4-30 0,-8 1-43 15,6-4-79-15,-6 0-97 0,0-5-132 0,0-2-151 16,6-5-137-16,-6 1-114 0,0-4-89 15,-6-4-10-15,6 1 71 0,-6-5 125 16,-2-2 148-16,2-2 154 0</inkml:trace>
  <inkml:trace contextRef="#ctx0" brushRef="#br0" timeOffset="-37775.93">28233 6253 278 0,'-6'-14'429'0,"-2"3"107"16,2-4 79-16,0 5 45 0,-1-7-10 15,7 8-55-15,-7-2-67 0,7-1-69 0,0 1-114 16,0 0-94-16,7 4-62 0,0-1-54 15,-1 1-37-15,0 0-28 0,8 3-18 0,-2 1-9 16,2-1-5-16,5 0-4 0,1 4-4 16,-1 4 0-16,1-4-5 0,0 7-4 0,-2-3-7 15,2 3 3-15,0 5 1 0,-7-2-1 16,7 5 4-16,-8-1 4 0,2-3 10 0,-1 8 3 16,-7-4 4-16,0-1 6 0,1 5 6 15,-7-5 8-15,7 0-1 0,-7-2 2 0,-7-1-1 16,7 0-2-16,-7-3-1 0,7-1 1 15,-6 0 1-15,0-3 5 0,-1-1 8 16,1-3 7-16,-1-3 5 0,0-1 0 0,1-3-3 16,0 0-10-16,-2-5-12 0,2 1-14 15,6-3-13-15,0-1-10 0,0 0-9 0,6 1-2 16,-6-1-5-16,8 5-1 0,-2-7-3 16,0 11-1-16,8-5-2 0,-8 8-2 15,7-4 2-15,-7 2 1 0,8 5-1 0,-2-4-1 16,8 4-1-16,-7 0 2 0,7 0-1 15,-8 0-2-15,8 0 2 0,-7 0 2 16,1-3 0-16,-2 3-1 0,2-4-1 0,-2 1 0 16,-5-1 0-16,6-3 0 0,-6 3 0 15,-1-4 0-15,0 1 0 0,-6 0 1 0,0 0 1 16,7-4-1-16,-14-1 0 0,7 2 1 16,-6 3-2-16,0-5 0 0,-1 4 0 0,1-2-1 15,-1 6-1-15,-6-3 3 0,7 3-1 16,-8 2-1-16,8 2-3 0,-7 0 0 15,6 2 1-15,-6 2-4 0,7 3 0 0,0 5 3 16,-2 2 4-16,2 1 2 0,0 0-2 0,6 3 2 16,0-4 0-16,0 5 0 0,0-1 1 15,6 1-3-15,0-5 0 0,2 0 0 16,-2 1 0-16,0-4 2 0,7 0 0 0,1-3 1 16,-2-1 2-16,2-3 1 0,-2-4 1 15,8 0-3-15,-1-4 0 0,-5 0-2 0,5-3 0 16,1 0 0-16,-1-4 0 0,-6 0 0 15,1-4-1-15,-2-4-6 0,1 6 5 0,-6-10 1 16,-1 4 0-16,1-2 0 0,-1-2 3 16,-6 2 4-16,-6 3-5 0,6-1-3 0,-7 1 1 15,1 7-1-15,-1-3-2 0,-6 6 2 16,1 0 0-16,-2 1 0 0,1 4-2 16,0 3-1-16,7 3 0 0,-7 1-1 0,-1-1 1 15,8 5 0-15,0 3 0 0,6 0-1 16,-7 0 3-16,7 3 1 0,7 1 3 0,-1 0 9 15,0 0 12-15,8-1 11 0,-1-3 15 0,6 0 17 16,0-4 21-16,1 1 26 0,6-1-32 16,1-7-82-16,5 3 0 0,1-6 0 15,-1-1 0-15,1 1 0 0,-1-1 0 0,1-3 0 16,-7-1 0-16,0 1 0 0,-7 4 0 16,1-5 0-16,-7 1 0 0,0 3 0 15,-7-3 0-15,1 3 0 0,-1-3 0 0,-12 2 0 16,6-1-442-16,-7-2-318 0,-5 5-255 15,5-5-170-15,-6 6-23 0,0-7 67 0,-7 2 137 16,7 0 213-16,-6-1 284 0</inkml:trace>
  <inkml:trace contextRef="#ctx0" brushRef="#br0" timeOffset="-27500.97">3822 15511 500 0,'-6'-7'641'0,"0"-1"85"0,-2 5 67 15,2-5-61-15,6 2-143 0,-6 1-165 16,6 2-122-16,-6-2-76 0,6 5-67 0,0 0-48 0,-7 5-15 15,7 3-2-15,0 6 17 0,0 1 27 16,0 3 33-16,0 8 19 0,0 2-7 0,0 5-7 16,0 1-17-16,0 2-23 0,7 1-25 15,-7-1-26-15,6 1-17 0,-6 0-18 0,6 0-14 16,0-5-9-16,2-2-8 0,-2-1-6 16,0-4-2-16,1 1-4 0,0-8-1 0,-7-3-1 15,6-1 0-15,-6-6-1 0,0 0-8 16,7-5-35-16,-14-3-60 0,7-3-71 0,-6-5-94 15,-1-2-139-15,7-10-166 0,-13 3-150 0,7-9-158 16,-8-4-62-16,2 0 24 0,-2-5 102 16,1-2 151-16,1 1 177 0</inkml:trace>
  <inkml:trace contextRef="#ctx0" brushRef="#br0" timeOffset="-27280.1">3542 15533 96 0,'-19'-11'506'0,"0"4"108"0,-1 0 88 0,0-2 81 16,7 3-108-16,1 2-137 0,4 0-116 15,2 4-87-15,0-3-71 0,6 3-68 0,0-3-54 16,12 3-32-16,2 0-19 0,5-5-14 16,1 5-11-16,12-3-7 0,1-2-13 0,13 1-11 15,-1-2-10-15,1-2-9 0,5 1-2 16,-4 0-2-16,-2 0-5 0,1-1 0 0,-7 1-5 16,-1 0-5-16,-5 3-31 0,-7 1-54 15,0-2-82-15,-12 5-114 0,-1 5-136 0,-1-2-139 16,-12 4-118-16,0 4-103 0,0 0-1 15,-6 4 67-15,0-1 116 0,-1 6 132 0</inkml:trace>
  <inkml:trace contextRef="#ctx0" brushRef="#br0" timeOffset="-26758.14">4083 15789 200 0,'0'4'590'0,"-7"-4"119"0,7 4 85 16,0-4 46-16,-6 0-146 0,6 0-180 15,0 3-162-15,0-3-111 0,0 0-73 16,-6 4-39-16,6 3-25 0,0 0-5 0,0 5 11 16,6 2 20-16,-6 4 20 0,0 1 7 0,6 6 7 15,1 0 5-15,0 2-3 0,-1 2-6 16,0 1-9-16,1-1-6 0,-7-3-10 0,7 3-11 16,-1-3-10-16,1-5-7 0,-7 2-11 15,6-6-10-15,-6-1-8 0,0-2 0 0,6-3 11 16,-6 0 26-16,0-8 19 0,0 5-35 0,0-8-99 15,0-3 0-15,0-2 0 0,0-2 0 16,0-4 0-16,-6 0 0 0,6-4 0 0,-6-3 0 16,-1-1 0-16,7-2 0 0,-6-2 0 0,-1-2 0 15,7 4 0-15,-7-5 0 0,7 0 0 16,-6 4 0 0,6 1 0-16,6-2 0 0,-6 0 0 15,7 2 0-15,-7 7 0 0,7-5 0 16,6 4 0-16,-7 1 0 0,7 3 0 0,-6 4 0 15,5 0 0-15,2-1 0 0,-1 4 0 0,0 1 0 16,6 6 0-16,-5-3 0 0,5 7 0 16,-6 5 0-16,0-1 0 0,0 0 0 0,0 7 0 15,0-4 0-15,0 6 0 0,-7 0 0 16,7-1 0-16,-6 3 0 0,0-4 0 0,-1 4 0 16,0-3 0-16,2-1 0 0,-2-4 0 15,-6 5 0-15,6-4 0 0,-6-4 0 0,7 0 0 16,-7-5 0-16,0 3 0 0,6-6 0 15,-6 1 0-15,0-1-364 0,0-3-209 0,0 0-211 16,0-7-190-16,7 0-152 0,-1-1-16 0,1-6 76 16,5-1 157-16,2 1 217 0,5-4 224 15</inkml:trace>
  <inkml:trace contextRef="#ctx0" brushRef="#br0" timeOffset="-26554.49">4708 15906 364 0,'0'-2'765'0,"0"2"116"0,0 0 80 15,7 0 72-15,-7-5-178 0,0 5-281 16,6 0-173-16,1-3-92 0,6 3-59 0,-1-4-54 16,8-1-49-16,0 2-36 0,5 0-24 15,2-1-21-15,-7-3-18 0,6 4-17 0,0-2-12 16,-1-2-15-16,1 4-43 0,-6-1-73 0,0 4-93 16,-7-4-150-16,-1 4-187 0,2 0-182 15,-8 0-150-15,-6 4-90 0,-6 0 6 0,0 3 105 16,-8 4 163-16,-5 0 177 0</inkml:trace>
  <inkml:trace contextRef="#ctx0" brushRef="#br0" timeOffset="-26335.75">4852 16042 240 0,'-7'12'705'0,"0"-2"121"0,1-2 72 0,0-1 54 0,6 0-138 16,0-3-224-16,0-1-171 0,0-3-78 16,6 5-32-16,7-5-8 0,0 0-19 15,6-5-29-15,1 5-31 0,6-7-27 0,-7 0-28 16,15 0-37-16,-2-1-32 0,-7 0-32 0,2-2-21 15,-1 2-19-15,0 1-9 0,-13 0-8 16,7 3-6-16,-14 1-20 0,7-5-52 0,-6 4-83 16,-7 1-144-16,0-1-214 0,0 0-283 15,-7 1-263-15,0-5-97 0,1 2 6 16,0-3 99-16,-1-1 192 0,1-5 271 0</inkml:trace>
  <inkml:trace contextRef="#ctx0" brushRef="#br0" timeOffset="-25771.44">6148 15445 298 0,'6'-11'499'0,"-12"-4"87"16,6 1 88-16,0 2-18 0,-7-2-62 0,0-1-99 15,1 5-71-15,0-1-63 0,-1 0-69 16,-6 0-70-16,0 2-55 0,0 3-31 0,-6 2-24 16,-1 4-13-16,-6 0-3 0,7 4-4 15,-7 2-4-15,-1 6-5 0,1-1-7 16,0 8-3-16,0-1 1 0,0 8 1 16,7 3 7-16,5 0 11 0,1 8 17 0,1-4 10 15,4 7 5-15,2-4 6 0,6 1 1 0,6 0-1 16,-6-1-6-16,14 1-7 0,-1-5-4 15,0 2-6-15,6-1-9 0,1-8-7 0,6 1-8 16,1-4-4-16,-2 0-5 0,1-7-9 16,0 4-32-16,0-9-34 0,1-3 0 0,5 1 0 15,-6-1 0-15,-7-7 0 0,7 0 0 0,-6 0 0 16,6-4 0-16,-13 1 0 0,7-5 0 16,-7 5 0-16,-7-1 0 0,7-3 0 15,-6 4 0-15,-1-6-138 0,-6 6-229 0,0-4-166 16,6 0-180-16,-6-1-172 0,8 1-182 15,-8-5-31-15,6 6 54 0,-6-6 130 0,6 5 178 16,1-5 205-16</inkml:trace>
  <inkml:trace contextRef="#ctx0" brushRef="#br0" timeOffset="-25251.23">6388 15781 42 0,'-6'-2'501'0,"6"-3"128"0,0 2 102 15,-6-2 82-15,6 2-79 0,-7 0-150 0,7 3-141 16,0 0-117-16,0 0-89 0,-6 0-67 0,6 3-39 15,6 5-20-15,-6 0 0 0,0-1 10 16,0 7 7-16,7-3 0 0,-7 4-3 0,6 3-4 16,-6 0-1-16,6 1 3 0,-6-1 12 15,7 1 12-15,-7-6 6 0,7 7-2 16,-7-6-6-16,0 1-9 0,6-4-12 0,-6 0-12 16,0-4-2-16,0 1 10 0,6-1 18 0,-6-4 21 15,0 1-27-15,0-4-132 0,0 0 0 0,0 0 0 16,0 0 0-16,-6-4 0 0,6-3 0 15,0 4 0-15,-6-9 0 0,6 1 0 0,-7-3 0 16,0-1 0-16,1 1 0 0,6-1 0 16,-6-3 0-16,6 4 0 0,0-3 0 15,6 3 0-15,-6 0 0 0,6-1 0 0,1 1 0 16,6-1 0-16,1 4 0 0,-2-4 0 16,1 5 0-16,7-3 0 0,0 7 0 15,-8-5 0-15,8 8 0 0,-7-6 0 0,7 6 0 16,-8-1 0-16,8 4 0 0,-7 4 0 0,0-1 0 15,0 6 0-15,0-3 0 0,0 5 0 16,-7 0 0-16,8 4 0 0,-8 0 0 0,1-1 0 16,-1 1 0-16,-6 0 0 0,6 4 0 15,-6-5 0-15,0 4 0 0,8-3 0 16,-8 0 0-16,0-4 0 0,0 3 0 0,0-3 0 16,6-3 0-16,-6-1 0 0,0 0 0 0,0-3 0 15,0-1 0-15,0 1 0 0,0-4 0 16,0 0 0-16,0 0 0 0,0 0-467 0,6-4-228 15,-6-3-181-15,13 0-135 0,-6-8-101 16,12 4 15-16,-5-3 89 0,12-5 173 0,-7 2 207 16,13-3 207-16</inkml:trace>
  <inkml:trace contextRef="#ctx0" brushRef="#br0" timeOffset="-24970.04">7372 15522 329 0,'13'-14'721'0,"-6"2"124"15,-7 1 81-15,6 0 64 0,-6 3-202 0,0 4-262 16,0 1-181-16,0 0-93 0,0 6-52 16,-6 4-25-16,-1 1-2 0,1 7 10 0,-8 4 14 15,2 2-9-15,-8 8-16 0,7 0-21 16,-7 5-22-16,0-1-15 0,2 0-12 16,-2 0-10-16,1-4-5 0,-1 1-6 15,0-1-3-15,7-4-13 0,0 1-10 0,0-4-13 16,0-4-6-16,6-3-7 0,1 0-8 0,0-8-7 15,-1 4-5-15,7-7-2 0,0-1-31 16,0-3-60-16,0 0-94 0,7-3-124 16,-1-5-179-16,7-4-209 0,-6 2-206 0,5-5-179 15,2-4-33-15,-8 2 57 0,7-5 143 16,-7-3 196-16,1-1 219 0</inkml:trace>
  <inkml:trace contextRef="#ctx0" brushRef="#br0" timeOffset="-24704.04">7150 15548 13 0,'-12'-15'568'0,"-2"8"153"0,8-4 97 16,-7 4 76-16,6-2-52 0,1 3-185 0,-1 2-205 16,1 0-130-16,6 4-71 0,0 4-33 15,6 0-7-15,1 7 12 0,6 3 27 0,6 5 29 16,7 2 12-16,1 1-5 0,-1 8-18 16,6-1-27-16,1 0-31 0,6 1-34 0,-7-1-176 15,1 0 0-15,-1 1 0 0,1-5 0 16,-7-3 0-16,0 4 0 0,-6-8 0 0,-1 1 0 15,-6-5 0-15,0-3 0 0,1-1 0 16,-8-1 0-16,0-2 0 0,1-3 0 16,0-1 0-16,-1-3 0 0,0 0-22 0,1-3-490 15,-1-5-278-15,1-4-322 0,0-1-120 16,-1-6-8-16,7-3 76 0,0-3 166 16,0-4 268-16,7 3 342 0</inkml:trace>
  <inkml:trace contextRef="#ctx0" brushRef="#br0" timeOffset="-24247.35">7828 15312 278 0,'-7'-10'526'0,"1"-1"103"16,-7-3 93-16,6 2-18 0,1 1-50 15,0 5-104-15,6-6-86 0,-8 5-63 0,8 3-68 16,-6 1-69-16,6-1-67 0,0 0-59 15,0 4-46-15,0 4-30 0,0 3 1 0,0 4 15 16,6 4 25-16,-6 3 31 0,8 8 37 16,-2 3 31-16,0 5 6 0,-6 1 3 15,7 6-4-15,0 4-10 0,-1-2-15 0,0 1-21 16,1 0-16-16,-7 0-30 0,6-5-115 16,1-2 0-16,0-1 0 0,-7-2 0 15,6-4 0-15,0-1 0 0,-6-7 0 0,7 1 0 16,-7-6 0-16,7-7 0 0,-7 2 0 15,6-8 0-15,-6 0-229 0,0-4-199 0,6-4-179 16,1-3-181-16,6-9-161 0,0 2-123 16,1-9-1-16,-2 3 72 0,8-6 150 15,-1 0 189-15,1-3 208 0</inkml:trace>
  <inkml:trace contextRef="#ctx0" brushRef="#br0" timeOffset="-23885.6">8154 15569 30 0,'0'-11'442'0,"0"5"90"15,-7-6 84-15,0 5 88 0,7 0-81 16,-6 3-119-16,-7 0-91 0,6 4-64 0,1 0-55 16,-7 8-62-16,7-1-41 0,-8 3-25 15,2 5-6-15,5 0-6 0,-6 3-10 0,6 4-8 16,1 1-10-16,0-3-8 0,6 7-6 16,0-5-8-16,6 0-5 0,0 0-7 0,1-5-4 15,6 3-2-15,0-2-9 0,7-4-5 16,-8 1-1-16,8-4 2 0,-1-3 0 0,1-1-3 15,6-7 4-15,-7 0 9 0,1 0 12 16,0-4 14-16,-1-3 10 0,1-4 11 0,-8 0 9 16,2 0 3-16,-1-4-4 0,-7 1-15 15,-6-6-35-15,7 3-88 0,-14-5 0 16,1-3 0-16,-1-1 0 0,-13 0 0 0,8 0 0 16,-8 4 0-16,1 4 0 0,-1 0 0 15,0 7 0-15,1-1 0 0,-1 6 0 16,1 2-137-16,0 4-155 0,-1 0-100 0,13 4-106 15,-5-1-113-15,4 5-120 0,8-1-95 16,8 0-119-16,-2 0-10 0,7 4 59 0,0-4 120 16,6 5 164-16,1-5 166 0</inkml:trace>
  <inkml:trace contextRef="#ctx0" brushRef="#br0" timeOffset="-23324.04">8576 15595 364 0,'20'-11'599'0,"-6"0"132"0,-8-4 97 16,7 0-17-16,-13 1-116 0,6 0-119 15,-6-2-124-15,0 2-104 0,-6 0-76 0,-1 2-61 16,1 5-50-16,-7 0-44 0,0-1-34 16,-1 8-23-16,-5-3-20 0,0 6-18 0,-8 5-9 15,8-1-6-15,0 3-4 0,6 7-8 16,-7 0 2-16,7 2 2 0,6 3 0 16,-5-1 1-16,5 1 1 0,7 0 3 0,0 0-1 15,7 1 1-15,-1-5-1 0,7 0 0 16,0 1 1-16,0-9 0 0,7 1 1 0,-7-4-2 15,6-3 1-15,1-1-2 0,-1-3 0 16,1-3 1 0,-8-4 9-16,8 0 12 0,-6-1 22 0,-2-2 20 15,-5-5 21-15,-1 1 15 0,1-5 6 16,0 1 7-16,-1-2 9 0,-6 6 3 0,0-1 2 16,6 1-5-16,-6 3-9 0,0 4-17 15,0 0-26-15,0 2-25 0,0 2-22 0,0 3-13 16,0 3-6-16,0 9-5 0,0-1 1 15,7 3 1-15,-7 5-2 0,0 3-1 16,7 4 1-16,-1 0 0 0,0 3-2 0,-6-1 0 16,14 2-1-16,-8 3 2 0,1-3 0 15,5 2-1-15,-4 0 1 0,-2 2 2 0,0-4 1 16,1-1 1-16,-1 0-1 0,-6-4 7 16,0-3 10-16,-6 1 12 0,6-4 9 0,-7-2 11 15,-5-2 14-15,4-4 6 0,-4-4-57 0,-1 0-15 16,-1-3 0-16,-5-4 0 0,6 0 0 0,-7-4 0 0,-5 1 0 0,5-4 0 0,-6-1 0 15,0 1 0-15,7 0 0 0,-8-1 0 32,8-3 0-32,-8 5 0 0,8-6 0 0,6 1 0 0,-6 4 0 0,5-5 0 0,8 2 0 0,0-2-274 31,6 2-290-31,12-5-217 0,-5 0-185 16,13-2-163-16,6-2-21 0,6 1 72 0,1-4 154 0,-1-4 209 0,13 1 224 0</inkml:trace>
  <inkml:trace contextRef="#ctx0" brushRef="#br0" timeOffset="-22792.65">9170 15386 387 0,'6'-18'740'0,"-6"4"121"0,6-2 88 0,1-1 74 16,-7 5-209-16,0 1-239 0,0 4-159 16,0 0-107-16,0 3-80 0,7 1-72 0,-7 3-58 15,0 3-31-15,6 4-2 0,1 8 11 16,-1 4 13-16,0 3 20 0,2 3 19 0,4 5 13 15,-6 6-4-15,1 1-7 0,6 3-12 32,-6-3-13-32,-1 2-10 0,1-5-13 0,0 1 0 0,-1-4 3 0,0-6 11 0,-6 0-86 15,6-6-11-15,-6-1 0 0,8-3 0 32,-8-7 0-32,0 3 0 0,0-8 0 0,0-3 0 0,6 0 0 0,-6-3 0 0,0-5 0 15,0-3 0-15,0-4 0 0,0 1 0 16,-6-9 0-16,6-5 0 0,0-5 0 0,0-4 0 15,0 0 0-15,0 1 0 0,0-4 0 16,6 3 0-16,0 4 0 0,1 4 0 16,-1 0 0-16,8 6 0 0,-2-3 0 0,2 9 0 0,5-3 0 15,1 6 0-15,-1 0 0 0,0 7 0 16,1-1 0-16,6 4 0 0,-7 8 0 16,1 0 0-16,0 7 0 0,-1 7 0 0,-5 1 0 15,5 6 0-15,-6 4 0 0,0 1 0 16,0 6 0-16,-6 2 0 0,-1-2 0 0,0 4 0 15,1-4 0-15,0 2 0 0,-7-6 0 32,0 0 0-32,0-2 0 0,0-4 0 0,6-4 0 0,-6-4 0 0,0-3 0 0,0-4 0 31,0-3 0-31,0-1 0 0,0-4 0 0,0 1 0 0,0-4 0 0,0-4 0 0,0-3 0 16,0-1-463-16,0-2-679 0,-6-5-204 15,-1-4-44-15,-12 5 74 0,5-5 172 0,-11 1 287 16,-1 4 402-16</inkml:trace>
  <inkml:trace contextRef="#ctx0" brushRef="#br0" timeOffset="-22058.84">4539 17354 50 0,'-13'-12'336'0,"-7"1"76"0,7 0 57 0,0-3-39 16,0 3 3-16,1-4-11 0,-2 4-8 15,8-3-3-15,-7 2 5 0,6 2-6 0,1-1-19 16,6 0-43-16,-7 4-47 0,7-1-41 0,-6 4-41 16,6 0-38-16,0 1-36 0,0 3-39 15,0 0-25-15,0 7-6 0,0 0 16 0,0 5 27 16,0 6 24-16,0 1 29 0,0 6 18 16,6 0 1-16,-6 6-13 0,7 1-21 0,-1 0-18 15,-6 2-21-15,7 2-17 0,-1-2-16 16,1 2-14-16,-7-3-11 0,6-4-10 0,0 0-19 15,2-3-30-15,-8 0 0 0,6-8 0 0,-6 0 0 16,6-3 0-16,-6-4 0 0,0 0 0 0,0-4 0 16,7-3 0-16,-14 0 0 0,7-4-108 0,0-4-115 15,-6 0-97-15,0-3-113 0,-2-4-134 16,2-4-133-16,-7-6-128 0,7-1-144 0,-1-4-27 16,1-4 52-16,-7-2 119 0,7-1 159 0,-8-3 184 15</inkml:trace>
  <inkml:trace contextRef="#ctx0" brushRef="#br0" timeOffset="-21840.14">4226 17262 377 0,'-13'-11'612'0,"0"3"111"0,7-2 81 16,-7 2-19-16,7 5-131 0,-2-4-140 0,2 3-124 15,6 4-84-15,0-5-68 0,0 3-54 16,6 2-39-16,8-5-27 0,5 2-13 0,1-1-8 16,6 0 1-16,0 1 5 0,13-1-1 0,0 2-3 15,1-7-8-15,5 1-12 0,7 2-13 16,-7-2-15-16,8-3-13 0,-8 4-15 0,1-4-10 15,-7 4-7-15,-7-1-2 0,1 2-5 16,-13 1-19-16,-2 2-32 0,-4-1-50 0,-8 4-79 16,1 4-126-16,0-1-170 0,-14 5-162 0,7 3-178 15,-7 0-111-15,-5 3-6 0,-2 5 82 16,2-5 149-16,-2 4 167 0</inkml:trace>
  <inkml:trace contextRef="#ctx0" brushRef="#br0" timeOffset="-21340.21">4767 17401 448 0,'0'4'752'16,"6"-4"98"-16,-6 3 53 0,0 1-17 15,0-4-214-15,0 4-283 0,0-1-172 0,0 1-78 16,7 0-26-16,-7 3 8 0,6 4 11 16,-6 0 17-16,7 4 9 0,0 3 8 0,-1 1-9 15,0-1-16-15,0 4-9 0,2 0-6 0,-2 0-1 16,-6-1-2-16,6 5 6 0,-6-4 0 0,7 0-3 15,-7-3 1-15,7-1-5 0,-7 0-3 16,0-2-14-16,0-6-2 0,6 1 2 0,-6-5 6 16,0 2 5-16,0 0-116 0,0-8 0 0,0 4 0 15,-6-4 0-15,6 0 0 0,0-4 0 0,0 0 0 16,0 0 0-16,-7-6 0 0,7 2 0 0,0-7 0 16,-7 1 0-16,7-1 0 0,0-3 0 15,0 0 0-15,0-5 0 0,0 5 0 0,0-3 0 16,7 2 0-16,0-4 0 0,-1 6 0 0,1-2 0 15,-1 1 0-15,0-1 0 0,8 5 0 16,-2 3 0-16,2-4 0 0,-1 4 0 16,-1 4 0-16,-4 0 0 0,4 0 0 0,-6 7 0 0,8-5 0 15,-1 10 0-15,-7-5 0 0,8 7 0 16,-8 4 0-16,6 0 0 0,-4-1 0 0,-2 6 0 16,0 1 0-16,8-2 0 0,-8 4 0 0,1-5 0 15,-1 5 0-15,-6-1 0 0,6 0 0 0,1-4 0 16,0 5 0-16,-7-4 0 0,6 0 0 15,-6-4 0-15,6 0 0 0,-6-1 0 0,0-2 0 16,0-1 0-16,0-3 0 0,7-1 0 0,-7 1 0 16,0-4 0-16,7 4-33 0,-7-4-536 15,0-4-199-15,6 0-199 0,1-7-175 0,-1 0-34 16,0 1 64-16,8-5 140 0,-2-4 206 0,8 1 240 16</inkml:trace>
  <inkml:trace contextRef="#ctx0" brushRef="#br0" timeOffset="-21137.19">5536 17442 298 0,'0'0'755'16,"6"0"132"-16,-6-5 82 0,6 5 56 15,-6-3-148-15,7-1-278 0,6 4-185 0,-7-3-109 16,14-1-66-16,-7 0-49 0,7 1-49 0,-1-1-49 16,1-3-37-16,0 3-20 0,5 1-16 15,1-2-12-15,-6 2-33 0,6 3-67 0,-7-3-98 16,1 3-158-16,0-4-181 0,-1 4-173 0,-6 0-172 15,-6 0-85-15,-7 0 17 0,0 4 113 16,-7-1 158-16,1 5 167 0</inkml:trace>
  <inkml:trace contextRef="#ctx0" brushRef="#br0" timeOffset="-20918.48">5692 17584 448 0,'-6'11'692'0,"-8"0"94"0,14-4 62 15,-6 1-7-15,-1 0-151 0,7-6-165 0,0 6-110 16,7-4-43-16,-1-4-18 0,8 0-25 0,-2 0-35 15,1-4-37-15,7 1-34 0,6-2-31 0,-6-2-30 16,5 0-30-16,8-4-31 0,-7 4-27 0,0-5-24 16,-6 6-20-16,6-2-12 0,-13 1-8 15,7 0-7-15,-8-1-16 0,-6 1-40 0,2 3-66 16,-2 1-94-16,-6-5-109 0,0 5-162 16,0 0-196-16,0-2-220 0,-6 1-134 0,6-2-14 15,0 2 52-15,0-3 135 0,0-4 193 0,6-1 249 16</inkml:trace>
  <inkml:trace contextRef="#ctx0" brushRef="#br0" timeOffset="-20136.76">6759 17119 253 0,'-6'0'364'15,"6"-4"49"-15,-6 1-20 0,-1-1-11 16,7 0-53-16,-6-2-38 0,6-2-17 0,0 1 2 16,0-1 1-16,0-3 1 0,0 3-1 15,0-6-14-15,0 3-19 0,0 0-21 0,0 0-19 16,0-4-20-16,0 5-16 0,0-1-13 15,0 3-11-15,0-3-16 0,-7 5-17 0,0-2-17 16,1-1-20-16,0 7-14 0,-8-2-18 0,8 4-5 16,-13 0-5-16,5 0 4 0,2 4 3 15,-8 3 1-15,0 5 6 0,1-6-3 0,6 8-1 16,-6 2-5-16,5 2-3 0,1 4 2 16,0 3 0-16,7 1 5 0,-7 3 17 0,7 4 22 15,6 0 20-15,0 1 17 0,0-2 9 0,0 5 6 16,0-4-8-16,6 0-12 0,7 0-8 15,-7-4-9-15,7 0-4 0,0 1-1 0,7-9 2 16,-7 2-1-16,13-1-1 0,-6-8 1 16,6 1 2-16,-7-4-1 0,7-4-79 0,6-3-13 15,-5 0 0-15,-1-8 0 0,6 0 0 0,-5-3 0 16,-1-4 0-16,0 0 0 0,-7 0 0 16,7-4 0-16,-13 1 0 0,7-4 0 0,-8 3 0 0,2-4 0 15,-8-3 0-15,0 0 0 0,2 1 0 16,-8-5 0-16,0-4 0 0,-8 1 0 15,2-4 0-15,-6-3 0 0,-2 2 0 0,1 2 0 16,0-1 0-16,0 3 0 0,-7 5 0 0,1 0 0 16,-1 2 0-16,1 9 0 0,0-1 0 0,-8 4 0 15,8 0 0-15,-8 7 0 0,8 1 0 16,-1 3 0-16,-6 3 0 0,7 1 0 16,-1 3 0-16,8 4 0 0,-8 0 0 0,7 4 0 15,0-1 0-15,6 2-158 0,1 2-318 0,6-4-94 16,0 1-130-16,13-1-124 0,-7 1-128 15,14-4-66-15,-7-4 24 0,6-3 87 0,8 0 166 16,-7-1 186-16</inkml:trace>
  <inkml:trace contextRef="#ctx0" brushRef="#br0" timeOffset="-19730.58">7470 16793 208 0,'0'-14'548'0,"0"-5"138"0,0 5 92 16,0-1 33-16,-7 4-113 0,1-4-124 16,-1 4-116-16,1 0-101 0,-1 1-58 0,0 2-45 15,1 1-29-15,0 3-38 0,-1 0-29 16,0 1-20-16,1 3-22 0,0 0-16 0,-1 3-4 16,-6 1 3-16,0 7 6 0,0 0 10 0,0 3 12 15,0 5 6-15,0 3-3 0,0 3 7 16,-1 5 3-16,2 2 4 0,-1 5 1 15,0 3 3-15,0 5-71 0,7-1-77 0,-2 7 0 0,2 0 0 16,0 0 0-16,6 0 0 0,0-3 0 16,6 3 0-16,0-3 0 0,2-4 0 0,4 4 0 15,8-8 0-15,-1 1 0 0,1-5 0 0,-1-7 0 16,1 4 0-16,6-8 0 0,-6-2 0 16,5-4 0-16,1-5 0 0,-6 1 0 0,6-8 0 15,1-4 0-15,5-3 0 0,-13-3 0 0,7-1 0 16,0-3 0-16,-6 0 0 0,-1-1 0 0,-5-2 0 15,-2-2 0-15,-5 1 0 0,0 0 0 16,-7-4-400-16,6 1-305 0,-6-1-197 0,0 1-222 16,0-5-54-16,-6 1 43 0,6-3 111 15,0-2 177-15,0 2 231 0</inkml:trace>
  <inkml:trace contextRef="#ctx0" brushRef="#br0" timeOffset="-19074.15">7750 17068 346 0,'-7'-14'743'0,"0"2"123"32,1-3 81-32,0 8 64 0,0-4-188 0,-2 4-266 15,8 3-180-15,-6 0-112 0,6 1-74 16,0 6-43-16,0 1-25 0,0 0-10 0,0 6 9 16,0 5 19-16,6 0 16 0,2 4-2 0,-2 3-8 15,0-1-6-15,0 5-7 0,1 3-8 16,0-3-2-16,-1 4-2 0,1-5 4 0,-1 1 6 15,-6 0-78-15,6-5-54 0,2 1 0 16,-8-1 0-16,6-1 0 0,-6-6 0 0,6 1 0 16,-6-4 0-16,0 0 0 0,0-4 0 15,0 1 0-15,0-5 0 0,0 1 0 0,7-1 0 16,-7-3 0-16,0 0 0 0,0 0 0 16,-7-3 0-16,7-4 0 0,0 2 0 0,0-5 0 15,0-1 0-15,-6 0 0 0,6-4 0 0,-6 1 0 16,-2-6 0-16,8 3 0 0,-6-5 0 15,0 3 0-15,-1-2 0 0,1 2 0 0,6-3 0 16,0 4 0-16,0-4 0 0,0 5 0 0,0-6 0 16,6 1 0-16,1 3 0 0,5-3 0 15,2 4 0-15,-1-3 0 0,0 2 0 0,6 4 0 16,1 0 0-16,-7 1 0 0,6 3 0 16,1 4 0-16,-1-4 0 0,1 7 0 0,0 0 0 15,-1 1 0-15,1 3 0 0,0 3 0 0,-1 1 0 16,1 3 0-16,-8 1 0 0,8 6 0 15,-7 1 0-15,0 0 0 0,0 3 0 0,0 3 0 16,0 2 0-16,-7 2 0 0,1-3 0 16,0 8 0-16,-1-5 0 0,-6 0 0 0,7 2 0 15,-7 2 0-15,6-4 0 0,-6-3 0 16,0 0 0-16,0 1 0 0,0-5 0 0,6 0 0 16,-6-3 0-16,0-4 0 0,0 0 0 0,0-4 0 15,0-4 0-15,0 2 0 0,0-2 0 16,0 1 0-16,0-4 0 0,7 3 0 0,-7-3 0 15,0-3 0-15,0 3 0 0,7-4 0 0,-7 1 0 16,0-2 0-16,0 5 0 0,0-3 0 0,0-4 0 0,0 3 0 0,0-3 0 0,0-1-1 16,0 1-749-16,-7-1-304 0,7 2-202 31,-7-2-38-31,1-3 78 0,-7-1 141 0,7-2 236 0,-1 3 303 0</inkml:trace>
  <inkml:trace contextRef="#ctx0" brushRef="#br0" timeOffset="-18432.12">8551 16654 42 0,'6'-7'349'0,"-6"-1"86"0,7-2 75 0,-7 2 1 15,6-3 40-15,-6 0-5 0,6 4-23 16,-6-1-21-16,0 1-6 0,0-1-27 0,0 5-62 16,0-4-58-16,0 7-54 0,0-4-55 15,0 4-61-15,0 0-52 0,0 4-23 0,0 3 1 16,0 4 10-16,0 8 23 0,0 6 26 0,0 4 28 16,8 4 8-16,-2 7-7 0,0 5-11 15,8 2-7-15,-8 5-83 0,0 2-92 0,7 1 0 31,-6 0 0-31,6-3 0 0,-7-1 0 0,8-4 0 16,-8-6 0-16,7-1 0 0,-6-7 0 0,-1-4 0 16,1-3 0-16,-1-4 0 0,0-4 0 15,2-7 0-15,-8 0 0 0,6-4 0 16,-6-3 0-16,0-4 0 0,6 0 0 0,-6-7 0 16,0-1-351-16,7-2-339 0,-7-9-175 0,6 1-184 15,1-4-96-15,-1-4 25 0,7-3 91 16,1 0 170-16,-2-4 204 0,2-1 249 0</inkml:trace>
  <inkml:trace contextRef="#ctx0" brushRef="#br0" timeOffset="-18041.57">8955 16958 25 0,'0'-7'558'0,"0"4"156"0,-6-5 89 16,-2-1 61-16,2 7-71 0,0-2-182 0,6 4-187 16,-7-4-121-16,0 8-50 0,1-4-24 0,-1 6-11 15,7 6-3-15,-6-1 4 0,0 8-4 16,-1-5-16-16,7 8-15 0,0 0-25 15,0 1-27-15,0 2-20 0,7 4-15 0,-1-3-10 16,0 2-8-16,1-2-4 0,6 4-2 0,0-8-7 16,7 4-7-16,-8-8-5 0,8 0 0 15,-1-3-2-15,1-1 2 0,6-6 2 0,-6-1-1 16,-1-3-5-16,7-4-6 0,-6-4-38 16,6 0-6-16,-7-3 0 0,8-4 0 0,-7-4 0 15,-8 1 0-15,8-1 0 0,-7-3 0 0,-7-1 0 16,1-2 0-16,-7-5 0 0,0 0 0 0,0-3 0 15,-13 0 0-15,6 0 0 0,-13 0 0 16,8 2 0-16,-8 5 0 0,-6 4 0 0,7-1 0 16,-7 9 0-16,6 3 0 0,-7-1 0 15,2 5 0-15,-1 3 0 0,6 0 0 0,0 3 0 16,1 2 0-16,6 1-168 0,0 2-331 0,7-2-104 16,6 6-120-16,0-5-103 0,6 4-100 15,7 0-67-15,0-3 25 0,6 2 90 16,1-2 156-16,6-5 169 0</inkml:trace>
  <inkml:trace contextRef="#ctx0" brushRef="#br0" timeOffset="-17510.45">9535 16962 82 0,'12'-14'577'0,"1"2"145"16,0 1 101-16,-6-3 88 0,-7-2-76 0,0 2-156 16,-7 3-166-16,1 0-115 0,-1 0-74 0,-6 0-66 15,1 4-58-15,-8 3-42 0,7 1-35 16,-7 3-23-16,0 0-22 0,8 3-21 0,-8 4-20 15,1 4-11-15,5 0-11 0,2 1-5 0,-2 5-6 16,2-2 1-16,5 4 0 0,0-1-1 16,1 4-1-16,6-4-1 0,0 0 1 15,0 0 1-15,6 1-2 0,1-4 0 0,6 0 1 16,-1-8 1-16,2 4 1 0,-1-7-1 0,0-1 0 16,6-3 1-16,-5 0 1 0,5-3 9 15,-6-5 18-15,0 1 18 0,0 0 20 0,-6-5 19 16,5 1 16-16,-4 0 13 0,-2 1 3 15,0-2 4-15,-6-2 4 0,7 3 6 0,-1 4 3 16,-6-4-77-16,0 3-62 0,0 2 0 0,7 1 0 16,-7 2 0-16,0-1 0 0,0 4 0 15,0 4 0-15,6-1 0 0,-6 5 0 0,7 3 0 16,-1 3 0-16,0 4 0 0,2 5 0 16,4 2 0-16,-5 8 0 0,6 0 0 15,-7 0 0-15,7 5 0 0,1-2 0 0,-8 0 0 0,7 0 0 16,-6 1 0-16,-1 0 0 0,1-5 0 15,-1 2 0-15,-6-5 0 0,6 1 0 0,-12-5 0 16,6-3 0-16,0-4 0 0,-6-3 0 0,-1-4 0 16,1-1 0-16,-1-2 0 0,0-1 0 0,-5-3 0 15,-2 0 0-15,1-4 0 0,1 0 0 16,-8-4 0-16,0 0 0 0,1 1 0 0,-7-1 0 16,6-4 0-16,-6 5 0 0,0-4 0 0,0 0 0 15,-6-1 0-15,6 1 0 0,0 0 0 0,-1-4 0 16,7 3 0-16,2-3 0 0,-2 1 0 15,13-6 0-15,1 5-100 0,6-3-590 16,6-1-220-16,1-3-199 0,13 0-97 0,6 0 35 16,-7-1 102-16,13-6 192 0,1 0 226 0,6-6 255 15</inkml:trace>
  <inkml:trace contextRef="#ctx0" brushRef="#br0" timeOffset="-16911.73">9977 16786 454 0,'6'-15'764'0,"-6"0"121"0,0 5 85 16,0-2 45-16,0 5-180 0,-6-3-240 0,6 5-151 16,0 2-99-16,0-1-74 0,0 0-71 0,0 4-55 15,0 0-32-15,0 4-12 0,0 3-4 0,6 4 2 16,-6 0 10-16,7 9 9 0,0-6-1 16,-1 8 0-16,-6-1 4 0,7 1 6 15,-1 4 8-15,0-4-121 0,2 3-14 0,-8 0 0 16,6 2 0-16,-6-5 0 0,6 0 0 0,0 0 0 15,2 0 0-15,-8-4 0 0,6 1 0 16,-6-4 0-16,0-5 0 0,6 1 0 0,-6-4 0 0,0 1 0 16,0-5 0-16,0 5 0 0,0-8 0 0,0 3 0 15,0-3 0-15,0 0 0 0,0 0 0 16,-6 0 0-16,6-3 0 0,0-5 0 0,0 5 0 16,-6-5 0-16,6-3 0 0,-8 0 0 15,2-3 0-15,6-1 0 0,-6 1 0 0,6-5 0 16,0 1 0-16,0-1 0 0,0 1 0 0,0-1 0 15,0-1 0-15,6 1 0 0,-6 1 0 16,14-1 0-16,-8 1 0 0,7-4 0 0,0 7 0 16,0-4 0-16,7 1 0 0,-8 4 0 0,8-1 0 15,-7 0 0-15,7 5 0 0,-1 1 0 16,-6 3 0-16,0-2 0 0,7 2 0 0,-8 6 0 16,2-5 0-16,-1 10 0 0,7-2 0 15,-8 4 0-15,2 0 0 0,-2 8 0 0,-5-1 0 16,6 2 0-16,-6 2 0 0,-1 3 0 15,0 2 0-15,0-2 0 0,-6 5 0 0,8-3 0 16,-2 2 0-16,-6 1 0 0,0-4 0 0,0-1 0 16,0 1 0-16,6 0 0 0,-6-3 0 15,0-4 0-15,0 0 0 0,0-9 0 0,0 5 0 16,0-3 0-16,0-5 0 0,7 1 0 0,-7-4 0 16,0-4 0-16,0 1 0 0,0-5 0 15,0 1-379-15,7-8-455 0,-7 1-289 0,0-4-127 16,0-5 11-16,6-3 90 0,-6-2 164 15,7-5 236-15,5 0 318 0</inkml:trace>
  <inkml:trace contextRef="#ctx0" brushRef="#br0" timeOffset="-16568.05">10537 16317 291 0,'0'-25'701'0,"0"-2"131"15,0 5 88-15,6 1 58 0,2-2-174 16,-2 5-248-16,7 4-159 0,0-1-97 0,0 4-55 15,7 0-25-15,-1 4-10 0,1 2-7 16,6 10-9-16,0-1-8 0,-1 3-11 0,1 4-9 16,-6 6-8-16,6 6-1 0,1 3 11 0,-8 6 12 15,0 5-30-15,1 4-150 0,-1 3 0 16,-5 3 0-16,-8 0 0 0,0 5 0 0,1-1 0 16,-14 0 0-16,1 1 0 0,0-5 0 15,-8 1 0-15,-5-4 0 0,-1 0 0 0,8-4 0 16,-14-3 0-16,6-4 0 0,0-4 0 15,1 1 0-15,5-9 0 0,-5 2 0 0,6-9 0 16,0 1 0-16,0-7 0 0,6 2 0 0,1-6 0 16,0 3 0-16,-1-7 0 0,7 4 0 15,-7-8 0-15,1 4 0 0,6-4 0 0,-13-3 0 16,7 3 0-16,-8-2-148 0,2-2-746 0,-2 1-323 16,-5-1-123-16,-1-3 21 0,-6 3 109 15,0 1 204-15,-7 0 306 0</inkml:trace>
  <inkml:trace contextRef="#ctx0" brushRef="#br0" timeOffset="-14263.13">3601 16984 196 0,'0'-11'434'0,"-6"3"54"0,0-3 44 15,-2 5-26-15,2-6-66 0,6 5-74 0,-6 3-46 16,6 0-32-16,-7 1-31 0,7 3-43 16,0 0-47-16,0 3-30 0,-7 7-5 0,7 2 15 15,0 7 25-15,7 6 26 0,-7 5 14 0,7 7-1 16,-1 7-3-16,0-1-5 0,8 8-1 15,-8 5-9-15,7 5-5 0,0 2-14 0,0 2-15 16,1 6-8-16,-2-2-11 0,1 1-7 16,0 3-7-16,0-7 2 0,1 0-1 0,-8-7-9 15,6-5-15-15,2-2-11 0,-1-5-15 0,0-3-15 16,-6-7-13-16,-1-1-14 0,6-6-9 16,-12-1-10-16,8-7-2 0,-8-4-4 15,6-3-2-15,-6-8-4 0,0 1-10 0,0-5-32 16,-6-6-53-16,-2-5-65 0,2-2-72 0,0-5-73 15,0-7-77-15,-8 0-65 0,8-7-52 16,-1-8-49-16,-5-3-41 0,4-4-43 0,2-4-28 16,0-7-4-16,-7-3 17 0,6 3 49 15,-6-4 83-15,7 5 116 0,-8-2 137 0,8 1 127 16,-6-1 116-16,4 6 92 0,-4 2 62 0,-1 1 29 16,-1-2 13-16,2 6 8 0,6-1 3 0,-8 0 4 15,1 0 9-15,0 5 2 0,0-3-1 16,0 6-1-16,6 3 15 0,-5 0 19 15,5 3 20-15,-6 5 21 0,13 3 14 0,-7 4 3 16,1 3-20-16,6 1-33 0,-7 2-43 0,7 1-45 16,0 4-35-16,0 3-37 0,0 1-29 15,0-1-17-15,0 1-7 0,7 3 9 0,-1 0 7 16,7 0 15-16,1 3 14 0,5 1 13 0,7-1 5 16,-6-3-7-16,12 4-3 0,1 3-5 15,-1-7 0-15,14 4-6 0,-7-1-4 0,12 1 0 16,-4 1-8-16,5-3-6 0,-1-2-8 15,8 5-2-15,-6-5-3 0,5 3-7 0,1-3-3 16,0 0-3-16,6 0-2 0,-7-3-6 16,7 3 9-16,0-5 24 0,7-2 16 0,6 0 11 15,0-1 7-15,7-2 5 0,0-2-14 0,0 2-27 16,12-1-16-16,1-4-12 0,6 0-8 16,0 4-6-16,7-3 4 0,0 2 3 0,-1-2-1 15,7 3 0-15,1-4-3 0,5 4-1 0,1-3-8 16,0-1 0-16,0 4 2 0,-1-4-3 15,7 1 2-15,-6-1-2 0,0 5 1 0,-1-6-4 16,-5 2-1-16,-1 2 1 0,1-2 1 16,-8 0-1-16,1-5 2 0,0 5 4 0,-1-6 9 15,1 3 6-15,-7-1 9 0,-6-1 9 16,0-3 6-16,0 0 2 0,6 0-4 0,-7 1-1 16,1-5 0-16,-7 4 4 0,7 0 6 0,-6 0 5 15,-9 0 3-15,9-4 3 0,-14 5-2 16,7 2-5-16,-7-4-8 0,0 2-9 0,6 3-7 15,-5-4-4-15,-1 2-7 0,-6 0-5 0,6-3-1 0,-6 2-10 0,5-2-5 16,-4 2 0-16,4-1 0 0,2 0 0 16,-8-1 0-16,7 1 0 0,1 5 0 15,-8-6 0-15,1 2 0 0,-7 2 0 0,0 1 0 16,-6-2 0-16,-8 6 0 0,2-4 0 16,-1 4 0-16,-13-4 0 0,0 6 0 0,-7-2 0 15,8-1 0-15,-14 1 0 0,0 3 0 16,-7-4 0-16,1 4 0 0,-1 0 0 15,-5-1 0-15,-2 2 0 0,2 2 0 0,-8-3 0 16,1 5 0-16,-7 2 0 0,6-4 0 16,-6 5 0-16,0-1 0 0,6 0 0 0,-6 4 0 15,0-3 0-15,0 3 0 0,0 0 0 16,0 0 0-16,0 3 0 0,0 1 0 0,0 3 0 16,0 1 0-16,0 6 0 0,0 1 0 15,0 3 0-15,0 8 0 0,0 0 0 0,0 3 0 16,0 4 0-16,0 4 0 0,8 3 0 15,-2 4 0-15,0 3 0 0,0 5 0 16,8-1 0-16,-1 0 0 0,0 4 0 0,0 0 0 16,7 3 0-16,-8 1 0 0,8-5 0 0,-7 6 0 15,7-5 0-15,-8 4 0 0,8-5 0 0,-7 2 0 16,0-5 0-16,6 0 0 0,-5 0 0 16,-8-3 0-16,7-1 0 0,-7-3 0 0,1-1 0 15,0-1 0-15,-1-6 0 0,0-3 0 16,-6-3 0-16,0-4 0 0,8-5 0 0,-8-3 0 15,0-3 0-15,0 0 0 0,0-1 0 0,-8-3 0 16,8-4 0-16,-6 5 0 0,0-5 0 16,-8 0 0-16,2 1 0 0,-8-1 0 0,1 1 0 31,-7-1 0-31,-7-4 0 0,1 5 0 0,-7-5 0 0,-1 5 0 16,-5-1 0-16,-8-4 0 0,1 5 0 15,1-1 0-15,-8 0 0 0,-6 1 0 0,0-1 0 16,-14 0 0-16,2 4 0 0,-2-3 0 15,-6 3 0-15,1-4 0 0,-1 4 0 0,-6 0 0 16,0 0 0-16,-7 0 0 0,-7 0 0 0,2 3 0 16,-1-2 0-16,-7 2 0 0,7 2 0 15,-7-3 0-15,0 3 0 0,-6-1 0 0,0-1 0 16,6 0 0-16,-7 5 0 0,2-5 0 0,-2 1 0 16,1-1 0-16,0 2 0 0,-1-2 0 15,2-3 0-15,-2 3 0 0,1 1 0 0,6-4 0 16,-7 0 0-16,8 4 0 0,-7-1 0 0,-1-3 0 15,1 4 0-15,-7 0 0 0,8-1 0 0,-8-2 0 16,7 5 0-16,-7-2 0 0,0 0 0 0,7-1 0 16,-1 5 0-16,1-4 0 0,0 0 0 0,6-4 0 15,0 3 0-15,7-2 0 0,1 2 0 0,-2-3 0 16,7 0 0-16,7 0 0 0,-7 0 0 16,7 0 0-16,6-1 0 0,-6-2 0 0,0 3 0 15,7-3 0-15,-1 2 0 0,6-2 0 0,2 3 0 16,5-4 0-16,0 1 0 0,7-1 0 0,6 0 0 15,1 0 0-15,5 1 0 0,2-2 0 0,5-2 0 0,7 4 0 0,0-5 0 0,13 5 0 16,0-5 0-16,6 1 0 0,1 0 0 16,5-4 0-16,2 3 0 0,6-3 0 0,-2 4 0 15,2 1 0-15,0 1 0 0,6-2 0 0,0-4 0 16,0 0 0-16,0-4 0 0,0 4 0 16,0 0 0-16,0-4 0 0,0 4 0 0,0 0 0 15,0-2 0-15,6 2 0 0,-6-5 0 0,0 5 0 16,0-4 0-16,6 4-123 0,-6-7-507 0,8 3-179 15,-2-3-174-15,0-3-150 0,8-2-7 16,-2-2 77-16,1-4 139 0,7-1 192 0,6-4 220 16</inkml:trace>
  <inkml:trace contextRef="#ctx0" brushRef="#br0" timeOffset="-13385.96">11409 16844 65 0,'0'0'460'0,"0"0"115"0,0 0 101 16,-6-3 78-16,6 3-79 0,0-4-104 15,0 0-78-15,6 1-73 0,-6-1-65 16,8-4-59-16,-2 5-45 0,0-4-32 0,8 3-23 15,-1-3-13-15,6 3-5 0,-6-3-6 16,7 7-6-16,5-5-11 0,-5 5-9 0,6 5-13 16,0-1-9-16,1 3-6 0,-1 0 6 0,6 4 15 15,1 4 15-15,6-1 20 0,0 4 19 16,7 1-167-16,-1 4-26 0,7 2 0 0,1-3 0 16,4 7 0-16,-4 0 0 0,5 0 0 0,-5 1 0 15,-2 3 0-15,-5 0 0 0,-1-5 0 31,2 2 0-31,-15 0 0 0,1-1 0 0,-7-3 0 16,0-1 0-16,-7 2 0 0,1-2 0 0,-8-3 0 16,2 0 0-16,-1-1 0 0,-7 2 0 15,1-9 0-15,0 4 0 0,-7-3 0 0,6-4 0 16,-6 0 0-16,6-4 0 0,-6 1 0 0,0-5 0 16,0-3 0-16,0 4 0 0,0-4 0 0,0 0 0 15,0 0 0-15,0 0 0 0,-6-4 0 16,6 4 0-16,-6-3-64 0,-1 0-508 0,7 3-158 15,-7-5-165-15,1 1-162 0,-1 1-59 0,1 0 40 16,-8-1 106-16,8 0 170 0,-7 4 205 16</inkml:trace>
  <inkml:trace contextRef="#ctx0" brushRef="#br0" timeOffset="-13120.72">12348 17540 456 0,'-20'8'683'0,"1"-5"121"0,5 1 82 15,-4-4-39-15,4 4-142 0,1-1-147 0,0-3-135 16,13 4-65-16,-7 0-36 0,7-4-26 0,7 3-8 15,0 1-9-15,6 0-16 0,7-1-18 16,-2 0-16-16,9 2-14 0,-1-5-22 0,0 0-52 16,0 3-141-16,-1-3 0 0,9 0 0 0,-9 0 0 15,1-3 0-15,1 3 0 0,-1-5 0 16,0 5 0-16,-7-3 0 0,7 0 0 0,-6-1 0 16,0 0 0-16,-1 4 0 0,-6-3 0 0,0-1 0 15,-7 4 0-15,1-4 0 0,0 4 0 0,-1 0 0 16,-6-3 0-16,0-1 0 0,0 4 0 0,0-4 0 15,0 4-344-15,-6-3-136 0,6-1-62 16,-7-3-77-16,7-1-77 0,0-3-80 0,0 1-77 16,0-6-47-16,0 3 26 0,7-6 105 15,-1 1 132-15,1-5 161 0</inkml:trace>
  <inkml:trace contextRef="#ctx0" brushRef="#br0" timeOffset="-12947.77">12778 17346 170 0,'6'-15'407'16,"-6"4"136"-16,6-3 129 0,-6 3 42 0,0-4-13 15,0 4-54-15,0 4-67 0,-6 0-81 0,6 0-98 16,0 2-82-16,0 5-57 0,0 0-32 15,0 5-17-15,6 2-3 0,-6 4 5 0,0 0 1 16,8 7-18-16,-8 0-25 0,0 0-33 16,-8 7-33-16,8-2-29 0,-6 3-24 0,0-1-15 15,-1-3-13-15,7 5-10 0,-7-9-13 0,1-1-27 16,0 2-68-16,-1-4-99 0,7-4-146 0,-6-4-202 16,6 0-274-16,0-3-239 0,-7-4-74 0,7 0 22 15,0-4 104-15,7 1 182 0,-7-5 268 16</inkml:trace>
  <inkml:trace contextRef="#ctx0" brushRef="#br0" timeOffset="-12026.2">13325 17680 213 0,'-7'-19'505'0,"0"1"100"0,1-1 80 15,-6 1-7-15,4-4-94 0,-4 0-112 16,-1 0-70-16,6 5-55 0,-6-6-37 0,7 4-20 16,0 5-15-16,-2-1-14 0,2 5-24 0,6-2-22 15,-6 5-27-15,6 3-30 0,-7 1-36 16,7-1-36-16,0 8-27 0,0-1-3 16,0 12 13-16,0 0 26 0,0 10 32 0,0 1 31 15,0 3 23-15,7 8 5 0,-7-1 0 0,6 5-4 16,0 3-12-16,2 0-81 0,-2 0-89 0,0-1 0 15,7 1 0-15,-6-2 0 0,-1-10 0 0,7 1 0 16,-7-4 0-16,2-3 0 0,-2-8 0 16,0 1 0-16,-6-8 0 0,6 0 0 0,-6-4 0 15,7-4 0-15,-7-3 0 0,7-7 0 0,-7 0 0 16,0-4 0-16,0-3 0 0,-7-9 0 0,0-2 0 16,1-1 0-16,-6-11 0 0,-2 0 0 15,1-2 0-15,-7-2 0 0,8-4 0 0,-8 2 0 16,0 3 0-16,7 0 0 0,-6 3 0 0,6 8 0 15,7-1 0-15,-8 8 0 0,8 5 0 16,-1 2 0-16,7 4 0 0,-6 3 0 0,6 0 0 16,0 6 0-16,0 2 0 0,0 0 0 0,13 7 0 15,-7 4 0-15,8 6 0 0,5 2 0 16,-6-1 0-16,6 4 0 0,1 0 0 0,6 0 0 16,-6 0 0-16,-1 0 0 0,7-3 0 0,-6-1 0 15,-1 1 0-15,7-5 0 0,-6-3 0 0,-1-4 0 16,1 0 0-16,0-3 0 0,-1 0 0 0,-6-4 0 15,6-4 0-15,-5 0 0 0,-2-3 0 16,2-4 0-16,-8 4 0 0,1-7 0 0,-7 2 0 16,6-6 0-16,0-1 0 0,-6 1 0 0,8-3 0 15,-8-6 0-15,0-2 0 0,6 7 0 16,-6-3 0-16,0-1 0 0,0 7 0 0,0 1 0 16,0 4 0-16,0 2 0 0,0 2 0 0,0 2 0 15,0 5 0-15,0-1 0 0,0 0 0 16,0 8 0-16,6 0 0 0,-6 3 0 0,6 4 0 15,2 7 0-15,-2 4 0 0,0 4 0 0,7 3 0 16,-6 4 0-16,6 4 0 0,-1 0 0 16,-4 3 0-16,4 1 0 0,2 2 0 0,-1 1 0 15,-7 0 0-15,7-4 0 0,0 1 0 0,-7-5 0 16,8-3 0-16,-8-4 0 0,7-2 0 0,-7-6 0 16,-6-3 0-16,7-6 0 0,0-1 0 15,-1-4 0-15,0-3 0 0,-6-8 0 0,8-3 0 16,-2-1-50-16,0-7-522 0,1 1-147 0,-1-9-131 15,1-2-109-15,-1 0-98 0,-6-8 10 16,7 3 88-16,-1-2 147 0,-6 2 178 0,6 4 186 16</inkml:trace>
  <inkml:trace contextRef="#ctx0" brushRef="#br0" timeOffset="-11319.31">13885 17797 61 0,'0'-4'338'0,"0"0"113"0,-6 4 106 0,6 0 24 16,-8 4 16-16,8 0-23 0,0 0-43 0,-6 3-50 16,6 0-57-16,6 1-49 0,-6-1-53 0,8 0-40 15,-2 0-25-15,0-3-14 0,7 0-13 0,-6-1-13 16,12-3-23-16,-5 0-27 0,-2 0-30 15,8-3-29-15,-1-5-22 0,-5 5-19 0,6-5-14 16,-8-2-9-16,1 2-11 0,0-3-5 0,0 0-8 16,1-3-3-16,-8-1 0 0,0-4-1 0,-6 5 1 15,0-5-3-15,-6 5 0 0,0-1-3 16,-2 0-1-16,-4 5-1 0,-1-1-2 0,0 3-1 16,-6 0 1-16,-1 8 0 0,0-2 10 0,1 2 9 15,-1 2 13-15,0 3 11 0,1 2 14 0,6 0 8 16,-6 1 2-16,5 2-2 0,1 5 3 0,7 0 4 15,-7 4-66-15,6 2-13 0,7 1 0 16,-6 4 0-16,6-4 0 0,6 3 0 0,1 4 0 16,-1-3 0-16,7 0 0 0,0-1 0 0,1 1 0 15,5-4 0-15,0 0 0 0,1-4 0 0,-1 1 0 16,1-4 0-16,-1-4 0 0,7 0 0 16,-6-4 0-16,6-4 0 0,-7 2 0 0,8-5 0 15,-1-5 0-15,-6 2 0 0,-1-4 0 0,0-1 0 16,-6-3 0-16,7 1 0 0,-14-6 0 0,1-2 0 15,0 0 0-15,-1-4 0 0,-6-4-58 16,-6 1-108-16,6-5 32 0,-7 1 28 0,0 0 31 16,1 3 27-16,0 0 21 0,-1 1 11 0,0 6 7 15,7-3 5-15,-6 8 4 0,6-1 3 0,-7 1-1 16,7 2 5-16,0 2 7 0,7 2 4 16,-7 1 3-16,6 0 2 0,1 0-1 0,6 2-1 15,0 5-3-15,0 0-3 0,0 5-1 0,0-3 4 16,6 6 8-16,1 3 9 0,-7 0 12 0,7 4 12 15,0 3 14-15,-8 5 3 0,2-2 4 0,-2 8-29 16,1-3-51-16,1 4 0 0,-8-1 0 16,-6 4 0-16,6-7 0 0,-12 2 0 0,6-2 0 15,-6 0 0-15,-1 0 0 0,-6-8 0 0,6 1 0 16,1-5 0-16,-8-3 0 0,8-4 0 0,0-3 0 16,0-1 0-16,-2-3 0 0,2-3 0 15,0-4 0-15,6-4 0 0,-7-5 0 0,1-2 0 16,6-3 0-16,0-5 0 0,0-3 0 0,0-4 0 15,6-4 0-15,-6 0 0 0,7 0 0 0,-1 0 0 16,8 5 0-16,-8 3 0 0,6 0 0 16,-4 3 0-16,4 4 0 0,-5 3 0 0,6 5 0 15,0 3 0-15,-1-1 0 0,-4 6 0 0,11 2-36 16,-6 0-552-16,0 8-196 0,7 0-182 16,-8-1-167-16,8 5-27 0,-1-1 62 0,1 4 129 15,-6 0 208-15,5-1 230 0</inkml:trace>
  <inkml:trace contextRef="#ctx0" brushRef="#br0" timeOffset="-10491.85">14836 17723 14 0,'0'-3'551'0,"0"-5"178"15,-6 1 118-15,6-4 81 0,-8-3-58 0,2-1-152 16,0 0-173-16,-1 1-134 0,0-1-84 0,1 0-54 16,0 1-39-16,-1 3-35 0,-6 0-30 15,0 3-26-15,0 5-19 0,0-1-20 0,0 4-19 16,-7 4-20-16,0 3-17 0,2 4-15 0,4-1-12 15,-5 9-6-15,-1-1-2 0,8 5-1 16,-8 3 2-16,13 3-1 0,-6 3 0 0,6 1-3 16,7-3-1-16,-6 3 0 0,12-4-2 0,1 0-2 15,0-3 1-15,-1-4 1 0,7 0 0 16,1-7-3-16,-2-4 2 0,8-4-1 0,-7 0-2 16,7-7 0-16,-2-3 0 0,2-5 0 0,-7-3-1 15,7 0 0-15,0-6 3 0,-8-2 7 0,2-4 14 16,-1 2 15-16,-7-5 18 0,0 0 17 0,1 1 20 15,-7-2 15-15,7 6 8 0,-7-1-82 16,0 4-37-16,0 3 0 0,0 1 0 0,0 3 0 16,0 4 0-16,0 2 0 0,0 2 0 0,0 3 0 15,0 0 0-15,6 8 0 0,-6 2 0 16,6 1 0-16,-6 7 0 0,8 4 0 0,-2 4 0 16,0 3 0-16,1 5 0 0,-1-2 0 0,7 1 0 15,-6 4 0-15,-1 0 0 0,8-1 0 0,-8 1 0 16,0-4 0-16,1 4 0 0,-7-5 0 15,0 1 0-15,6 1 0 0,-6-5 0 0,-6 0 0 16,6-4 0-16,-7-2 0 0,1-2 0 16,0-5 0-16,-8-2 0 0,1-2 0 15,0-6 0-15,0 2 0 0,-7-5 0 0,1-6 0 16,0-1 0-16,-1 0 0 0,1-7 0 16,-1 1 0-16,0-6 0 0,7 3 0 0,1-3 0 15,4 2 0-15,-4-1 0 0,6 0 0 16,6-3 0-16,0 4 0 0,0-5 0 0,6 1 0 15,6-1 0-15,8 1 0 0,0-3 0 0,-1 2 0 16,14-6 0-16,-1 2 0 0,2-6 0 0,4 3 0 16,1-7 0-16,0 4 0 0,-6-4 0 15,6 0 0-15,-6 3 0 0,-7 1 0 0,-1-3 0 16,-5 6 0-16,0-4 0 0,-7 5 0 0,-1 3 0 16,-4-3 0-16,-2 6 0 0,-6 1 0 0,-6-1 0 15,6 4 0-15,-14 0 0 0,8 5 0 16,-7 3 0-16,-7-1 0 0,8 5 0 0,-8 3 0 15,0 3 0-15,7 1 0 0,-7 3 0 0,8 7 0 16,-8 1 0-16,7 4 0 0,0 3 0 0,6 3 0 16,-5 5 0-16,12-1 0 0,0 4 0 15,0 0 0-15,0 0 0 0,6-4 0 0,7 1 0 16,-6-1 0-16,6-4 0 0,-1-6 0 0,8 3 0 16,0-7 0-16,-1-4 0 0,1-5 0 0,0-1 0 15,5-2 0-15,1-6 0 0,0-2 0 0,7-1 0 16,-7-5 0-16,0 0 0 0,0 0 0 15,-7-4 0-15,7 0 0 0,-12 1 0 0,5-1 0 16,-5 5 0-16,-2-6 0 0,-6 5 0 0,2 4-498 16,-8-1-322-16,0 5-244 0,0-1-143 0,-8 1-1 15,8-1 75-15,-6 0 160 0,6 4 226 16,0-3 289-16</inkml:trace>
  <inkml:trace contextRef="#ctx0" brushRef="#br0" timeOffset="-10054.46">15787 17661 365 0,'0'-18'696'0,"0"4"131"0,-7-9 83 15,7 4-1-15,-7-6-121 0,1 3-205 16,0 0-160-16,-1 4-105 0,-6-1-67 0,7 1-56 16,-8 4-51-16,1 2-49 0,-7 5-38 0,8 0-25 15,-8 3-17-15,1 4-6 0,-1 0-4 16,0 8-5-16,1-1 2 0,6 1-2 0,0 2 0 15,1 5-1-15,4-1 0 0,2 2 2 16,6-2 3-16,0 4 6 0,6 1 10 0,2-5 8 16,4 5 10-16,1-1 5 0,7 0 9 0,0 1 8 15,6 3 8-15,-1-4 12 0,1 4 13 16,7 0 15-16,-7 0 12 0,0 0 14 0,0 3 17 16,0-2 8-16,-7 2-1 0,1 0-5 0,-7-2-64 15,0-2-89-15,-6 2 0 0,-7-1 0 0,0-4 0 16,-7-3 0-16,1-1 0 0,-7-3 0 0,0 0 0 15,-1 0 0-15,-5-4 0 0,0 1 0 16,-8-5 0-16,1 2 0 0,0-5 0 0,1 0 0 16,-8-5 0-16,1-2 0 0,6 3 0 0,-7-7 0 15,7 4 0-15,6-4 0 0,-6 0 0 0,13 0 0 16,-1 0 0-16,2 0 0 0,12 0-545 16,0 0-197-16,6-3-187 0,8 7-197 0,5-9-40 15,7 6 51-15,6-1 122 0,1-4 191 0,-1 4 235 16</inkml:trace>
  <inkml:trace contextRef="#ctx0" brushRef="#br0" timeOffset="-9222.08">16158 17631 12 0,'6'-7'528'0,"-6"0"173"0,-6 0 115 16,-1-1 81-16,1 1-56 0,-7 4-141 0,-1-2-142 16,2 2-118-16,-8 0-67 0,7 3-43 15,-7 3-30-15,8 0-35 0,-8 5-34 0,7-1-33 16,0 4-25-16,0 5-18 0,0 2-15 15,6 0-10-15,1 4-4 0,-1 0-4 0,7 3-5 16,0 1-79-16,7-5-38 0,-1 6 0 0,1-2 0 16,6-3 0-16,0-3 0 0,7-1 0 0,-1 1 0 15,0-5 0-15,1 0 0 0,6-2 0 16,-7-5 0-16,8-3 0 0,-8-1 0 0,8-3 0 16,-8-3 0-16,-6-1 0 0,6 0 0 0,-5-7 0 15,-8 4 0-15,7-4 0 0,-13-3 0 0,7-1 0 16,-7 0 0-16,-7-4 0 0,0-2 0 15,1-2 0-15,-7 2 0 0,0-1 0 0,-6 1 0 16,-1-2 0-16,6 1 0 0,-5 0 0 0,6 8 0 16,0-1 0-16,1 4 0 0,-2 0 0 0,8-1 0 15,-1 5 0-15,1 3 0 0,6-3 0 0,0 3 0 16,0 1 0-16,6-4 0 0,1 2 0 0,5-1 0 16,2-2 0-16,-1 5 0 0,0-5 0 15,6 5 0-15,1-5 0 0,6 8 0 0,-7-3 0 16,7 3 0-16,0 0 0 0,1 0 0 0,-1 7 0 15,0 0 0-15,-1 1 0 0,1 3 0 0,1 0 0 16,-1 3 0-16,0 1 0 0,0 3 0 0,-7 4 0 16,7-3 0-16,-6 3 0 0,-7-1 0 15,1 5 0-15,-2-4 0 0,-6 4 0 0,2 0 0 16,-2-5 0-16,-6 2 0 0,-6-2 0 0,-2-3 0 16,2 1 0-16,0-5 0 0,-8-2 0 15,2-1 0-15,-1-4 0 0,-1 0 0 0,2-3 0 16,-2-4 0-16,2 0 0 0,5 0 0 0,-6-7 0 15,6-1 0-15,-5-3 0 0,5 0 0 0,0-7 0 16,7-1 0-16,-6-2 0 0,6-2 0 16,6-6 0-16,-6 4 0 0,7-8 0 0,0 3 0 15,5-6 0-15,1 3 0 0,1-4 0 0,6 0 0 0,-2 5 0 16,-4-1 0-16,5 4 0 0,1 0 0 16,-8 2 0-16,8 2 0 0,-7 3 0 0,1 4 0 15,-2-4 0-15,2 3 0 0,-2 4 0 0,-5 1 0 16,6-1 0-16,-6 5 0 0,-1-2 0 15,0 1 0-15,1 8 0 0,-7-5 0 16,7 5 0-16,-7-1 0 0,0 4 0 0,6 4 0 16,-6 3 0-16,6 4 0 0,-6 3 0 0,7 8 0 15,0 0 0-15,-1 8 0 0,7 2 0 0,-7 5 0 16,1 0 0-16,6 4 0 0,-7-1 0 0,2-4 0 16,-2 1 0-16,0 0 0 0,-6-1 0 15,7-3 0-15,-7-4 0 0,6 4 0 0,-6-7 0 16,0 0 0-16,7-5 0 0,-7-2 0 0,0-1 0 15,0-6 0-15,0-1 0 0,6-4 0 16,-6 0 0-16,0-4 0 0,0-3 0 0,-6 0-101 16,-1-3-518-16,1-4-164 0,-1 0-134 0,-5-1-113 15,-2-7-49-15,1 4 40 0,-6-7 112 0,6 3 166 16,-7 4 187-16</inkml:trace>
  <inkml:trace contextRef="#ctx0" brushRef="#br0" timeOffset="-9019">16679 17789 344 0,'-20'-3'645'0,"8"3"183"0,-2-5 136 0,2 3 21 16,4-2-57-16,2 0-109 0,6 0-162 0,0-3-120 15,6 1-84-15,8 1-73 0,-2-2-53 16,8-1-39-16,7 1-252 0,5 0-36 0,-6-1 0 0,13 1 0 16,-6 0 0-16,5 3 0 0,2-7 0 15,-1 4 0-15,0-1 0 0,7 1 0 0,-1 0 0 16,-6 3 0-16,1-3 0 0,-8 0 0 0,1 0 0 16,-7 2 0-16,-7 2 0 0,-6-1 0 15,0-3 0-15,0 3 0 0,-13 4 0 0,0-4 0 16,0 4-74-16,-13 0-507 0,7 0-181 0,-8 0-209 15,1 0-166-15,1 0-24 0,-8 0 57 16,6-3 135-16,-5 3 195 0,6-4 261 0</inkml:trace>
  <inkml:trace contextRef="#ctx0" brushRef="#br0" timeOffset="1254.51">18620 17170 137 0,'-7'-8'342'16,"0"2"44"-16,1-5 45 0,0 0-57 0,0 0-44 31,-2 0-55-31,2 0-11 0,0 0 6 0,-1 4 15 0,0-4-2 0,7 3-6 16,-6 0-20-16,6 1-12 0,-7 0-11 0,7 3-20 16,-6-3-12-16,6 3-8 0,-6 1-5 0,6-1-15 31,-7 1-22-31,7-2-22 0,-7 2-13 15,1-1-6-15,6 4 1 0,-6-3-3 0,6 3 0 0,-7 0 1 0,0-4-5 0,7 4-6 0,-6 0-5 16,6 0-4-16,0-4-4 0,-7 4-8 16,7 0-8-16,0 0-10 0,0 0-6 0,-6 0-9 15,6 0-9-15,0 0-6 0,0 0-7 32,0 0-5-32,0 0-5 0,0 0-4 0,0 0-2 0,0 0-4 0,0 0 1 0,0 0-2 0,0 0 1 15,0 0-1-15,0 0-1 0,0 0-3 31,-6 4-15-31,6-4-37 0,0 4-54 0,-7 3-69 0,7-4-83 0,-7 5-114 0,1-1-132 32,6 4-138-32,-6 0-107 0,6 1-129 0,0-1-22 15,-8 3 61-15,8-2 119 0,0-2 157 16,-6 1 153-16</inkml:trace>
  <inkml:trace contextRef="#ctx0" brushRef="#br0" timeOffset="2594.2">18620 17365 149 0,'6'-9'366'15,"-6"7"61"-15,7-10 50 0,-7 5-48 16,0 1-33-16,0-6-29 0,0 4-15 0,0-3-22 16,0 5-12-16,0-6-9 0,0 5-24 0,0 0-41 15,0-1-24-15,0 1-11 0,0 4-13 0,-7-2-19 16,7 2-25-16,0-1-27 0,-6 4-25 16,6 0-20-16,-7 4-7 0,0 4-7 0,-5 6 13 15,6 1 16-15,-8 3 23 0,1 7 14 16,-7 5 11-16,8 3 9 0,-2 3-12 0,2 1-14 15,-2 4-22-15,1-5-18 0,1 1-21 0,-2-1-19 16,8 1-13-16,0-4-7 0,-2 0-3 0,8-4-5 16,-6-3-4-16,6-4-5 0,-6-4-2 0,6-4 11 15,0-2 23-15,0-1 29 0,0-4 21 16,6-3 14-16,-6-8 5 0,6 0-9 0,2-7-22 16,-2-4-30-16,0-6-24 0,1-1-11 0,6-8-8 15,-7 2-6-15,7-9 0 0,-6-4 1 16,6-3-1-16,-7-3 0 0,1-1 2 0,0 4 1 15,-1 0-4-15,0 4-2 0,1 3 0 16,-7 4 2-16,6 8-3 0,-6 3 0 0,7 3 3 16,-7 5-5-16,7 7 2 0,-7-2-1 15,6 9 2-15,-6 5-1 0,14 6 2 0,-8 3 4 16,6 8 2-16,-5 0 2 0,13 4 3 0,-8 7 4 16,2-4 4-16,5 8 3 0,-6 0 2 15,0-5-1-15,7 5-1 0,-8-4-5 0,8 0-2 16,-7-4-4-16,1 1-1 0,-2-1-2 0,-6-3 0 15,8-5 1-15,-8 1-1 0,1-2-3 0,-7-7-10 16,7 1-11-16,-7-2-19 0,-7-1-29 16,0-3-38-16,-5-2-40 0,-8-1-39 0,0-2-36 15,1-3-36-15,-7-3-22 0,0-5-7 0,-7 1 6 16,1-4 23-16,5 0 37 0,-5-4 47 16,6 0 44-16,0 4 44 0,0-3 37 0,6 3 20 15,1-4 10-15,0 8 8 0,5-4 8 0,1 0 12 16,7 3 9-16,-1-2 16 0,7 2 10 0,0 1 5 15,0 0 8-15,13-5 3 0,0 5-3 0,1 0-1 16,5-4 6-16,0 4 8 0,8-1 2 0,-1 1 2 16,6-4 4-16,1 4 3 0,-1-4-1 0,1 3-8 15,-7-3-6-15,7 5-4 0,-7-6-4 16,-1 5-8-16,-5 0 4 0,0-1 13 0,-8 5 10 16,2-4 4-16,-8 2-3 0,-6 2-5 0,7-5-12 15,-7 1-18-15,-7 0-20 0,7 0-9 16,-6-1-8-16,-1 4 1 0,0-3 3 15,1 0 6-15,6 3 8 0,-6 0 3 0,-2 1 3 16,8-1 0-16,0 1-7 0,0 3-4 0,-6 0-8 16,6 3-8-16,6 1-4 0,-6-1-2 15,0 8 2-15,8 4 8 0,-2 0 18 0,0 3 16 16,1 4 13-16,6 0 12 0,-6 0 5 16,5 0-6-16,-5 4-11 0,6-5-10 0,-7 1-9 15,1 1-6-15,0-5-3 0,-1 0-2 0,1 1-1 16,-1-9 1-16,-6 5 4 0,0-8 6 0,7 1 12 15,-7-1-49-15,0-2 0 0,-7-3 0 0,7-2 0 16,0 0 0-16,-6-2 0 0,-1-7 0 16,7-2 0-16,-6 0 0 0,-1 0 0 0,0-7 0 15,7 0 0-15,-6 0 0 0,6-4 0 0,0-1 0 16,0 2 0-16,6-1 0 0,1 3 0 16,0 1 0-16,-1 3 0 0,1 1 0 0,6-1 0 15,0 7 0-15,-1-2 0 0,2 6 0 16,-1-3 0-16,0 7 0 0,6 0 0 0,-5 3 0 15,-2 1 0-15,2 3 0 0,5 5 0 0,-6-1 0 16,0 0 0-16,0-1 0 0,-6 5 0 0,6 0 0 16,0-1 0-16,-7-3 0 0,1 3 0 0,-1 1 0 15,-6-4 0-15,6 5 0 0,-6-6 0 16,0 5 0-16,0-4 0 0,0 0 0 0,8-4 0 16,-8 4-205-16,0-3-165 0,0-5-59 0,0 4-64 15,0-7-101-15,6 5-114 0,-6-5-120 16,0-5-110-16,0 2-7 0,0-4 53 0,0 3 131 15,0-7 162-15,0 4 193 0</inkml:trace>
  <inkml:trace contextRef="#ctx0" brushRef="#br0" timeOffset="3442.84">18860 17280 120 0,'0'-11'421'0,"-6"0"80"0,0-4 65 0,-1 1 14 31,-6 0-34-31,6-2-90 0,1 5-50 0,0 2-53 0,-2 0-51 0,2 1-61 0,0 8-78 16,6 0-37-16,-6 8-16 0,-1 7 10 0,7 4 25 16,0 6 28-16,0 4 21 0,7 8-5 31,-1-1-17-31,0 5-15 0,8 3-20 0,-8 0-22 0,7 0-17 0,0 0-12 0,0-5-10 0,7 5-18 15,-8-7-16-15,2 0-12 0,-1-4-7 16,-7 0-6-16,8-7-4 0,-8 0 1 0,0-5-6 16,0-3-3-16,-6-3 1 0,8-4-2 0,-8 0-4 15,0-4-15-15,0-2-28 0,-8-2-56 0,8 0-90 16,-6-3-120-16,6-6-161 0,0-1-138 0,0-5-112 16,0 1-102-16,0-8-44 0,6 5 52 15,2-4 126-15,-2-4 129 0,0 0 132 0</inkml:trace>
  <inkml:trace contextRef="#ctx0" brushRef="#br0" timeOffset="4036.48">19128 17577 209 0,'6'-15'441'0,"1"1"83"0,-1 3 72 0,-6-3-3 16,0 2-64-16,0-2-63 0,0 6-53 0,0-2-54 16,0 2-49-16,-6 4-65 0,-1 0-60 15,1 1-47-15,-1 3-26 0,-6 3-17 0,6 1-11 16,-5 3-5-16,-2 5 0 0,8-1 3 0,-7 0-7 15,0 4-6-15,6-1 2 0,-5 4 7 0,4 0 1 16,2-4-2-16,6 5-1 0,0-1 4 16,0 1-1-16,0-1-6 0,6 1-6 0,2-5 2 15,-2 1 8-15,0-1 9 0,8 1 10 0,-8-4 10 16,7-4 7-16,0 1-1 0,6-5-8 16,-5 1-13-16,5-4-14 0,1 0-14 0,0-4-13 15,-1-3-9-15,0 1-9 0,-6-6-8 0,7 1-3 16,-7-3 0-16,0 2 0 0,0-6 4 15,0 4 2-15,-6-5 5 0,-1 1 1 0,-6-1-2 16,0-3-1-16,0 0-5 0,-6 4-4 0,6-4-5 16,-7 7-3-16,0-3 0 0,1 7-2 15,-7 1 1-15,7-2 0 0,-1 5-3 0,0-1-1 16,1 1-1-16,6 4-3 0,-6-2-3 16,6 5 1-16,-8-3-3 0,8 3 1 0,0 3-2 15,0 2 1-15,0 2 0 0,0 0 0 0,0 8 4 16,8-5 10-16,-2 9 16 0,0-1 20 15,1 1 15-15,0 6 12 0,5-3-12 0,-5 4-64 16,6 0 0-16,0 3 0 0,-7 4 0 0,8 0 0 16,-2 3 0-16,1-2 0 0,-6 2 0 0,6 1 0 15,1 0 0-15,-8 0 0 0,0-5 0 16,1-3 0-16,-7 0 0 0,6 1 0 0,-6-8 0 16,0 4 0-16,0-9 0 0,-6 2 0 0,6-4 0 15,-7-3 0-15,1-2 0 0,0-3 0 0,-8-3 0 16,8 0 0-16,-8-4 0 0,-5 0 0 15,6-4 0-15,-6 0 0 0,-1 0 0 0,1-3 0 16,-7 1 0-16,6-6 0 0,0 4 0 0,7-3 0 16,-7-4-148-16,14 5-342 0,0-1-80 15,-1-3-89-15,7-1-89 0,13 0-67 0,-7 1-64 16,8-5-47-16,5 1 50 0,1-1 112 0,0-3 147 16,6 0 145-16</inkml:trace>
  <inkml:trace contextRef="#ctx0" brushRef="#br0" timeOffset="4732.44">19655 17592 72 0,'6'-15'499'0,"2"-3"126"16,-8 3 96-16,-8-3 73 0,2 3-91 15,0 1-147-15,-1-2-104 0,-6 9-98 0,0-4-76 16,1 4-54-16,-2 3-43 0,-6 4-32 0,7 0-17 16,-6 4-7-16,6 3-3 0,-7 1-5 15,7 2-9-15,1 6-6 0,-2-2 0 0,8 4-2 16,-8 4 3-16,8-3 3 0,6 3 1 0,0 3-7 15,0-3-10-15,0 0-11 0,6 0-12 16,2-3-11-16,4 2-6 0,-5-2-2 0,6-5-4 16,0 5-1-16,0-8 1 0,6 0 4 0,-5 0 8 15,-2-4 7-15,1-4 6 0,1-3 5 16,-2 0 6-16,-4 0 6 0,4-3-4 0,-6 0-7 16,1-8-9-16,0 3-27 0,-1-4-39 0,-6-2 0 15,0 1 0-15,0-7 0 0,0 3 0 0,-6-6 0 16,6-3 0-16,-7 5 0 0,0-5 0 15,1 4 0-15,0 0 0 0,6 0 0 0,-6 4 0 0,6-1 0 16,-8 5 0-16,8-1 0 0,0 0 0 0,8 4 0 16,-8 0 0-16,6 1 0 0,0 2 0 15,7 1 0-15,-6 3 0 0,6 0 0 0,7 4 0 16,-8 4 0-16,8 0 0 0,-7 3 0 0,7 1 0 16,-2 6 0-16,-4 1 0 0,5 0 0 15,-5 3 0-15,-2 1 0 0,2-2 0 0,-8 5 0 16,0-3 0-16,1 2 0 0,0-2 0 0,-7-1 0 0,0-3 0 15,0 4 0-15,-7-5 0 0,0-3 0 16,7 0 0-16,-6 0 0 0,0-4 0 0,-2 0 0 16,2-3 0-16,0-4 0 0,0 0 0 0,-1 0 0 15,0-7 0-15,-6-1 0 0,7-3 0 0,0 1 0 16,-2-5 0-16,2-7 0 0,6 4 0 16,0-8 0-16,0 0 0 0,0 1 0 0,6-1 0 15,2 0 0-15,4 5 0 0,-5 3 0 0,6-1 0 16,0 1 0-16,7 6 0 0,-8 1 0 15,8 4 0-15,-1 3 0 0,1 1 0 0,0 3 0 16,-1 3 0-16,1 5 0 0,-8 3 0 16,8-1 0-16,-7 9 0 0,1-1 0 0,-2 0 0 15,2 4 0-15,-2 1 0 0,-5-5 0 0,0 4 0 16,-1 0 0-16,-6-4 0 0,7 1 0 0,-7-1 0 16,0-4 0-16,0 1 0 0,0 0 0 15,-7-1 0-15,7-3 0 0,0-3 0 0,-6-1 0 16,-1-3-170-16,7-1-417 0,-7-3-184 0,1 0-173 15,6-7-173-15,-6 0-34 0,-2-4 64 16,2-7 139-16,0 3 207 0,0-7 220 0</inkml:trace>
  <inkml:trace contextRef="#ctx0" brushRef="#br0" timeOffset="4872.86">20020 17335 94 0,'0'-15'599'0,"0"-3"130"0,-6 3 87 0,-1-3 61 15,0 0-82-15,-6 3-241 0,7 1-184 0,0 3-118 16,6 4-86-16,-8 2-60 0,8 2-50 15,0 6-34-15,0 2-48 0,0 2-81 0,0 0-129 16,8 4-153-16,4 0-145 0,-5 0-169 16,-1 0-95-16,1-4 1 0,0 1 92 0,5-1 132 15,-6-4 138-15</inkml:trace>
  <inkml:trace contextRef="#ctx0" brushRef="#br0" timeOffset="5988.82">20117 17218 206 0,'7'-12'514'15,"-7"-2"138"-15,0 1 118 0,0-4 60 0,0 3-126 16,0 0-99-16,7 3-73 0,-7 0-101 16,0 0-96-16,0 3-76 0,0 5-65 0,0 3-31 15,6 3-4-15,-6 8 18 0,7 4 32 0,-1 7 33 16,0 4 28-16,1 6 2 0,6 2-18 16,-7 2-36-16,2 1-34 0,4-1-173 0,1 5-11 15,-6-1 0-15,6 0 0 0,-7 1 0 0,0-5 0 16,8-3 0-16,-8 0 0 0,1-3 0 15,0-5 0-15,-1 1 0 0,0-8 0 0,-6 0 0 16,7-7 0-16,-7 0 0 0,0-2 0 0,6-3 0 16,-6-6 0-16,-6 0 0 0,6-4 0 0,-7-3 0 15,1-4 0-15,0 0 0 0,-8-7-97 16,2 0-119-16,-2-5-1 0,1-2 4 0,-6-1 24 16,6-7 31-16,-7 4 34 0,7 0 33 0,-6 0 28 15,6 3 29-15,-1 0 14 0,8 4 8 16,-7 0 6-16,13 4 5 0,-7 3 5 0,7 1 0 15,0 2 1-15,7 1 0 0,0 0-3 0,5 4 2 16,8 0-4-16,-1 3-4 0,1-3 1 16,6 4-1-16,0-2 4 0,-7 2-3 0,8-1 2 15,-1-3 3-15,-6 3 0 0,-1 1 3 0,-6-5-1 16,-6 5 2-16,5-4-1 0,-12-1 4 16,7-3 1-16,-7 4-1 0,-7-9-1 0,7 6 3 15,-6-1 4-15,0-4 3 0,-1 4 5 16,1 0 10-16,-1 0 12 0,0 4 3 0,1 0 1 15,6 3-4-15,-6 0-5 0,6 1-7 16,0 3-14-16,0 3-6 0,0 1 4 0,6 3 18 16,0 4 23-16,-6 4 20 0,7 3 21 0,0 4 22 15,6 4 15-15,-7-1 0 0,7 5-3 16,-6 3-9-16,5 0-81 0,-4 0-43 0,4 0 0 16,1-1 0-16,0-2 0 0,-6 0 0 15,5-1 0-15,-4-7 0 0,-2 0 0 0,7-5 0 16,-13 2 0-16,6-8 0 0,1 1 0 0,-1-2 0 15,-6-6 0-15,7 0 0 0,-7-4 0 0,0 0 0 16,6-4 0-16,1-8 0 0,-7 5 0 16,7-7 0-16,-7-4 0 15,6-1 0-15,0-3 0 0,-6 0 0 16,7-3 0-16,0 2 0 0,-1 2 0 0,0 3 0 16,1 3 0-16,6 0 0 0,-6 4 0 0,-1 0 0 15,8 4 0-15,-2 3 0 0,1 1 0 0,0 3 0 16,6 3 0-16,-5 1 0 0,5 3 0 15,1 4 0-15,0 0 0 0,-2 4 0 0,9 0 0 16,-7 3 0-16,0 1 0 0,-2-1 0 0,-4-1 0 16,5 6 0-16,-5-5 0 0,4 0 0 0,-11-4 0 15,6 1 0-15,-6 0 0 0,-1-3 0 0,0-2 0 16,2-2 0-16,-8-5 0 0,6 5 0 16,-6-5 0-16,6-3 0 0,-6 4 0 0,0-8 0 15,0 4 0-15,0-3 0 0,-6-5 0 0,6 1 0 16,0-7 0-16,0 2 0 0,-6-6 0 15,6 0 0-15,6-4 0 0,-6 0 0 0,0-1 0 16,6 6 0-16,-6-1 0 0,6 2 0 16,2 2 0-16,-8 2 0 0,6 5 0 0,0 0 0 15,1 7 0-15,6 0 0 0,0 4 0 16,-7 3 0-16,8 4 0 0,-2 0 0 0,2 4 0 16,-1 0 0-16,-7-1 0 0,7 0 0 0,0 1 0 15,0-4 0-15,-6 0 0 0,6 0 0 0,-7 0 0 16,0-3 0-16,8-2 0 0,-14-1 0 0,6-2 0 15,0-3 0-15,2 0 0 0,-8-3 0 0,6-2 0 16,-6-5 0-16,6 3 0 0,-6-8 0 16,7 0 0-16,-1-2 0 0,1-6 0 0,-1 4 0 15,1 1 0-15,-1 4 0 0,0-1 0 16,2 4 0-16,4 0 0 0,-5 4 0 0,6 3 0 16,0 4 0-16,-7 4 0 0,14-1 0 0,-7 8 0 15,7 4 0-15,-8 0 0 0,8 3 0 16,-6 1 0-16,5-1 0 0,-6 4 0 0,6-4 0 15,-5 0 0-15,-2-3-56 0,1 0-603 0,0-5-221 16,0 1-227-16,1-3-96 0,-2-5 21 16,2 2 84-16,-8-5 180 0,7-5 235 0,0 5 288 15</inkml:trace>
  <inkml:trace contextRef="#ctx0" brushRef="#br0" timeOffset="22957.34">22475 16870 23 0,'0'-8'402'0,"0"-2"90"16,0 2 91-16,-6-3 45 0,6 1 5 16,-7-2-93-16,1 1-61 0,-1 1-43 0,7 1-54 0,-6 2-60 15,6 1-52-15,-6 1-35 0,6-2-35 16,-8 5-34-16,8 2-29 0,0-5-30 16,0 5-19-16,-6 5-9 0,6-3 3 0,0 5 13 15,0 9 25-15,-6-2 24 0,6 8 16 0,-7 0 9 16,0 8 4-16,-5-2-3 0,5 8-14 15,-6 1-17-15,0 0-19 0,0 4-24 0,0-4-26 16,-7 3-19-16,7-7-11 0,1-1-7 16,-2 2 3-16,2-8 7 0,-2-1 12 0,1-3-18 15,1-4-37-15,4 0 0 0,2-7 0 0,0 1 0 16,6-5 0-16,-7 0 0 0,7-3 0 16,0 0 0-16,7-4 0 0,-1 0 0 0,0-4 0 15,14 0 0-15,0 1 0 0,13-6 0 16,-1 3 0-16,1-2 0 0,6 1 0 0,-7 1 0 15,7-3 0-15,1 6 0 0,-8-5 0 0,1 5 0 16,-1-1 0-16,-6-3 0 0,1 7 0 16,-2-3 0-16,-5-2 0 0,-8 5 0 15,2 0 0-15,-2 0 0 0,-5-3 0 0,0 3 0 16,-1 0 0-16,1 0 0 0,-7 0 0 0,0 3-272 16,0-3-106-16,0 0-75 0,-7 0-118 0,1 0-136 15,-1-3-150-15,0-1-136 0,1-7-16 16,-6 4 54-16,4-7 131 0,-4-1 169 0,5-3 208 15</inkml:trace>
  <inkml:trace contextRef="#ctx0" brushRef="#br0" timeOffset="23205.39">22618 17035 74 0,'-6'-11'486'0,"-1"4"140"0,1-1 115 0,6-3 49 16,-6 7-4-16,-1-3-145 0,7 4-134 0,-7-1-126 16,7 4-102-16,0 0-60 0,0 7-47 15,7 4-8-15,0 3 18 0,-1 9 30 0,0 3 24 16,7 3 9-16,-6 7-5 0,6 0 2 15,1 6-12-15,-2 2-13 0,1 0-5 0,-6 3-10 16,6 1-95-16,-1-1-107 0,-4 0 0 0,-2-2 0 16,6-1 0-16,-5-8 0 0,0 1 0 0,-1-4 0 15,-6-4 0-15,7-3 0 0,-1-3 0 16,-6-6 0-16,6-2 0 0,-6-4 0 0,0 0 0 16,0-7 0-16,0 2 0 0,0-6 0 0,0 0 0 0,0 0 0 0,0-6-412 0,0-2-239 15,0-3-245-15,0-3-221 0,8-5-64 16,-2-3 32-16,0 1 92 0,1-9 185 0,6 4 266 15</inkml:trace>
  <inkml:trace contextRef="#ctx0" brushRef="#br0" timeOffset="23935.03">26090 16390 17 0,'13'-4'342'15,"-6"1"100"-15,-1-1 104 0,7 1 31 0,-6-1 75 16,-1 0-18-16,-6 1-39 0,6-1-39 15,-6-1-51-15,0 3-79 0,0 2-74 0,7-5-53 16,-7 5-53-16,0 0-52 0,0 0-42 0,0 5-20 16,0 2-9-16,0 0-4 0,-7 8 14 15,7 3 23-15,0 0 22 0,0 5 6 0,0 2 4 16,0 4 13-16,0 4-6 0,0 0-148 16,0 1-47-16,0 1 0 0,0 2 0 0,7 0 0 15,-7-5 0-15,0 5 0 0,6-3 0 0,1-5 0 16,-7 1 0-16,7-2 0 0,-7-2 0 15,6-4 0-15,-6-3 0 0,6-1 0 0,-6-4 0 16,0-3 0-16,8 1 0 0,-8-5 0 16,0-4 0-16,0 1 0 0,0-4 0 0,0-4 0 15,0 1 0-15,-8-4-358 0,8-5-213 0,0 1-167 16,0-3-174-16,0-1-169 0,8 1-25 16,-8-6 49-16,12 3 121 0,-6-5 183 15,8 4 230-15</inkml:trace>
  <inkml:trace contextRef="#ctx0" brushRef="#br0" timeOffset="24606.79">26539 16471 87 0,'-6'-8'463'0,"6"1"121"0,0 0 114 0,-7-5 47 0,7 2-29 15,0 2-122-15,-6 1-90 0,6 0-84 16,0 0-79-16,0-1-58 0,0 1-40 0,0 3-25 15,0 1-16-15,0-1-15 0,0 4-18 16,-7-4-25-16,7 4-21 0,0 0-28 0,0 0-27 16,0 0-20-16,0 0-13 0,-6 4 1 15,6 3 8-15,-7 0 23 0,7 5 22 0,-7 2 20 16,1 1 18-16,0 3 13 0,-1 4 9 0,0 0 2 16,1 4 6-16,0 2-2 0,-1 2-155 15,1-1 0-15,-1 5 0 0,7-2 0 0,-7 1 0 16,7 0 0-16,0-4 0 0,0 5 0 15,7-5 0-15,0 0 0 0,-1-3 0 0,1-1 0 16,5-2 0-16,2-1 0 0,-2-5 0 16,8 2 0-16,0-8 0 0,-1 0 0 0,1 0 0 15,6-7 0-15,-1-4 0 0,2 0 0 0,-1-4 0 16,0-4 0-16,0-2 0 0,0-1 0 16,1-4 0-16,-8 4 0 0,0-3 0 15,0-6 0-15,-5 7 0 0,-1-6 0 0,-6 1 0 0,-1-1 0 16,0 1 0-16,-6 0 0 0,0 3 0 15,-6-3 0-15,0 4 0 0,-1-2 0 0,-6 2 0 16,-1 2 0-16,-5 2 0 0,0 3 0 16,0-1 0-16,-1 5 0 0,0-1 0 0,-6 4 0 15,7 4 0-15,-1-4 0 0,1 8 0 16,-1-2 0-16,0 2 0 0,7 3 0 0,-6 1 0 16,6-3 0-16,-1 7 0 0,2-2 0 0,5-3 0 15,-6 3 0-15,7 1 0 0,-1 0 0 16,1-4 0-16,-1 4 0 0,7-5 0 0,-7-2 0 15,7 4 0-15,0-5 0 0,0 0 0 16,0 0 0-16,7-1 0 0,-7-1 0 0,0-1 0 16,0-1 0-16,7 2 0 0,-7-2 0 0,0-3 0 15,0 3 0-15,0-3 0 0,0 0 0 16,0 0 0-16,6 0 0 0,-6 0 0 0,0 0 0 16,0 0 0-16,7 0 0 0,-7 0-229 0,0 0-256 15,0 0-134-15,0-3-149 0,6 0-157 16,-6-2-126-16,0 2-18 0,0-6 67 0,0 3 142 15,0 2 192-15,0-3 222 0</inkml:trace>
  <inkml:trace contextRef="#ctx0" brushRef="#br0" timeOffset="25607.17">31144 16137 183 0,'6'-3'383'0,"1"-1"72"16,-1 1 50-16,1-6-29 0,-1 3 21 0,1-2-21 15,0 2-29-15,-1-2-28 0,0-3-25 0,1 4-33 16,-7-1-55-16,0 0-42 0,7 1-21 16,-7 4-24-16,-7-5-24 0,7 4-27 0,-7 1-28 15,1 3-27-15,0-4-28 0,-8 8-6 0,-5-4-7 16,-1 3 1-16,0 9 5 0,-5-4 1 0,-1 6-2 16,0-1-6-16,0 7-5 0,-1 2-5 15,1 3-4-15,7 1 0 0,-1 4 7 0,0 2 15 16,8 5 20-16,5-4 18 0,1 4 20 0,6-1 18 15,0-3 19-15,6 0 9 0,1-4-99 16,13 1-84-16,-8-5 0 0,8 1 0 0,6-8 0 0,-7 5 0 0,14-9 0 16,-7 0 0-16,0-2 0 0,0-5 0 15,7 0 0-15,-7-3 0 0,0-4 0 0,7 0 0 16,-8 0 0-16,8-4 0 0,-7 1 0 0,-6-1 0 16,6-3 0-16,-14 2 0 0,8-2 0 0,-7 4 0 15,1-5 0-15,-2 1-115 0,-6 0-368 16,2 0-166-16,-2-1-176 0,0-3-181 0,1 0-98 15,-7 0 13-15,0-3 77 0,6 0 160 0,-6 2 212 16,0-3 246-16</inkml:trace>
  <inkml:trace contextRef="#ctx0" brushRef="#br0" timeOffset="26203.01">31496 16335 71 0,'0'-6'630'0,"-7"1"171"0,0-2 112 0,7 2 87 0,-6-1-66 15,0 2-179-15,6 0-224 0,-7 4-147 16,7-3-97-16,0 3-72 0,-7 0-47 0,7 3-23 15,7 1-3-15,-7 3 3 0,7 5 14 0,-1-2 8 16,0 8-4-16,1-2-12 0,0 2-13 0,-1 4-8 16,0-4-3-16,1 8-92 0,0-4-35 0,-1 3 0 15,1-3 0-15,-1 3 0 0,0-2 0 16,-6-2 0-16,8-2 0 0,-2 4 0 0,0-5 0 16,0 0 0-16,-6-3 0 0,7-1 0 0,-7-3 0 15,7 1 0-15,-7-6 0 0,0 2 0 0,6-5 0 16,-6 0 0-16,0 2 0 0,0-1 0 0,0-4 0 15,0 0 0-15,0-4 0 0,0-1 0 0,-6 2 0 16,6-4 0-16,0 0 0 0,-7-4 0 16,7 0 0-16,-7-4 0 0,1 0 0 0,6 1 0 15,-6-4 0-15,0 3 0 0,-2-4 0 0,8 1 0 16,-6 3 0-16,6-3 0 0,0 4 0 16,0 0 0-16,0-3 0 0,6 0 0 0,-6 2 0 15,14-3 0-15,-8-1 0 0,7 5 0 0,7-4 0 16,0-1 0-16,-2 5 0 0,2-2 0 0,0 3 0 15,5 1 0-15,-5 5 0 0,0-5 0 16,6 9 0-16,-7 0 0 0,1 3 0 0,-7 0 0 16,7 6 0-16,-8 3 0 0,8 1 0 0,-7 5 0 15,0 4 0-15,-6-1 0 0,-1 4 0 16,0 0 0-16,2 3 0 0,-2 2 0 0,-6-2 0 16,0-3 0-16,0 3 0 0,0 1 0 0,0-1 0 15,0-3 0-15,0 1 0 0,-6-2 0 0,6-2 0 16,0-5 0-16,0 2 0 0,-8-2 0 0,8-3 0 15,0-4 0-15,0 0 0 0,0-3 0 16,0-1 0-16,0 2 0 0,0-5 0 0,0 0 0 16,0 0 0-16,0 0 0 0,0 0 0 0,0 0 0 15,0 0 0-15,0-5 0 0,0 2 0 0,0-1 0 16,-6 2 0-16,0-3-118 0,-1-2-627 16,1-1-341-16,-7 1-185 0,0 0-25 0,-1-4 76 0,-5 3 153 15,0-6 253-15,6 0 340 0</inkml:trace>
  <inkml:trace contextRef="#ctx0" brushRef="#br0" timeOffset="30556.34">27881 10155 273 0,'0'-4'426'0,"0"-7"64"16,0 3 83-16,-7-2-21 0,7-1-29 16,0 4-38-16,0-4-23 0,-6 3-26 0,6 1-46 15,0 3-79-15,0-2-75 0,0 6-66 16,0 0-41-16,0 0-15 0,-6 6-11 0,6 5 6 16,0 8 18-16,0-1 31 0,0 7 14 15,0 4 1-15,0 8-5 0,6 0-15 16,-6 0-20-16,6 0-29 0,1 2-22 0,0-2-22 15,-1 0-18-15,0 0-13 0,1-4-9 16,-1-1-7-16,1-2-4 0,0 0-5 0,-1-1-16 16,0-7-40-16,1-4-62 0,-7 1-80 15,7-5-102-15,-7-3-146 0,0-4-179 16,0-2-180-16,-7-3-137 0,7-4-28 0,0-7 45 16,0-2 120-16,0 0 176 0,0-4 211 15</inkml:trace>
  <inkml:trace contextRef="#ctx0" brushRef="#br0" timeOffset="30935">28128 10412 353 0,'7'-15'585'0,"0"7"122"0,-1-3 88 15,-6 4-32-15,0-1-119 0,0 1-152 16,0 4-137-16,0-1-112 0,-6 4-78 0,6 4-57 16,-14 3-27-16,8 1-9 0,-1 6 0 15,1 1 5-15,0 0 0 0,-1 2-1 16,0 3-3-16,7 1-13 0,-6 2-7 0,12-3-9 15,-6 3-3-15,7-2-4 0,0-2 4 16,-1-1 7-16,0 0 4 0,7-2 11 0,1-1 6 16,-2-8 6-16,8 3 5 0,-7-6 4 15,7-4 7-15,-8 0 1 0,8-4 9 0,0-3 7 16,-7 0 4-16,-1-5 5 0,2-2 5 16,-2 0-1-16,-5-1-8 0,0-4-11 15,-7 1-15-15,0-4-17 0,-7 0-22 0,-6-4-16 16,7 4-14-16,-8 0-8 0,-5 1-6 15,-1 2-5-15,2 5-3 0,-2 6-3 16,0 1-19-16,1 4-36 0,-1 3-48 0,0 0-55 0,7 7-68 16,1-4-74-16,-2 5-71 0,8 3-83 15,0-1-108-15,6 2-113 0,0-2-105 0,6-2-88 16,0 4 1-16,1-5 72 0,6-1 130 16,0 2 160-16</inkml:trace>
  <inkml:trace contextRef="#ctx0" brushRef="#br0" timeOffset="31440.12">28460 10426 333 0,'20'-11'507'0,"-7"0"126"0,0 0 106 16,0-4-31-16,-7 0-97 0,1 1-82 0,-7 3-74 15,0-1-98-15,0 2-88 0,-7 2-69 16,1 5-53-16,0-1-47 0,-8 8-36 16,2-1-25-16,-1 1-18 0,-1 8-7 0,2-2-6 15,-2 5-2-15,2 4-2 0,5-5-2 16,0 4-2-16,1 4 1 0,6-4 1 0,6-2 0 15,1 2-2-15,0-4 0 0,-1 1 3 16,6-5-4-16,8 2-1 0,-6-5 2 0,-1-3 1 16,-1-1 1-16,2-3 3 0,-2-3 2 15,2-1 8-15,-1-3 11 0,-7 0 21 0,1-1 21 16,6-3 21-16,-13 5 20 0,6-6 11 16,0 5 10-16,-6-5-4 0,0 6-6 15,0-1-11-15,0-2-16 0,0 2-17 0,0 3-19 16,0 1-21-16,0 3-14 0,0 0-10 15,0 3-7-15,0 1-3 0,8 3-1 0,-8 4 0 16,6 4 0-16,-6 3-2 0,6 1 3 16,1 3 2-16,-1 3 9 0,1 5 15 0,6-1 15 15,-7 5 5-15,8-6 4 0,-2 5-1 16,8 0-10-16,-13-3-9 0,5-1-12 16,-5 0 2-16,0-3 4 0,-1-1 5 0,-6 0 16 0,0-2 15 15,0-4 16-15,-6-5 19 0,-8 1 13 16,2-5 14-16,-1-2 4 0,-1-4-26 0,-6-1-102 15,-5-3 0-15,-1-3 0 0,0-1 0 16,0 1 0-16,-1-5 0 0,-5 1 0 16,6 3 0-16,-7-3 0 0,7-1 0 0,1 5 0 15,5-4 0-15,0-1-110 0,1-3-276 16,5 5-158-16,8-6-198 0,6 1-218 0,6-4-141 16,1 0-16-16,13-3 55 0,0-4 133 15,6 0 214-15,-1 0 264 0</inkml:trace>
  <inkml:trace contextRef="#ctx0" brushRef="#br0" timeOffset="32431.49">29028 10074 73 0,'-8'0'362'15,"2"0"88"-15,6 0 71 0,-6 0-34 0,6 0 20 16,0 0-58-16,-7 0-71 0,7 0-69 15,0 0-53-15,0 4-40 0,0-4-39 16,0 7-27-16,0 1-12 0,0-1 6 0,0 0 7 16,7 8-6-16,-7-5-9 0,6 9-6 15,-6-4 0-15,6 3-3 0,2 1-4 0,-8-1-4 16,6 4-1-16,0-3 2 0,1-2-2 16,-1 3-2-16,-6-7-4 0,7 1 0 15,-1 2-3-15,-6-2-3 0,7-2-3 0,-1-5-4 0,-6 0-3 0,0 0-3 0,6 1 3 16,-6-5 1-16,0 1 4 0,0-4 3 0,0 3-1 15,0-3-8-15,0 0-13 0,0 0-15 16,-6-3-17-16,6 3-15 0,0-4-12 16,-6 1-8-16,-1-1-3 0,1-3-5 0,-1 3-7 15,1-3-1-15,-1 0 1 0,1-5 0 16,0 2 0-16,-2-2-1 0,2-3 5 0,0 1-2 16,6-4 0-16,-7-1-2 0,7 5 0 15,0-5 1-15,0 5-1 0,0-4 0 0,7 7-2 16,-1-5 1-16,0 2 0 0,8 3-1 15,-1-3 0-15,0 2 0 0,6 2-1 0,-5 2 1 32,5 1-1-32,0 0 1 0,1-1 1 15,-1 8-2-15,1-3 1 0,-7 6 1 0,7 0-1 16,0 2 1-16,-2 6 1 0,-4 0 1 16,-1-1 2-16,-1 5 5 0,2 0 5 0,-8 4 7 15,0-1 6-15,8-1 4 0,-8 2 2 0,1-1 0 16,-1 1-3-16,-6-2-4 0,7 0-4 15,0-4-5-15,-7-1-3 0,6-2-1 0,-6 2-5 16,0-9-1-16,6 4-2 0,-6-3 1 16,0-1-4-16,0 2-9 0,0-5-36 0,0 0-61 15,0 0-88-15,0 0-107 0,-6 0-142 16,6 0-174-16,-6 0-205 0,-1 0-203 0,0 3-54 16,1 1 31-16,-7-1 103 0,-1 1 162 15,8 3 228-15</inkml:trace>
  <inkml:trace contextRef="#ctx0" brushRef="#br0" timeOffset="33087.57">29079 10837 70 0,'-13'6'261'0,"7"2"38"0,-1-5 6 0,1 1-58 16,-1 0 10-16,1-1-14 0,0-3-13 16,-2 4 3-16,8-4 16 0,-6 0 28 15,0 0 28-15,6-4 23 0,0 1 12 0,-7 3 7 16,7-4-14-16,0-3-41 0,0 3-48 16,-7 0-47-16,7-2-28 0,0-3-31 15,0 3-21-15,7-2-10 0,-7 1-9 0,7 0-2 16,-7 0-6-16,6 3-11 0,0-4-2 15,2 1-7-15,4 3-3 0,-5 1-13 0,-1-1-15 16,7 0-4-16,-6 4-8 0,5 0-6 16,2 4-2-16,-1 0 2 0,-7-1 6 0,7 5 5 15,0-1 3-15,1 4 10 0,-2 0 4 16,-5 0 7-16,0 3 4 0,-1 1 4 0,-6 0 2 16,6-1 1-16,-12 5 4 0,6 0-5 15,-6-1-6-15,-1 0-5 0,0 0-4 0,-5 4-9 16,5 0-9-16,-6-3-3 0,0-2-4 15,0 3 2-15,0-6 6 0,-1 0 9 16,8 1 12-16,-7-4 15 0,0-1 13 0,7-2 10 16,-1-1 10-16,1-3 3 0,0 0 1 15,6-1 0-15,-8 1-61 0,8 0-46 16,0-4 0-16,0 3 0 0,0-3 0 0,8 0 0 16,-2 0 0-16,7 0 0 0,0-3 0 15,6 3 0-15,7-4 0 0,0-3 0 0,1 3 0 16,5 0 0-16,-6-3 0 0,7 4 0 15,-7-5 0-15,7 5 0 0,-8-5 0 0,-5 5 0 16,6-5 0-16,-6 4 0 0,-1-3 0 16,-6 4 0-16,0-1 0 0,-1 0 0 0,-4 1 0 15,-2-1 0-15,-6 4 0 0,6-4 0 16,-6 4 0-16,0-3 0 0,-6 3 0 0,6-3 0 16,-6-1 0-16,-2-1-293 0,8 2-295 15,-6-5-203-15,6-3-213 0,-6 5-135 16,6-9 2-16,-6-4 70 0,6 1 141 0,6-4 211 15,0 0 261-15</inkml:trace>
  <inkml:trace contextRef="#ctx0" brushRef="#br0" timeOffset="34095.41">29848 10129 278 0,'0'-11'429'0,"-7"4"63"0,7-4 63 0,-6-4-51 16,0 4-49-16,6-4-66 0,-8 1-37 15,2 0-33-15,0-5-37 0,-1 1-52 0,-6-1-39 16,7-3-25-16,-1 4-17 0,-6 0-9 16,0 0-8-16,-7-1-4 0,8 1-6 15,-8 3-11-15,1-3-10 0,-7 3-11 0,-1 1-4 16,-5-1-13-16,-1 4-9 0,-5-4-10 15,-2 5-8-15,-5-6-5 0,-8 5-7 0,-6 1-5 16,8-2-2-16,-15 2-2 0,1 2-3 16,0 1-1-16,0 0-3 0,0 2 0 15,-6 5-4-15,6 0-3 0,-8 0 1 0,2 0 1 16,6 5 3-16,0-2 2 0,0 1 1 16,6 0 3-16,7 3-2 0,-1-3-5 0,2 6-2 15,5-3-2-15,1 1 0 0,5 3-1 16,-5 0 3-16,6 3 4 0,-1 5 3 0,-5-1-1 15,6 1-2-15,0 3 0 0,-7 3-2 16,8 1 2-16,-8 3 2 0,7 0 8 0,0 5 13 16,-7-2 9-16,7 5 7 0,0 4 11 15,-1-1 6-15,8 4 3 0,-1-1-2 0,7 2 3 16,0 2 2-16,1-2-5 0,5 2 2 16,0-3-3-16,1 3 3 0,5 5-1 15,2-5-4-15,6 4 2 0,-2-3 0 0,2 3 1 16,6 5-1-16,0-5 3 0,6 0 5 15,8 1 7-15,-8-1-30 0,14 0-58 16,-1-3 0-16,1-1 0 0,12 2 0 0,1-2 0 16,-1-4 0-16,7 1 0 0,1 1 0 0,5-6 0 15,1 1 0-15,-1 2 0 0,1-6 0 16,6 1 0-16,-6-1 0 0,5-3 0 0,8 0 0 16,-7-4 0-16,7 0 0 0,0-3 0 15,0-3 0-15,6-5 0 0,0 1 0 16,0-9 0-16,0 1 0 0,0-3 0 0,-7-5 0 15,7 1 0-15,-6-4 0 0,0-4 0 0,-7-3 0 16,7-1 0-16,0-3 0 0,-8-3 0 16,8-1 0-16,0 1 0 0,-7-6 0 0,7-1 0 15,-8 3 0-15,1-4 0 0,-5 0 0 16,-2 0 0-16,1-4 0 0,-1 0 0 16,1 1 0-16,-7-4 0 0,0 3 0 0,-1-4 0 15,2-3 0-15,-7 4 0 0,-1-4 0 16,1 1 0-16,-1-2 0 0,1-2 0 0,-7-1 0 15,6-7 0-15,-5 4 0 0,-2-8 0 0,1 4 0 16,-6-4 0-16,0 1 0 0,-1-4 0 16,1 3 0-16,-8 0 0 0,-4 1 0 0,4 3 0 15,-5-4 0-15,-7 5 0 0,0-1 0 16,0-5 0-16,-7 2 0 0,-5-1 0 16,-2-2 0-16,-6-2 0 0,8 0 0 0,-8 6 0 15,-6-3 0-15,6 10 0 0,-6-6 0 16,0 9 0-16,0 2 0 0,-7 1 0 0,1 4 0 15,-1 0 0-15,-5 7 0 0,5-3 0 0,-6 5 0 16,-1 3 0-16,2 2 0 0,-7 0 0 0,5 4 0 16,1 0 0-16,0 4 0 0,7 0 0 15,-8 3 0-15,7 1 0 0,8 3 0 0,-7 0 0 16,12 0 0-16,0 3 0 0,1-3 0 0,5 4 0 16,2-1 0-16,5 1 0 0,0 3-15 15,7 1-418-15,0-1-135 0,7 3-140 0,0 2-200 16,-1 3-154-16,0-5-26 0,8 2 40 15,-2-1 110-15,-5 0 165 0,-1 4 263 16</inkml:trace>
  <inkml:trace contextRef="#ctx0" brushRef="#br0" timeOffset="50519.4">4161 12401 246 0,'0'-11'393'0,"-6"-1"29"0,6-2 17 0,-7 3-101 0,0 4-109 0,7-5-98 0,-6 6-51 16,6-2-23-16,0 0-9 0,-6 5-9 15,6-4-14-15,0 2-3 0,0 2-5 0,0 0-6 16,0 3-9-16,0 0-2 0,0 0-31 16,0 3-79-16,0 0-131 0,-7 6-115 0,1 1-63 15,-1 5-32-15,0 0 13 0,1 3 67 16</inkml:trace>
  <inkml:trace contextRef="#ctx0" brushRef="#br0" timeOffset="50722.4">4129 13103 212 0,'6'37'494'0,"-6"-7"49"0,0-1 26 16,0-3-4-16,0-4-207 0,-6-4-159 15,6-3-87-15,0 2-47 0,-7-5-24 0,7 2-11 16,0-3-6-16,0 5-11 0,0-5-6 16,0 6-5-16,0 2-22 0,0-1-56 15,0 4-89-15,0 5-118 0,0-2-153 0,-6 0-82 16,6 1-24-16,-7-1 31 0,7 5 78 15</inkml:trace>
  <inkml:trace contextRef="#ctx0" brushRef="#br0" timeOffset="50863.02">4167 13943 316 0,'8'18'576'0,"-8"-3"61"0,0-1 32 0,-8-2-16 16,8-2-216-16,-6-2-195 0,6-5-111 15,-6 5-65-15,-1-5-63 0,0-3-82 0,7 5-101 16,-6-5-121-16,0 0-148 0,6 0-119 15,-7 0-31-15,7 0 30 0,0-5 73 0,0-2 105 16</inkml:trace>
  <inkml:trace contextRef="#ctx0" brushRef="#br0" timeOffset="51020.67">4363 13983 100 0,'27'4'579'16,"-8"-4"99"-16,0-4 51 0,-12 4 27 15,5-4-135-15,-12 1-243 0,8-1-173 0,-8 1-99 16,6-5-53-16,-6 5-45 0,0-5-50 15,0 5-83-15,6-5-100 0,-6 2-123 0,13-6-143 16,-6 5-119-16,6-8-27 0,7 0 29 16,6-3 73-16,-1-4 111 0</inkml:trace>
  <inkml:trace contextRef="#ctx0" brushRef="#br0" timeOffset="51270.7">6799 12441 394 0,'19'-19'509'0,"-5"1"44"0,-2 0 47 15,-5 3-47-15,0 4-137 0,-1 0-96 16,-6 3-53-16,0 1-29 0,0 1-39 0,0 1-51 15,-6 2-55-15,6-1-39 0,-7 4-28 16,0 0-15-16,1 4-26 0,0-1-67 16,-8 5-100-16,8-5-130 0,-1 9-149 0,1-1-159 15,0 0-68-15,-1 7 18 0,7-3 74 16,7 6 116-16</inkml:trace>
  <inkml:trace contextRef="#ctx0" brushRef="#br0" timeOffset="51426.86">7059 13046 230 0,'14'40'517'0,"-14"-4"82"16,6-6 44-16,-6-1-17 0,0 0-151 16,0-3-156-16,-6-4-117 0,6 0-77 0,0-5-44 15,-8 2-34-15,8-4-47 0,0-5-82 16,0 2-104-16,0-4-135 0,0 2-185 0,0-3-100 16,8 1-30-16,-2-4 39 0,0 3 81 15,7-3 123-15</inkml:trace>
  <inkml:trace contextRef="#ctx0" brushRef="#br0" timeOffset="51583.04">7353 13665 70 0,'6'32'780'16,"0"-2"191"-16,-12-1 104 0,6-3 54 0,-13 0-32 15,6-5-372-15,-5 2-315 0,5-2-191 16,0-3-102-16,-6-3-61 0,7 0-47 16,6-3-39-16,-6-2-60 0,-2-3-71 0,8-4-136 15,8-6-195-15,-2 0-238 0,-6-8-180 16,13-4-68-16,0-7 14 0,0-4 106 0,0-3 183 15,6-4 248-15</inkml:trace>
  <inkml:trace contextRef="#ctx0" brushRef="#br0" timeOffset="52004.82">9945 12162 449 0,'12'-3'652'0,"-4"-1"67"0,-2-4 37 15,-6 1-52-15,0 0-195 0,0 0-207 0,0 3-125 16,0 0-62-16,0 1-31 0,0 3-25 15,-6 0-31-15,6 0-12 0,0 3-66 0,0 5-109 16,6 3-150-16,-6-1-164 0,6 5-168 16,0 4-85-16,1 7 1 0,0 0 79 0,-1 6 131 15</inkml:trace>
  <inkml:trace contextRef="#ctx0" brushRef="#br0" timeOffset="52161.03">10198 13287 389 0,'0'47'752'0,"-6"-6"102"0,-6-4 51 0,4-8 19 16,-4-4-223-16,-2 0-311 0,1-2-181 16,7-4-104-16,0-5-86 0,-2-3-114 0,8-7-147 15,0-1-175-15,0-3-220 0,8 0-150 16,-2-7-47-16,0-4 44 0,7-3 107 0,7 3 158 16</inkml:trace>
  <inkml:trace contextRef="#ctx0" brushRef="#br0" timeOffset="52332.88">10628 13522 324 0,'0'11'875'0,"-6"0"158"0,0-4 83 15,-2-4 47-15,2 1-134 0,-7-4-402 16,7 0-266-16,-1-4-152 0,7 1-93 0,-6-1-81 16,6 1-84-16,0-1-81 0,6-3-103 15,-6 2-129-15,7-1-155 0,-1-2-166 0,7 2-191 16,1-2-71-16,-2-7 18 0,8 4 89 15,-7-8 145-15,13-2 189 0</inkml:trace>
  <inkml:trace contextRef="#ctx0" brushRef="#br0" timeOffset="52583.28">12524 12378 405 0,'-20'-10'931'0,"0"-9"141"15,1 1 76-15,-7-7 32 0,0 2-155 16,6 2-484-16,1 2-269 0,13 4-178 0,-2 1-130 16,2 7-93-16,12 3-72 0,2 8-63 15,-2 3-75-15,0 7-88 0,7 5-89 0,1 3-119 16,-8 6-144-16,0 6-47 0,-6 3 24 15,0 3 96-15,0 4 128 0,0 0 171 16</inkml:trace>
  <inkml:trace contextRef="#ctx0" brushRef="#br0" timeOffset="52770.28">12504 13341 371 0,'-6'34'882'0,"-1"-5"167"15,0-3 89-15,1-8 50 0,-7 0-175 16,7 1-401-16,-1-4-266 0,0-1-162 0,-5-3-91 15,12 0-56-15,-8-3-48 0,2-1-51 16,0-4-70-16,6-3-111 0,0 0-178 16,-6-3-222-16,6-1-247 0,0-3-107 0,0 0-12 15,0-4 66-15,0 0 156 0,0-4 219 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28:00.6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1940 1190 189 0,'0'-3'355'0,"0"-1"71"0,-6-3 41 0,6 2-14 15,-6 3-13-15,6-3 15 0,0 2-21 16,-8 0-20-16,8-2-30 0,0 2-43 0,-6 3-58 15,6 0-59-15,0-4-56 0,0 8-42 0,0-4-25 16,0 3-7-16,0 5 1 0,0 0 7 16,0 3 11-16,6 3 12 15,-6 5 4-15,8-1-5 0,-2 0-7 0,-6 7-2 0,6-3-1 0,-6 3-9 16,7 6-5-16,-7-2-1 0,6-3-4 16,-6 3-8-16,7 0-13 0,-7-3-8 0,7-1-10 15,-7-3-17-15,6 1-12 0,-6-6-9 0,0 1-5 16,6 1-6-16,-6-4-6 0,0-4 1 15,0 0 1-15,0 0-1 0,6-4 1 0,-6-3 0 16,0-1-1-16,0 2-7 16,0-5-28-16,-6 0-46 0,6-5-54 0,-6 2-64 0,6-1-67 0,-6-7-93 15,6 4-102-15,-7-7-101 0,7-1-101 0,0 0-102 16,0 1-76-16,0-5 21 0,7-4 85 16,-7 6 124-16,0-5 145 0</inkml:trace>
  <inkml:trace contextRef="#ctx0" brushRef="#br0" timeOffset="306.71">1979 1139 172 0,'0'-3'381'0,"-6"-1"77"0,0-4 69 16,-1 5-34-16,7-1-39 0,0 0-36 0,-7 1-46 15,7 0-49-15,0 3-46 0,7-5-47 0,-7 5-46 16,7-3-34-16,-1 3-23 15,6-4-11-15,2 4-10 0,-1 0-15 0,7-4-11 0,6 4-8 16,-7 0-12-16,7 0-11 0,0 0-10 0,0-3-7 16,0 3-6-16,1 0-8 0,5-4-9 0,-13 4-1 15,7-4-3-15,0 4 0 0,1-3-2 0,-7 3-1 16,-2-4 4 0,2 4-8-16,-1 0-11 0,-5 0-36 0,-1-4-63 15,0 4-76-15,-7 4-84 0,-6-4-95 0,0 0-105 16,0 4-80-16,-6-4-70 0,0 3-28 0,-8 1 28 15,8 0 72-15,-8-1 98 0,-5 1 105 16</inkml:trace>
  <inkml:trace contextRef="#ctx0" brushRef="#br0" timeOffset="565.04">2097 1278 178 0,'-7'8'299'0,"1"0"38"0,-1-6 8 16,0 6-53-16,7-4-28 0,0-1-5 0,0 1 16 15,0 0 33-15,7-2 31 0,0 3 13 0,-1-1-10 16,7-4-19-16,0 3-38 0,0-3-47 0,1 0-45 16,5 0-48-16,0 0-15 0,0 0-14 15,1 0-7-15,0 0-20 0,-1 0-22 0,1-3-10 16,0-1-18-16,-1 4-19 0,-6-5-10 16,6 5-3-16,-5 0-8 0,-2 0-3 0,2 0-19 0,-1 5-40 0,-7-5-76 15,0 0-96-15,2 4-102 0,-2-1-121 16,-6-3-95-16,0 8-86 0,-6-5-58 0,-2 5 30 15,2-2 70-15,-7 2 104 0,0 0 107 0</inkml:trace>
  <inkml:trace contextRef="#ctx0" brushRef="#br0" timeOffset="843.41">2077 1531 105 0,'-13'11'357'0,"0"-4"55"15,6 1 40-15,-5-4-39 0,5 2-79 0,7-2-58 16,-6 3-33-16,6-2 12 0,0-2 19 0,0 5 20 15,6-6 17-15,1 6 2 0,5-4-6 16,2 3-37-16,5-3-24 0,1 0-34 0,-1-1-29 16,8 1-19-16,-2-1-13 15,-5 2-12-15,6-5-14 0,0 3-3 0,0-3-3 0,0 0-6 0,0 0-11 16,0 0-10-16,-6-3-16 0,6 3-19 0,-7-5-15 16,1 2-13-16,0-1-11 0,-8 1-10 15,1-1-1-15,1 4-7 0,-2-4-6 0,-5 4-28 16,0-3-36-16,-1 3-56 0,-6 0-70 0,6-4-93 15,-6 4-138-15,7-4-144 0,-7 4-138 0,0-3-131 16,6-2-30-16,-6 3 44 16,7-6 114-16,0 0 157 0,-1 1 167 0</inkml:trace>
  <inkml:trace contextRef="#ctx0" brushRef="#br0" timeOffset="1156.33">2918 1333 138 0,'0'-7'487'0,"0"2"111"16,6 3 97-16,-6-2 47 0,0-3-112 16,0 7-125-16,0-4-104 0,0 0-92 0,-6 4-87 15,6 0-60-15,-7 0-44 0,0 4-29 0,1 0-19 16,-1 3-9-16,-6-1-3 0,0 6 1 16,0-4 2-16,0 6 3 0,0 1 2 0,-7-1-1 15,8 1-2-15,-2 3-3 16,-5-3-9-16,6 4-15 0,0-1-3 0,-1 1-1 15,2-5-2-15,6 0-8 0,-8 1-1 0,8-4 3 0,-1 4-7 16,1-5-5-16,-1-2-5 0,7 0 1 0,-7 3-3 16,7-9-5-16,0 3-8 0,0-2-17 0,0 1-32 15,0 0-38-15,0-4-79 0,0 0-102 0,0 0-112 16,0-8-121-16,7 5-101 16,0-4-107-16,-7-4-46 0,0-1 39 0,6 2 86 15,-6-5 116-15,0-4 122 0</inkml:trace>
  <inkml:trace contextRef="#ctx0" brushRef="#br0" timeOffset="1406.15">2644 1358 311 0,'0'-6'395'0,"-6"-2"60"0,6 5 21 16,-8-5-56-16,8 8-44 0,0-3-44 15,-6-1-39-15,6-1-30 16,0 5-31-16,0 0-23 0,0 5-10 0,0-1-4 16,6-1-7-16,2 5-3 0,-2 3 10 0,0-5-6 15,0 10-14-15,8-6-16 0,-8 5-5 16,7 0-9-16,1 3-19 0,4-4-11 0,-4 5-15 15,-1-1-9-15,0-3-11 0,6 3-12 0,-5-3-10 16,-2 0-11-16,8 0-7 0,-7-5-6 0,0 5-12 16,0-5-7-16,0 2-4 0,0-5-3 15,0 4-6-15,1-4-9 0,-8 1-28 0,6-4-52 16,-4 3-73-16,-2-3-111 0,0-1-135 0,1-3-154 16,-1 0-140-16,1 4-135 0,0-8-27 0,-1 4 57 0,6 0 110 15,-4-3 147-15,4-1 159 0</inkml:trace>
  <inkml:trace contextRef="#ctx0" brushRef="#br0" timeOffset="1940.77">3321 1505 379 0,'0'-7'461'0,"6"0"64"0,-6-4 70 16,0 0-67-16,0 0-83 0,0 4-49 0,0-5-34 15,-6 1-35-15,6 0-43 0,-6 5-56 0,-1-6-48 16,0 5-39-16,1-1-35 0,-7 5-21 15,0-4-17-15,6 3-8 0,-12 0-4 0,6 1-5 16,-1 3-1-16,-5 0 1 0,6 0-4 0,0 3-5 16,-7 1-6-16,1 3-2 15,6 0 1-15,0 4-5 0,-7 1-1 16,8 2-4-16,-2 1 3 0,8 0-2 0,0 3-3 16,-1-4 1-16,7 5 2 0,0-1-1 0,0-3-6 0,0-1-1 0,7 1 1 15,-1-1-1-15,0-3 1 0,8 1-2 0,-2-1 7 16,-5-4 4-16,6 0 1 0,0-3-1 15,7-1 6-15,-8 2 0 16,2-5-1-16,5 0 2 0,-6-5 6 0,0 2 4 16,1-1 4-16,-2-3 16 0,-5 3 11 0,6-7 8 0,-7 3-1 15,1-2 3-15,-1-5-5 0,1 5-15 0,-7-9-13 16,7 4-12-16,-7 1-5 0,0-1-2 0,0 0 1 16,0 5 5-16,0-1 1 0,0 0 6 0,0 4-1 15,0 2-2-15,0-2-5 0,0 3-8 0,0 1-7 16,0 3-7-16,0-4-8 0,0 4-9 15,0 0-4-15,0 0-1 16,0 4 1-16,0 3-1 0,0 0 3 0,0 0 2 0,6 5 1 0,-6-1 2 16,6 0-1-16,-6 3 0 0,0-3-1 0,7 4 2 15,-7-4-2-15,13 0-1 0,-7 4 0 0,7-5-6 16,-6 1-14-16,6 0-27 0,-7-4-39 16,2 1-62-16,4 0-66 0,-5-1-82 0,6-3-116 15,-7-1-130-15,7 1-131 0,1-4-126 16,-2-4-99-16,1 1 1 0,0-1 80 0,-6-3 132 15,6-4 159-15</inkml:trace>
  <inkml:trace contextRef="#ctx0" brushRef="#br0" timeOffset="2736.6">3510 1458 190 0,'-6'-12'405'0,"6"2"77"0,-7-1 77 0,0 3-11 16,7 2-46-16,-6-3-45 0,6 6-40 16,0-1-41-1,-7 1-51-15,7-1-71 0,0 0-62 0,0 4-52 16,0-3-41-16,0 6-37 0,0-3-22 0,0 4-7 0,7 0-9 15,-7 3 1-15,6 1 4 0,1 2 9 0,-7 1 15 16,7 5 13-16,-1-6 19 0,0 5 11 0,1-1 7 16,-7 1 4-16,7 3 1 0,-1-3-5 15,-6 0-11-15,6 0-8 0,-6-1-11 0,7 0-7 16,-7 1-8-16,6-4-4 0,-6 0-4 16,0-4 0-16,0 1 3 15,7-1-1-15,-7 1 5 0,0-5 3 0,0 1 21 0,0 0 21 16,0-4 16-16,0 0 7 0,0 0-1 0,0-4-11 15,-7 0-22-15,1-3-28 0,6 0-24 16,-7-5-15-16,1 2-11 0,0-1-3 0,-1-7-1 16,0 2-3-16,1-5 0 0,0 2-2 15,6 1 1-15,-7 0-3 16,7-1-4-16,0 5-1 0,0-1 1 0,7 0-4 16,-7 4 0-16,6 0 0 0,0 1 0 0,1-2-1 0,0 5 0 15,5 0 3-15,1 3 1 0,1-3-1 0,-2 7 0 16,2-4 2-16,-2 4-1 0,2 0-2 15,-1 0 5-15,7 4 0 0,-8 0-1 0,1 3-2 16,0 0 2-16,-6 0-3 0,6 5-1 16,0-2-1-16,-1 1 2 0,-4 5 0 0,4-6 1 15,-5 5 2-15,6-1-1 16,-6 1 1-16,-1 0 1 0,0-4 1 0,0 3 5 0,2-3-3 16,-2 4 3-16,-6-4 1 0,6 0 4 0,-6-3 2 15,7 2 4-15,-7-2 6 0,0-1 6 0,0-3 4 16,0-1 9-16,0 1 10 0,0-1 11 15,0-3 16-15,0 5 13 0,-7-5 6 0,7 0-3 16,0-5-71-16,-6 2-24 0,0-1 0 16,-2-3 0-16,8 0 0 15,-6-1 0-15,0-2 0 0,0-1 0 0,-1-5 0 0,7-2 0 16,-7 4 0-16,7-5 0 0,0 1 0 0,0 3 0 16,0-3 0-16,0 4 0 0,7-1 0 0,0 4 0 15,-7-3 0-15,6 2 0 0,6 1 0 16,-4 0 0-16,4 0 0 0,2 3 0 0,-1 2 0 15,-1-2 0-15,2 1 0 0,-2 3 0 16,8 4 0-16,-7-3 0 16,1 3 0-16,-8 3 0 0,6 1 0 0,2 0 0 15,-1 7 0-15,-7-5 0 0,8 6 0 16,-8-1 0-16,6 3 0 0,-4 2 0 0,-2-2 0 16,0-3 0-16,1 7 0 0,0-3 0 0,-7-1 0 15,6-3 0-15,1 4 0 0,-7 0 0 16,6-4 0-16,-6 0 0 0,0 0 0 0,0-1 0 15,0-2 0-15,6 3 0 0,-6-3 0 16,0-1-71-16,0-4-72 0,0 5-76 0,0-5-75 0,0 1-79 16,0 0-88-16,7-4-129 0,-7 0-131 0,7-4-127 15,-1 0-105-15,0-3-4 0,1 0 67 0,6 0 144 16,-6-9 179-16</inkml:trace>
  <inkml:trace contextRef="#ctx0" brushRef="#br0" timeOffset="3046.53">4200 1395 286 0,'0'-7'445'0,"0"0"91"16,-6 0 89-16,6 3-27 0,0 0-59 16,-7 1-53-16,7-2-49 0,0 2-69 0,0 3-75 15,0 0-83-15,0 0-62 0,0 3-43 0,0 2-19 16,7 2-4-16,-7 0 8 0,0 4 20 16,6 0 17-16,-6 7 21 0,7-3 2 0,-7 7 11 15,6 0 6 1,1 4-7-16,-1-4-14 0,0 3-23 0,2 1-14 0,-2 0-20 0,-6 3-24 15,6-3-13-15,1 0-14 0,0-1-10 16,-7-3-7-16,6 0-7 0,-6 0-6 0,0-4-4 16,6-3-2-16,-6 3-1 0,0-7-13 15,0 0-26-15,0 0-33 0,0-7-52 0,0-1-66 16,0-3-81-16,0 0-94 0,0-3-109 0,-6-8-108 16,6 0-107-1,-6-1-97-15,-1-2-46 0,0-4 36 0,1 0 98 0,0-4 120 16,-2-4 150-16</inkml:trace>
  <inkml:trace contextRef="#ctx0" brushRef="#br0" timeOffset="3358.64">4122 1432 203 0,'-6'-15'393'0,"-1"5"73"0,7-2 66 16,0 1-26-16,0 1-47 0,7-1-35 0,-7 0-30 16,6 3-34-16,7-3-27 15,0 4-46-15,0 2-44 0,7-1-34 0,-1-1-28 0,1 3-18 16,6 0-17-16,-6 0-14 0,5 2-7 0,1 2-11 15,0 0-2-15,-6 2-2 0,7 2 1 0,-8 4 7 16,7-1-2-16,-6-1-4 0,-1 6-7 16,-6-1-6-16,6 0-7 15,-12 0-7-15,6 4-4 0,-7-1-1 16,1-2 5-16,-7 2 2 0,0 1-8 0,-7 0-11 0,-5-1-5 0,-2 1-12 16,1-1-11-16,-6-3-12 0,6 4-9 0,-7-4-8 15,1-4-5-15,-7 1-9 0,6 3-20 16,0-7-28-16,-5-1-38 0,5-3-43 0,7 0-53 15,-7 0-63-15,8-3-67 0,-2-1-106 16,8-7-121-16,0 3-156 0,-2-3-174 0,8-3-50 16,0-1 22-16,0 0 98 15,8-3 142-15,-2-1 190 0</inkml:trace>
  <inkml:trace contextRef="#ctx0" brushRef="#br0" timeOffset="3969.57">4605 1095 377 0,'0'-7'523'16,"6"-1"119"-16,0 5 95 0,-6-1-58 0,0 0-114 0,0 1-97 15,0 0-92-15,0 3-109 0,0 0-86 0,0 0-54 16,0 3-24-16,0 0-10 0,0 5 3 16,-6 3 9-16,6 3 13 0,0 1 3 0,0 4 4 15,0-2-2-15,0 6-4 0,0-1-1 16,6 0 1-16,-6 3 6 0,0 1 0 0,6-1-8 15,1 0-8-15,0 2-5 0,-1-1-6 16,1-1-12-16,5-3-11 0,-4 1-5 0,4-2 0 16,1 2 1-16,0-6-5 0,0-2-1 15,1-4 0-15,-2 4 4 0,2-9-6 0,-2 3-10 16,8-3-6-16,-7-6-7 0,7 4-6 0,-8-8-10 16,8 1-5-16,-1 0-11 15,-5-6 0-15,-2 3 0 0,2-5-4 16,-1 0-1-16,-1-4 1 0,2 0 8 0,-2-3-4 15,-4 0-2-15,-2 4-2 0,0-5-3 0,-6 5-4 0,0-2-4 0,0 2 0 16,-6 3-1-16,0-1 7 0,-2 6 1 16,-4-2 2-16,6 1-1 0,-8 0 0 0,1-2-1 15,0 9-3-15,0-2-4 0,1 2 0 16,-2 0 1-16,1 0 0 0,0 2 1 0,0 7-1 16,7-2 2-16,-8 4-2 15,8-1 3-15,0 2 0 0,-1 2 5 16,7-3 4-16,0 8 4 0,0-5 5 0,0 2 7 0,0-2 9 15,7 4 8-15,-1-3 7 0,0-1 8 0,0 1 10 16,8 0 4-16,-1-1 1 0,0-2-69 0,0 2 0 16,1-3 0-16,4-1 0 0,2-2 0 15,-1 3 0-15,1-3 0 0,6-5 0 16,1 1 0-16,-9-1 0 0,9 2 0 0,-1-5 0 16,-6 0 0-16,-1 0 0 15,1 0 0-15,-1-5 0 0,-6 2 0 0,1-1 0 0,-8 1 0 0,7-1 0 16,-7 0 0-16,1-3 0 0,-7 0-57 15,6 0-303-15,-6-4-65 0,7 3-190 0,-7-3-223 16,6-1-207-16,0 2-59 0,2-1 29 0,4 0 34 16,8 0 201-16,-1 4 264 0</inkml:trace>
  <inkml:trace contextRef="#ctx0" brushRef="#br0" timeOffset="4577.42">5861 1374 331 0,'-7'-8'493'0,"1"0"107"16,6 5 109-16,-6-4-25 0,-1 0-78 0,7-4-63 0,-7 2-57 0,7-1-71 16,0 3-77-16,0-3-67 0,0 2-48 15,0 0-35-15,0-3-29 0,7 4-25 0,-7-1-20 16,7 1-15-16,-1 4-22 0,0-5-16 15,8 1-16-15,-1 3-8 0,-1 1-13 0,2-1-9 16,-2 1-1-16,8 3-6 0,-7 0-2 0,7 3-3 16,0 1 1-16,-1 3 1 15,-6-3-1-15,6 7 1 0,-5-4 0 0,5 4-4 0,-6 3 4 16,-6-2-1-16,5 2 4 0,-5 1 2 16,6 0 4-16,-13 3 4 0,6-3 3 0,-6 3 13 15,0-4 0-15,0 5 1 0,-6-1-2 0,-7-4 2 0,6 5-5 16,-5-1-12-16,-8 1-1 0,7-1-3 15,-7 0-1-15,1-4-3 0,-7 1-1 0,6 4 2 16,0-9-1-16,1 6 6 0,-1-9 13 0,8 4 10 16,-2-3 17-16,2-5 16 0,5 4 23 15,1-3 16-15,-1-4 15 0,0 4 17 0,1-1 13 16,6-3 5-16,0 0-64 0,0 0-97 0,6 0 0 16,1-3 0-16,0 3 0 0,6-4 0 15,-1 4 0-15,2 0 0 0,-2-4 0 0,8 1 0 31,-1 3 0-31,1 0 0 0,0-4 0 0,-1 4 0 0,7 0 0 16,-6 0 0-16,6 0 0 0,-7 0 0 0,7 0 0 16,-6 0 0-16,-1 0 0 0,1 0 0 15,0 0 0-15,-7 0 0 0,0 0 0 0,-7 0 0 16,1 0 0-16,-1-3 0 0,0 3 0 16,-6 0 0-16,8 0 0 0,-8 0 0 0,0 0 0 15,0 0 0-15,-8 0 0 0,8-5-65 0,-6 5-258 16,0-3-88-16,-1-1-110 0,1-3-137 15,-1 3-165-15,1-7-175 0,6 3-44 0,0-2 30 16,0-1 104-16,6 0 164 0,7-4 218 16</inkml:trace>
  <inkml:trace contextRef="#ctx0" brushRef="#br0" timeOffset="4847.39">6571 1113 158 0,'0'-6'611'0,"0"-2"148"0,0 0 112 16,0 1 82-16,-7 0-126 0,7 3-154 0,0-3-158 15,0-1-113-15,0 5-80 16,0-1-59-16,0 1-51 0,0-1-41 16,0 0-45-16,0 4-34 0,0-3-28 0,0 3-25 0,0 0-18 0,0 0-18 15,0 0-26-15,0 0-34 0,7 0-41 16,-7 3-46-16,0 1-57 0,0 0-68 0,0 3-73 15,0 1-99-15,7-2-99 0,-7 5-109 16,0 0-108-16,0 5-64 0,6-2 18 0,-6 4 92 16,0 1 116-16,6 3 146 0</inkml:trace>
  <inkml:trace contextRef="#ctx0" brushRef="#br0" timeOffset="5047.31">6636 1498 100 0,'-7'15'318'0,"7"-4"64"0,0 0 67 0,0 0-24 15,0-5 7-15,0 3 31 0,0-3 7 16,0 2 2-16,0-5-19 0,0 2-39 0,0-5-61 16,0 3-78-16,-6-3-53 0,6 3-55 15,0-3-39-15,0 0-34 0,0 0-30 0,0 0-40 16,0-3-52-16,0 3-77 0,0-8-120 16,0 5-155-16,0-5-174 0,0-2-196 0,0-1-89 15,0 0-2-15,0-4 76 0,-6 0 134 0,6 1 164 16</inkml:trace>
  <inkml:trace contextRef="#ctx0" brushRef="#br0" timeOffset="5281.68">6552 1370 288 0,'-7'-4'496'0,"0"4"114"0,7 0 101 16,-6-3-2-16,6 3-70 0,0 0-88 16,0-5-82-16,6 5-94 0,1 0-77 15,0 0-82-15,-1 0-61 0,7 0-37 0,0-3-21 16,6 3-10-16,1 0-13 15,0 0-9-15,-1 0-7 0,1-3-2 0,0 3-8 16,-2 0-13-16,2 0-9 0,-7 0-7 0,1-4-3 0,-2 4-7 16,-5 0-11-16,0 0-11 0,-1 0-20 0,0 0-36 15,-6 0-47-15,0 4-66 0,-6-4-89 16,0 0-105-16,-1 0-111 0,0 0-123 0,-5 0-129 16,-8 0-55-16,7 0 32 0,-7 0 81 15,-6 0 114-15,0 0 147 0</inkml:trace>
  <inkml:trace contextRef="#ctx0" brushRef="#br0" timeOffset="6468.78">1797 1960 114 0,'7'-4'244'0,"-7"0"29"16,0 4-15-16,0-3-55 0,0 3-32 0,0-4-15 15,0 4-12-15,0-4-11 0,0 4-11 16,0 0-8-16,0 0-9 0,0 0-7 0,0 0 0 15,0 0 1-15,0 0 6 0,0 0 7 0,6 0 7 16,-6 0 9-16,0 0 10 0,7 0 16 16,-1 0 17-16,0 0 15 15,8 0 9-15,-8 4 3 0,7-4-4 0,0 0-11 0,7 4-12 0,-1-4-15 16,1 0-7-16,6 0-10 0,-1 0-5 16,9 0-4-16,-2 0-13 0,1 0-10 0,6 0-11 15,6 0-3-15,-5 0-8 0,5 0-9 0,7 0-1 16,1 0-3-16,-2 0-2 0,1 0-8 0,7-4-1 15,-6 4-2-15,-2 0-7 0,1 4 1 16,7-4-6-16,-8 0-3 0,2 0 0 16,-7 0-2-16,5 0 3 0,-4 0 4 0,-2 0 4 0,1 0 2 15,-1 0 3-15,1 0 8 0,-7 0-6 0,0-4-3 16,7 4-1-16,-8-4-3 0,1 4-7 16,1 0-11-16,-1-3 0 0,0 3-6 0,7-4-5 15,-1 4-1-15,-6-4-3 0,13 4-1 0,-13-3-4 16,7 3-2-16,-1 0-3 0,1-4-3 15,-1 4 0-15,2 0 0 16,-2-4 0-16,1 4 2 0,-1 0-3 0,-6-3 1 0,7 3 0 16,-7 0-1-16,7 0 2 0,-1-3 3 0,-6 3 3 15,7 0-3-15,-1 0 1 0,1 0 0 16,6-5-5-16,-7 5 0 0,2 0-4 0,4 0 2 16,-5 0-5-16,-1-3 0 0,1 3-1 0,-1 0 1 15,2 0 0-15,-2 0 0 16,-7 0 4-16,9 0-1 0,-9 0 3 15,1 0-1-15,7 0-2 0,-7 0-1 0,-6 0-1 0,5 0 3 16,2 0-2-16,-1 0 0 0,0 0 1 0,1 0 0 16,-2 0 2-16,1 0-2 0,0 0 1 0,1 0 0 15,-1 0 4-15,-7 0-4 0,7 3 1 16,0-3 1-16,-7 0-2 0,8 0 6 0,-7 5-3 16,-1-5 4-16,1 0 0 0,5 0 2 15,-5 0 2-15,-1 3 1 16,1-3-6-16,-1 0-1 0,2 3-3 0,5-3 1 0,0 0-5 15,-1 0-4-15,2 0 2 0,-1 4 4 0,0-4-1 16,0 0-3-16,0 0 2 0,-6 0-1 16,6 0 4-16,-7 0 8 0,1 0 7 0,-7-4 10 15,0 4 11-15,0 0 14 0,0 0 9 0,-7-3 6 16,1 3 3-16,-7-3 0 0,1 3-2 16,-2 0-8-16,-6-5-10 15,8 5-21-15,-14-3-32 0,6 3 0 0,1 0 0 0,-7 0 0 0,0-4-27 16,-7 4-91-16,1 0-73 0,-1-3-85 15,-6 3-105-15,-7-4-127 0,8 0-160 0,-8 1-175 16,-6-1-156-16,-7-3-33 0,-6 2 44 16,-6-2 109-16,-7 0 182 0,-7 0 218 0</inkml:trace>
  <inkml:trace contextRef="#ctx0" brushRef="#br0" timeOffset="7999.62">1849 2077 77 0,'0'0'204'0,"-6"0"4"16,6 0-24-16,-7 0-29 0,7 0-26 0,0 0-17 16,0 0-8-16,0 0-5 0,0 4 3 0,0-4 13 15,0 0 20-15,0 0 29 0,7 0 20 16,-1 0 31-16,-6 0 27 0,13 3 26 0,-6-3 23 15,-1 0 4-15,7 4 3 0,0-4-21 0,6 0-20 16,1 0-27-16,0 0-32 0,-1 0-23 16,7 0-18-16,1 0-9 0,-1 0-9 0,6 0-11 15,1 0-14-15,-1 0-13 0,7 0-13 0,-6-4-11 16,6 4-9-16,-6 0-9 0,6 0-9 16,-1 0-5-16,1-3 0 0,7 3 3 15,-7 0 3-15,7-4-1 0,-7 4 3 16,6-4-4-16,-5 4-7 0,5 0-4 0,1-3-4 15,-7 3 1-15,6 0 0 0,1 0 4 0,-1 0-1 16,2 0 2-16,-9 0-1 0,1 0-1 0,7 0-2 0,-7 0-1 16,0 0-1-16,1 0-2 0,-2 0 1 0,1 0-3 15,0 0-5-15,1 0-3 0,-1 0 4 16,6 0-6-16,-5 0-4 0,-2 0 3 0,-5 0 1 16,6 0 5-16,1 0-2 15,-8-4 7-15,7 4 3 0,-7 0 4 0,1 0-1 0,-1 0 2 16,-5 0 2-16,5 0 1 0,-6 0-2 0,7 0-6 15,-7-3 1-15,0 3-6 0,-1 0-5 16,2 0-7-16,-1-5-3 0,6 5-2 0,-5 0-2 16,-1-3-1-16,0 3-2 0,0 0-1 0,-1 0 1 15,-5-4-3-15,6 4 1 0,1 0 1 16,-1 0 0-16,-1-3-1 16,-5 3 2-16,6 0 0 0,0 0-2 0,-7 0 1 0,8 0-2 15,-1-4-1-15,0 4-2 0,-6 0-2 0,5 0-1 16,1-4 1-16,0 4 3 0,1-3 0 15,-1 3 1-15,0 0-1 0,0 0 0 0,-1 0 0 16,8 0-2-16,-7-4 1 0,0 4 0 16,1 0 1-16,-1 0 1 0,0 0-1 0,-7 0 0 15,7 0-1-15,0 0 2 16,-6 0 1-16,5 0-1 0,2-4 1 0,-1 4 0 0,0 0 3 16,-6 0-3-16,5 0-1 0,1 0-1 0,1-3 0 15,-1 3 1-15,0 0-1 0,0 0-1 0,0-5-1 16,0 5 2-16,0 0-1 0,0-2 0 15,0 2-1-15,0 0-3 0,1-5 3 0,-2 5 2 16,-5 0 0-16,6-3 0 0,0 3 2 16,-7 0 5-16,7-4 0 15,-6 4-3-15,6 0 0 0,-7 0-3 0,1 0 1 0,6-4-3 16,-7 4 0-16,1 0 1 0,6 0-2 0,-6 0 1 16,-1-3 0-16,7 3 1 0,-6 0 2 15,7 0 1-15,-9-4-2 0,2 4 3 0,-1 0-1 16,1 0 1-16,0 0-1 0,-1-4 0 15,1 4 2-15,0 0 0 0,-1-3 1 0,1 3-1 16,-8 0 1-16,8 0-1 16,0 0 3-16,-1-4 1 0,1 4 0 0,0 0 6 0,-1 0 5 15,0 0 5-15,0-3 1 0,1 3 5 0,0 0 0 16,-1 0 3-16,1-5-4 0,0 5-2 0,-1 0-3 16,1-3 1-16,-8 3 4 0,8 0-7 15,-7-3 3-15,7 3-4 0,-8 0 3 16,8 0-4-16,-7-4-3 0,0 4 0 15,7 0-3-15,-7-4-1 0,0 4-6 16,0-3-9-16,0 3 0 0,0 0 0 0,0 0 0 0,0 0 0 0,0-4 0 16,-7 4 0-16,8 0 0 0,-8 0 0 15,1-4 0-15,5 4 0 0,-4 0 0 0,-2 0 0 16,0 0 0-16,0-3 0 0,1 3 0 16,-7 0 0-16,7 0 0 0,-1 0 0 0,-6-4 0 15,7 4 0-15,-7 0 0 0,0 0 0 16,0 0 0-16,6-4 0 15,-6 4 0-15,0 0 0 0,0 0 0 0,0 0 0 0,0 0 0 16,0 0 0-16,0 0 0 0,-6-3 0 0,-1 3-175 16,1-4-259-16,-1 4-194 0,0-4-263 0,1-3-212 15,-6 0-63-15,4-4 26 0,-4 0 101 16,-1 0 186-16,6-1 291 0</inkml:trace>
  <inkml:trace contextRef="#ctx0" brushRef="#br1" timeOffset="12958.59">3275 3260 41 0,'0'0'351'0,"-6"-3"69"0,6-2 59 0,0-2 15 16,0 4-13-16,-7-4-32 0,7-1-12 15,0 4-15-15,0-3-13 16,0 4-28-16,0-5-48 0,0 5-48 0,0-1-46 16,0 0-38-16,0 4-35 0,0-3-35 0,0 3-38 15,0 0-31-15,0 0-25 0,0 3-11 0,0 5 6 0,0-1 15 16,0 7 16-16,0 1 11 0,0 4 10 15,0 2 4-15,0 2-9 0,0 2-14 0,0 1-3 16,7-1-6-16,-7 0-6 0,0 2-5 0,0-2-5 16,6-3-6-16,-6 0-9 0,7 0-7 15,-7-3-2-15,7-5-4 0,-7 0-2 16,0 1-3-16,6-4-6 0,-6-3 1 0,0 0 1 16,6-4 0-16,-6 2 1 0,0-6 4 0,0 4-9 15,0-4-36-15,-6 0-49 0,6 0-64 16,-6-4-82-16,6 1-110 0,-7 0-127 0,0-6-135 15,-6-2-132-15,7 0-122 0,0 0-19 16,-1 0 56-16,-6-7 110 0,7 3 155 0</inkml:trace>
  <inkml:trace contextRef="#ctx0" brushRef="#br1" timeOffset="13280.6">3080 3007 333 0,'-13'-3'500'0,"0"-1"88"16,7-2 83-16,-7 1-18 0,6-2-101 15,0 2-73-15,1 2-58 0,0 0-57 0,6-1-65 16,0 4-76-16,-8-4-58 0,16 4-53 0,-8 0-40 16,12 0-22-16,2 0-9 0,-1-3-6 15,13 3 2-15,-7 0 0 0,7 0-2 0,6 0 0 16,-5 3 0-16,5-3-1 15,1 0 0-15,-1 0-1 0,1-3-5 0,6 3-7 0,-6 0-6 16,-7 0-2-16,7-3-11 0,-8 3-4 0,-5 0-19 16,0 0-32-16,-1 0-49 0,-6 0-63 15,-7 0-78-15,1 0-104 0,-1 3-105 0,1-3-111 16,-14 3-101-16,7 1-75 0,-6 0 7 0,-1-1 69 16,1 5 100-16,6-5 134 0</inkml:trace>
  <inkml:trace contextRef="#ctx0" brushRef="#br1" timeOffset="14070.74">3907 2945 171 0,'-6'-7'375'0,"6"3"59"0,-7 1 60 0,7-1-36 16,-7 0-64-16,1 1-25 16,0-1-15-16,-1 4-21 0,0-3-33 0,1 3-37 0,-7 0-44 15,7 0-49-15,-1 3-45 0,-6 1-23 0,7-1-10 16,-8 5 1-16,2-1-5 0,-2 3-2 0,1 5-1 16,7-1-4-16,-8 5-3 0,8 0-3 15,-6 7 7-15,5-1 8 0,0 4 8 16,1 1 2-16,-1 2 3 0,7 2-5 0,-6 2-7 15,6 1-11-15,0 0-8 16,6 0-11-16,1-2-9 0,-7-1-8 0,13-2-4 16,-6-2-5-16,5-1-3 0,2-4-1 0,-2-2-2 15,1-2-1-15,1-1-5 0,-2-6-4 16,2 1-3-16,-2-4-3 16,2-4-3-16,-1 0-7 0,-7-3-18 0,7-1-33 15,-6-3-52-15,5 0-68 0,-5-3-110 16,6-1-142-16,-6 1-139 0,-1-8-139 0,0 0-138 15,8-1-37-15,-14-2 56 0,12 0 115 16,-4-2 142-16,-2-2 162 0</inkml:trace>
  <inkml:trace contextRef="#ctx0" brushRef="#br1" timeOffset="14696.65">4057 3223 213 0,'0'-10'445'0,"0"-1"82"16,0 3 79-16,-6 2-8 0,6-3-85 0,0 6-74 0,0-2-68 15,0 3-68-15,0 2-73 0,0-4-65 16,0 4-53-16,0 4-31 0,0-2-9 0,0 3 2 16,6 3 11-1,-6 2 9-15,0 1 11 0,7 0 7 0,-7 4 0 0,0 3-1 0,6 0-2 16,-6 1-1-16,0-1-9 0,6 4-12 0,-6-3-9 31,7 2-6-31,-7 1-8 0,7-3-4 0,-7-1-2 0,0 0 0 0,6-2 2 16,-6-2-2-16,0-3 8 0,0-4 15 15,0 0 18-15,0 1 23 0,0-5 25 0,0 1 25 16,0-4 15-16,0 0-8 0,0 0-17 16,0-4-26-16,0 1-33 0,0-5-33 15,-6 1-28-15,6-4-14 16,-7-3-11-16,7-1-8 0,-7-4-3 0,7 1-6 16,-6 0 20-16,6-1-12 0,0 5-7 0,-6-4 0 15,6-1-3-15,0 5 1 0,0-2-22 0,6 2 8 16,-6 3 5-16,0 0 1 0,6 0 0 15,1 0 0-15,0 4-1 0,-1-4 0 0,7 4-1 16,0-1-2-16,0 5 1 0,0-5 0 16,0 5-1-16,7 0 1 0,-7-1 2 0,0 4 2 15,6-5 1 1,-5 5 0-16,-2 0 2 0,2 5-1 0,5-1 3 0,-13-1-1 0,8 0 0 16,-2 1 1-1,-5 7 0-15,6-4 0 0,-7 4 2 0,1 0-1 16,-1 3 2-16,1 1 0 0,0 0 1 15,-1-1 0-15,0 5 1 0,-6-5-1 0,8 5 1 16,-8-4 0-16,0 4-2 0,6-5 4 16,-6 4 1-16,0-3 5 0,0-5 3 15,6 5-2-15,-6-3 5 0,0-5-2 0,0 0-1 16,0 1-4-16,0-5-3 0,0 4 0 0,7-3 1 16,-7-4-3-16,0 4-17 0,0-4-27 15,0 0-47-15,0 0-78 0,0 0-101 0,0-4-128 0,0-3-166 0,0 0-199 16,0-5-193-16,0 2-81 0,0-5 15 15,0 0 84 1,0-2 157-16,6-3 214 0</inkml:trace>
  <inkml:trace contextRef="#ctx0" brushRef="#br1" timeOffset="15125.1">4532 2967 48 0,'0'-7'446'0,"0"-5"99"0,0 5 95 0,0 0 75 16,7 0-92-16,0 3-98 0,-7-3-83 0,6 4-72 0,0-6-74 0,1 6-60 15,-1 0-60-15,8-1-44 0,-2 4-36 0,2 0-9 16,-2 4-12-16,2-1-7 0,-1 4-2 16,7 1-1-16,-8 3 0 0,1 3-4 0,7 5 6 15,-7-2 5-15,0 6 3 0,-1-2-2 16,2 6 1-16,-8 2 4 0,1 4 1 0,6-4 4 15,-6 3-2 1,-1 6-4-16,-6-2 0 0,6 1-5 0,-6 0-8 0,0-4-8 16,-6 3 2-16,6-5 8 0,-6 1 5 0,-1-7 4 15,0 1 5-15,-6-5 10 0,7 2 5 16,-8-5 0-16,8-3-1 0,-6-4 0 0,5 0 5 16,0-3 3-16,-6-1-2 0,7-4-1 15,-1 5-4-15,0-8-22 16,1 3-73-16,6-3 0 0,-6 0 0 15,0 0 0-15,6 0 0 0,-8-3 0 0,8 3 0 0,0-4-167 16,-6 4-108-16,6-4-103 0,0-2-128 0,6 2-152 16,-6-4-168-16,14-3-176 0,-2 3-45 15,2-3 35-15,5 0 108 0,1-3 171 16,6 3 210-16</inkml:trace>
  <inkml:trace contextRef="#ctx0" brushRef="#br1" timeOffset="21858.97">5621 3235 25 0,'0'7'285'0,"-8"-4"47"0,2 4 44 0,0-2-26 16,6 2-48-16,-7-4-28 0,7 1-16 16,-7 0-2-16,7-1 6 0,0 1 8 15,0 0 9-15,0-1 0 0,0 2-1 0,0-3-9 16,7 3-17-16,-7-2-23 0,7 2-25 16,5-5-23-16,2 3-26 0,-2-3-31 0,2 0-30 15,5 0-33-15,-5 0-22 0,4 0-16 16,2 0-11-16,-7-3-2 0,7 3-24 15,-8 0-24-15,2 0-55 0,-8-5-76 16,1 5-97-16,6 0-103 0,-13 0-104 16,7 0-105-16,-7 0-95 0,-7 0-29 0,0 5 41 15,-6-5 73-15,7 3 108 0,-8 0 125 0</inkml:trace>
  <inkml:trace contextRef="#ctx0" brushRef="#br1" timeOffset="22073.1">5581 3410 175 0,'-13'9'409'15,"7"-3"66"-15,6-2 50 0,-7-1-19 0,7 1-68 16,0-4-52-16,0 3-42 0,7-3-29 16,5 4-21-16,-5-4-31 0,6 0-38 0,6-4-39 15,1 4-26-15,0-3-18 0,-1-1-18 16,1 1-17-16,-1 3-18 0,1-8-16 0,0 6-17 16,-2-3-17-16,-4 1-14 0,-8 1-22 15,1-2-28-15,6 5-43 0,-13-3-60 16,7 3-83-16,-7 0-98 0,0-3-104 0,0 3-112 15,0 0-99-15,-7-4-73 0,0 4 14 16,1 0 65-16,-1-4 94 0,1 4 123 16</inkml:trace>
  <inkml:trace contextRef="#ctx0" brushRef="#br1" timeOffset="23264.65">6799 3077 132 0,'-6'0'271'0,"6"0"12"16,-7 4 11-16,7-4 28 0,-7 0-3 0,1 0-14 16,0 0-9-16,6-4 7 0,-8 4 8 0,2 0 10 15,0-4 3-15,-1 4-2 0,7 0-9 16,-6 0-18-16,6-3-23 0,-7 3-23 0,7-4-28 16,-7 4-25-16,7-3-18 0,0 3-20 0,-6-5-18 15,6 2-20-15,0 0-17 0,0-1-14 16,6 0-15-1,-6-3-16-15,7 3-13 0,0-3-9 0,-1 2-6 16,1-1-8-16,5 2-5 0,2-3-6 0,-1 3-2 16,0-2-5-16,0 1 0 0,0 1 1 15,0 4-3-15,7-3-1 0,-8 3-2 0,8 0 2 0,-7 0-2 0,7 3-1 16,-8 1 0-16,2 1-1 0,-1 1 3 16,-1 5 0-16,2-1 0 0,-2 2 1 15,2 3 3-15,-8 0 3 16,7-1 3-16,-6 4 5 0,6 1 4 0,-13-1 1 0,6 4 2 15,0 0 6-15,-6 0 0 0,0 0-1 0,0 0 2 16,-6 0-1-16,0 3-3 0,0-2-2 16,-1-1-3-16,-6 0-1 0,0-5-2 0,-1 2-1 15,2-1 4-15,-2-3 1 0,2-1 3 16,-8-2 3-16,7-1 5 0,1-4 1 0,-8-3 0 16,0-1 0-1,7 1-1-15,-7-4 2 0,8 0 2 0,-8-4 2 0,7 1 4 0,0-1 0 16,0-3-3-16,-1-1-4 0,8 0-5 15,-7 1-7-15,7-3-3 0,6 2-6 16,-7-3 0-16,7 3-3 0,0-2-5 0,0 0-3 16,7 1-4-16,-7-1-4 0,13 3-2 0,-7-1 0 15,0 5 0-15,8-4 2 0,-1 3 0 16,0 4 1-16,0 0 0 16,0 0 1-16,0 4-1 0,0-1 0 0,0 4 2 15,0 1 5-15,0 2 5 0,6 1 11 0,-5 4 7 16,-2-5 5-16,2 7 0 0,-1-4-2 15,-1-2-5-15,2 5-10 0,-8-6-6 0,8 1-2 16,-8 0 1-16,0 0-2 0,1-4-3 16,-1 4-23-16,1-4-44 0,0 1-64 0,-1-4-69 15,-6-1-77-15,6 1-87 0,0 0-100 16,-6-4-112-16,8 0-117 0,-2-4-104 16,0 0-87-16,7-3 2 0,-6-1 78 0,6-2 132 15,7-5 164-15</inkml:trace>
  <inkml:trace contextRef="#ctx0" brushRef="#br1" timeOffset="23625.62">7411 3139 87 0,'0'-11'495'0,"0"0"129"0,0 4 107 16,0-5 83-16,0 6-108 0,0-2-133 15,0 1-106-15,0 3-99 0,0 1-84 0,0-1-67 0,0 4-52 16,0 0-40-16,0-3-31 0,0 3-28 15,0 0-23-15,0 3-13 0,0 1-3 16,0 3 6-16,7 4 10 16,-7 3 20-16,0 1 15 0,6 3 13 0,-6 4 3 15,6 0 0-15,-6 1-6 0,0-2-12 0,7 5-9 16,-7-4-11-16,7 3-6 0,-7-2-10 16,0-1-7-16,0-4-5 0,6 0-5 0,-6 1-4 15,0-5 3-15,0-3-5 0,7 0-5 16,-7-4-4-16,0 0-2 15,0 1-13-15,0-3-27 0,0-2-33 16,0 1-41-16,0-4-60 0,-7 0-84 0,7-4-112 0,-6-4-124 0,-1 5-121 16,0-9-117-16,1 2-112 0,0-5-20 15,-1 0 65-15,0 1 114 0,-5-5 139 16,5 1 152-16</inkml:trace>
  <inkml:trace contextRef="#ctx0" brushRef="#br1" timeOffset="23876.5">7189 3095 421 0,'-12'-11'558'0,"5"4"101"0,-6-4 86 16,6 3-54-16,1 2-127 0,0-2-105 16,6 5-95-16,0-1-86 0,0-4-75 0,6 5-65 15,0-2-31-15,8-1-16 0,5 2-4 16,1 0 1-16,6 1 6 0,0-1 8 0,7 0-7 16,-8 2-9-16,8-3-12 0,0 1-9 0,-1 1-7 15,1 3-9 1,-1-5-6-16,-5 2-8 0,-2 3-8 0,-5-3-6 0,0 3-10 0,-8 0-8 15,-5-4-14-15,6 4-20 0,-7 0-29 16,1 0-38-16,-7 4-52 0,0-4-76 0,0 3-89 16,0 0-99-16,0 2-121 15,-7-2-120-15,1 1-113 0,6 1-13 0,-6 1 52 0,-1-6 95 0,0 4 133 16</inkml:trace>
  <inkml:trace contextRef="#ctx0" brushRef="#br1" timeOffset="24299.69">8043 2913 310 0,'0'-5'515'0,"0"-2"99"0,0 0 87 0,0 3-21 16,-7-3-129-16,1 3-108 0,0 1-99 0,-2-4-90 15,2 7-74-15,-6-5-47 0,4 2-28 16,-4 3-13-16,5 0 0 0,-6 0 0 0,0 0-3 16,7 0-7-16,-8 3-11 0,2 4-8 15,-1 1-3-15,-1 3-1 0,8 0 6 0,-7 4 10 16,0 7 10 0,0 0 13-16,0 7 10 0,6 1 10 0,1 3 5 0,0 3-4 0,-1 1-6 15,0 0-10-15,7 3-15 0,0-4-7 0,7 4-5 16,-7-3-1-16,7 0-2 0,-1-4 3 15,7 1 0-15,0-7-5 0,-6 0-7 0,5-2-10 16,2-3-9-16,-2-3-10 0,8-1-7 16,-7-4-7-16,1-3-8 0,-2-3-6 0,1 3-21 15,0-8-28-15,-6 2-43 0,5-1-51 16,-4-4-59-16,4 0-73 0,-6 0-93 16,2-4-117-16,-2-4-113 0,0 3-113 0,1-4-98 15,-1-2-73-15,-6-1 30 0,7 1 104 16,0-7 130-16,-7 3 155 0</inkml:trace>
  <inkml:trace contextRef="#ctx0" brushRef="#br1" timeOffset="24936.57">8128 3235 210 0,'-7'-8'436'0,"7"-3"77"0,0 4 81 16,0-4 5-16,-7 7-74 0,7-2-62 15,0 2-57-15,0-1-47 0,0 2-57 0,-6-2-67 16,6 5-57-16,0 0-44 0,0 0-32 15,0 0-21-15,0 0-18 16,0 0-7-16,0 5-2 0,6 3 5 0,-6-1 14 16,0 0 9-16,7 8 4 0,-7-5 0 0,7 9-1 15,-1-4-6-15,-6 3-6 0,6 1-7 0,-6 2-1 16,7-2 1-16,0 3-1 0,-7-5 8 16,6-2 3-16,-6 4 5 0,6-5 4 0,-6-3 2 15,0 0 2-15,0-3-2 0,0 0 0 16,0-1-2-16,7-4 5 0,-7 1 6 0,0-4 10 15,0 3 5-15,-7-3-4 16,7 0-5-16,0-3-15 0,0-1-19 0,-6 1-22 0,0-9-16 16,6 1-13-16,-14 0-7 0,14-2-5 15,-12-7-3-15,5 3-2 0,7-2-2 0,-7 1 0 16,1-1-1-16,-1 5 0 0,7-4 1 16,0 2-3-16,0 5-2 0,0-4-7 0,0 5-4 15,0-1-4-15,7 0-4 0,-1 4-1 16,1-4 1-1,0 3 5-15,5-2 3 0,2 2 5 0,-2 1 5 0,8 0 1 0,-7 2 1 16,0 2 2-16,0-5-1 0,1 8 1 16,-2-2-1-16,8 2 2 0,-7 0-1 15,-1 0 1-15,-4 2 0 0,4 3 2 0,1-2-4 16,1 0 3-16,-8 5 1 0,7-2 0 16,-6 2 0-16,5 1 0 0,-5 1 5 0,0 1 5 15,-1 0 4 1,1 0 6-16,-1 3 4 0,-6-2 6 0,6 2 4 0,-6 1-1 15,7 0 1-15,-7 3 1 0,0-3 4 0,0-4 4 16,0 7-1-16,7 1-1 0,-7-5-4 16,0-3-3-16,0 1-6 0,0-6-10 15,0 1-5-15,0 0-4 0,0 0-1 0,0-2-4 16,0-2-21-16,6 2-34 16,-6-5-47-16,0 3-58 0,0-3-81 15,0 0-98-15,0-3-116 0,6-2-153 0,-6 2-153 0,7-9-156 0,0 5-83 16,-1-4 12-16,1 0 89 0,6 0 162 15,0-3 187-15</inkml:trace>
  <inkml:trace contextRef="#ctx0" brushRef="#br1" timeOffset="25249.77">8734 3231 300 0,'0'4'512'0,"-8"-4"116"0,2 3 94 16,6-3-20-16,0 4-99 0,-6-4-90 16,6 3-81-16,0-3-79 0,0 0-57 0,0 4-40 15,6-1-33-15,0-3-23 16,2 5-19-16,4-5-19 0,-5 0-23 0,6 3-20 16,0-3-15-16,7 0-16 0,-8 0-9 0,2-3-11 15,5 3-7-15,-6-5-4 0,6 5-6 16,-5-3-5-16,-2 3-9 0,-5-4-7 0,6 4-8 15,-6 0-6-15,-1 0-12 0,-6-3-8 16,6 3-24-16,-6 0-35 0,8 0-51 16,-8 0-66-16,0-4-96 0,0 4-141 0,0 0-148 15,0-3-164-15,-8 3-161 0,8-4-45 16,0 0 42-16,0 4 110 0,0-4 154 0,8 1 191 16</inkml:trace>
  <inkml:trace contextRef="#ctx0" brushRef="#br1" timeOffset="25703.18">9312 3088 231 0,'-6'-4'521'0,"0"4"125"0,6-3 99 0,-6-1 15 16,6 0-113-16,0 4-118 0,-7-3-109 0,7 3-102 15,0-4-74-15,-7 4-44 0,7 0-28 16,0 0-13-16,0 0-2 0,0 0-1 16,0 0-6-16,0 0-15 0,-6 0-18 0,6 0-24 15,0 0-25-15,0 4-24 0,0-4-19 16,0 3-12-16,0 5-4 0,0-1 7 0,0 3 12 15,0 6 12-15,0-2 15 0,0 4 11 0,0 1 8 0,-7 0 4 16,7-1 0-16,0 3-2 0,-6 1-4 16,6-3-7-16,0-1-6 0,0 1-8 0,0-1-10 15,-7-3-7-15,7-1-8 0,0 1-6 16,0-5-5-16,0-1-6 0,7-3-1 16,-7 2-1-16,0-2 0 0,0-1-3 0,0-2-2 15,0-3-11-15,0 4-32 16,0-4-50-16,0 0-68 0,-7 0-90 0,7-4-146 0,0 1-184 15,-7-5-213-15,7-3-180 0,-6 0-54 16,6 0 27-16,0-3 111 0,0 0 179 16,0-1 232-16</inkml:trace>
  <inkml:trace contextRef="#ctx0" brushRef="#br1" timeOffset="26219.09">9274 2710 105 0,'-7'-3'501'0,"7"-1"125"0,0 1 95 0,-6-1 60 15,6 0-133-15,6 1-132 0,-6-1-113 0,7 4-100 16,-1-3-65-16,1 3-32 0,0 0-21 15,5 0-17-15,2 0-10 0,-2 0-5 0,1 3-13 16,1 1-15-16,4-1-19 0,-4 5-11 16,6-1-13-16,-1 7-7 0,1-3-6 0,-1 8 0 15,1-1 12-15,6 4 15 16,-6 0 9-16,5 7 7 0,-5 0 0 0,0 1 0 0,-1 3-18 16,0 4-14-16,-6-4-15 0,1 4-5 0,-8-1-2 15,7 1-5-15,-13 0-1 0,0 0 0 0,0-5 4 16,-7 0 2-16,1 5 0 0,-7-7 5 15,0 3 4-15,0-3 4 0,0-5 1 0,0 0 5 16,-7-3-13 0,7-3-64-16,0-1 0 0,0-3 0 15,1-1 0-15,-2-2 0 0,8-5 0 0,-7 0 0 0,6 0 0 0,1-3 0 16,-1-1 0-16,1 1 0 0,-1-4 0 16,7 3 0-16,-7-3 0 0,7 0 0 15,0 4 0-15,-6-4 0 0,6 0 0 0,0 0 0 16,0 0 0-16,0-4 0 0,0 4 0 15,0-3-73-15,0 3-327 0,0-4-141 0,6-3-165 16,-6 4-175-16,7-8-178 16,6-1-35-16,-6 2 44 0,6-1 114 0,-7 0 183 0,7-4 221 15</inkml:trace>
  <inkml:trace contextRef="#ctx0" brushRef="#br1" timeOffset="27776.49">10589 2871 98 0,'0'0'391'0,"0"-2"97"0,0 2 88 0,0-5 27 16,0 5 19-16,7-3-54 0,-7-1-53 15,0 4-54-15,0-4-63 0,-7 4-75 0,7-3-61 16,0 3-55-16,0 0-44 0,0 0-41 0,0 0-35 16,0 0-34-16,0 0-24 0,0 3-17 15,0 5-9-15,0 2 1 0,0 2 10 0,7 6 12 16,-7 1 11-16,0 2 9 0,6 1 6 16,-6 4 3-16,6 0-5 0,-6 0-7 0,8-4-8 15,-8 3-4-15,6 1-3 0,-6-5-7 16,6 1-1-16,-6-3-4 0,7-1-2 15,0-3-4-15,-7-1-4 0,6-2 1 0,-6-2-2 16,0-3-3-16,0 1-15 0,7-1-20 0,-7-3-33 16,0-4-52-16,0 4-72 0,-7-4-102 15,7-4-115-15,-6 0-119 16,-1 1-123-16,0-4-105 0,1-1-64 0,0 1 36 0,-8-4 89 16,8 0 119-16,-1 0 144 0</inkml:trace>
  <inkml:trace contextRef="#ctx0" brushRef="#br1" timeOffset="28030.86">10407 3058 205 0,'-6'-3'464'0,"-2"0"87"0,-4-1 84 16,12 4 9-16,-6 0-104 0,-1-4-98 16,7 4-80-16,0 0-66 0,7-3-53 15,-1 3-42-15,0 0-32 0,8 0-19 0,-2 0-5 0,15 0-3 0,-8-4-13 16,14 4-15-16,-7 0-9 0,7 0-8 0,-1 0-12 15,7-4-10-15,-6 4-12 0,-1-4-13 16,-6 4-11-16,0 0-8 16,1-3-10-16,-2 3-6 0,-5 0-4 0,-8-5-4 0,2 5-16 15,-8 0-21-15,1 0-35 0,0 0-53 0,-7 0-80 16,6 0-102-16,-6 0-101 0,0 0-113 16,0 0-119-16,-6 0-115 0,6 5-20 0,-7-5 48 15,7 0 87-15,-7 0 117 0,7 0 145 16</inkml:trace>
  <inkml:trace contextRef="#ctx0" brushRef="#br1" timeOffset="28625.41">11977 2931 110 0,'6'-4'384'0,"-6"0"74"16,6 1 66-16,-6-1 2 0,0 1-51 16,0-6-58-16,0 6-43 0,8-4-31 15,-8 3-28-15,0-3-29 16,0 3-40-16,0-4-27 0,0 1-18 0,-8 4-24 0,8-5-18 0,0 5-26 15,-6-1-17-15,6-3-19 0,-6 3-19 16,6 1-17-16,-7-2-13 0,0 2-13 0,-6 0-7 16,7-1-7-16,-7 4-4 0,0 0-3 0,7 0-3 15,-14 0-1-15,7 4-5 0,0-1 0 16,-6 5 3-16,-1 2 0 0,7-2 3 0,-7 6 2 16,8-2-3-16,-8 2 2 15,6 4 1-15,2 1 4 0,-8-1 7 0,13 0 8 0,-5 4 11 16,5 0 17-16,0 0 2 0,1-3 4 0,6 3 3 15,0 0 2-15,6-4 6 0,1 4-7 16,0-3 7-16,-1-1 0 0,7-3 3 16,0-1 1-16,0 1 2 0,0-1 3 0,6-3 3 15,1 0 1-15,6-3-3 0,-7-1-1 16,8-4-5-16,-8 1-11 16,8 0-6-16,-1-1-1 0,-7-3-4 0,7 0-6 0,-6-3-1 15,-1 3-4-15,-6-4-4 0,0 4-11 16,1 0-7-16,-2-4-8 0,-6 4-10 0,1 0-20 15,0-3-34-15,-1 3-52 0,-6 0-69 16,0 0-86-16,7 0-100 0,-7-4-127 16,0 4-148-16,0 0-162 0,0 0-161 0,6 0-51 15,-6-3 29-15,0 3 105 0,7 0 159 16,0 0 200-16</inkml:trace>
  <inkml:trace contextRef="#ctx0" brushRef="#br1" timeOffset="29811.08">12309 3205 416 0,'-7'-3'511'0,"0"-1"92"0,1 0 93 15,0 4-59-15,0-3-99 0,-2 0-82 16,8 3-60-16,-6-4-62 0,6 4-62 15,0 0-62-15,-6-5-41 0,6 5-28 0,0 0-25 0,0 0-21 16,0 0-30-16,0 0-20 0,0 5-12 0,0-5-7 16,0 4 1-16,0-1 4 0,0 4 11 15,0 0 18-15,6 1 13 0,-6 2 10 0,0 2 4 16,0-2 4 0,0 2 0-16,6 2-5 0,-6-3-8 0,0 1-7 15,0 3-5-15,0-5-2 0,0 0-3 16,0-1 1-16,0 1 1 0,0-2 0 0,0-1 0 0,0 0 0 15,0-4-4-15,0 6-2 0,0-6 2 16,0-3 6-16,0 3 5 0,0 1 6 0,0-4 7 16,0 0 3-16,0 0 3 0,0 0-2 15,0 0-6-15,0 0-8 0,0 0-8 16,0-4-12-16,-6 4-12 0,6-6-11 0,0-3-10 16,0 6-7-16,0-4-13 15,0 3 0-15,0 1 0 0,0-1 0 0,-6-3 0 0,6 3 0 16,0-3 0-16,0 2 0 0,0-1 0 0,0 2 0 15,0 0 0-15,0-2 0 0,0 1 0 16,0 2 0-16,0-2 0 0,0 3 0 16,0-3 0-16,0 2 0 0,0 3 0 0,0-4 0 15,0 4 0-15,0 0 0 0,-7 0 0 16,7-4 0-16,0 4 0 16,0 0 0-16,0 0 0 0,0 0 0 0,0 0 0 0,0 0 0 0,0 0 0 0,0 0 0 15,0 0 0-15,0 0 0 0,0 0 0 16,0 0 0-16,0 0 0 0,0 0 0 15,0 0 0 1,0 0 0-16,0 0 0 0,0 0 0 0,0 0 0 0,0 0 0 0,0 0 0 16,0 0 0-16,0 0 0 0,0 0 0 15,0 0 0 1,0 0 0-16,0 0 0 0,0 0 0 0,0 0 0 0,0 0 0 16,0 0 0-16,0 0 0 0,0 0 0 0,0 0 0 15,0 0 0-15,0 0 0 0,0 0 0 16,0 0 0-16,0 0 0 15,0 0 0-15,0 0 0 0,0 0 0 0,0 0 0 16,0 0 0-16,0 0 0 0,0 0 0 16,0 0 0-16,0 0 0 0,0 0 0 15,0 0 0-15,0 0 0 0,0 0 0 0,0 0 0 16,0 0 0-16,0 0 0 0,0 0 0 16,0 0 0-16,0 0 0 0,0 0 0 0,0 0 0 15,0 0 0-15,0 0 0 0,0 0 0 0,0 0 0 0,0 0 0 0,0 0 0 16,0 0 0-16,0 0 0 0,0 0 0 15,0 0 0-15,0 0 0 0,0 0 0 0,0-3 0 32,0 3 0-32,7 0 0 0,-7 0 0 0,0-4 0 0,0 4 0 0,0-4 0 15,0 1 0-15,6-1 0 0,-6 1 0 16,0-2 0-16,6-2 0 0,2 4 0 16,-8-4 0-16,6-1 0 0,0 4 0 0,0-3 0 15,1 0 0-15,0 3 0 0,6-3 0 16,-7 3 0-16,8-2 0 0,-8 2-1 0,6-1-3 15,-4 2 4-15,-2-2-3 16,7 3 0-16,-7 2-2 0,1 0-1 0,6 0 1 0,-7 0-1 16,0 0 1-16,2 2 0 0,-2 3 1 15,0-2-1-15,1 6 1 0,0-3 2 0,-1 2 0 16,1 3 2-16,-1-1-1 0,-6 2 1 16,6-2 1-16,1 2-1 0,-7-2 0 0,0 5 0 15,7-3 2 1,-7-2-1-16,0 1 0 0,0 0 5 15,0 1 5-15,0-5 11 0,6 4-5 0,-6-4-17 16,0-4 0-16,0 4 0 0,0-3 0 16,0 1 0-16,0-2 0 0,0 0 0 0,0-3 0 15,0 0 0-15,0 4 0 0,0-4 0 16,0 0 0-16,0 0 0 0,0 0 0 0,0-4 0 16,0 4 0-16,0-3-223 0,-6 0-244 15,6-2-206-15,-7 1-249 0,7-3-194 0,-7-3-48 16,1 2 44-16,0 1 112 0,-1-5 199 15,1 2 281-15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42:22.08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12413 2696 161 0,'-6'0'240'0,"6"0"10"0,0 0-40 0,0-4 9 0,0 4 25 0,0-3-7 15,0 3-13-15,-7-4-6 0,7 1 7 0,0 3-3 16,0-5-5-16,-7 2 0 0,7-1 0 0,0 1 7 15,-6-1-10-15,6 0-3 0,0 1-11 16,-7-1-16-16,7 0-20 0,-6 1-19 16,6 3-14-16,-6-4-14 0,6 1-10 0,-8-2-13 15,2 2-10-15,0 0-7 16,-7 3-8-16,6-4-10 0,-6 4-4 16,0-4 2-16,0 4-3 0,1 0-6 0,-8 0-8 0,7 4-3 0,-7 0-5 15,0-4-7-15,8 3-8 0,-8 5 0 16,1-5-1-16,-1 4 1 0,7 1 5 0,-7 3 4 15,0-4 3-15,2 4 3 0,-2 0 1 16,7 0 5-16,-7 3-3 16,8-3 3-16,-8 5 7 0,6-1 3 0,1-1 0 15,1 0-1-15,-2 1 2 0,2 0 0 0,5 3-3 0,-6-4-4 16,6 2 7-16,-5-2-3 0,5 4-1 0,-6-3-5 16,7 3-4-16,-2-4-6 0,2 5-4 0,0-1-1 15,-1 1 1-15,7-2 0 0,-6-1-2 16,6 2 2-16,0 0-3 0,0 1-3 15,6-1-2-15,1-3 3 0,-7-1 6 0,12 1 5 16,-4 0 7-16,4 0 5 16,2-5 6-16,-2 5 8 0,1-4 6 0,7-4 2 0,0 4-1 15,5-4-3-15,-5 0-6 0,6 1-8 16,7-4-8-16,-7-1-8 0,6 1-6 0,1-4-5 16,-1 0-2-16,1 0-3 0,-1 0-9 15,1-4 0-15,-1 1 0 0,-5-1 1 0,5 1 0 16,-6-2 2-16,1-2 4 0,-9 4-3 15,2-4 0-15,0 3-3 16,-1 0-1-16,1-3-3 0,-7 3 2 0,0 1 2 0,-6-1 0 16,-1 4 3-16,0-4 1 0,1 4-2 15,0-3-2-15,-7 3 1 0,0 0-1 0,6-4-2 16,-6 4 0-16,0 0-1 0,-6 0-1 16,6 0-3-16,-7 0 0 0,0 4 0 0,1-4-3 15,-7 0 1-15,0 3 0 0,0-3 1 16,-7 4 0-16,8 0-1 15,-8-1 0-15,1 1 1 0,-7-1 0 0,6 5 0 0,-7-4 1 16,9 3 1-16,-9-4 0 0,7 1-1 16,2-1-4-16,-2 2 4 0,7-2-2 0,-7 1 0 15,8-4 2-15,-2 3 1 0,1-3 3 16,0 0-3-16,0 0 2 16,0-3 0-16,0 3 0 0,0-4 3 15,0 1 6-15,0-2 6 0,6 2 5 0,-6-1 1 16,1 1 0-16,4-4-1 0,-4 3-6 0,5-4-5 0,-6 5-4 15,6-4-2-15,1-1 0 0,-6 5-2 16,4-5-2-16,2 2-1 0,0 2 0 0,-1-4 2 16,0 3 1-16,1 3 2 0,-1-5 3 15,7 2-1-15,-6 2 1 0,6 0 1 16,0-2-4-16,0 3 3 0,-6-3-3 0,6 1-1 16,0 1-1-16,0-1-2 15,6 1 0-15,-6-5-3 0,6 1-1 0,-6 4 1 16,7-6-1-16,-1 3-1 0,1-5 0 0,0 3 2 15,-1 1 0-15,0-4 0 0,2 4 3 0,-2-4-1 16,0 3 0-16,0 0 0 0,1-2-2 16,0-1 1-16,-1 5-2 0,1-6 3 0,-1 1-3 15,0 3-1-15,2-3 2 0,4 0-2 16,-6 1 0-16,8-1-2 0,-1-1 0 16,0 5 1-16,0-4-1 0,0 0 2 0,6 1 0 0,-6-2-2 15,7 5 3-15,0-4 2 0,6-1-1 16,-7 6-2-16,7-5 0 0,-6 3 1 0,-1 1-1 15,1 0-1-15,-8-1 0 0,2 5 2 0,-1-1 0 16,0 0-1-16,0 1 0 0,-7 0 0 16,0-2 1-16,-6 5 0 0,8-4 0 15,-8 4 0-15,0 0-1 16,0 0-1-16,0 0 1 0,0-3 2 0,-8 3-3 0,-4 0 1 16,6 0 2-16,-8 0 0 0,1-3 0 0,-7 3-2 15,2 0 3-15,-2 0-1 0,0 3-2 0,-5-3 1 16,-2 0 0-16,7 3 0 0,-6-3-2 15,0 4 1-15,7-4 2 0,-7 5 0 0,0-2-2 16,6 0 1-16,-5 1 2 0,5 0 0 16,0 3-2-16,1-3 0 0,-1 3-1 0,0 0 1 15,1 1 1-15,6-1-2 16,-6 0 3-16,-1 4 0 0,7-4 2 16,0 4-3-16,-6 0 0 0,5 1 0 0,8-1-5 0,-7 0 0 0,0-1-1 15,6 2-1-15,1 2 0 0,6-3 2 16,-6 4 3-16,6-1-3 0,-8 1 4 0,8 0 3 15,0 0 1-15,8-1 0 0,-8 1-3 16,0 0 1-16,6-1-1 16,0 1-1-16,1 0 2 0,-1-1 0 0,7 0 2 0,-6-3 1 15,5 0 2-15,2 1 0 0,-1-2-1 0,6 2-1 16,-6-5 1-16,7 4-1 0,0-7 0 16,-1 3 1-16,1 0-1 0,0-3 0 15,5 0 3-15,1-1-1 0,0 1-5 0,0-1-1 16,1-3 0-16,-1 0 0 0,-1 4-4 15,9-4 1-15,-9 0 3 16,1-4 1-16,-6 4 2 0,6 0-3 0,-7 0 2 0,1-3-1 16,0 3 1-16,-1 0 0 0,-6-4 1 0,0 4-2 15,-7-3 1-15,0 3 1 0,2 0 0 16,-8 0 1-16,6 0-2 0,-6 0 3 0,0 0-3 16,0 0-1-16,0 0-1 0,-6 0 1 15,-2 0-2-15,-4 0 1 0,6 3 2 16,-8-3 0-16,1 4 0 0,-7-4-2 15,8 0 1-15,-8 0 4 0,1 0 6 0,-1-4 8 16,0 1 8-16,-5-1 7 0,5 0 5 16,0-3 1-16,-6 0-13 0,7-1-27 0,-1 1 0 15,1-3 0-15,-1-2 0 0,0-2 0 16,2 3 0-16,4-8 0 0,1 4 0 0,-7-4 0 16,8 2 0-16,-2-6 0 15,8 6 0-15,-7-3 0 0,6-1 0 0,1 3 0 16,-1-1 0-16,7 1 0 0,0 0 0 0,0-1 0 0,0 5 0 15,7-4 0-15,-1 3 0 0,1-4 0 16,0 4 0-16,5 1 0 0,2 0 0 0,5-5 0 16,1 8 0-16,0-4 0 0,-2 1 0 0,9 0 0 15,-1 2 0-15,0 1 0 0,0 0 0 16,1 4 0-16,-2-1 0 0,1 1 0 0,0 4 0 16,0-5 0-16,-6 5 0 15,-1 3 0-15,1-4 0 0,-7 0 0 0,-7 4 0 0,8 0 0 16,-8-3 0-16,0 3 0 0,-6 0 0 0,0 0 0 15,0 3 0-15,0-3 0 0,-6 4 0 16,0 0 0-16,-8-1 0 0,1 1 0 0,-7 0 0 16,2 3 0-16,-2 1 0 0,0-1 0 15,1 0 0-15,-7 0 0 16,-1 4 0-16,9 1 0 0,-9-1 0 0,1 0 0 16,0 4 0-16,6-5 0 0,-6 8 0 0,1-3 0 0,5 0 0 15,-7 3 0-15,9-4 0 0,-2 4 0 0,0 1 0 16,1-1 0-16,5 1 0 0,-5-5 0 15,6 5 0-15,0-2 0 0,7 0 0 0,-8 0 0 16,2 1 0-16,4-3 0 0,2 4 0 0,0-1 0 16,6-4 0-16,-7 1 0 0,7 3 0 15,0-2 0-15,0-3 0 16,0 1 0-16,7-1 0 0,-7 1 0 0,6-3 0 0,8 0 0 16,-8 0 0-16,7 0 0 0,6-4 0 0,-6 1 0 15,7-1 0-15,6 0 0 0,0-3 0 16,1 3 0-16,-2-3 0 0,7-4 0 0,1 3 0 15,0-3 0-15,6 0 0 0,-6 0 0 16,5 0 0-16,-5-3 0 0,-1 3 0 0,1-4 0 16,-7 4 0-1,0-4 0-15,1 1 0 0,-9-1 0 0,-4 0 0 0,6 1 0 0,-7-1 0 16,-7 4 0-16,7-3 0 0,-6 3 0 16,-1-5 0-16,-6 5 0 0,6 0 0 15,-6-3 0-15,7 3 0 0,-7 0 0 0,0 0 0 16,0-4 0-16,0 4 0 0,0 0 0 15,-7 0 0-15,7 0 0 0,-6-3 0 0,0 3 0 16,-1 0 0 0,-6 0 0-16,0-4 0 0,0 4 0 0,0 0 0 15,-1 0 0-15,2 0 0 0,-8 0 0 16,7 0 0-16,1 0 0 0,-8 0 0 16,0 0 0-16,7 0 0 0,-7 0 0 0,2 0 0 0,-2 0 0 0,0 0 0 15,1 0 0-15,5-3 0 0,-5 3 0 16,-1 0 0-16,8-4 0 0,-8 4 0 0,7-4 0 15,0 0 0-15,-7-3 0 0,7 4 0 16,1-5 0-16,-2 1 0 0,1 0 0 16,0-5 0-16,0 2 0 0,1-2 0 15,-2-1 0-15,1 1 0 0,6-3 0 16,-6-4 0-16,7 5 0 0,0 3 0 0,-1-4 0 16,0 1 0-16,7-1 0 0,-6 5 0 0,6-5 0 15,0 0 0-15,0 3 0 0,0 2 0 16,6-5 0-16,1 4 0 0,0-3 0 0,5 0 0 15,1-1 0-15,1 0 0 0,6 1 0 0,-2-2 0 16,2 2 0-16,7-1 0 0,-9 1 0 16,9-1 0-16,-1 4 0 0,0 0 0 0,-7 1 0 15,1 1 0-15,0-1 0 0,-1 3 0 16,1-1 0-16,-8 0 0 0,2 6 0 16,-8-7 0-16,7 6 0 0,-6-1 0 0,-1 1 0 15,1 3 0-15,-7-4 0 0,6 4 0 0,-6-4 0 16,0 4 0-16,7 0 0 0,-7 0 0 0,-7 0 0 0,7 0 0 15,-6 4 0-15,-1 0 0 0,1 3 0 0,-8 0 0 16,-4 5 0-16,4-1 0 0,-5 3 0 16,-1 1 0-16,0 3 0 0,-6 0 0 0,7 4 0 15,-1-4 0-15,-6 4 0 0,7 4 0 16,-1-3 0-16,0 2 0 16,1-3 0-16,6 3 0 0,-6-3 0 0,5 4 0 15,2-4 0-15,-2 4 0 0,8-5 0 0,-1 2 0 0,1-2 0 16,6-2 0-16,0 4 0 0,0-9 0 15,0 4 0-15,6-3 0 0,1-1 0 0,-1-3 0 16,8 0 0-16,6-4 0 0,-2 1 0 16,2 0 0-16,7-1 0 0,-2-4 0 0,8 2 0 15,0-5 0-15,-1 0 0 0,1 0 0 16,-1-5 0-16,1 5 0 16,-1-3 0-16,-5 3 0 0,-1-5 0 0,-7 3 0 0,-6 2 0 15,0-5 0-15,-1 2 0 0,-4 3 0 16,-2 0 0-16,0-4 0 0,-6 4 0 0,0 0 0 15,0-4 0-15,-6 4 0 0,0-3 0 16,-2 3-571-16,-4-4-258 0,-1 0-295 16,0 1-105-16,-6-1 9 0,-1-4 85 0,-6 5 165 15,6-1 243-15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39:02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4135 4978 190 0,'0'-3'454'0,"0"-5"87"0,-6 5 91 16,6-8 29-16,0 3-70 0,6-3-64 15,-6 5-48-15,0-6-32 0,0 5-47 16,0-4-48-16,0 4-39 0,0 0-33 0,0 2-23 15,0 2-32-15,0-1-30 0,0 4-38 16,0 0-35-16,0 0-28 0,0 4-6 0,-6 6 5 16,6 6 12-16,0 2 12 0,0 0 7 15,6 8-2-15,-6 2-13 0,0 3-17 16,0-2-17-16,0 0-9 0,0 4-8 0,0 0-9 16,6-4-9-16,-6 4-10 0,0-7-8 15,7 3-6-15,-7-3-5 0,0-5-3 0,7 2-2 16,-7-4-3-16,0-5-3 0,6-3-9 15,-6 0-24-15,0-4-47 0,0-3-71 16,0-1-96-16,-6-3-114 0,-1-3-135 0,0-1-148 16,1-7-127-16,-7 0-101 0,7-7-94 0,-8 0 12 15,2-9 89-15,-2 2 143 0,2-8 159 16,-8-3 162-16</inkml:trace>
  <inkml:trace contextRef="#ctx0" brushRef="#br0" timeOffset="228.01">3868 4876 169 0,'-13'-11'603'15,"0"0"129"-15,7-1 95 0,-1 5 75 16,0-4-134-16,7 8-184 0,-6-1-162 0,6 0-115 16,6 1-84-16,1-1-58 0,6 4-40 15,0-3-26-15,7 3-18 0,6 0-7 0,7 0-9 16,-7-5-13-16,13 5-15 0,-7 0-11 16,7-3-6-16,-7 3-1 0,7-3-4 15,1-1-6-15,-8 0 1 0,1 1-2 0,-7-1-7 16,0 0-34-16,-7 4-61 15,-5-3-87-15,-2 3-126 0,-5 0-161 16,-1 0-172-16,-6 3-191 0,0 1-62 0,0-4 20 16,-6 4 89-16,6-1 140 0,-7-3 168 15</inkml:trace>
  <inkml:trace contextRef="#ctx0" brushRef="#br0" timeOffset="593.95">4747 4703 191 0,'6'-11'625'0,"-6"4"117"0,8-4 85 15,-8 0 72-15,-8-4-127 0,8 5-185 16,-6-1-150-16,0 0-87 0,0-1-67 0,-8 6-58 16,8-2-59-16,-7 0-44 0,6 5-34 0,-6 3-27 15,1 0-15-15,-2 3-12 0,-5 5-7 16,5 6-10-16,-4 1-4 0,-2 7-1 15,0 4 9-15,7 4 16 0,-7 2 24 16,1 9 28-16,6 2 26 0,0 5 27 0,0 0 13 16,0-1 7-16,7 1-4 0,6 0-11 15,0-4-14-15,0-1-16 0,6 2-16 0,-6-6-20 16,13-2-14-16,-7-4-15 0,7 1-23 16,0-5-29-16,7-4 0 0,-7 1 0 0,6-8 0 15,1 0 0-15,-7-2 0 0,7-6 0 16,-8 1 0-16,8-7 0 0,-7 0-48 0,-7-4-133 0,8 0-103 15,-2-8-119-15,-5 1-151 0,6-5-160 16,-6-1-146-16,6-6-150 0,-6 1-23 0,5-4 55 16,-6 0 129-16,8-4 171 0,-1 1 192 15</inkml:trace>
  <inkml:trace contextRef="#ctx0" brushRef="#br0" timeOffset="859.5">4923 4975 379 0,'0'-15'652'0,"0"4"126"0,0 0 100 15,0 4 1-15,0-1-120 0,0 5-156 0,0-4-156 16,0 7-112-16,0 0-93 0,0 0-76 16,0 0-61-16,0 7-34 0,0 4-9 0,0 3 3 15,0 5 14-15,0-1 20 0,0 4 14 16,7 0 3-16,-7 4-2 0,0 0-9 0,0-1-12 16,0-3-16-16,0 0-14 0,0 0-14 15,0-5-11-15,0 3-10 0,0-6-7 0,0 1-6 16,0-1-5-16,-7-6-10 0,7 2-20 15,0-2-51-15,0-4-79 0,0-1-108 16,0-3-160-16,-6-3-182 0,6-4-176 0,0-1-179 16,0-7-60-16,-7 1 39 0,7-4 123 15,-7-8 164-15,7 0 186 0</inkml:trace>
  <inkml:trace contextRef="#ctx0" brushRef="#br0" timeOffset="1203.19">4930 4703 239 0,'0'-18'579'0,"6"0"121"0,-6-1 89 16,6 1 29-16,-6 4-124 0,8-1-142 16,-2 0-140-16,0 5-106 0,-6-2-79 15,14 5-63-15,-8 3-53 0,0-3-39 0,14 7-19 16,-7 4 1-16,7 3 4 0,-1 3 8 16,1 5 10-16,6 4 13 0,0 7 11 0,-1 4 2 15,1 2 7-15,1 5 8 0,-1 7 0 16,-6 3 1-16,-1 1-3 0,-6 3-3 15,-7 0-6-15,1-3-10 0,-1 0-4 0,-6-1-6 16,-6 2-1-16,-1-6 0 0,1 1 0 16,-1-8 1-16,-6 1 0 0,7-3 6 15,-8-6 3-15,2-2-2 0,-1-1-2 0,0-6-27 16,6-4-64-16,-5-1 0 0,4-3 0 16,2-4 0-16,-7-2 0 0,6-2 0 0,1-3 0 15,0 0 0-15,-1-3-1 0,7-2-298 0,-6-2-175 16,12 0-224-16,1-8-239 0,5 0-187 15,2-3-38-15,6-4 51 0,5 0 138 0,7-3 211 16,1 3 252-16</inkml:trace>
  <inkml:trace contextRef="#ctx0" brushRef="#br0" timeOffset="1437.49">5992 5085 77 0,'6'3'650'0,"-6"5"159"15,6-5 97-15,-6-3 56 0,7 4-76 0,-7-4-218 16,6 0-226-16,1 0-137 0,0 0-80 16,5 0-46-16,2 0-45 0,-2 0-39 0,8-4-35 15,-1 4-25-15,7-3-13 0,-6-5-11 16,6 5-13-16,7-1-36 0,-7-4-63 0,-1 1-97 16,-5 0-145-16,0 3-158 0,-1-3-164 15,-5 0-152-15,-8 2-76 0,-6 5 23 16,0-2 104-16,-6 2 139 0,-8 0 160 0</inkml:trace>
  <inkml:trace contextRef="#ctx0" brushRef="#br0" timeOffset="1671.82">6108 5195 357 0,'-6'11'647'0,"0"0"124"0,-1 0 91 0,1-4 1 16,6-4-96-16,-7 5-135 0,7-5-123 15,7 1-69-15,-1 0-48 0,1-1-54 0,-1-3-56 16,7 0-55-16,6 0-55 0,1 0-50 15,6-3-38-15,1-1-29 0,-8 0-20 0,7 1-15 16,0-1-9-16,-7-3-9 0,1 3-14 16,-7 1-34-16,0 3-57 0,-7-5-78 15,1 2-101-15,0 0-149 0,-7-1-173 0,0 0-178 16,0 1-183-16,0-1-49 0,0-3 34 16,0 3 115-16,6-3 165 0,7 3 203 0</inkml:trace>
  <inkml:trace contextRef="#ctx0" brushRef="#br0" timeOffset="2127.39">7580 4913 56 0,'7'-11'553'16,"-7"-5"133"-16,7 6 88 0,-7-5 76 15,0-4-84-15,6 5-135 0,-6 3-159 0,0-3-92 16,6-1-43-16,-6 0-41 0,0 1-39 0,-6 3-28 16,6-3-32-16,-6 6-32 0,-1-4-38 15,0 5-31-15,1 0-28 0,-8 4-25 0,2-2-16 16,-1 5-8-16,-7 0-5 0,-6 5-3 16,0 1 1-16,0 5 8 0,0 1 2 15,-6 2 8-15,6 5 16 0,-7-1 27 0,1 8 28 16,-1-1 21-16,7 4 23 0,0 0 21 15,0 5 13-15,-1-1-2 0,8 0-133 0,6 4-44 16,0-8 0-16,0 4 0 0,13-4 0 16,0 0 0-16,6 1 0 0,8-5 0 0,5 0 0 15,7 1 0-15,0-3 0 0,14-2 0 16,-8-3 0-16,13-2 0 0,-6-2 0 0,7-7 0 16,-1 4 0-16,-5-7 0 0,5 0 0 15,-6-4 0-15,-6 0 0 0,6-4 0 0,-6 0 0 16,-7 1 0-16,-1-5 0 0,-5 5 0 15,-7-1 0-15,0-3 0 0,0 3 0 16,-7 1 0-16,2-1 0 0,-8 4 0 0,0-4 0 16,0 4 0-16,-8 0-19 0,-4 0-1092 15,-8 0-235-15,1 0-96 0,-7 0 33 0,-1 0 151 16,-5-3 308-16,-1-4 438 0</inkml:trace>
  <inkml:trace contextRef="#ctx0" brushRef="#br0" timeOffset="13976.13">7379 6949 49 0,'6'0'334'15,"7"0"54"-15,-7-3 45 0,1-1-20 0,0 0-59 16,-1 1-50-16,-6-1-18 0,6 1 2 16,1-2 9-16,0 2 2 0,-7-1-7 15,0-3-17-15,6 0-26 0,-6 3-36 0,0-3-25 16,0 0-24-16,0-1-16 0,0 4-14 15,0-3-14-15,0 3-12 0,-6 2-19 16,6-7-19-16,-7 6-14 0,0-2-16 0,1 2-10 16,-7 3-12-16,0-3-8 0,0 3-1 15,0 3-4-15,-6-3-2 0,-1 3-3 0,0 5 1 16,1 1 0-16,-7-3 1 0,0 1 2 16,7 5-1-16,-8 2 1 0,1 4 6 0,0-3 4 15,0 7 7-15,6 0 3 0,1 0 8 16,-1 3 10-16,8 6 7 0,-2-3 2 0,8 1 4 15,-1 4 16-15,7-2 14 0,0 1 8 16,7-3 10-16,-1 0 19 0,8 0 9 0,4 2 4 16,2-6-1-16,0-3 3 0,6-1-1 15,7-2-7-15,-1-1 0 0,7-3-1 16,0-1 4-16,0-6 3 0,1 0 1 0,5-1-1 16,-6-7 3-16,0 0-135 0,0 0-3 15,-6-3 0-15,-1-1 0 0,-6-1 0 0,1-3 0 16,-15 5 0-16,8 0 0 0,-14 3 0 15,8-4 0-15,-8 0 0 0,-6 4 0 0,0 0 0 16,-6 0 0-16,-8 0-549 0,2 4-401 16,-8 0-261-16,7-4-88 0,-13 3 24 15,0-6 115-15,0 3 239 0,-7-4 329 0</inkml:trace>
  <inkml:trace contextRef="#ctx0" brushRef="#br0" timeOffset="16320.9">7450 7778 105 0,'0'0'309'16,"0"0"46"-16,0-4 14 0,7 4-45 0,-7-4-19 15,0 0-42-15,0 4-32 0,0 0-12 16,0-3-16-16,0 3-23 0,0 0-28 0,0 0-31 16,-7 0-30-16,7 0-23 0,-6 3 6 15,-1 5 14-15,0-1 20 0,-5 0 26 16,-2 4 24-16,2 3 10 0,-8 1-9 15,1 7-15-15,-14 0-10 0,7 5-9 0,-13 2-10 16,-1 3-2-16,-11 5 1 0,-1-4 1 0,-7 7-8 16,0-3-9-16,-6 3-6 0,-6 4-8 15,-1 0-6-15,0 0-7 0,-6 1-9 0,0 2-12 16,7 0-6-16,-2 4-11 0,2-2-11 16,6 1-7-16,13 2-4 0,-7-1 1 15,14-3-3-15,6 0 0 0,-1-5-3 0,1 1 1 16,13-4 1-16,-6-3 7 0,5-4 6 15,9 4 8-15,-9-8 4 0,7 1 4 0,1-5 0 16,0-3-5-16,-1-4-6 0,7 1-5 0,-1-5-3 16,-4-3-5-16,4 1-1 0,1-1-2 15,7-4-4-15,-1-5-3 0,-6 3 0 16,7-5-1-16,0 0-8 0,6 0-22 0,0-5-44 16,-8 3-66-16,16-2-100 0,-8-3-132 15,12 0-131-15,-6-5-120 0,14 1-141 0,-1-3-59 16,7-1 32-16,1-3 97 0,5-5 117 15,1-2 134-15</inkml:trace>
  <inkml:trace contextRef="#ctx0" brushRef="#br0" timeOffset="17180.09">7515 7832 20 0,'0'0'229'0,"7"-4"19"0,-7-2 0 16,-7 2 8-16,7-4-32 0,0 1-35 16,0 0-26-16,0-1-18 0,0 1-15 0,-6-4-8 15,6 4-10-15,0-4 7 0,0 3 12 16,-6 0 7-16,6 1 9 0,0 0 18 16,-8 0 14-16,8-1 8 0,0 5 5 0,-6-4 5 15,6 3-7-15,0 0-21 0,0 4-13 16,0-3-31-16,-6 3-27 0,6 0-30 0,6 0-19 15,-6 0-18-15,0 3-6 0,6 1 3 16,2 0 7-16,4 3 21 0,1 0 16 16,0 4 12-16,0 0 11 0,7 0 7 0,-7 8 2 15,6-4-7-15,1 3-11 0,-1 4 2 16,1-1-7-16,0 5-11 0,-1 3 0 16,7 1 3-16,-6 3 13 0,5 0 2 0,-5 3 4 15,13 1 2-15,-1 0-4 0,1 3-11 16,7-4-17-16,-2 5-10 0,7-1-11 0,-5 0-9 15,5 5-6-15,1-5-6 0,-7 0-11 0,6 4-2 16,2-4 0-16,-2 4 0 0,-6-3 0 16,7-1 0-16,-8 0 4 0,2 1-4 0,-7-4-3 15,-1-1 0-15,1-3-1 0,-7 0 7 16,6-1 9-16,-6-2 9 0,0 0 5 16,0-2 5-16,0 2-1 0,0-5 0 0,-7 0 2 15,8 2 0-15,-8-5 0 0,1 3 1 0,-1-3 6 16,1 0 3-16,-1-3 3 0,1-1 3 15,-6 0 6-15,4-4 8 0,-4 2 7 16,-1-5 4-16,7 0-2 0,-8 0-5 0,-6-4-8 16,8 0-13-16,-8-3-13 0,1-1-13 15,-1 2-11-15,1-2-4 0,-7-3-4 0,7 0-4 16,-7 0-19-16,0-3-45 0,-7-2-75 16,0-2-103-16,1 0-145 0,-7 3-202 15,-7-7-205-15,0 4-209 0,1 0-59 0,-7-1 31 16,-6-3 105-16,5 0 186 0,-5 0 212 15</inkml:trace>
  <inkml:trace contextRef="#ctx0" brushRef="#br0" timeOffset="18782.66">4317 9891 244 0,'0'0'414'15,"0"-4"68"-15,-6-3 50 0,6 3-45 0,0 2 0 16,-6-7-42-16,6 6-35 0,0-2-25 15,0 2-26-15,0 0-50 0,0-1-68 0,-7 4-63 16,7 0-50-16,0 0-39 0,0 0-32 16,0 4-14-16,0 2 3 0,7 6 14 0,-7-1 14 0,0 3 14 15,6 5 12-15,-6-1 5 0,0 4-7 16,6 0-6-16,-6 0-6 0,0 5-12 16,0-6-10-16,7 5-9 0,-7-4-8 0,0 0-13 15,0 0-13-15,7-1-5 0,-7-3-5 16,0-2-4-16,0-2-1 0,6-2-1 15,-6-2-1-15,0-3 0 0,0 1-3 0,0-5-4 16,0 1-26-16,-6-4-52 0,6 0-77 16,0-4-101-16,-7-7-129 0,0 4-140 0,1-8-115 15,0 1-111-15,-8-4-65 0,8-5 25 16,-7-3 88-16,7 1 124 0,-8-4 131 0</inkml:trace>
  <inkml:trace contextRef="#ctx0" brushRef="#br0" timeOffset="18985.87">4148 9857 62 0,'-7'-10'380'0,"1"3"68"0,0-1 61 16,-1 1 20-16,7 3-40 0,-6-3-56 0,6 4-38 16,0-1-40-16,0 4-44 0,0-4-56 15,6 4-60-15,1 0-59 0,5-3-41 0,8 3-18 16,0 0-8-16,6 0-10 0,-1 0-7 16,2 0-12-16,5-4-10 0,-6 4-9 0,7 0-7 15,-1 0-1-15,-5 0-6 0,-1-3-2 16,0 3 0-16,-7 0-3 0,1 0-10 15,-7 0-22-15,0 3-46 0,-7-3-79 0,1 4-110 16,-7-4-120-16,0 3-121 0,0-3-144 16,-7 4-62-16,1 0 26 0,6-4 78 0,-6 3 109 15,6-3 121-15</inkml:trace>
  <inkml:trace contextRef="#ctx0" brushRef="#br0" timeOffset="19332.84">4877 9778 103 0,'8'-11'438'0,"-8"0"67"15,6-1 51-15,-6-2 39 0,0-1-69 16,0 0-106-16,-6 5-57 0,6-5-32 0,-8 3-22 16,2 2-45-16,0 0-60 0,-1 2-37 15,1-1-35-15,-1 3-28 0,-6 3-25 0,7 3-19 16,-8 0-13-16,2 3-7 0,-2 3 2 15,-5 6 8-15,5 3 13 0,2 3 12 0,-8 4 9 16,7 4 2-16,0 4 2 0,0 2 0 16,7 1-7-16,-8 4-6 0,8-1-8 0,6 5-7 15,0-5-9-15,0-3-7 0,0 1-4 16,6-2-8-16,2-2-6 0,4-1 0 16,1-4-5-16,-6 2-9 0,6-9-4 0,0 3-4 15,6-6-7-15,-13 0-35 0,8-4-61 16,-1-3-100-16,0-8-149 0,0 0-163 15,-1-8-163-15,2 0-182 0,-1-6-52 0,0 0 40 16,-6-5 117-16,5-6 147 0,-4-2 161 16</inkml:trace>
  <inkml:trace contextRef="#ctx0" brushRef="#br0" timeOffset="19834.88">4942 9880 403 0,'0'-11'492'15,"0"-1"78"-15,0 2 91 0,-6 3-56 0,6-1-93 16,0 5-81-16,0-1-66 0,0 0-70 15,-6 4-86-15,6 0-83 0,0 4-56 0,0 3-24 16,0 1-7-16,6 3 2 0,-6 3 10 16,0 5 17-16,6-2 14 0,-6 3 7 0,0 2-1 15,8-1 2-15,-8-3-5 0,6 4-2 16,-6-2-8-16,0-7-2 0,6 1 2 0,-6 3-1 16,0-7 1-16,0-3 0 0,0 1 11 15,6-1 19-15,-6-3 21 0,0-1 19 0,0-3 11 16,0 0-1-16,-6-3-15 0,6-1-26 15,0-3-32-15,0-1-30 0,0-3-22 16,-6-4-14-16,6-3-6 0,0 3-5 0,-6-7-4 16,6 5-1-16,6-2 2 0,-6-3 0 31,6 4-2-31,0-1-1 0,2 1-1 0,-2 1 2 16,7 0-2-16,0 7-1 0,6-5-1 15,-5 4 4-15,5 4 0 0,-6 0-1 0,6 0 0 16,1 3 1-16,0 1-1 0,-7 3-1 0,6 3-1 0,-6 1 2 0,1 3-1 15,-2 0 1-15,1 4-1 0,-6 4 1 0,6 2 2 16,-7 0-1-16,0 0 0 0,2 5 2 16,-2-4 2-16,-6 4-1 0,6-3 0 0,-6-1 2 15,0-4 2-15,7 6-1 0,-7-7-1 16,0-1 1-16,0-2 0 0,0 2-2 16,0-5-9-16,0 0-24 0,0 1-46 0,0-5-70 15,0-3-111-15,0 4-176 0,0-8-191 16,0 1-196-16,0-5-154 0,6 1-36 0,-6 0 55 15,13-5 145-15,-6 2 185 0,6-2 210 16</inkml:trace>
  <inkml:trace contextRef="#ctx0" brushRef="#br0" timeOffset="20022.31">5463 9953 1 0,'8'0'499'0,"-8"0"144"0,0 0 100 0,0 0 71 31,6 0-63-31,-6 0-156 0,0 4-151 0,6-4-122 0,-6 0-85 0,13 0-59 0,-6 4-50 15,6-4-35-15,0 0-27 0,6 0-20 16,-5 3-15-16,5-3-12 0,-6 0-8 0,6 4-3 16,-5-4-8-16,-2 0-29 0,-5 0-47 15,6 0-79-15,-6 0-120 0,-1 0-139 0,0-4-132 16,2 4-136-16,-2-3-92 0,-6-1 3 16,0 0 82-16,0-3 111 0,6 4 128 0</inkml:trace>
  <inkml:trace contextRef="#ctx0" brushRef="#br0" timeOffset="20319.09">5848 9781 328 0,'6'-7'574'0,"-6"0"108"0,0 3 91 16,0-3 12-16,0 0-154 0,0 2-134 0,0 2-114 16,0 3-101-16,0-4-83 0,0 4-68 15,0 4-52-15,0-1-25 0,0 4-6 16,7 1 7-16,-7 7 14 0,7-4 14 0,-1 7 16 15,-6 0 3-15,7 4 1 0,-7 4-1 16,6-1-10-16,-6-2-5 0,6 3-8 16,-6-1-7-16,8-3-11 0,-8 0-9 0,0 0-11 15,0-5-10-15,6 3-11 0,-6-6-6 16,0-3-6-16,0-3-4 0,6 3-2 0,-6-8-23 16,0 1-49-16,0-4-77 0,0 0-123 15,0-4-163-15,-6-3-162 0,6-4-171 0,-6-1-132 16,6-2-21-16,-8-4 68 0,2-7 139 0,6-2 148 15</inkml:trace>
  <inkml:trace contextRef="#ctx0" brushRef="#br0" timeOffset="20616.16">5913 9599 162 0,'6'-12'463'0,"1"-3"81"0,0 5 79 0,6-2 36 15,-7 1-114-15,8 4-105 0,-2 3-75 16,2 1-52-16,5 3-48 0,1 3-39 0,-8 1-26 15,8 7-14-15,0 3-4 0,-1 1-2 16,-6 7 2-16,6 4 2 0,1 3 9 0,-7 4 11 16,0 4 5-16,0 3-4 0,1 4-14 15,-8-4-20-15,0 4-32 0,-6 0-29 16,0 0-27-16,-6 0-20 0,0 0-14 0,-8-3-11 16,8-5-6-16,-8 0-7 0,2-6-3 15,5-1-2-15,1-2-2 0,-1-10 0 0,0-2-3 16,1-1-4-16,0-6 0 0,-1 0-2 15,7-1-7-15,0-4-32 0,0-3-67 0,-7 0-89 16,7-3-139-16,0-2-209 0,0 3-240 16,-6-6-231-16,6 0-74 0,0 1 16 0,0-7 97 15,-6 3 189-15,6 0 234 0</inkml:trace>
  <inkml:trace contextRef="#ctx0" brushRef="#br0" timeOffset="21257.57">8799 9851 158 0,'6'-8'295'0,"0"2"64"0,1-6-16 0,-7 5-11 16,7 0 18-16,-1-4 2 0,0 4 7 16,-6-1 7-16,0 1 6 0,7-1-6 0,-7 5-23 15,0-1-41-15,0 0-65 0,0 4-68 16,6 0-53-16,-6 4-27 0,0 0-6 16,0 7 7-16,0 4 13 0,0 3 23 0,7 0 20 15,-7 7 3-15,0 1-7 0,0 3-13 16,0-3-13-16,7 7-19 0,-7-7-14 0,0 4-14 15,6-5-12-15,-6 4-10 0,6-7-9 16,-6 0-9-16,7-4-11 0,-7 0-6 0,0-2-7 16,7-2-18-16,-7-3-34 0,0-4-61 15,0-4-97-15,0 1-143 0,-7-8-161 0,7 1-145 16,-7-8-136-16,-5 0-85 0,-2-4 20 16,1 1 100-16,1-9 142 0,-8-2 148 15</inkml:trace>
  <inkml:trace contextRef="#ctx0" brushRef="#br0" timeOffset="21492.01">8629 9843 112 0,'-7'-6'495'0,"1"-2"97"16,0 0 88-16,-1 1 61 0,7 4-134 0,7-1-142 15,-7-3-103-15,12 3-76 0,1 1-68 16,1-2-41-16,5 5-38 0,7-3-22 16,6 3-18-16,1 0-15 0,-1 0-14 0,2 3-15 15,5-3-10-15,-1 5-12 0,1-5-6 16,-6 0-1-16,-1 0-6 0,2 3-7 0,-9-3-2 15,-5 0 0-15,0 0-3 0,-8 0-12 16,-5 0-12-16,-1 0-36 0,1 0-73 16,-7 0-121-16,-7 4-148 0,7-4-144 0,-6 3-156 15,-1 1-91-15,-5 0 1 0,4-1 83 16,8 1 127-16,-6-1 138 0</inkml:trace>
  <inkml:trace contextRef="#ctx0" brushRef="#br0" timeOffset="21804.31">9462 9793 376 0,'7'-12'574'15,"0"1"102"-15,-7 0 84 0,6 1-16 16,-6-2-153-16,0 1-126 0,-6 0-100 16,-1 3-82-16,7 1-68 0,-13 0-54 0,7 4-44 15,-1-1-27-15,-6 4-20 0,7 4-14 16,-7-1-11-16,6 4-1 0,-6 8-4 0,-1 0 3 15,2 6 7-15,6 6 8 0,-8 2 2 0,8 4 3 16,-1 1 5-16,1 1-2 0,0 2-1 16,6-1-6-16,0-3 1 0,0 1-7 15,0-1-2-15,6 0-4 0,0-8-7 0,7 4-6 16,-6-3-8-16,6-3-6 0,-1-6-7 16,2 2-13-16,-1-5-36 0,0-3-64 15,0-8-107-15,0 2-154 0,0-5-184 0,0-5-175 16,0-5-173-16,0 0-48 0,0-6 48 15,0-2 123-15,1-4 166 0,-2 0 175 0</inkml:trace>
  <inkml:trace contextRef="#ctx0" brushRef="#br0" timeOffset="22307.94">9619 9957 279 0,'0'-11'507'0,"0"0"87"0,0 0 88 16,0 4 21-16,0-1-119 0,0 0-99 0,0 6-84 15,-7-3-70-15,7 5-80 0,0 0-80 16,0 0-66-16,7 5-37 0,-7 2-12 0,7 0-2 15,-7 4 6-15,6 3 6 0,0 5 13 0,1-1 0 16,-1 1-2-16,-6 2-1 0,7 5-1 16,0-4-2-16,-7 0-1 0,0 0 8 0,6-4 4 15,-6 4 1-15,6-7 2 0,-6-1 5 16,0 2-1-16,0-5 1 0,7-5 9 16,-7 3 19-16,0-6 22 0,0 1 18 0,0-1 6 15,0-3-6-15,0-3-16 0,0-1-32 16,0-4-33-16,-7 1-31 0,7-4-21 0,0-3-13 15,-6-1-6-15,6 0-1 0,-6-4-5 16,6 2-2-16,-7 2-2 0,7-3 1 0,0 4-2 16,0-3-1-16,0 3 1 0,7 1 0 15,-1 1 1-15,0-3-2 0,8 5-1 16,-1-2-1-16,6 5-1 0,0-4-2 0,1 4 1 16,0 0 1-16,-1 2 3 0,1-2-1 15,0 4 3-15,-1 3 0 0,-6 0 1 16,6 0 0-16,-5 3 0 0,-2 4 1 0,-5 1-2 15,6 3-1-15,-6 0-3 0,5 0 3 16,-4 4 3-16,-8 3 0 0,6 1 3 0,-6-5 3 16,6 4 4-16,-6 1-1 0,0-1-1 15,6 0-1-15,-6 1 0 0,0-5-2 0,0 1 0 16,0-5 0-16,0 6-2 0,0-9 0 16,0 0-7-16,7 0-22 0,-7-2-55 15,0-2-89-15,0 1-116 0,-7-8-166 0,7 1-201 16,0-6-203-16,0 3-176 0,0-5-35 15,7 0 51-15,-7-4 133 0,7 4 188 0,-1-4 215 16</inkml:trace>
  <inkml:trace contextRef="#ctx0" brushRef="#br0" timeOffset="22528.51">10127 10051 485 0,'0'0'681'0,"6"0"102"0,-6 0 64 0,0 0-56 15,7 0-170-15,-7 0-177 0,6 0-139 16,1 0-83-16,0 0-51 0,5 0-33 0,2 0-24 15,-2 0-27-15,2 0-22 0,-1 0-16 16,-1 0-11-16,2 0-12 0,-2 0-10 16,2-2-6-16,-1 2-5 0,0 0-2 0,-6-4-3 15,5 4 0-15,-12 0-10 0,6-4-33 16,2 4-52-16,-8 0-107 0,0-4-149 0,0 4-166 16,0-3-155-16,0 0-143 0,-8 3-40 15,8-5 57-15,-6 3 122 0,6-3 153 0</inkml:trace>
  <inkml:trace contextRef="#ctx0" brushRef="#br0" timeOffset="22815.58">10472 9837 167 0,'0'-8'612'0,"0"0"126"16,0 1 89-16,-6 0 62 0,6 0-144 0,0 7-213 15,0-4-180-15,0 4-118 0,0 0-71 16,0 0-36-16,0 7-15 0,6 1 4 0,-6 2 9 15,6 6 15-15,1 4 6 0,0 3-9 0,-7-2-13 16,6 6-12-16,-6-5-17 0,7 3-22 16,-7-3-17-16,6 0-17 0,-6 0-13 15,0 0-9-15,0-7-4 0,7 3-3 0,-7-3-3 16,0-4-1-16,0-1-2 0,0-2 0 16,0-4-6-16,0 3-27 0,0-7-66 0,0 0-108 15,-7-4-182-15,7-3-212 0,-6-1-256 16,-1-6-134-16,1 0-20 0,-1-5 65 0,0-3 156 15,1-4 199-15</inkml:trace>
  <inkml:trace contextRef="#ctx0" brushRef="#br0" timeOffset="23127.93">10518 9594 437 0,'6'-7'643'15,"7"0"90"-15,1-1 67 0,5 1-20 16,-6 4-181-16,6 3-161 0,7 0-113 0,-6 3-63 15,-1 4-39-15,7 8-26 0,-6-1-11 16,6 5-6-16,-7 4-5 0,1 5 0 0,0 1-10 16,-1 4-5-16,1 8-18 0,-14-4-14 15,8 6-9-15,-14 2-7 0,0-1-7 0,0 0-13 16,-7 0-2-16,-6-4 1 0,-1 4-6 16,2-8 2-16,-1 1 9 0,6-4 13 15,-6-4 7-15,1-3 7 0,4-3 9 0,2-6-46 16,0-7-86-16,-1 2 0 0,0-1 0 15,7-4 0-15,0-3 0 0,-6-1 0 0,6-3 0 16,0 5 0-16,0-5 0 0,-6 0 0 16,6-5 0-16,-7 2-768 0,-6-1-434 0,0-3-156 15,-13 0-12-15,7-4 96 0,-15-1 203 16,2-6 329-16,-7 4 347 0</inkml:trace>
  <inkml:trace contextRef="#ctx0" brushRef="#br0" timeOffset="29481.37">5236 9496 135 0,'0'-8'198'0,"0"1"3"0,0 0-45 0,-7-1-43 16,7-3-1-16,0 0-15 0,-6-4-18 0,6 4-4 15,-7 0-2-15,7 0 6 0,-6-3 8 16,6 3 12-16,-7-4 11 0,1 4-4 0,0 0-2 16,-2 1 0-16,2-1-3 0,0-1-4 15,-8 1-8-15,2 0-3 0,5 0-6 16,-6 0-4-16,-6 0-2 0,5 0-1 0,2 0 5 16,-8 0 0-16,1-1 4 0,5-1 2 15,-5 1-2-15,-7 2-6 0,6-1-10 0,-6 0 4 16,7 4-3-16,-13-5-4 0,5 5 7 15,1 0 9-15,-6-1-1 0,-7 5-8 0,6-1-4 16,0 1-4-16,-6-2-9 0,6 2-6 16,1 3-1-16,-1 0-5 0,1 0-5 0,6 0-5 15,0 3-7-15,-1-3-6 0,2 5-4 16,-1 2-2-16,0-4-1 0,-1 5-3 16,8-1-1-16,-7 0 0 0,0 5-4 0,6-2 3 15,-6 1-1-15,0 0 1 0,1 4 0 16,5 0-4-16,-6-1 1 0,-1 1 1 0,1 0-2 15,7-1-1-15,-7 5-2 0,6-5 1 16,-6 4 2-16,7-2-1 0,-1 2-1 16,0-4-1-16,1 5 3 0,-1-1 5 0,1 4 1 15,6-5 4-15,-6 6 8 0,-1-4 4 16,6 3 4-16,2 0 7 0,-8-1-2 0,7 2 5 16,1 2 0-16,-8-3-1 0,7 0-2 15,0 4-6-15,6-4 0 0,-6-1-9 0,0 5 2 16,7-3 0-16,0 2 4 0,-2 1 3 15,8-5 8-15,-6 5 8 0,6 1-2 0,0-2-5 16,0 0-1-16,0 1 0 0,6 3-2 16,-6-4 0-16,8 2-2 0,-2 1 6 0,0-2-3 15,0 4-3-15,8-5 3 0,-1 4-3 16,-7 1-2-16,14-1 4 0,-8 0 0 0,8 1-7 16,-7-5-3-16,7 1 3 0,0 4 4 15,-1-5-6-15,1 1 3 0,6-5 8 16,-7 5 1-16,7-4-1 0,-6 3-6 0,6-2 1 15,0 3-3-15,7-1-6 0,-7-3-5 16,-1 3-6-16,8-2-6 0,-7-2 3 16,6 2 0-16,1 0 1 0,-7-3-1 0,7-1 3 15,-1 3 2-15,8-4 0 0,-8-3-2 16,1 4-3-16,6-5 0 0,-7 0 3 0,7 1 6 16,7 0 7-16,-7-4 11 0,7 1 7 15,-7-2 0-15,6 1 1 0,1-4-8 0,-7 0-9 16,7 1-10-16,-1-1-6 0,-6-3-2 15,7 3-3-15,-7-4 1 0,7-3-1 0,-1 5-1 16,7-2 0-16,-6-3-3 0,6-3 2 16,0 3 2-16,0-5-5 0,0-2-1 0,1 0 0 15,-8 0 2-15,7-4-3 0,-7 0-1 16,-5 0 1-16,-1 1 1 0,0-7 1 16,-1 0 3-16,-5 2 0 0,0-3 1 0,0-1 1 15,0 1 1-15,-8-3-3 0,1-2-2 16,0 2 1-16,0-2 1 0,-6-2-1 0,5 2 1 15,2-2 2-15,-7 0 1 0,-1-2 0 16,7-2 5-16,-6 4 5 0,-1-1 0 16,0 1 4-16,1-5 0 0,0 1 1 0,-7 4 4 15,7-5-2-15,-8 1 1 0,8 0-2 16,-7-1 0-16,0 1 1 0,0-1-6 0,0 4 0 16,-6-2-2-16,6 2-2 0,-7-4 4 15,-6 5-1-15,6-1-1 0,1-3-3 0,-7 3-1 16,0 1 1-16,-7-1-4 0,7 1-3 0,-6-5 0 15,0 4 1-15,-7-4-1 0,6 5-3 16,-6-4 0-16,-7 0 1 0,8 4 4 16,-2-5 2-16,-5 1 2 0,-1 2 5 0,1-1 4 15,-1-1-2-15,0-1-3 0,-6 4 2 16,7-3 5-16,-7 4 1 0,6-2 7 0,-5 2 2 16,5-1 6-16,-6 1 10 0,0 0 4 15,-1 2 6-15,9-3 1 0,-9 4 6 16,1 4-3-16,0-4-5 0,0 3-11 0,-7 5-9 15,7-4-6-15,1 4-7 0,-9 3-6 0,9-4-2 16,-7 4-2-16,-1 0-2 0,1 4-4 16,-2-1-2-16,2 1-2 0,-7-1-2 15,6 5-2-15,7-1 0 0,-6 0-1 0,5 1 0 16,1 3 0-16,1 0-3 0,-1 0 3 16,6 0-1-16,0 3 2 0,1-3-1 15,-7 4 0-15,6 0-1 0,1 3 1 0,-1 0-2 0,-6 0-3 16,7 5-9-16,-1-1-31 0,0 0-47 15,1 4-60-15,6-4-76 0,0 3-88 16,-1 1-118-16,2-1-132 0,6 1-145 0,-1 0-191 16,0-1-59-16,1 1 21 0,-1-1 89 15,1-3 144-15,6 1 182 0</inkml:trace>
  <inkml:trace contextRef="#ctx0" brushRef="#br0" timeOffset="30433.61">3445 9118 119 0,'-6'-7'272'0,"6"3"37"0,0 0 13 16,0 1-43-16,-8-4-40 0,8 2-30 15,-6-1-11-15,6 2-14 0,-6-3-17 16,6 3-12-16,-7 0-8 0,1-3-4 0,6 2-2 15,-7 3-5-15,7 2-1 0,-6-4-7 16,-1 0-2-16,1 1-7 0,0 3-12 0,6 0-4 16,-14-4-5-16,8 4-5 0,-1 4-7 0,-6-4-7 15,6 0-8-15,-5 3-15 0,5 1-4 16,-6 2-4-16,0 3-3 0,0-2 7 0,0 0 0 16,0 4 5-16,0 4 3 0,-1-1-7 15,2 1 1-15,5 3-6 0,-6-3 5 16,7 7 2-16,-1-5-1 0,1 3 12 0,0 2 3 15,-2 0 1-15,8 0 1 0,-6-4-1 0,12 3-14 0,-6 2-3 16,0-4-3-16,8 2-4 0,-2-3-7 16,7 1-7-16,-7-1 4 0,7 1-8 0,0-6-2 15,1 3-1-15,-2-2-4 0,8-2 1 0,-1-2-1 16,1 1 0-16,0-3 1 0,-1-5 3 16,1 1 4-16,6-1 4 0,0-3 3 15,-1-3 1-15,2-1 3 0,-1 1 1 0,0-5 3 16,0 5-4-16,0-5 3 0,-7-2 2 15,7 2 2-15,-6 1 2 0,-1 0 3 0,-5-1 13 16,-2 1 13-16,2 2 12 0,-8-2 7 16,1 4 3-16,-1 0-1 0,-6-1-11 0,7 0-17 15,-7 4-17-15,0-4-14 0,0 2-12 16,0 2-14-16,0 0-26 0,-7-5-37 16,7 5-59-16,-6 0-95 0,-1 5-131 0,1-5-181 15,-1 2-215-15,-6 2-208 0,7 0-71 16,-8 0 24-16,8-1 93 0,0-3 169 0,-7 3 221 15</inkml:trace>
  <inkml:trace contextRef="#ctx0" brushRef="#br0" timeOffset="31107.74">10198 9975 166 0,'0'0'233'0,"0"0"17"0,0-3 4 16,0-1-54-16,0 0-53 0,0-3-32 0,0 0-22 15,0 0-22-15,0-1-25 0,-6-3-17 16,6 4-12-16,-6-4-9 0,6 4-5 15,0-5 0-15,-6 1-3 0,6 4-1 0,-8-5-2 16,2 6 1-16,6-5-3 0,-6 3 0 16,-1-3-15-16,7 4-27 0,-7-4-52 0,7 4-82 15,-6-4-75-15,-1 0-38 0,1 0-7 16,6-1 18-16</inkml:trace>
  <inkml:trace contextRef="#ctx0" brushRef="#br0" timeOffset="32185.97">10101 9356 119 0,'-6'-11'301'0,"-1"4"39"16,-6-5 37-16,6 2-72 0,-5 2-49 15,4-3-35-15,-4 1-19 0,-2 2-16 0,2-3-14 16,-1 4-13-16,-7 0-19 0,8-1-10 15,-8 0-7-15,-7 5-5 0,8-4-5 0,-7 3 4 16,-6 1 11-16,-2 0 6 0,2-2-2 16,-1 2-2-16,-5 3-9 0,5 0-15 0,-6 0-15 15,-1 3-17-15,2 2-3 0,-1-2-8 16,-7 0-4-16,1 5-1 0,-2-5-4 0,-4 8-1 16,5-3-2-16,-5 3 5 0,-2 3 1 15,1 1 1-15,-7 4-5 0,8-1 2 16,4 0-5-16,-5 4-6 0,7 0 1 0,6 3 1 15,-1-3 5-15,8 4-6 0,7 0 4 16,-8 0 7-16,7-1 0 0,0 1 0 0,6-1-4 16,1 5 6-16,-1-5-3 0,0 1-6 15,7 3-3-15,0 0-2 0,0 1-5 16,1 0 2-16,4-2-5 0,-4 5-3 0,5-3-2 16,1 3 3-16,-1 0-3 0,7 4-2 15,-6-5 2-15,6 5 4 0,0 0 0 0,0-1 3 16,0 1 7-16,6 0 3 0,1-1 2 15,-1 1 2-15,1-5 2 0,5 2 0 16,-4-1-3-16,11-1-2 0,-6 1 2 0,0-3-4 16,7-1 0-16,-1 0-3 0,0-3 4 0,8 3-1 15,-1-3-5-15,6-1 2 0,1 1 0 16,-1 1 4-16,7-7 0 0,7 3 3 16,-1-2 1-16,2 2 0 0,4-4 0 0,1-1-7 15,1-1-6-15,5 2-6 0,0-4-2 16,1-3-8-16,6-2-8 0,1 1-2 0,-1-5-6 15,6 2-2-15,1-3-3 0,0-1 0 16,-1-1-2-16,8-3 2 0,-8 0-1 16,0 0 1-16,-6 0 0 0,8 0-2 0,-8 0 1 15,0 0 0-15,-6-3-1 0,-1-1 0 16,1-1 0-16,-8 2 2 0,-5-4 0 0,6-1-2 16,-12-3-1-16,5 0 0 0,-6 0 1 15,0-4 0-15,0 0 1 0,-6 1 0 0,-1-7 1 16,7 2 1-16,-6-4-1 0,-1-2 3 15,-6 3 2-15,7-4 3 0,-7-2 7 0,0 2 6 16,0-4 2-16,-6 1 0 0,-1-4 0 16,1 0 1-16,-1 0-2 0,-12-7-3 0,6 3-3 15,-7-3 3-15,2-4 3 0,-8 4 1 16,0 0 2-16,0-1 2 0,-8 1 2 0,2 3-1 16,0-2 1-16,-1 2-2 0,-6 0-1 15,6 0-2-15,-5 4 1 0,-2-4-3 0,-5 1-4 16,6 3-2-16,-7-4-2 0,1-3-10 15,5 3-6-15,-5 1 0 0,-1-6 0 0,8 6 0 16,-8 0 0-16,7 3 0 0,-7 4 0 16,8-4 0-16,-8 6 0 0,7 2 0 15,-7 0 0-15,1-1 0 0,0 4 0 0,-1 1 0 16,0 2 0-16,-5-3 0 0,-2 4 0 16,1-1 0-16,0 5 0 0,-6-6 0 0,5 7 0 15,-5-1 0-15,-1 2 0 0,7-3 0 0,-6 5 0 16,-1 2 0-16,7 1 0 0,-7-1 0 15,7 5 0-15,-6-1 0 0,-1 0 0 16,7 4 0-16,-7 0 0 0,1 0 0 0,6 4 0 16,-7 0 0-16,7-1 0 0,-7 5 0 15,8-5 0-15,-1 4 0 0,0 5 0 0,6-5 0 16,1 0 0-16,-1 1 0 0,8 0 0 16,-2-1-167-16,8 0-284 0,-1 0-132 0,7-1-176 15,0 3-163-15,7-1-135 0,5-5-20 16,2-3 46-16,-2 0 130 0,15 0 211 0,-7-3 226 15</inkml:trace>
  <inkml:trace contextRef="#ctx0" brushRef="#br0" timeOffset="32690.24">10987 8901 54 0,'0'-7'379'0,"6"4"64"0,-6-5 55 16,0 1 15-16,0 0-83 0,0 4-88 0,0-6-57 16,-6 6-43-16,6 0-29 0,-6-1-30 15,-2 0-38-15,8 4-28 0,-6-3-14 0,-7 3-6 16,6 0-4-16,-6 3 1 0,7-3 5 0,-7 4 9 15,0 3 0-15,0 1 1 0,0-1-6 16,0 4 3-16,0 0 8 0,0 4 2 0,-1-1 0 16,2 4 2-16,-1 1 1 0,0-1-5 15,0 0-9-15,7 5 3 0,-2-1 3 16,8-4 5-16,-6 4 2 0,12 0 5 0,-6 0 5 16,8-4 2-16,-2 0 2 0,7 0-4 15,6-2-5-15,0-2-6 0,1 1-11 0,6-4-9 16,1 0-6-16,5-8-6 0,7 1-3 15,-7 0 3-15,7-4 5 0,1-4 2 16,-1 0 0-16,0 1 1 0,1-2-3 0,-2-1-12 16,-11 2-14-16,5-3-18 0,-6 4-46 15,-7-2 0-15,1-2 0 0,-7 2 0 0,0 3 0 16,0-2 0-16,-7 1 0 0,0-1 0 16,-6 0 0-16,0 4-28 0,0-3-178 15,0 3-144-15,-6 0-236 0,-6 3-310 0,5-3-225 16,-6 0-77-16,0 0 29 0,-7 0 101 15,1-3 218-15,6-2 308 0</inkml:trace>
  <inkml:trace contextRef="#ctx0" brushRef="#br0" timeOffset="41030.69">16777 6506 34 0,'6'-3'309'0,"-6"3"58"0,0-5 40 15,0-2-53-15,-6 4-25 0,6-1-57 16,-7 1-50-16,0-1-33 0,7-4-18 0,-6 5-11 16,-7-2-8-16,6 5-5 0,1-2 2 15,-1-3 8-15,-5 5 8 0,4 0-7 0,-4 0-13 16,-1 5-17-16,0-3-13 0,0 3-15 15,-7 2-20-15,8-3-6 0,-8 3 0 0,7 0 9 16,-7 5-7-16,0-5-3 0,8 4-2 16,-8 0-2-16,1 4-9 0,5-5-8 0,2 5 1 15,-2-1-1-15,1 2-2 0,1 1 3 16,-2-2 5-16,8 4 5 0,0-1 0 0,-2-4-1 16,2 5 1-16,6-1-4 0,-6 1-2 15,6-1-6-15,0 4-3 0,6-4-4 16,-6 0-4-16,6 4 0 0,2-2 1 0,4-3 2 15,-6 1 4-15,8-3 2 0,5 4 4 16,-5-5 3-16,5 4 3 0,0-3 1 0,1-4-1 16,-1 0 10-16,7 1 3 0,-6-5 7 15,7-1 7-15,-9 2 7 0,9-4 0 0,-7-2-4 16,6-2 2-16,-7 5-5 0,1-10-7 16,6 5-7-16,-7-2-1 0,-6-2 2 0,6 0-4 15,1 0-2-15,-6-2-3 0,-2 1 1 16,1-2-6-16,0 3-8 0,0-3-6 15,-7 3-4-15,2 1-3 0,-2-1-8 0,-6 1-1 16,6-1-3-16,-6 1-9 0,0 3-14 16,0-5-35-16,-6 5-49 0,0-4-69 0,-2 4-82 15,2 0-104-15,0 0-149 0,-1 0-189 16,1 0-234-16,-1 4-125 0,-6-4-18 16,7 5 50-16,0-2 132 0,-2 4 201 0,2-3 274 15</inkml:trace>
  <inkml:trace contextRef="#ctx0" brushRef="#br0" timeOffset="42312.37">16503 9726 259 0,'-6'-4'392'0,"-1"4"60"0,7-7 21 16,-7 4-19-16,1-2-41 0,0-2-32 16,6 4-20-16,-7-4-18 0,0 3-28 15,7-3-27-15,-6-1-43 0,6 5-39 0,-7-2-31 16,7-1-25-16,0 2-21 0,0 0-20 15,0-2-18-15,0 1-14 0,7-2-20 0,-1 2-11 16,-6-1-9-16,14-2-3 0,-8 5-5 16,7-5 1-16,0 6 1 0,0-3 1 0,0 1 2 15,0 1 0-15,1-1-3 0,-2 4-6 16,8-3-5-16,-7 6-5 0,-1-3-2 0,2 4-5 16,-2-1-1-16,2 1 0 0,-1 3 1 15,0 1-2-15,0 0-2 0,-7 1-1 16,0 3-1-16,8-1 4 0,-8 0 0 0,1 0 6 0,-1 4 1 15,-6-1 10-15,7 1 3 0,-7 0-4 16,0-1 0-16,-7 5-4 0,1-4-3 16,-1 3-7-16,1 0 1 0,0 0-1 0,-8 1-2 15,2-1 1-15,5 0 0 0,-13 1-4 16,8-1-1-16,-2 1 0 0,-6 2 2 16,8-3 0-16,-8 1 8 0,1-1 1 0,-1-3 3 15,0 2 5-15,1 0 7 0,6-3 4 16,-6-3-1-16,5 0 8 0,1 0 4 0,7-4 6 15,-8 0 3-15,8-4 10 0,0 2 5 16,6-2 4-16,-6 1 1 0,6-4-1 16,-8 0-2-16,8 3-6 0,0-3-7 0,8 0-6 15,-2 0 0-15,0-3-3 0,0 3-5 16,8 0 1-16,5-4-1 0,1 4-4 0,0 0 0 16,5-3 0-16,-5 3 1 0,6-5-3 15,7 5 0-15,-7-3 2 0,0 3-6 0,7 0-3 16,-7 0-4-16,-1-4 2 0,1 4-2 15,0 0 0-15,-6 0 2 0,-1 0 1 16,1 0-2-16,-6 0-3 0,-2-3-3 0,1 3-3 16,-6 0-5-16,-1 0-4 0,1 0-1 0,-7 0-12 15,0-4-21-15,0 4-40 0,-7 0-58 16,1-3-75-16,-1 3-95 0,1 0-120 0,6-4-160 16,-7 4-177-16,7-7-201 0,0 3-64 15,7 0 22-15,-7-4 89 0,6 2 160 16,7-2 203-16</inkml:trace>
  <inkml:trace contextRef="#ctx0" brushRef="#br0" timeOffset="42946.93">17324 9620 79 0,'-7'-3'351'0,"0"-2"58"0,1-1 53 16,0 1-12-16,-8 3-66 0,8-7-58 0,0 6-29 15,-8-1-14-15,1 1-10 0,7-1-16 16,-7 0-17-16,6 4-19 0,-5-3-21 0,-2 3-22 15,1-4-23-15,0 4-19 0,0 4-15 16,1-4-15-16,-2 3-7 0,1 1-10 16,0 3-7-16,0 0-2 0,0-3-4 0,0 3-4 15,0 1-4-15,0 3-3 0,7 0-5 16,-7-4 4-16,-1 4 5 0,8 3 7 16,-8-2 10-16,2-1 10 0,6 3 9 0,-1 1 0 15,-6 3 6-15,6-2 3 0,7-2 0 16,-6 4-1-16,0-3-1 0,6 3 0 0,-8 0-4 15,16-3-1-15,-8 3-6 0,6-3-1 0,0 4 2 16,1-5 3-16,-1 1 6 0,1 0 2 16,6-5 7-16,-1 5 3 0,8-4 0 15,0 0-41-15,-7 0-82 0,7 0 0 0,6-4 0 16,-7 0 0-16,7 1 0 0,0-5 0 16,0 1 0-16,1 0 0 0,-1-4 0 15,6 4 0-15,-6-4 0 0,0 0 0 0,-6-4 0 16,6 4 0-16,-7-4 0 0,1 0 0 15,0 1 0 1,-1 0 0-16,-6-2 0 0,0 3 0 0,0-3 0 16,0 1 0-16,-7 1 0 0,1 3 0 15,0-4 0-15,-7 0 0 0,6 4 0 0,-6 0 0 16,0 0 0-16,0-3 0 0,0 3 0 16,-6 0 0-16,6 0 0 0,-7 3 0 15,0-3 0-15,-5 0-321 0,5 0-461 0,0 0-347 16,-6 0-138-16,1-3-11 0,-2 3 78 15,2-4 168-15,-2 1 273 0,1-9 356 16</inkml:trace>
  <inkml:trace contextRef="#ctx0" brushRef="#br0" timeOffset="46571.59">7743 12466 212 0,'0'4'297'16,"0"0"61"-16,0-4-29 0,0 0-30 0,0 4 19 16,7-4-15-16,-7-4-12 0,0 4-2 15,0 0 0-15,0-4-2 0,0 4 0 0,0-4-10 16,0 2-14-16,0-3-29 0,0 2-26 16,0-6-24-16,0 6-17 0,0 0-17 15,-7-5-25-15,0 5-27 0,1 0-20 0,0-2-17 16,0 2-18-16,-8 3-7 0,1-4-10 15,0 4-4-15,0 0 3 0,0 4-4 0,-6-1-1 16,-1 2-6-16,1 1 2 0,-1 2-1 16,0 3-2-16,1 1 2 0,-1 2-1 15,8 4 7-15,-8 0 2 0,0 1 3 0,7 2 13 16,0 2 10-16,0 2 12 0,7 1 12 16,-8-1 12-16,8 0 7 0,6 2-3 0,0-1-4 15,0-1-5-15,0-3-5 0,6 0-4 16,8 4-4-16,-2-8-2 0,2 4-1 0,-1-4 0 15,6-3-2-15,0 0 1 0,1-1 0 16,6-3 4-16,1-4 1 0,-8-3 3 0,7 4 9 16,0-8-1-16,0 0 3 0,-6 0-3 15,5-5-6-15,1 2-8 0,-6-1-17 0,-7-3-10 16,7 4-11-16,-14-1-9 0,8 0-7 16,-8 1-15-16,0-1-35 0,-6-1-53 15,0 3-83-15,0-3-99 0,0 2-135 0,0-4-175 16,0 3-200-16,-6 0-205 0,6-3-58 15,-6 4 28-15,-1-1 96 0,0-1 164 0,1 5 222 16</inkml:trace>
  <inkml:trace contextRef="#ctx0" brushRef="#br0" timeOffset="47307.48">7554 13155 40 0,'0'-3'292'0,"0"3"70"16,0-5 48-16,0 5-54 0,0-3-6 16,0 3-23-16,0-4-42 0,-6 4-33 15,6 0-12-15,-7 0 2 0,1 0 1 0,-1 0 11 16,1 4-3-16,-1-1-4 0,-5 2-9 15,-2 2-20-15,-5 0-9 0,-1 4-21 16,0 3-9-16,-6 2-3 0,-6 2-7 0,-1 4-1 16,-12 0-4-16,-1 6-1 0,-6-2-3 15,0 8-8-15,-7-1-8 0,-6-1-10 0,-6 5-20 16,-1 0-12-16,-6 0-16 0,-7 2-9 16,0 3-8-16,1-3-5 0,6 2 2 0,-1-1 5 15,2-3 3-15,11 3-2 0,1-4 1 16,7 1-3-16,5 0-3 0,1-5-1 0,7 2 0 15,6-5 3-15,7-4-1 0,-1 2 2 16,0-6 0-16,14-2-6 0,-8-1-7 0,15-3-14 16,-8-4-43-16,6 1 0 0,8-6 0 15,-7 1 0-15,7-3 0 0,6-1 0 16,-7 2 0-16,0-3 0 0,7-2 0 0,0 5-62 16,0-5-150-16,0 0-109 0,0 3-121 15,0-3-143-15,7 0-167 0,-7 0-193 0,13 0-98 16,-6 0 9-16,-1 0 76 0,0 0 136 15,8 0 192-15</inkml:trace>
  <inkml:trace contextRef="#ctx0" brushRef="#br0" timeOffset="48315.77">4702 14793 20 0,'0'4'175'0,"6"-4"36"0,-6 0 6 16,0 0-20-16,0 0-29 0,7 0 6 15,-7 0 20-15,0 0-2 0,0 0-5 0,6 0 1 16,-6 0 9-16,0-4 21 0,0 4 25 16,7-4 21-16,-7 4 24 0,7-3 8 0,-7-1 10 15,0 1-10-15,0-5-22 0,6 3-31 16,-6-1-41-16,0-2-23 0,0 1-25 16,-6 3-13-16,6-3-14 0,-7 0-13 0,0 3-14 15,1-3-19-15,-1 3-12 0,1 0-13 16,-8 1-10-16,2 0-7 0,-8 3-5 0,7-5-1 15,-7 10-4-15,2-5-3 0,-9 3 0 16,7 4-1-16,1 0 3 0,-7 4 4 0,6 0 4 16,1 8 6-16,0-5 6 0,-1 9 12 15,7-2 17-15,0 5 14 0,0 0 10 16,13 0 4-16,-6-1 4 0,6 1-7 0,0-5-5 16,6 5-10-16,0-4-9 0,7 0-7 15,0-3-10-15,0-1-5 0,7 0-11 0,-7-3-11 16,6-1-7-16,1 1-1 0,-1-4-1 15,7-4-2-15,-6 4 0 0,-1-7 3 16,1 3 3-16,0-3 2 0,-1 0-3 0,-5-4-1 16,-2 0-4-16,-6 0-6 0,8 0-4 0,-8 0-5 15,-6 0-2-15,7 0-16 0,-1 0-36 16,-6 0-57-16,0-4-73 0,0 4-86 16,0-4-116-16,7 1-157 0,-7 3-162 0,0-8-157 15,7 4-117-15,-7 1-14 0,6-4 63 16,0-1 141-16,0 1 183 0,8 0 204 0</inkml:trace>
  <inkml:trace contextRef="#ctx0" brushRef="#br0" timeOffset="48753.16">5112 14752 220 0,'6'-11'322'15,"-6"-3"45"-15,7 3-22 0,-7-3 6 16,7-1-19-16,-7 4-1 0,0-4 15 0,0 4 15 16,0-4-1-16,0 4-20 0,-7 3-30 0,7-2-33 15,-7 2-51-15,1 1-39 0,0 3-28 16,-1 4-22-16,0-3-14 0,-5 6-11 15,-1 1 1-15,-1 3 1 0,2 4 0 0,-2 9 6 16,2-3-2-16,-2 5 1 0,1 3-2 16,1 5 1-16,-2 3 5 0,8 0-3 0,0 4-3 15,-2 3-8-15,2-4-7 0,6 1-9 16,0 0-15-16,0-4-10 0,6 4-10 0,-6-8-5 16,8 0-6-16,-2 0-6 0,0-7-4 15,8 0-8-15,-8 0-5 0,0-3-7 0,7-4-6 16,-6 0-10-16,0-5-22 0,-1 1-30 15,0-7-43-15,0 3-57 0,2-3-71 16,-2-4-76-16,0 0-98 0,1-7-121 0,6-1-111 16,-6-3-113-16,-1 1-114 0,0-9-17 15,8 1 65-15,-8-5 123 0,0 1 137 16</inkml:trace>
  <inkml:trace contextRef="#ctx0" brushRef="#br0" timeOffset="49253.05">5203 14866 51 0,'0'-14'375'0,"0"-1"69"15,0 4 67-15,0 0 16 0,0 4-12 16,0-1-78-16,0 5-55 0,0-1-46 0,0 0-40 16,0 8-37-16,0 0-48 0,0 3-29 15,7 0-17-15,-7 8-5 0,6-1-1 16,-6 5-14-16,7-1-8 0,-7 4-9 0,6-3-4 16,1 6-3-16,-1-3-8 0,-6 0-10 15,6-4-6-15,-6 4-6 0,8 0 1 0,-8-3-4 16,0-4-2-16,6 3-5 0,-6-7-7 15,0-1-5-15,0 1 1 0,0-3 7 16,6-5 18-16,-6 5 24 0,0-8 17 0,0 3 7 16,-6-3-5-16,6-3-17 0,0-1-27 15,0-3-32-15,0-4-25 0,-6-1-17 0,6-2-11 16,-8 0-3-16,8-5-6 0,-6 2-1 16,6-6-5-16,0 1 0 0,-6 4-2 15,6-5 2-15,0 5 0 0,6-3 0 0,-6 5 3 16,6-1-4-16,-6 2 3 0,14 0-3 15,-8 1-1-15,7 2-1 0,-6 1 1 0,6 0 0 16,0 4 1-16,0 0-2 0,0 3 0 16,0 1 3-16,0 3 0 0,7 0 2 0,-8 3 0 15,2 5 2-15,-1-1 2 0,0 0 0 16,0 8 0-16,-7 0 0 0,0-1 1 16,8 1 1-16,-8 0 2 0,-6 2 3 15,7-1 0-15,-1 2 0 0,-6-4 1 0,0 5 0 16,0-8 3-16,0 3-4 0,7 1-2 15,-7-4-1-15,0-1 0 0,0 3-3 0,0-7-8 16,0 2-20-16,0-1-43 0,0-3-63 16,0 3-78-16,0-7-91 0,6 4-126 0,-6-4-151 15,0 0-171-15,0-4-176 0,7 4-56 16,-1-7 22-16,1 3 93 0,0-3 152 16,5-1 204-16</inkml:trace>
  <inkml:trace contextRef="#ctx0" brushRef="#br0" timeOffset="49471.96">5692 14983 238 0,'6'0'595'0,"-6"0"115"0,0 0 93 0,6 0 53 16,-6 0-140-16,0 0-154 0,0-3-140 0,7 3-98 15,-7 0-77-15,7 0-62 0,-1 0-49 16,7 0-39-16,1-4-24 0,-2 4-17 16,2 0-12-16,-2 0-16 0,1 0-11 0,1 0-8 15,-2 0-2-15,2 0-3 0,-2 0-8 16,-5 0-19-16,0 0-41 0,-1 0-66 15,1 0-97-15,-7-4-116 0,6 4-130 0,-6 0-150 16,0 0-167-16,0-4-46 0,-6 4 34 16,6-3 87-16,0-1 117 0,0 4 160 0</inkml:trace>
  <inkml:trace contextRef="#ctx0" brushRef="#br0" timeOffset="49757.18">6024 14815 77 0,'0'-11'529'0,"0"4"125"0,0-1 92 16,0 1 80-16,0-1-89 0,0 0-138 16,-7 6-122-16,7-2-94 0,0 0-76 0,0 0-68 15,0 1-64-15,0 3-55 0,0 3-34 16,0 1-11-16,0 4 2 0,7 2 7 16,-7 5 15-16,0 0 11 0,0 3 4 0,7 4-6 15,-7 0-6-15,0 0-12 0,0 3-13 16,0-2-12-16,0-5-15 0,0 4-14 0,6-4-8 15,-6 0-5-15,0-3-6 0,0-1-7 16,0 2-3-16,0-5-20 0,0-4-41 16,0 1-52-16,0-5-75 0,0 1-124 0,0-4-173 15,0 0-204-15,0-7-209 0,-6-1-96 16,6-3-5-16,-7-4 81 0,7 0 154 16,-7-7 207-1</inkml:trace>
  <inkml:trace contextRef="#ctx0" brushRef="#br0" timeOffset="50072.32">5984 14551 210 0,'0'-15'468'0,"0"4"69"16,8 0 68-16,-2 0 46 0,7 4-121 16,-7-4-75-16,8 8-52 0,-8-5-40 0,6 5-37 15,8 3-50-15,-6 0-52 0,5 6-32 16,1-1-17-16,-1 6-4 0,7 4-4 0,-6 2 4 15,6 1 0-15,-7 8-1 0,7 0 2 16,-6 3-1-16,-1 8-7 0,1-1-15 0,-7 1-9 16,0 3-12-16,-7 4-10 0,-6-3-11 0,0-1-8 15,0 0-10-15,-6 1-13 0,0-5-12 16,-8 2-14-16,2-6-9 0,5-3-8 0,-6 0-9 16,0-3-4-16,-1-5-6 0,2 2-3 15,-1-4-5-15,0-9-27 0,6 1-45 16,-5 0-65-16,-2-7-85 0,1 0-99 0,6-4-171 15,1-4-223-15,0 0-269 0,6-3-100 16,0-3-6-16,0-5 55 0,6 0 147 0,7-4 234 16</inkml:trace>
  <inkml:trace contextRef="#ctx0" brushRef="#br0" timeOffset="50743.84">7659 13221 262 0,'-7'0'385'0,"0"0"51"0,1-3 13 16,0 3-53-16,-1 0-71 0,7-4-69 0,0 8-24 15,0-1 13-15,7 1 14 0,-1 7 17 0,0 0 20 16,8 7 21-16,-2 4 1 0,8 5-16 16,7 0-17-16,-2 7-21 0,1 3-19 0,7-1-23 15,6 7-14-15,-6 6-17 0,6-2-13 0,-1 5-15 16,9-1-10-16,-9 0-9 0,15-3-17 16,-8 3-16-16,1-2-16 0,5-2-9 15,-4-7-1-15,4 0-5 0,-5-4-4 0,-1-5-11 16,1-3-11-16,-13-6-13 0,6 0-12 15,-13-7-11-15,-6-1-8 0,-1-2-7 0,-6-5-15 16,-7 0-36-16,1-3-57 0,-7 0-69 16,0 3-85-16,-7-4-119 0,1 2-165 15,0-2-217-15,-8 1-201 0,2-1-67 0,-2 5 14 16,1-5 82-16,7 1 157 0,-7 3 243 16</inkml:trace>
  <inkml:trace contextRef="#ctx0" brushRef="#br0" timeOffset="51243.7">9163 14547 248 0,'-7'-7'361'0,"7"3"55"0,-6-3 16 0,0 3-5 16,-1 1-24-16,0-5 2 0,-6 8 0 15,1-3-9-15,-2 0-15 0,-5 3-31 0,-1 0-45 16,-6 0-52-16,6 3-36 0,-5 0-23 15,-1 5-20-15,6-1-11 0,-6 4-9 16,7 4 1-16,-1 2 7 0,0 2 7 0,7 6 1 16,-6 2-7-16,6 2-10 0,7 1-13 15,-2-2-13-15,2 6-14 0,6-1-9 0,0-4-11 16,6 0-7-16,2-3-5 0,4 0-9 16,2-4-9-16,-2-4-8 0,15 0-6 15,-8-7-6-15,7 0-8 0,0-1-7 0,-6-5-7 16,6-2-5-16,-1-3-7 0,-5 0-2 15,0 0-5-15,-1-3 0 0,-5-2-7 16,-2 2-23-16,-6 0-51 0,2 3-73 0,-2-4-95 16,0 0-123-16,-6-3-179 0,7 3-223 15,-7-3-217-15,0-4-71 0,6 0 20 0,-6 1 82 16,7-2 163-16,0-2 235 0</inkml:trace>
  <inkml:trace contextRef="#ctx0" brushRef="#br0" timeOffset="51574.91">9450 14529 110 0,'-7'-18'529'0,"7"3"123"0,-7 1 78 0,1-4 68 16,0 2-109-16,-1 5-142 0,1-4-115 16,-1 5-92-16,-6 2-52 0,7 1-43 0,-8 3-40 15,2 4-37-15,-2 0-25 0,1 4-12 16,1 3-6-16,-2 1-9 0,2 7-12 0,-2 3-1 15,8 3 8-15,-7 2 3 0,6 6 3 0,0 0 6 16,7 4 5-16,0 3-2 0,0 2-7 16,0-2-8-16,7 4-7 0,-7-4-10 0,7 2-7 15,6-2-5-15,-7-3-7 0,8 1-12 16,-2-5-12-16,2 0-10 0,-2-7-12 16,8 3-8-16,-7-6-8 0,7-1-12 0,-8-3-27 15,2-4-47-15,5-3-69 0,-6-5-89 16,0 1-105-16,0-8-135 0,0 1-139 0,7-9-141 15,-7 1-131-15,-1-8-98 0,2 1 7 16,-1-8 91-16,0 1 134 0,0-8 171 16</inkml:trace>
  <inkml:trace contextRef="#ctx0" brushRef="#br0" timeOffset="52077.61">9638 14665 61 0,'0'-15'453'0,"-6"4"97"0,0 1 106 15,-1 2 107-15,0-4-82 0,7 5-103 0,-6 3-78 16,6-3-69-16,-6 3-90 0,6 4-98 15,0 0-71-15,0 0-50 0,0 4-28 16,0 0-10-16,0 7 4 0,0-1 12 0,0 6 12 16,6-2 6-16,-6 8 1 0,6-3 1 15,-6 2-5-15,7 5-5 0,0 0-8 0,-7 0-4 16,6-1-1-16,-6-3-5 0,0 4-4 16,6-4-5-16,-6-4-2 0,0 1-5 0,0-4-4 15,0-5 1-15,7 1 4 0,-7-4 10 16,0 0 23-16,0-3 19 0,0 0 7 0,0-4-1 15,0 0-91-15,0-8-44 0,-7 5 0 16,7-8 0-16,0 0 0 0,0-3 0 0,0-5 0 16,0-3 0-16,-6 0 0 0,6 0 0 15,0-4 0-15,6 8 0 0,-6-3 0 16,7 2 0-16,-1 4 0 0,1-3 0 0,0 3 0 16,5 5 0-16,2-5 0 0,-1 4 0 15,-1 3 0-15,2-2 0 0,-2 2 0 0,2 4-13 16,-1-3 3-16,0 3 3 0,6 4 2 15,-5 0-3-15,-2 0 7 0,2 8 1 0,-2-5-1 16,-5 9 2-16,6-2 0 0,0 1 2 16,-7 3 3-16,8 1-1 0,-14 4 4 15,6-1 1-15,0 1 0 0,1 3-10 0,-7-4 0 16,0 0 0-16,6 0 0 0,-6 1 0 16,0-1 0-16,0-4 0 0,7-3 0 0,-7 0 0 15,0 0 0-15,0-2-83 0,0 1-111 16,-7-6-91-16,7-1-130 0,0-3-191 0,7 0-217 15,-7-3-209-15,7-1-67 0,-1-6 14 16,0 1 92-16,8-2 182 0,-2 0 248 0</inkml:trace>
  <inkml:trace contextRef="#ctx0" brushRef="#br0" timeOffset="52296.28">10121 14811 529 0,'0'0'742'0,"0"0"107"15,6-3 68-15,-6 3-35 0,0 0-182 16,6 0-215-16,-6 0-131 0,13 0-78 0,-6 0-39 15,0 0-24-15,5 0-27 0,2 0-30 16,-2 3-33-16,2-3-25 0,-1 0-25 16,7-3-22-16,-8 3-18 0,8 0-14 0,-1 0-5 15,-5-4-7-15,-2 4-12 0,2 0-21 16,-8-4-35-16,0 4-57 0,1 0-92 0,-7-3-134 16,6 3-177-16,-6-4-197 0,0 0-194 15,0 1-65-15,0-4 27 0,0 2 103 16,0-3 166-16,0 6 207 0</inkml:trace>
  <inkml:trace contextRef="#ctx0" brushRef="#br0" timeOffset="52546.22">10485 14609 311 0,'0'-7'631'0,"-7"0"111"0,7-1 94 0,0 5 31 16,0-4-171-16,-6 7-178 0,6-5-156 0,0 5-87 15,0 0-55-15,0 5-23 0,0-2-3 16,6 8 8-16,-6 0 13 0,7 3 2 15,0 5-16-15,-1-4-32 0,-6 7-28 0,7-1-22 16,-1 2-25-16,-6 0-20 0,7 2-20 16,-7-3-12-16,0 3-12 0,0-3-10 0,0-3-6 15,0-1-7-15,-7 0-19 0,7-4-41 16,0 2-66-16,-6-10-82 0,6 3-101 0,0-3-176 16,0-6-206-16,6 0-202 0,-6-3-111 15,0-4-14-15,0-4 55 0,7 0 147 16,-7-5 211-16</inkml:trace>
  <inkml:trace contextRef="#ctx0" brushRef="#br0" timeOffset="52843.03">10608 14408 300 0,'14'-15'532'0,"-8"0"120"0,8 1 94 15,-1-1 2-15,-7 7-121 0,7-2-105 16,0 3-92-16,0 7-84 0,7 0-57 15,-8 3-42-15,8 5-27 0,-6 3-12 0,5 7-4 16,-6 1-2-16,6 6-10 0,-5 4-9 16,-2 5-9-16,2-2-7 0,-8 8-4 0,7 1-8 15,-7 4 0-15,-6-2-1 0,0 4-3 16,-6 0-7-16,-1-2-6 0,1-1-13 0,-7-3-108 16,6-1-17-16,-5-4 0 0,-2 1 0 15,1-8 0-15,0-3 0 0,0 0 0 16,7-8 0-16,-8-4 0 0,8-3 0 0,0 0-59 15,-1-7-243-15,0 0-117 0,1-4-156 16,0-4-199-16,-1-3-220 0,-6-1-98 0,6-3 3 16,-12 1 71-16,0-1 151 0,-1 0 223 15</inkml:trace>
  <inkml:trace contextRef="#ctx0" brushRef="#br0" timeOffset="53525.04">4865 15390 241 0,'6'3'376'16,"0"-3"37"-16,2 0 34 0,-8 0-62 0,6 5-49 16,-6-2-11-16,0 4 18 0,0 4 22 0,0 4 12 15,-6 3-7-15,-2 1-28 0,-11 9-32 16,6 2-34-16,-14 7-24 0,-5-1-20 16,-1 5-20-16,-5 3-21 0,-7-1-20 0,-2 6-15 15,2-5-11-15,-1 3-5 0,-6 1-2 0,7-5 1 16,0-2-4-16,-2-1-9 0,9-3-12 15,-1-1-20-15,-1-3-14 0,14-4-16 16,-7-2-13-16,14-6-13 0,-7 2-11 0,13-9-3 16,0 0-6-16,0-3-6 0,6-3-2 0,1-1-3 15,0 0-13-15,-1-4-29 0,7-3-54 16,0 0-72-16,7 0-102 0,-1-3-138 0,-6 0-176 16,13-5-198-16,-6 2-187 0,-1-2-54 15,7-3 34-15,-6 3 101 0,-7 1 169 0,6 4 216 16</inkml:trace>
  <inkml:trace contextRef="#ctx0" brushRef="#br0" timeOffset="54151.76">2696 17098 81 0,'7'-8'400'0,"-1"1"72"0,-6-4 65 0,0 0 38 16,6 4-50-16,-6-5-63 0,0 5-37 15,0-4-33-15,-6 4-34 0,6-1-54 0,-6 1-68 16,-1-1-56-16,0 5-40 0,-6-1-29 0,7 1-19 16,-8 3-10-16,-4 0-4 0,4 3-6 0,-5 1-2 15,-1 3-1-15,0 4-4 0,1 0-3 0,-1 4-5 16,8 4-1-16,-8 2 1 0,7 2 5 0,0 2 10 16,6 0 7-16,-5 1 14 0,5 4 15 15,0-5 7-15,7-3 5 0,0 0 1 0,-6 0 4 16,12 0-6-16,-6 0-14 0,7-5-5 0,0-1-9 15,-1-1-7-15,0-1-8 0,7-3-8 16,1 0-7-16,-2-4-9 0,2 0-9 0,5-2-9 16,-6 2-9-16,6-7-8 0,1 3-6 0,0-3-13 15,-7-3-25-15,7 3-42 0,-8-4-53 16,1 1-66-16,0-2-83 0,0 2-102 0,1-4-129 16,-2-1-152-16,2 1-166 0,-8 0-132 0,7-5-22 15,0 2 53-15,0-1 124 0,-1 0 174 16,2 0 210-16</inkml:trace>
  <inkml:trace contextRef="#ctx0" brushRef="#br0" timeOffset="54470.78">3028 16958 467 0,'0'-10'632'0,"-7"-2"103"15,1 1 78-15,0 0-25 0,-2 1-151 0,8 1-138 16,-6 2-107-16,0 0-71 0,0 3-59 15,6 1-58-15,-7-1-48 0,0 1-38 0,7 3-31 16,-6 0-24-16,-1 3-17 0,-5 4-9 0,4 4-2 16,2 0 5-16,-6 4 11 0,5 7 8 15,0 0 12-15,1 7 13 0,-1-4 7 0,1 9 1 16,-1-1-2-16,7 0-4 0,0 0-7 0,-7 3-10 16,7-2-12-16,0-1-8 0,7-4-7 0,-7 0-7 15,0-4-9-15,7 0-8 0,-1-2-4 0,1-1-3 0,-7-7-3 16,6 3-1-16,1-7-5 0,0 0-14 15,5 0-32-15,-6-4-51 0,2-2-74 0,4-5-93 16,-5 0-128-16,13-5-157 0,-8-6-172 0,2 4-179 16,-2-7-71-16,2-1 13 0,-1-4 90 0,-1 1 150 15,2-4 191-15</inkml:trace>
  <inkml:trace contextRef="#ctx0" brushRef="#br0" timeOffset="54954.7">3119 17079 406 0,'0'-7'524'0,"-6"-4"92"0,6 4 99 15,0 2-43-15,-7-2-107 0,7 3-87 16,-6 1-79-16,6 3-84 0,0-4-91 0,0 4-81 16,0 4-54-16,0-1-25 0,0 1-6 0,6 8 10 15,-6 2 11-15,7 1 8 0,-7 3 8 16,6 4-1-16,0 0-2 0,1 3-8 0,-7-3-1 0,7 4 5 16,-7-4-3-16,6 0 2 0,-6 0 8 15,0 0 8-15,6-4 4 0,-6 0-1 0,0-4 4 16,0-2 1-16,0-1-3 0,0-3-2 0,0-2 8 15,0-1 11-15,0 2 18 0,0-7 10 16,0 3 1-16,0-3-10 0,-6-3-19 0,6-1-26 16,0-4-30-16,-6 2-60 0,6-5-9 0,-7 0 0 15,7-4 0-15,0-4 0 0,-7 5 0 0,7-5 0 16,0 1 0-16,0 0 0 0,7-1 0 16,-7 1-22-16,7-1-9 0,-1 5-1 0,0-4 0 15,2 3 6-15,4 1 2 0,-5 3 5 0,-1 0 2 16,7 0 4-16,-6 3 4 0,5 2-2 15,-4-2 2-15,-2 4 0 0,7 1 1 0,-6 3 0 16,-1 0-1-16,7 3 3 0,-7 4 1 0,8 1-2 16,-8-1 2-16,7 4-2 0,-6 4 3 0,5-4 1 15,-5 3 1-15,-1 1 4 0,1-1-1 16,0 2 5-16,-1-2-1 0,-6 1-2 0,6-5 0 16,-6 5-2-16,8-4-2 0,-8 0-17 0,0 1-33 15,0-2-45-15,0-3-64 0,0 1-76 0,0-1-88 16,0-2-99-16,0-3-114 0,0 2-135 0,6-4-133 15,-6 0-123-15,6 0-15 0,1-4 59 16,-1 4 118-16,7-7 162 0,0 3 190 16</inkml:trace>
  <inkml:trace contextRef="#ctx0" brushRef="#br0" timeOffset="55142.81">3504 17295 489 0,'0'0'660'16,"0"0"106"-16,-7 0 82 0,7 0-27 0,0 0-129 15,0 0-145-15,0 0-115 0,0 0-69 0,0 0-52 16,0 0-60-16,0 0-45 0,7 0-36 15,-1-3-30-15,0 3-30 0,1 0-25 0,0 0-24 16,5-5-20-16,1 5-15 0,1 0-13 16,-2-3-29-16,2 3-51 0,-2-4-78 0,-5 1-101 15,6-1-152-15,-6 0-177 0,5-3-204 0,-4 0-161 16,-2-5-35-16,6 5 42 0,-5-4 118 16,0 4 163-16,-1-5 217 0</inkml:trace>
  <inkml:trace contextRef="#ctx0" brushRef="#br0" timeOffset="55580.22">3719 17027 341 0,'0'-7'583'15,"-7"4"100"-15,7-2 66 0,0-2-25 0,0 0-126 16,0 3-132-16,7-3-113 0,-7 0-72 0,12 3-43 16,-6-4-40-16,8 5-38 0,5-4-35 15,-5 3-29-15,4 1-22 0,2 3-22 0,-6 0-12 16,5 0-15-16,1 3-8 0,-8 1 2 0,2 3 1 15,-1 1 3-15,-1-1 1 0,2 4 8 16,-8 0 4-16,0 4-1 0,2-1 7 16,-8 4 7-16,-8 1 6 0,8-1 3 0,-12 4 7 15,6-4 4-15,-8 4-6 0,1 0-7 0,0 0-6 16,-6-3-8-16,5-1-8 0,2 1-3 16,-1-1 2-16,-1-4 8 0,2-2 14 0,4-2 20 15,-4 1 15-15,6-4 10 0,6 2 12 16,-7-7 9-16,0 2 3 0,7 0 3 15,0-1 4-15,0-3 4 0,0 4 5 0,0 0 0 0,7-4-7 16,6 4-105-16,-7-4-28 0,8 0 0 16,-2 0 0-16,8 0 0 0,-7-4 0 15,7 4 0-15,-1-4 0 0,7 4 0 0,-6-4 0 16,0 1 0-16,-8-1 0 0,1 0 0 0,1 4 0 16,-2-2 0-16,-6 2-83 0,2-5-174 15,-2 5-65-15,0 0-67 0,-6-4-87 0,0 4-115 16,0-3-137-16,0-1-137 0,-6 0-97 15,0-3 0-15,6 3 77 0,-8-2 136 0,8-2 180 16</inkml:trace>
  <inkml:trace contextRef="#ctx0" brushRef="#br0" timeOffset="55861.42">3960 16815 428 0,'0'-22'649'0,"0"3"82"0,0 5 58 16,0 0-14-16,6 2-184 0,-6 5-174 0,6 0-121 15,-6 4-58-15,13-2-28 0,-6 5-21 0,6 5-12 16,-1 5-2-16,2 0 6 0,6 9 7 16,-1 4-4-16,1-2-13 0,-1 9-16 0,1-1-12 15,6 0-11-15,-14 8-7 0,8 0-10 16,-7 3-3-16,0 0-8 0,0 4-10 0,-13-4-13 16,6 1-13-16,-12-4-10 0,6 2-11 0,-6-5-9 15,-7 2-7-15,0-3-8 0,0 0-8 16,-7-4-4-16,7-3-4 0,-6 0-4 0,-1-5-20 15,7-2-37-15,-7-5-55 0,1 1-71 0,6-7-88 16,-6-1-111-16,5-3-159 0,8-4-187 0,-7-8-219 16,6 1-75-16,7-3 9 0,0-5 72 15,7-4 154-15,0-3 211 0</inkml:trace>
  <inkml:trace contextRef="#ctx0" brushRef="#br0" timeOffset="56489.88">5041 15552 18 0,'-20'0'281'0,"7"0"48"16,0-4 44-16,0-1-51 0,-1 2 7 0,2 0-25 15,6-1 1-15,-2 0 17 0,2 1 2 16,6 3-15-16,-6-4-39 0,12 4-28 15,-6 4-32-15,14-1-27 0,-2 11-5 0,8 1 12 16,-1 7 25-16,7 4 15 0,0 7 11 0,1 4 13 16,5 3 10-16,1 7 5 0,5 1-5 15,-5 11-14-15,7-5-22 0,5 9-31 0,1-1-35 16,-1 1-29-16,-6-4-21 0,7-1-10 16,-1-3-11-16,-5-4-10 0,-8-7-12 0,7-4-12 15,-13-3-10-15,1-7-17 0,-2-5-8 16,-12-3-6-16,0-7-6 0,1-4-15 15,-8-1-44-15,0-6-64 0,0-4-98 0,-6-4-127 16,0-3-203-16,0-4-245 0,-6-3-231 0,6-5-83 16,-6 1 19-16,6-1 85 0,0 1 179 15,0 0 247-15</inkml:trace>
  <inkml:trace contextRef="#ctx0" brushRef="#br0" timeOffset="57022.4">5901 16877 441 0,'-8'-7'550'0,"2"-4"83"0,-7 4 84 15,0-4-48-15,0 0-111 0,0 4-95 0,6-1-70 16,-5-3-57-16,-8 7-63 0,7-3-64 16,-1 4-45-16,-4-1-34 0,4 4-24 0,-5 4-10 15,-1-4-10-15,0 7-5 0,1-4-7 16,-1 8-4-16,8-4-1 0,-2 8 1 0,2 0 2 16,-2 4-1-16,8-2 3 0,-1 3 6 15,1 1 6-15,6 2-1 0,0-6 1 0,6 5 4 16,-6-4-5-16,7 4-3 0,6-3-10 0,-6-4-6 15,5-1-8-15,-4 1-10 0,4-1-9 16,8-3-6-16,-7-3-6 0,7-1-9 0,-8-3-7 16,8-1-4-16,-1-3-4 0,-5 4-15 15,4-8-26-15,-4 4-38 0,-1 0-49 0,0-3-74 0,-6-1-91 0,5 0-135 0,-5 1-163 16,0-1-200-16,5-3-157 0,-5-1-37 0,0 2 37 31,-1-6 114-31,1 5 171 0,5-4 232 0</inkml:trace>
  <inkml:trace contextRef="#ctx0" brushRef="#br0" timeOffset="57381.63">6148 16754 363 0,'-7'-12'617'0,"0"-3"100"16,1 5 74-16,0-6 11 0,6 5-172 15,-7 4-157-15,0-3-112 0,1 2-71 0,6 1-54 31,-6 3-46-31,-1 0-39 0,1 1-35 0,-1 3-27 0,7-4-19 0,-13 8-9 0,7-4-4 16,-2 7-2-16,-4 0 3 0,-1 0 2 0,0 8 6 16,0 0 6-16,-1 4 3 0,8 1 5 15,-6 3 4-15,-2 3 2 0,8 3-1 0,-1 0-1 32,1 4-2-32,-1 1-4 0,0-2-1 0,1 5-1 0,6-5-3 0,0 5-5 0,6-3-3 15,-6-5-5-15,7 0-5 0,0 0-4 0,-1-3-3 16,7-4-4-16,1 0-5 0,-8-4-7 0,6-3-4 15,8-1-4-15,-7-6-5 0,1 3-6 16,4-8-10-16,2 1-25 0,-6 0-50 16,5-8-58-16,-6 0-78 0,6 1-90 0,1-8-119 15,-7 3-141-15,0-6-150 0,6-4-153 0,-5-1-102 16,-1-2-1-16,-7-2 75 0,7-7 136 16,-6 5 185-16</inkml:trace>
  <inkml:trace contextRef="#ctx0" brushRef="#br0" timeOffset="57912.75">6304 16870 137 0,'-7'-11'519'0,"7"4"114"0,-6-1 94 16,6 1 69-16,-7 0-114 0,7 3-137 15,-6 1-125-15,6-2-101 0,0 5-85 0,0 0-70 0,0 0-42 16,0 5-26-16,0 2-6 0,0 4 2 16,0 0 10-16,6 4 6 0,1-1-3 15,-1 0 1-15,-6 5 2 0,7 3 3 0,0-4 1 31,-1 4-2-31,0 0-1 0,1 0-6 0,-7-4-5 0,7 5-3 0,-7-5-1 0,0-4-2 32,6 1-1-32,-6 0 1 0,0-4 2 0,0-4 5 0,0-3 6 0,0 3 13 0,0-3 18 15,0-1 20-15,0-3 9 0,0 0-59 0,0-3-106 16,-6-1 0-16,6-3 0 0,-7-1 0 0,0-3 0 16,1-3 0-16,6 0 0 0,-6-1 0 15,-1-4 0-15,0 1 0 0,7-1 0 0,-6 1 0 16,6 0 0-16,0 3 0 0,0 1 0 15,6 0 0-15,-6-3 0 0,7 7 0 0,6-5 0 16,-7 4 0-16,1 4 0 0,6-4 0 0,0 4 0 16,-6-1 0-16,6 5 0 0,-1-1 0 15,-5 1 0-15,6 3 0 0,-7 0 0 16,8 0 0-16,-1 3 0 0,0 4 0 0,-7 1 0 16,7-1 0-16,1 4 0 0,-8 0 0 0,7 4 0 15,-7-4 0-15,7 4 0 0,-6-1 0 0,-1 5 0 16,1-5 0-16,0 1 0 0,-1 3 0 15,0-3 0-15,1-1 0 0,-7 5 0 16,7-4 0-16,-7 0 0 0,6-5 0 0,-6 5 0 16,6-8 0-16,-6 4 0 0,0-7 0 0,7 3 0 15,-7-3-123-15,0-1-171 0,0-3-121 0,6 0-183 16,-6 0-238-16,7-3-217 0,-7-5-72 16,7 1 16-16,5-4 87 0,-5 0 185 0,6 0 267 15</inkml:trace>
  <inkml:trace contextRef="#ctx0" brushRef="#br0" timeOffset="58084.58">6793 17031 305 0,'-7'0'725'0,"7"0"131"0,-7 0 88 15,7 0 74-15,0 0-160 0,-6 0-223 16,6 0-172-16,0 0-100 0,6 0-68 0,-6 0-57 16,7-4-60-16,0 4-56 0,5 0-38 0,1-3-25 15,1 3-21-15,-2 0-26 0,2 0-51 16,-2-4-75-16,2 4-103 0,-1-3-145 15,-1-2-197-15,2 2-225 0,-8-1-184 0,7-3-53 16,0 3 37-16,0-3 106 0,1 4 180 0,-8-5 227 16</inkml:trace>
  <inkml:trace contextRef="#ctx0" brushRef="#br0" timeOffset="58491.21">6982 16844 474 0,'-8'-7'630'0,"2"3"103"15,6-3 79-15,-6-1-54 0,6 1-142 0,0 0-136 16,6 0-114-16,-6 0-79 0,6-2-59 0,8 7-48 31,-8-6-43-31,8 5-33 0,-2-2-28 16,1 5-21-16,7 0-19 0,-8 5-10 0,2-2-7 16,5 5-4-16,-5-1-1 0,-2 0 0 0,2 4 6 0,-8 0 7 0,0 4 12 0,1-1 18 31,0 1 14-31,-14 3 10 0,7-3 4 0,-7 4 4 0,1-1-2 0,0 4-2 0,-8-5-2 15,2 2 0-15,-2-1 0 0,8 1-2 16,-7-1 0-16,7-4-4 0,-8 2 1 0,8-5 10 0,0-4 15 16,-1 1 18-16,7-5 15 0,-7 0 24 15,7 1 16-15,0 0-36 0,0-4-140 16,0 3 0-16,7-3 0 0,6 0 0 0,-7 0 0 16,14 0 0-16,-7-3 0 0,7 3 0 0,6-4 0 15,-7 0 0-15,7 1 0 0,0-5 0 16,0 5 0-16,1-4 0 0,-1 3 0 0,-7-3 0 15,1 3 0-15,-8-3 0 0,2 2-315 16,-2 3-93-16,2-6-98 0,-8 4-136 0,1-3-169 31,-7-1-189-31,6 1-52 0,-12-4 25 0,6 0 95 0,0 0 167 0,-7-3 216 0</inkml:trace>
  <inkml:trace contextRef="#ctx0" brushRef="#br0" timeOffset="58725.52">7385 16624 516 0,'0'-14'688'15,"0"0"86"-15,0 5 51 0,7-1-47 0,-7 6-184 32,6 0-169-32,0 4-105 0,8 8-49 0,-2-1-11 0,2 5-1 0,5 5-1 0,7 6 0 15,-6-1-4-15,6 7-3 0,-7 1-12 0,7 2-26 16,-6 5-35-16,-7 0-35 0,0-1-32 16,0 0-34-16,-13 5-26 0,0-1-16 0,0-4-8 15,-6 6-9-15,-8-6-6 0,1-3-12 0,-6 0-25 16,6-4-43-16,-7-3-58 0,1-1-70 15,-1-6-92-15,8-1-106 0,-8-7-142 0,7 0-166 16,6-8-227-16,-6 1-84 0,7-8 11 31,-1-2 70-31,7-2 144 0,-7-7 192 0</inkml:trace>
  <inkml:trace contextRef="#ctx0" brushRef="#br0" timeOffset="59326.06">9450 15540 239 0,'6'-22'400'0,"0"0"49"0,-6 0 46 0,7 4-46 0,0-4-94 0,-1 4-23 31,1 0 1-31,-1 3 2 0,1 4-16 0,-1 0-30 0,1 4-45 0,-7 2-41 0,0 10-27 16,0-1-16-16,0 10 10 0,-7 4 22 15,1 11 28 1,-1 8 5-16,-6 3-7 0,0 7-11 0,-6 5-22 15,-1 3-19-15,-6 0-22 0,7 3-13 16,-7-3-10-16,6 4-10 0,-7-7-9 0,9 2-10 16,-2-6-9-16,0 0-7 0,1-9-9 15,5-2-5-15,2-7-6 0,-1-1-6 0,6-7-7 16,-6-7-11-16,7-1-7 0,6-6-5 0,-7-1-1 16,7 0-7-16,0 1-25 0,0-8-57 15,0 0-80-15,0 0-112 0,7-3-151 0,5-2-202 16,2 2-239-16,-1-5-164 0,-1 8-40 15,2-3 46-15,-2 3 114 0,2 3 189 0,-8 1 253 16</inkml:trace>
  <inkml:trace contextRef="#ctx0" brushRef="#br0" timeOffset="59801.62">9215 16884 150 0,'-6'-7'438'0,"6"-3"76"16,0 2 70-16,-7 1 40 0,1-1-62 0,6 1-81 16,-7 3-54-16,0-3-40 0,1 4-44 15,0-2-65-15,-8 5-62 0,2-3-36 0,-2 6-24 16,1-3-15-16,-7 8-8 0,2-1-10 0,-2 4-11 16,1 4-7-16,-1 0 4 0,-6 6 6 15,6 2 9-15,1 2 10 0,5 0 4 0,-5 5 0 16,6-1-7-16,6 0-2 0,1-2-6 15,0 2-8-15,6-4-1 0,0 0 1 0,6-2-2 16,0-2-6-16,7-2-4 0,1-4-4 16,6 0-8-16,-2-4-10 0,2 0-13 0,7-8-14 15,-9 4-18-15,15-7-36 0,-7 0 0 0,0 0 0 16,1-3 0-16,-8-4 0 0,7 3-14 16,-6-3-98-16,-8 3-74 0,2-3-99 0,-2 3-122 0,-5-4-186 15,0 1-227-15,-1 0-213 0,1 0-68 0,-7 0 24 16,6-2 84-16,1-1 181 0,-7 2 252 0</inkml:trace>
  <inkml:trace contextRef="#ctx0" brushRef="#br0" timeOffset="60129.64">9567 16848 350 0,'-7'-15'732'0,"7"-3"112"0,-6 0 70 0,-7 0 59 16,7 2-188-16,6 7-246 0,-8-3-155 15,2 1-91-15,0 3-53 0,-1 5-50 0,-6 0-48 16,7 3-37-16,-1 3-24 0,-6 4-16 0,0 3-6 16,7 7 0-16,-8 0 6 0,8 9 8 15,-7 0 7-15,7 6 11 0,-8 5 5 16,8 0-1-16,0 2-7 0,-2 2-9 0,8-1-10 16,-6 1-10-16,6-1-7 0,0-3-7 0,0-5-6 15,6 2-8-15,2-5-11 0,-2-4-1 16,0-3-6-16,1 0-1 0,6-7-6 0,-6-5-23 15,5 2-51-15,8-4-79 0,-7-8-96 0,7 0-118 16,-1-4-160-16,8-7-179 0,-8 0-178 16,0-4-123-16,8-3-8 0,-8-4 57 0,-6-4 134 15,6 0 186-15,-5-6 220 0</inkml:trace>
  <inkml:trace contextRef="#ctx0" brushRef="#br0" timeOffset="60551.42">9730 16965 252 0,'0'-11'566'0,"-7"0"114"16,7-1 96-16,-7 2 40 0,7 3-127 15,-6 4-129-15,6-4-117 0,0 2-95 0,-6 1-89 16,6 4-69-16,0 0-50 0,0 4-33 0,0 3-18 16,6 1-4-16,-6 3 8 0,0 4 7 15,6-1 0-15,-6 8-2 0,7-4 0 0,-7 8-2 16,7-4-2-16,-7 4-4 0,0-1 3 16,6-3-4-16,-6 0-1 0,0 0-2 0,0-2-5 15,0-7-1-15,0 1-9 0,6-2-4 0,-6-5 1 16,0 1 8-16,0-5 14 0,0 4 22 15,0-7 19-15,-6 5 4 0,6-5-4 16,0-5-107-16,0-2-24 0,-6 4 0 0,6-8 0 16,-7 0 0-16,7-4 0 0,0 0 0 0,-7-4 0 15,7-2 0-15,0 3 0 0,0-4 0 0,7 0 0 16,-7 4 0-16,7-5 0 0,-1 5 0 16,8 3 0-16,-8-3 0 0,13 4-19 15,-6-1-17-15,0 0 6 0,7 3 6 0,-7 2 6 16,0 3 4-16,0-1 4 0,-7 6 2 0,8-3 1 15,-2 5 0-15,-5 5 2 0,6-3 3 16,-7 10 1-16,7-1 3 0,-6 0 2 0,0 3 9 16,-1 0 1-16,0 2 3 0,2 2 1 0,-2 0 1 15,0-3-1-15,0 4-4 0,-6-1-2 16,7-4-5-16,-7 4-1 0,7-7-22 0,-7 4-44 16,6-4-70-16,-6-4-90 0,0 1-109 15,7-5-170-15,-7 0-233 0,6-3-258 0,0-3-109 16,2 0-7-16,-2-5 60 0,6 1 143 15,2-4 237-15</inkml:trace>
  <inkml:trace contextRef="#ctx0" brushRef="#br0" timeOffset="60754.53">10218 17005 133 0,'-6'-3'651'0,"6"3"150"16,-7-4 108-16,0 0 89 0,1 1-80 0,6-1-175 15,-6 4-197-15,6 0-115 0,0-3-84 16,0 3-65-16,6-4-62 0,7 4-54 0,-6 0-40 15,12-4-31-15,-5 4-22 0,4 0-22 0,-4 0-27 16,5 0-41-16,-5 0-56 0,4-3-71 16,-4 3-94-16,-1 0-128 0,0-5-166 15,0 2-179-15,-1-4-212 0,-4 3-86 0,-2 1 12 0,7-5 82 16,-6 1 146-16,-1 2 195 0</inkml:trace>
  <inkml:trace contextRef="#ctx0" brushRef="#br0" timeOffset="61398.07">10518 16808 415 0,'-7'-8'535'0,"7"1"76"15,0-5 69-15,0 5-64 0,0 1-134 16,0-2-105-16,7 2-79 0,-7-2-49 0,6 4-44 0,1-4-32 16,-1 5-25-16,0-5-13 0,2 5-12 15,-2 0-17-15,0-2-12 0,1 2-8 0,-1 3-1 16,-6-4 6-16,7 4 13 0,-1-4 14 15,-6 4 11-15,0 0 12 0,7-3 8 0,-7 3 8 16,0 0 4-16,0 0-2 0,0 0-7 16,0 0-12-16,-7 0-15 0,7 0-19 0,0 0-21 15,0 0-20-15,0 0-17 0,-6 0-12 16,6 0-10-16,0 0-8 0,0 0-5 0,0 0-5 16,0 3 1-16,0-3 2 0,0 0 1 0,0 0 9 15,0 0 16-15,0 0 18 0,0-3 23 16,0 3 20-16,0 0 15 0,0 0 0 15,6-4-10-15,-6 4-15 0,7-4-84 0,-1 4-4 16,8-3 0-16,-8 3 0 0,0-4 0 0,8 4 0 16,-8 0 0-16,7 0 0 0,-7 0 0 15,8 7 0-15,-2-3 0 0,2 7 0 0,-8 1 0 16,7 2 0-16,-7 1 0 0,1 2 0 16,0 1 0-16,-7 1 0 0,0 4 0 0,0-5 0 15,0 3 0-15,-7 1 0 0,0 0 0 0,1 1 0 16,-7-1 0-16,0-5 0 0,6 2 0 15,-5-1 0 1,-2-3 0-16,8 0 0 0,-7-4 0 0,7-1 0 16,-1-5 0-16,0 2 0 0,7-3 0 15,-6-1 0-15,0 1 0 0,6-4 0 0,0 4 0 16,0-4 0-16,-8 0 0 0,16 0 0 0,-8 0 0 16,6 0 0-16,0 0 0 0,1 0 0 15,6-4 0-15,0 4 0 0,7 0 0 0,-1-4 0 16,7 4 0-16,-6 0 0 0,6-3 0 15,0 3 0-15,-7-4 0 0,7 4 0 0,-6-4 0 16,-1 1 0-16,1 3 0 0,-7-5 0 16,0 5 0-16,-7-2-231 0,1 2-162 0,-1-5-97 15,1 5-118-15,0-3-141 0,-7-1-161 16,0 0-111-16,0 1 4 0,-7-5 76 0,7 5 139 16,0-4 181-16,-7-1 225 0</inkml:trace>
  <inkml:trace contextRef="#ctx0" brushRef="#br0" timeOffset="61663.64">10908 16756 508 0,'0'-22'729'0,"-6"0"111"0,0 4 87 0,-1 4 11 16,7-1-201-16,-7 0-200 0,7 4-132 15,0 3-85-15,0-2-65 0,7 6-50 16,0 0-27-16,-1 8-14 0,7 0-5 0,0 4 2 16,0 6 14-16,7 4 16 0,0 4 5 0,-8 4-2 15,8 2-4-15,-7 6-8 0,-7-1-182 16,0 4 0-16,2-1 0 0,-16 5 0 0,2-1 0 15,0 0 0-15,-14-3 0 0,7 3 0 0,-7-3 0 16,-6-4 0-16,7 1 0 0,-7-7 0 16,0 0 0-16,0-5 0 0,-7 0 0 0,7-7 0 15,1-1-327-15,-2-3-117 0,8 1-158 16,-1-10-203-16,7 2-231 0,0-8-78 0,0 2 14 16,13-7 72-16,0-2 169 0,6-3 243 15</inkml:trace>
  <inkml:trace contextRef="#ctx0" brushRef="#br0" timeOffset="62226.28">10511 15423 116 0,'-26'-4'382'16,"7"4"46"-16,5-7 39 0,-5 3 6 16,6 1-103-16,0 3-65 0,7-4-32 0,-2 1-13 15,8 3-2-15,0 0-8 0,0 0-14 16,14 0-15-16,-1 3-2 0,0 1 10 0,13 3 11 15,7 8 6-15,6-1 5 0,0 11 8 16,7 2-2-16,5 9-12 0,2 8-22 16,5 4-6-16,7 4-6 0,0 2-1 0,8 8-4 15,-2 4-7-15,7 0-13 0,0 7-21 0,0 1-26 16,0-5-27-16,-6 0-27 0,0-2-14 16,-13-5-9-16,-2-4-9 0,-10-6-12 0,-2-4-15 15,-13-8-26-15,2-4 0 0,-9-3 0 16,-5-6 0-16,0-6 0 0,-8-6-52 0,-5 0-70 15,0-8-82-15,-7 0-99 0,0-7-144 0,0-4-193 16,-7-3-214-16,7 0-197 0,-7-4-47 16,1 0 33-16,0 0 119 0,-2-1 195 0,8 2 238 15</inkml:trace>
  <inkml:trace contextRef="#ctx0" brushRef="#br0" timeOffset="62693.53">12257 16621 396 0,'-7'-8'512'0,"1"1"74"0,-8 0 69 15,2 4-58-15,6-6-102 0,-14 6-71 16,0 3-49-16,1-4-33 0,-1 4-31 0,0 4-36 16,-6-1-30-16,1 6-29 0,-8-3-26 0,7 9-30 15,0-1-19-15,-1 5-15 0,8-1-14 16,0 8 0-16,-1 0 3 0,7 0 15 0,0 2 8 15,6-2 3-15,1 4 2 0,6-5 2 16,6 1 3-16,-6-1-2 0,14 0-8 0,-8-2-3 16,7-1-7-16,0-4-9 0,6-3-14 0,1 0-16 15,-1-4-17-15,1 0-43 0,6-8-29 16,0 2 0-16,1-3 0 0,-2-2 0 16,1-2 0-16,0-3 0 0,-6 2-95 0,6-1-94 15,-13 0-84-15,7-3-95 0,-8 3-124 0,2-3-156 16,-1-1-196-16,-7 1-163 0,0 0-40 0,2 0 34 0,-2 0 112 0,-6-4 177 15,6 0 243-15</inkml:trace>
  <inkml:trace contextRef="#ctx0" brushRef="#br0" timeOffset="63022.62">12504 16690 234 0,'0'-14'643'0,"0"-4"125"0,-6 3 84 0,6 1 65 15,0-2-169-15,-7 5-187 0,0 1-158 0,7 2-100 16,-6 1-65-16,0-1-51 0,-7 5-30 16,6 3-32-16,-6 0-20 0,-1 3-12 0,2 5-9 15,-1 2-6-15,0 5-3 0,0 4 2 16,-1 3 3-16,2 3 7 0,6 8 5 0,-8-3 6 16,1 7 5-16,7-1 1 0,-1 4 0 0,0-3 5 15,7 7 5-15,0-7 5 0,7 3 0 16,-7 0-6-16,7-3-2 0,6-1-12 0,-7-3-15 15,8-2-77-15,-2-4-7 0,2-4 0 0,5-1 0 16,-6-4 0-16,0-3 0 0,-1-4 0 16,2-4 0-16,6-3-202 0,-7-4-123 0,6-4-136 15,-6-3-162-15,7-4-178 0,-1 0-186 16,-6-7-76-16,0-1 16 0,1-6 89 0,-2-1 151 16,-5-3 209-16</inkml:trace>
  <inkml:trace contextRef="#ctx0" brushRef="#br0" timeOffset="63460.01">12640 16867 105 0,'0'-8'539'0,"-6"-3"137"0,6 4 101 0,-6-1 77 16,6 5-121-16,0-1-156 0,-6 1-158 15,6-2-124-15,0 5-87 0,0 0-56 0,0 8-29 16,0-4-12-16,0 7 0 0,6 0 5 16,-6 4 1-16,0-1-8 0,6 0-6 0,-6 5-5 15,6-2-3-15,-6 3 0 0,8-6-3 0,-8 5 0 16,0-5 0-16,6 0-2 0,-6 1 1 15,0 0-2-15,0-8-1 0,6 5-4 16,-6-9-5-16,0 5-2 0,0-5 3 0,0 1 10 16,0-4 13-16,-6 4 9 0,6-4 1 0,0-4-8 15,0 0-15-15,-6 1-21 0,6-5-24 16,-8 0-19-16,8-2-12 0,-6-1-7 0,6-4-2 16,-6 0-3-16,6 1-2 0,0-4 2 15,0 3-4-15,0 0-5 0,6 3-6 0,0-1-4 0,2 1-5 0,-2 1-5 0,7 0 1 0,-6 4 5 16,6-3 3-16,-1 2 4 0,2 4 2 31,-2 1 4-31,2-1 0 0,-1 0 2 0,-1 4 1 0,2 4 0 0,-2 0 4 0,2-1-1 0,-1 4 0 16,0 1 1-16,-7 3 1 0,7 0 5 15,-7 1 1-15,2 2 3 0,-2-1 5 0,0 7 4 16,1-6 0-16,-7 1 0 0,6-1-3 16,-6 4-2-16,7-3-4 0,-7 0-3 0,6-1-16 15,-6-2-37-15,7-1-66 0,-7 0-82 0,0 0-45 16,0-4-162-16,6-3-205 0,-6-1-232 15,7-6-184-15,0 3-51 0,-1-4-25 16,0-3 126-16,8 4 196 0,-2-5 260 0</inkml:trace>
  <inkml:trace contextRef="#ctx0" brushRef="#br0" timeOffset="63631.84">13078 16991 364 0,'-8'-4'741'15,"8"-3"125"-15,0 3 93 0,-6 1 74 0,6-2-199 16,0 2-234-16,0 0-166 0,0-1-106 0,0 4-80 15,6-4-65-15,8 4-55 0,-8-3-49 16,14 3-29-16,-7 0-20 0,7 0-19 0,-8 0-39 16,8 0-61-16,-1 0-77 0,1 0-129 15,0 0-165-15,-1-3-203 0,1-2-205 0,-8 2-95 16,8-6-1-16,-7 3 83 0,-6-1 141 16,6 3 198-16</inkml:trace>
  <inkml:trace contextRef="#ctx0" brushRef="#br0" timeOffset="64038.01">13338 16760 455 0,'0'-6'620'0,"-7"-2"115"15,7-4 82-15,-6 5-54 0,6-3-142 0,6 2-117 16,-6 0-121-16,7 1-89 0,-1 3-59 16,8-3-41-16,-8 4-37 0,6-1-30 15,2 1-21-15,-1 3-18 0,-7 0-15 0,14 3-17 16,-14 4-9-16,8 0-8 0,-2 1-11 0,-5 3-7 15,0 3-3-15,-1 0-1 0,1 3-3 16,-1-3 4-16,-6 4 5 0,0-4 3 0,-6 4 4 16,-1 1 5-16,1-1 8 0,-1 1 10 15,-6-1 13-15,7 4 11 0,-8-7 8 0,2 4 6 16,5-2 4-16,-6-2 1 0,0-1-3 0,7-3 5 16,-2 1 16-16,2-5 22 0,6-4 26 15,-6 5 19-15,6-8 15 0,6 3-135 0,0-3-61 16,2 0 0-16,4 0 0 0,1-3 0 15,7 3 0-15,6-4 0 0,-6 0 0 0,5 1 0 16,1-1 0-16,1 1 0 0,-1-5 0 16,0 4 0-16,0-3 0 0,-1 3 0 0,2-3 0 15,-7 4 0-15,-1-5 0 0,-6 0 0 16,0 5-1-16,-6-4-370 0,6 0-111 0,-7-1-142 16,-6 1-182-16,6 0-217 0,-6-4-71 0,0-1 10 15,0-2 81-15,-6 3 160 0,0-3 235 16</inkml:trace>
  <inkml:trace contextRef="#ctx0" brushRef="#br0" timeOffset="64356.22">13690 16500 72 0,'-7'-14'581'16,"7"-1"149"-16,-7 3 95 0,7-2 57 0,7 3-102 16,-7 4-192-16,7 3-169 0,6 0-100 0,-1 4-42 15,2 8-8-15,5-1 13 0,1 8 5 16,-1 3-11-16,8 4-22 0,-8 0-25 15,7 7-25-15,0 4-23 0,-7 0-20 0,-6 8-19 16,0-5-12-16,-6 4-11 0,-7 5-7 0,0-9-40 16,-7 4-72-16,-6 0 0 0,0 1 0 0,-6-4 0 15,5 3 0-15,-5-4 0 0,0-2 0 16,0-5 0-16,5-4 0 0,-6 1 0 16,8-8 0-16,-1 0 0 0,-1-7 0 0,8 1 0 15,0-5 0-15,-1 0 0 0,0-3 0 16,7 0 0-16,-6-4 0 0,0 0-162 0,6-4-330 15,-7-3-251-15,7 0-325 0,0-9-130 0,0 5-16 16,0-3 66-16,7-1 142 0,-1-3 258 16,0 0 350-16</inkml:trace>
  <inkml:trace contextRef="#ctx0" brushRef="#br0" timeOffset="76339.1">17389 12272 301 0,'6'0'366'16,"1"-3"48"-16,-1-1-21 0,0 1-27 0,2-5-37 15,-2-3-14-15,0 4 5 0,1-4 12 16,-7 0 2-16,0-4-5 0,0 5-9 16,0-6-37-16,0 5-44 0,-7-4-40 15,-5 5-32-15,4-5-27 0,-4 5-30 0,-1-2-22 16,-1 5-20-16,-4 3-16 0,-2-3-15 15,-7 7-12-15,8 0-8 0,-7 0-7 0,0 4-2 16,0 3 1-16,0 0 4 0,0 1 5 16,-1 6 8-16,2 1 4 0,-1 0 5 15,0 6 4-15,6-3-1 0,-6 7-1 0,7-2 2 16,5 7 1-16,2-2 5 0,-2 3 1 16,8 1 5-16,-1-2 8 0,7 2 0 0,0 2 7 15,7-1 1-15,-1 0 7 0,8-4-1 16,-2-3-2-16,8 3 1 0,0-7-3 15,5 0-4-15,1 0-3 0,7-4-2 0,-1-3 2 16,1-1 4-16,7-2 4 0,-2-2 1 16,8-3-4-16,-7-3-4 0,0 0-6 0,0-1-8 15,1-3-6-15,-1-3-3 0,-1 3-1 16,-11-4 1-16,5-3-2 0,-12 3-5 0,5 0-5 16,-11 4-5-16,-2-3-8 0,-4 0-11 15,-2-1-20-15,0 4-41 0,-6 0-65 16,-6 4-82-16,0-1-112 0,-2 0-159 0,-4 1-211 15,-2 0-262-15,2-1-98 0,-1 5-2 16,-1-5 69-16,-4 2 138 0,4 2 217 0</inkml:trace>
  <inkml:trace contextRef="#ctx0" brushRef="#br0" timeOffset="77215.27">17252 14147 131 0,'-7'-3'380'0,"-5"3"65"16,5-3 55-16,-6-5-52 0,7 1 14 16,-8 0-49-16,8-4-30 0,-1 0-14 15,-6 0-13-15,13-1-21 0,-6 2-44 0,-1-2-42 16,7-1-36-16,-6-3-32 0,6 5-28 15,6-4-25-15,1 5-21 0,-1-1-16 0,7 0-18 16,0-1-13-16,7 9-11 0,0-4-7 16,-1 3-6-16,7 4-7 0,0 0-8 0,0 4 0 15,1 3-2-15,-2 1-2 0,-5 3-4 16,6 3 3-16,-6 0 10 0,-1 5 6 0,1 4 13 16,-8-2 9-16,2 5 9 0,-8-4 3 15,0 7-3-15,-6-2-2 0,0 0-5 16,0 0-6-16,-6 2-3 0,-7 1-5 0,6-2-6 15,-5 2-4-15,-8-1-3 0,1-3-3 16,-1 3-1-16,0-3 2 0,-6 0 5 0,1-1 1 16,-2-3 1-16,1-4 7 0,0 1 9 15,0-2 7-15,7-5 6 0,-1-1 8 0,0 0 7 16,7-3 3-16,0-1 2 0,7-4 1 16,-1 2 4-16,1-5 4 0,0 3 2 15,6-3-3-15,0 3-4 0,0-3-4 0,6-3-9 16,0 3-14-16,7-3-56 0,7 3-4 15,-8-5 0-15,8 2 0 0,6 3 0 16,1-5 0-16,-1 3 0 0,0 2 0 0,-1-5 0 16,1 5 0-16,7 0 0 0,-7 0 0 15,0 0 0-15,1 0 0 0,-8 0 0 0,7 0 0 16,-6 0 0-16,0 0 0 0,-8 0 0 16,1 0 0-16,-6 0 0 0,6 0 0 0,-13 0 0 15,6 0 0-15,0 0 0 0,-6 0-78 16,0 0-268-16,0 0-106 0,0 0-138 0,-6 0-158 15,6-3-175-15,0-1-121 0,6-3-8 16,2 3 67-16,-2-3 139 0,6 0 189 16,2-1 232-16</inkml:trace>
  <inkml:trace contextRef="#ctx0" brushRef="#br0" timeOffset="77668.36">18170 14262 68 0,'7'-15'433'0,"-1"1"91"0,-6-1 84 16,0-4 22-16,7 4-22 0,-7-3-116 16,0 4-75-16,-7-5-53 0,7 5-51 15,0-5-54-15,-6 5-43 0,-1-1-35 0,-5 1-32 16,4 3-27-16,-4-1-20 0,5 1-12 16,-6 4-12-16,0 3-16 0,0 1-11 0,-6-1-9 15,5 4-6-15,2 4-8 0,-8-1-5 16,1 1 1-16,-1 7 9 0,7 1 14 15,-7 1 14-15,0 3 13 0,8 2 14 0,-8 4 12 16,7 0 5-16,0 0 0 0,0 3-1 16,7 1 0-16,-1-1 1 0,0 1-3 15,1 3-1-15,6 2-2 0,0-6 2 0,6 4-7 16,1-4-3-16,0 1-2 0,-1-4 0 0,7 3-2 16,7-2-2-16,0-1 6 0,-2-4-2 15,9-4-3-15,-1 1-2 0,6-1-27 16,1-2-57-16,-1-5 0 0,1 0 0 0,7-3 0 15,-8 0 0-15,7-1 0 0,-7-3 0 16,1 0 0-16,-1 0 0 0,-5-3 0 0,-7-1 0 16,-1 4 0-16,-6-4 0 0,0 4 0 15,-1-3 0-15,-4 3 0 0,-2-4 0 16,0 4 0-16,-6-4 0 0,0 4 0 0,0-3 0 16,-6 3-183-16,0-4-387 0,-8 4-261 15,1-3-282-15,0-2-100 0,0-1 12 0,-7 6 82 16,8-4 172-16,-8 4 267 0</inkml:trace>
  <inkml:trace contextRef="#ctx0" brushRef="#br0" timeOffset="78539.78">17519 16280 252 0,'0'-4'354'16,"6"4"61"-16,-6-3-12 0,7-1-29 15,-7 0-2-15,6 1-26 0,1-1-6 0,-7-3 3 16,0 7 2-16,7-8 0 0,-7 8 2 16,0-3-25-16,0-1-34 0,6 4-41 0,-6 0-42 15,0-3-43-15,0 3-41 0,0 3-19 16,-6-3-15-16,6 7-2 0,0 1 7 0,-7 3 20 16,0 3 17-16,1 5 9 0,-7 3 5 0,0 4 3 15,0 3 0-15,-7 0-12 0,1 0-8 16,-7 4-5-16,0-3-8 0,-1 3-2 0,1-4-3 15,1 0-5-15,-1 0-4 0,0 1-6 0,-1-5-8 16,8 1-10-16,0-3-10 0,-1-6 0 16,7-2 3-16,0-1-4 0,6-3-64 15,1-4 0-15,0 2 0 0,6-6 0 0,6 1 0 16,0-1 0-16,1-3 0 0,12-3 0 16,0-1 0-16,15 1 0 0,-9-1 0 0,15-3 0 0,-8 2 0 15,7 2 0-15,-6-5 0 0,6 5 0 16,0-1 0-16,-6 2 0 0,6-3 0 0,-7 2 0 15,1 3 0-15,-1-4 0 0,1 4 0 16,-13-5 0-16,6 5 0 0,-14-3 0 0,1 3 0 16,1-3 0-16,-2 3 0 0,-5 0 0 15,0 0 0-15,-7 0 0 0,0 0 0 16,0 0 0-16,0 0 0 0,-7 0 0 0,-6 0 0 16,7 3-253-16,-8-3-151 0,8 0-85 0,-7-3-99 15,-1 3-114-15,2 0-113 0,6-4-117 16,-1 0-38-16,0-2 46 0,1 1 107 0,-1-2 157 15,1-4 181-15</inkml:trace>
  <inkml:trace contextRef="#ctx0" brushRef="#br0" timeOffset="78930.3">17623 16479 162 0,'-6'-12'412'0,"-1"1"86"0,1-3 82 15,-1 2-29-15,0-2 18 0,1 3-59 0,0-4-46 16,0 4-36-16,6 0-38 0,-8 4-45 15,8-5-42-15,-6 6-28 0,6-2-19 0,0 4-19 16,-6 2-19-16,6-3-25 0,0 2-28 0,0 3-39 16,0 0-34-16,0 0-20 0,0 3-4 15,0 8 9-15,0 0 17 0,0 8 31 0,6-1 26 16,-6 4 19-16,0 3 11 0,0 4 8 0,0 5 2 16,0-1-92-16,0 3-99 0,0 1 0 15,6 3 0-15,-6 1 0 0,0-1 0 16,0 3 0-16,0-2 0 0,8 3 0 0,-8 0 0 15,0-5 0-15,0 3 0 0,6-3 0 16,-6-2 0-16,0-3 0 0,6-2 0 0,-6-2 0 16,0-5 0-16,6-3 0 0,-6-3 0 0,0-5 0 15,7-3 0-15,-7-4 0 0,0 1 0 16,0-4 0-16,0-1 0 0,0-3 0 0,-7-3 0 16,7-1 0-16,0-4 0 0,-6 1 0 0,6-4 0 15,-6-3-372-15,6-1-242 0,0-2-200 16,0-6-215-16,6-3-108 0,0-3 6 0,8 0 80 15,5-1 148-15,1 0 218 0,6 2 267 16</inkml:trace>
  <inkml:trace contextRef="#ctx0" brushRef="#br0" timeOffset="79477.05">18411 16390 87 0,'0'-11'420'0,"0"4"100"0,0 0 91 15,0-4-6-15,7 3 0 0,-7 1-101 0,6-1-84 16,-6 1-67-16,6 0-57 0,-6-1-55 0,0 1-25 16,8 0-31-16,-8-1-19 0,-8 5-12 15,8-5-17-15,-6 1-6 0,6 0-14 0,-6 0-2 16,-1 0 0-16,1-1 0 0,-1 1 1 15,1-1-2-15,-7 5 0 0,7-1-2 0,-8 0-4 16,8 1-5-16,-8-2 0 0,1 5 0 0,-6 0-2 16,6 0-2-16,-7 0-5 0,7 5-5 15,-6 2-2-15,0 0-4 0,-1 4 1 0,0 1-4 16,7 2 5-16,-7 4 3 0,8 0 1 16,-8 5 6-16,7 2 7 0,0 5-73 0,0-1-29 15,0 0 0-15,6 0 0 0,1 4 0 16,0-3 0-16,-1-1 0 0,7 0 0 0,7 0 0 15,-1 1 0-15,0-5 0 0,1 5 0 16,6-5 0-16,0 1 0 0,7-4 0 0,-1-3 0 16,8 2 0-16,-8-6 0 0,7 0 0 0,6-1 0 15,-6-2 0-15,7-5 0 0,-1-4 0 16,1 1 0-16,0-1 0 0,-1-3 0 0,1 0 0 16,-1-3 0-16,-6 3 0 0,0-4 0 15,-6 4 0-15,7-3 0 0,-15-1 0 0,1 4 0 16,0-3 0-16,-6-2 0 0,-1 5 0 0,0 0 0 15,2-3 0-15,-8 3 0 0,-8-4 0 16,2 4 0-16,0-3 0 0,-7 3-603 0,-1-4-502 16,-4-3-202-16,-2 3-51 0,0 0 61 0,-6-3 160 15,7 4 284-15,-1-5 399 0</inkml:trace>
  <inkml:trace contextRef="#ctx0" brushRef="#br0" timeOffset="82546.58">22534 4275 174 0,'6'0'396'0,"-6"-4"69"0,0 0 60 16,0 1-62-16,0-4 13 0,0-1-49 0,0 5-40 16,-6-5-32-16,6 2-33 0,-7-3-35 0,1 2-54 15,-1 0-55-15,1 3-41 0,-8 1-31 16,2-1-23-16,-1 1-17 0,0 3-8 15,-6 0-6-15,-1 3-2 0,-6 1 2 0,-1 3 4 16,8 4-2-16,-7 1-2 0,-6 2 1 16,6 0-4-16,-1 8 2 0,1-3 0 0,6 6 5 15,-5 1 1-15,5 0 7 0,0 3 9 16,8 0 10-16,-1 4 12 0,6 1 13 16,0-2 8-16,7 0-2 0,0-1-3 0,7 1-5 15,6 1-10-15,0-7-13 0,7 3-4 16,6-3-8-16,-1-4-1 0,9 0-11 0,-2-4-2 15,7 0-6-15,6-3-12 0,-5-4 1 16,5 0-9-16,1-7 0 0,-1-1-7 16,-6-3-3-16,1 0-3 0,-8-3-8 0,1-1-3 15,-7 0 1-15,-1 1 0 0,-11-1-2 16,-2 1 1-16,2-2-2 0,-8 2-7 16,1-1-32-16,-1 4-56 0,-6-3-64 0,6-1-95 15,-12 0-134-15,6 1-182 0,0-5-205 16,0 5-186-16,0-4-62 0,0-1 25 0,6-3 101 15,2 0 168-15,-2 4 223 0</inkml:trace>
  <inkml:trace contextRef="#ctx0" brushRef="#br0" timeOffset="82984.03">23342 4301 329 0,'0'-8'483'0,"0"1"91"0,0-1 85 0,0 1-44 16,0 0-56-16,0 0-91 0,0-1-54 0,-7 1-53 16,7 3-59-16,0-2-64 0,0 2-39 15,0-1-35-15,0 5-40 0,0 0-34 16,0 0-31-16,0 0-20 0,0 9-10 0,0-3 6 15,0 5 20-15,0 4 25 0,0 3 29 16,0 9 24-16,0-6 21 0,0 8 8 0,0 1-5 16,0 2-5-16,0 6-3 0,0-6-4 15,0 1-9-15,0 0-11 0,0 0-5 0,0 0-13 16,0-3-15-16,0-1-16 0,0-4-10 16,7 2-13-16,-7-6-9 0,0 1-10 0,6-4-7 15,-6-3-3-15,0-4-9 0,0 0-3 16,6-4-3-16,-6 1-2 0,0-5-1 15,0 1-3-15,0-1-23 0,0-3-42 0,0-3-64 16,0-1-84-16,-6 1-100 0,6-5-136 16,-6 1-158-16,6-4-177 0,-7-4-187 0,0 4-63 15,1-7 22-15,6 2 94 0,-7 3 160 16,1-6 208-16</inkml:trace>
  <inkml:trace contextRef="#ctx0" brushRef="#br0" timeOffset="83265.53">23139 4520 98 0,'-6'-3'507'16,"0"3"147"-16,-1 0 100 0,1 0 26 0,6 0-51 15,-7 0-142-15,7 0-145 0,0 0-121 16,7 0-79-16,-1 0-59 0,7 0-35 16,7 0-21-16,-1 0-8 0,13 0-17 0,2 0-14 15,-2 0-5-15,7 0-12 0,-6 0-10 16,5-4-17-16,1 4-1 0,-5-4-5 0,-2 1-7 15,1 3-2-15,-8-3-4 0,-5-2 0 16,0 2-9-16,-8-1 0 0,2 4-7 16,-2-3-12-16,-5 3-34 0,-1-4-59 0,-6 4-88 15,7 0-151-15,-7 0-196 0,0-4-240 16,0 4-137-16,-7-3-33 0,7 3 41 0,-6-4 126 16,6 0 184-16</inkml:trace>
  <inkml:trace contextRef="#ctx0" brushRef="#br0" timeOffset="83924.21">24220 4367 245 0,'-12'-8'452'16,"5"5"85"-16,-6-1 79 0,6 0-60 0,1-3-13 15,0 0-84-15,6-1-73 0,-7 1-56 16,7-1-56-16,-7 1-46 0,7-1-52 0,7-2-25 16,-7-1-13-16,7 3-15 0,-1-2-6 15,0 2-12-15,1-3-11 0,6 1-15 16,0 2-18-16,7 1-8 0,-8-1-8 0,8 1-8 15,0 0-5-15,5 2 3 0,-5 5-2 16,0-2-3-16,6 4-6 0,-7-2 0 0,1 9 2 16,6-2-6-16,-7 0-2 0,1 7-2 0,-7 1-4 15,7 0-3-15,-8-1-2 0,2 5 0 16,-1 4 0-16,-7-2 2 0,1 1 2 16,-7 4 2-16,0-1 0 0,-7 1 4 0,-6 4 3 15,1-1 0-15,-2 0 0 0,-5 0-1 0,6 1-3 16,-14-5-7-16,8 4-2 0,0-2-3 15,-8-2 2-15,8-4 7 0,0 2 20 0,-1-9 29 16,1 5 30-16,5-8 34 0,2 0 35 16,5-4 29-16,-6 0 19 0,6-4 6 15,1 2 2-15,6-2-8 0,-6-3-16 0,6 4-23 16,0-4-158-16,6-4-12 0,0 4 0 16,1-3 0-16,6 3 0 0,0-5 0 0,-1 5 0 15,8-3 0-15,7 3 0 0,-1 0 0 16,0-3 0-16,-1 3 0 0,9 3 0 0,-9-3 0 15,7 0 0-15,1 0 0 0,-7 3 0 16,0-3 0-16,0 5 0 0,-6-5 0 0,6 0 0 16,-13 0 0-16,7 3 0 0,-7-3 0 15,-1 0 0-15,-4 0 0 0,-2 0 0 0,0 0 0 16,1 0 0-16,-7 0-203 0,6 0-141 16,-6 0-102-16,0 0-146 0,0-3-186 15,0-2-230-15,7-1-76 0,-7 2 15 0,6-7 82 16,1 4 159-16,5-4 224 0</inkml:trace>
  <inkml:trace contextRef="#ctx0" brushRef="#br0" timeOffset="84369.62">25276 4399 110 0,'0'-7'558'0,"0"-3"142"0,0-2 93 0,0 1 36 15,0-3-61 1,0 3-180-16,0-4-154 0,-6 0-114 0,6 4-72 16,-8-4-49-16,2 4-41 0,0 1-30 15,0-1-26-15,-2 3-27 0,2 2-19 0,-7-3-17 16,0 6-16-16,0-1-10 0,1 4-13 16,-8 0-1-16,0 4 0 0,7 4 1 15,-7 2 0-15,-6 1-1 0,7 4 8 0,-1 3 13 16,-6 1 16-16,7 6 19 0,-1 1 26 15,0 0 34-15,1-1 25 0,6 4 19 0,0 0 13 16,7 5 5-16,-1-5 3 0,7 0-7 16,0 0-5-16,0 0-11 0,13-2-4 15,-7-2 0-15,8-3-46 0,5 0-107 0,7 0 0 16,-6-3 0-16,13-6 0 0,-7 3 0 16,6-5 0-16,7-4 0 0,-6 1 0 0,-1-5 0 15,7 1 0-15,-7-4 0 0,1-4 0 16,-1 4 0-16,-5-3 0 0,5-5 0 0,-12 1 0 15,0 3 0-15,-1 1 0 0,-6-1 0 0,0-3 0 16,-7 3 0-16,1-1 0 0,0 3 0 16,-7-2-129-16,0 0-338 0,0 1-184 0,0-1-231 15,-7-4-213-15,7-2-64 0,-7 2 31 16,1-3 91-16,6-4 190 0,-6 1 269 16</inkml:trace>
  <inkml:trace contextRef="#ctx0" brushRef="#br0" timeOffset="84879.28">26266 4257 235 0,'0'-4'427'0,"0"-3"88"0,-6-1 93 15,6 2-37-15,0 2 11 0,0-4-71 0,-8 4-49 16,8 1-58-16,0-1-62 0,0 0-85 15,-6 4-68-15,6 0-56 0,0 0-42 16,0 4-22-16,-6 3-15 0,6 5 5 0,0-2 12 16,0 9 26-16,6 2 23 0,-6 5 15 15,0 4 13-15,6-1 13 0,2 4-9 16,-8 0-11-16,6-1-13 0,0 5-10 0,0-3-18 16,2 1-24-16,-2-1-11 0,0-5-12 0,1 1-13 0,-7-5-14 15,6 1-7-15,1-3-7 0,0-6-1 16,-7-2-5-16,6 0-3 0,-6-8-6 15,0 3-26-15,0-5-45 0,0-2-61 0,0 1-91 16,0-8-138-16,-6 1-179 0,-1-8-197 16,0 0-193-16,1-4-63 0,-7 0 25 0,7 0 102 15,-8-7 167-15,2 5 213 0</inkml:trace>
  <inkml:trace contextRef="#ctx0" brushRef="#br0" timeOffset="85113.56">26083 4520 144 0,'-12'0'545'0,"4"0"149"0,2 0 106 0,6-3 12 16,-6 3-51-16,12 0-146 0,-6 0-144 16,6 0-112-16,14 0-79 0,-7 0-49 15,13 0-36-15,0 0-30 0,7 0-26 0,-1 0-21 16,15 0-9-16,-9 3-9 0,7-3-9 16,-5 0-12-16,5 0-11 0,1 0-13 0,0 0-17 15,-8 0-10-15,2 0-9 0,-7 0-6 16,-7 0-3-16,-7 0-11 0,1 0-25 15,-8 0-40-15,-5 0-55 0,6-3-80 0,-6 3-121 16,-7 0-156-16,6 0-178 0,-6-4-197 16,0 0-91-16,-6 4 1 0,6-3 78 0,6 0 144 15,-6-2 189-15</inkml:trace>
  <inkml:trace contextRef="#ctx0" brushRef="#br0" timeOffset="85535.33">27321 4275 107 0,'6'-8'628'0,"1"1"161"0,-7 0 114 0,7 0 92 15,-7 3-108-15,6 0-188 0,-6 1-228 16,0 0-154-16,0-1-114 0,0 8-88 16,0-4-54-16,-6 6-33 0,6 2-16 0,-7 6 4 15,0 1 11-15,1-1 9 0,-1 8 12 16,-6 1 9-16,6-1 7 0,-5 4-10 15,-8-1-4-15,7 0-9 0,0 2-3 0,-6-2 12 16,5 0 18-16,2 1 21 0,-8-4 22 16,13 0 28-16,-5-3 24 0,5-1 13 0,0-7 12 15,1 0 22-15,0-4 10 0,6 1-89 0,0-1-131 16,0 0 0-16,12-3 0 0,2-1 0 16,5-3 0-16,1 0 0 0,6 0 0 0,6 0 0 15,1 0 0-15,-1 0 0 0,1-3 0 16,6 3 0-16,-7-4 0 0,1 4 0 15,-7 0 0-15,6 0 0 0,-12-4 0 0,0 4 0 16,-1-3 0-16,-5 3 0 0,-2-3 0 16,-5 3 0-16,-1 0 0 0,1-4 0 15,-7 4 0-15,0 0 0 0,-7 0 0 0,7-5-313 16,-13 2-170-16,7-1-143 0,-8 1-167 16,2-1-195-16,-1-3-87 0,0-1 2 0,0 0 74 15,-1-2 152-15,8-1 214 0</inkml:trace>
  <inkml:trace contextRef="#ctx0" brushRef="#br0" timeOffset="85847.78">27444 4429 162 0,'0'-8'552'0,"-6"1"163"15,0 3 120-15,6-3 14 0,0 0-14 0,-8 3-142 16,8-3-149-16,-6 7-134 0,6-3-101 16,-6-1-84-16,6 4-69 0,0 0-53 15,0 4-28-15,0 3-4 0,0 3 15 0,6 5 23 16,-6 3 28-16,6 4 24 0,2 4 12 0,-2 0 0 15,0 3-7-15,-6 3-11 0,7-1-8 16,0 1-8-16,-7 5-1 0,6-7-65 16,-6 2-73-16,0-2 0 0,0-1 0 0,0 0 0 15,0-4 0-15,0-2 0 0,0-2 0 16,0-2 0-16,-6-4 0 0,6-1 0 0,0-3 0 16,0 0 0-16,0-3 0 0,0-1 0 15,0-7 0-15,0 4-161 0,6-8-321 16,-6 0-187-16,7-3-239 0,5-8-205 0,2 1-52 15,-2-4 41-15,8-4 110 0,6-1 194 16,1-3 271-16</inkml:trace>
  <inkml:trace contextRef="#ctx0" brushRef="#br0" timeOffset="86222.76">28057 4382 107 0,'6'-19'614'0,"-6"1"154"16,6 3 116-16,-6-4 86 0,-6 4-87 0,6 5-209 15,-6-5-181-15,-1 4-128 0,1 0-95 16,-8 4-67-16,8 0-50 0,-6 4-33 16,-2-1-24-16,-6 4-18 0,7 4-11 0,1 2 3 15,-8 5 10-15,0 4 11 0,1 3 18 16,6 4 25-16,-6 4 23 0,5 0 16 0,-5 3 18 16,12-4 18-16,-6 8-5 0,7-3-176 15,0 0-28-15,6-1 0 0,0 0 0 0,6-4 0 16,0 0 0-16,7 2 0 0,7-5 0 15,0 0 0-15,-1-4 0 0,7-4 0 0,6 1 0 16,1 0 0-16,-1-4 0 0,1-5 0 16,-1-1 0-16,8 2 0 0,-7-3 0 0,-1-4 0 15,1 0 0-15,-7 0 0 0,-7 0 0 16,7-4 0-16,-12 4 0 0,-2-3 0 0,1-1 0 16,0 4 0-16,-6 0 0 0,-1-5 0 15,-6 3 0-15,7-2 0 0,-7 0 0 16,-7 1 0-16,1-1-529 0,-1-4-455 0,1 1-257 15,-8-4-72-15,2 0 44 0,-2-4 119 16,2 1 229-16,-1-1 349 0</inkml:trace>
  <inkml:trace contextRef="#ctx0" brushRef="#br0" timeOffset="94999.36">22950 6715 196 0,'0'3'256'0,"7"-3"58"0,-7 4-30 16,0-4-24-16,7 0 22 0,-7 0 38 15,0 0 8-15,0 0 11 0,0 0 12 16,6-4 4-16,-6 1-13 0,0-1-15 0,0 0-20 16,0 1-32-16,0-1-37 0,0-4-33 15,0 5-22-15,0-1-25 0,-6 1-34 0,-1-1-32 16,0 1-24-16,1-1-25 0,-6 4-12 16,-8 0-11-16,7 4-3 0,-7-4 4 15,0 3 7-15,-6 4 6 0,7 0 0 0,-1 5 2 16,-6-1 1-16,7 8-2 0,-1-1-2 15,0 3 4-15,1 1 7 0,-1 8 9 0,8-1 8 16,-2 1 7-16,14-1 13 0,-6 4 8 16,6 0 7-16,6-1 3 0,2 6 1 0,4-6 2 15,1 1-6-15,7-4-8 0,0 2-4 16,5-2-6-16,7-8-3 0,2 2-5 0,-2-6-2 16,7-2-3-16,0-1-6 0,7-6-5 15,-7-1-6-15,0-4-7 0,7-3-6 0,-7 0-8 16,-7 0-7-16,1-3-4 0,-7-1-1 15,-6 1-4-15,-1-1-2 0,-6 0-1 16,-6 1-8-16,-1-1-26 0,0-3-50 0,-6 3-77 16,0-4-96-16,-6 2-118 0,0-5-165 15,-1 3-203-15,7-3-235 0,-7-3-74 16,1 0 13-16,6-1 75 0,6 1 151 0,1-1 214 16</inkml:trace>
  <inkml:trace contextRef="#ctx0" brushRef="#br0" timeOffset="95483.61">23804 6392 403 0,'0'-18'486'0,"0"4"68"0,0 2 67 0,-6-2-66 15,6 3-98-15,-8-1-73 0,2 5-38 16,0 0-43-16,-7 0-49 0,6-1-46 0,-6 5-47 16,1 3-35-16,-2 0-27 0,1 0-17 15,0 3-11-15,0 5-8 0,-7-1 4 0,8 7 2 16,-2 5 12-16,1 7 3 0,-6-1 7 16,6 8 5-16,0 4 0 0,0 3 8 0,6 1 10 15,-6 6 22-15,7 2 19 0,-1 1 13 16,1 6 13-16,0 2 11 0,6 0 1 0,-8 1-5 15,8 4-13-15,8-1-11 0,-2 4-13 16,0-7-14-16,7-1-11 0,0 0-10 0,7-6-4 16,-1-1-90-16,1-4-22 0,-1-3 0 0,1-3 0 15,0-4 0-15,-1-5 0 0,1-6 0 16,0 0 0-16,-1-8 0 0,-6-4 0 16,6-2 0-16,-5-1 0 0,-2-8 0 0,2 5 0 15,-8-5 0-15,7-3 0 0,-7 0 0 16,8-3 0-16,-8-1 0 0,0-3 0 15,1-1 0-15,-7-2-167 0,7-2-294 0,-1-2-123 16,7 0-145-16,-6-6-156 0,6 3-146 16,-1-6-30-16,2 2 46 0,5-5 116 15,1 0 177-15,0 0 218 0</inkml:trace>
  <inkml:trace contextRef="#ctx0" brushRef="#br0" timeOffset="95842.81">24331 6898 311 0,'0'-14'543'0,"0"-1"119"0,0 0 94 15,0 0-27-15,-6-2-83 0,6 5-128 16,0-3-90-16,0 5-88 0,-6 3-68 16,6-2-52-16,0 3-44 0,0 2-43 0,0 0-37 15,0 4-31-15,0 0-16 0,0 4-8 16,0 3 8-16,0 8 15 0,6-1 25 15,-6 8 23-15,6 0 15 0,-6 8 13 0,7-1 4 16,-7 4 4-16,6 3-5 0,-6 1-7 16,7 0-5-16,-7 0-5 0,7-1-4 0,-7 1-13 15,0-4-6-15,6 0-6 0,-6-3-13 16,0-10-14-16,0 3-13 0,0-2-11 16,6-5-16-16,-6-5-10 0,0 0-7 0,0-4-3 15,0 0-4-15,0-3-15 0,0 0-32 16,7-4-62-16,-7-4-88 0,0 0-109 0,0-3-136 15,0-4-170-15,7 0-185 0,-1-4-209 16,0-3-66-16,1 0 23 0,0-1 93 0,6-3 159 16,-1 0 209-16</inkml:trace>
  <inkml:trace contextRef="#ctx0" brushRef="#br0" timeOffset="96186.57">24944 6817 469 0,'0'-7'689'0,"-7"-4"115"16,7 4 85-16,0 0-49 0,-6 0-121 0,6-2-194 15,0 6-145-15,0-4-90 0,0 3-70 16,-7 4-53-16,7-3-45 0,0 3-35 16,0 0-33-16,0 0-16 0,7 7-4 0,-7 0 2 15,0 8 12-15,6-1 17 0,1 8 21 16,-1 0 7-16,-6 8 2 0,6-1 3 0,-6 4 2 15,8-1 0-15,-8 5-8 0,0-3-1 16,6 2-7-16,-6-3-6 0,0 0-12 0,0-3-14 16,0-2-10-16,0-5-8 0,0-2-10 15,0-2-6-15,6-4-5 0,-6-1-6 0,0-7-3 16,0 1-16-16,0-1-36 0,0-4-64 16,0-3-75-16,0 0-101 0,-6-3-151 0,6-1-178 15,-6-3-196-15,-2-4-166 0,2-3-47 16,0-5 40-16,-1 4 114 0,-6-3 175 15,6 1 222-15</inkml:trace>
  <inkml:trace contextRef="#ctx0" brushRef="#br0" timeOffset="96420.88">24774 7049 29 0,'-6'0'505'16,"-1"0"135"-16,7 0 95 0,0 0 75 0,7 0-64 15,-1 0-139-15,7 0-131 0,0 0-97 16,7 0-67-16,6 0-50 0,0 0-39 0,7 0-31 15,-1 0-26-15,7 0-21 0,0 0-16 16,-7 0-21-16,8-5-20 0,-1 5-21 0,-13 0-16 16,7-3-15-16,-7 3-11 0,-1-5-8 15,-11 5-7-15,-2 0-3 0,2-2-6 16,-1 2-14-16,-7 0-31 0,-6 0-43 0,0 0-67 16,0 0-105-16,0-4-169 0,-6 4-219 15,-1 0-224-15,1-4-91 0,0 0-5 16,-8 1 69-16,8-5 150 0,-8 6 221 0</inkml:trace>
  <inkml:trace contextRef="#ctx0" brushRef="#br0" timeOffset="97108.74">25830 6817 27 0,'-8'-4'329'0,"8"1"88"0,-6-4 76 0,0 3-30 16,-1 0 48-16,7-3 8 0,-6 4-40 16,-1-1-39-16,1-4-30 0,6 1-25 15,-7 4-62-15,7-5-65 0,0 5-48 0,0-5-35 16,0 5-35-16,7-4-35 0,-1-1-19 16,1 4-25-16,6-3-14 0,-1 3-11 0,8 0-10 15,-6 1-9-15,11-1-3 0,-5 4-2 16,6 0-3-16,-7 0-5 0,7 4-1 15,0 3-2-15,1 0-2 0,-7 1 1 0,-2 2 0 16,2 6 4-16,0-2 0 0,-13 5 3 16,5 2 5-16,-5 1-3 0,-7 4-3 0,0-4 0 15,-7 8 3-15,1-5-1 0,-7 1-3 16,0 3-3-16,-6-4 2 0,-1 0 3 0,-6 2-3 16,6-2-1-16,1-3 0 0,-1 4 9 15,0-8 10-15,1 5 10 0,-1-9 4 16,8 1 13-16,-2-4 13 0,8 0 15 0,-1-4 15 15,1 0 12-15,6-2 17 0,-6-2 4 16,12-3 0-16,0 0-9 0,1 0-17 0,6 0-17 16,6 0-18-16,1 0-10 0,6-3-10 15,1-2-3-15,-2 1 0 0,1 4-2 0,6 0 0 16,-5-3 0-16,5 3-1 0,-6-4-4 16,7 4-6-16,-7-3-4 0,0 3-6 0,1 0-4 15,-9 0-6-15,-4 0-2 0,-1 0-6 16,0 0-18-16,-6 0-26 0,-1 0-48 0,0 0-59 15,-6 0-77-15,6-4-100 0,-6 4-138 16,0-4-174-16,0-3-182 0,0 4-153 0,0-8-36 16,8 3 39-16,-2-3 125 0,7-3 180 15,0 2 221-15</inkml:trace>
  <inkml:trace contextRef="#ctx0" brushRef="#br0" timeOffset="97452.32">26852 6722 63 0,'0'-7'545'15,"0"-4"141"-15,6 4 98 0,-6-5 71 0,-6 5-95 16,6 0-152-16,0 0-167 0,0 3-121 16,0 0-85-16,0 1-71 0,0-2-54 0,0 5-45 15,0 5-25-15,0-2-4 0,0 8 6 16,6 0 18-16,1 3 20 0,-7 5 20 0,7 6 15 15,-1 2-1-15,7 2-3 0,-13 4-12 16,6 1-12-16,1-2-13 0,0 0-9 0,-7 2-5 16,6-5-7-16,-6 1-2 0,6-2-1 15,-6-2-7-15,0-4-7 0,7 0-10 16,-7 0-11-16,0-7-5 0,0 0-4 0,7-4-1 16,-7-4-5-16,0 0-21 0,0-7-39 15,-7 3-61-15,7-6-80 0,-7-4-111 16,1 0-159-16,0-4-173 0,-1-4-180 0,0 0-108 15,1-4-11-15,-7-2 65 0,0-1 136 16,6 4 180-16</inkml:trace>
  <inkml:trace contextRef="#ctx0" brushRef="#br0" timeOffset="97671.38">26708 6920 325 0,'-12'0'585'16,"12"0"130"-16,-7-4 85 0,0 4-53 15,7 0-71-15,7 0-132 0,0 0-136 0,5 0-101 16,2 0-61-16,5 0-38 0,7 0-22 15,0 0-18-15,7 4-17 0,-1-4-14 0,7 0-15 16,1 0-17-16,-1 0-21 0,-7 0-25 16,7-4-21-16,-7 4-15 0,1 0-8 0,-7-3-11 15,-6 3-4-15,-1 0-1 0,1-4-8 16,-6 4-16-16,-8 0-29 0,0 0-40 0,0 0-57 16,-6 0-83-16,-6 0-118 0,6 0-143 15,-6 0-164-15,-8 0-179 0,8 0-59 0,-7 0 20 16,6 0 94-16,-6-3 140 0,1 3 185 15</inkml:trace>
  <inkml:trace contextRef="#ctx0" brushRef="#br0" timeOffset="98520.64">27978 6491 224 0,'0'0'441'0,"0"-3"89"16,0-1 74-16,7 1-45 0,-7-5-6 0,0 4-81 15,0-4-59-15,7 6-46 0,-7-6-39 0,0 4-47 16,0 1-41-16,6-1-29 0,-6 0-22 15,0 2-19-15,0-3-20 0,0 5-25 16,0 0-22-16,0 0-24 0,0 0-22 0,0 0-21 16,-6 5-14-16,6-3-9 0,0 9-6 15,0 3 0-15,-7 2 0 0,0 5 4 0,1-2 4 16,-1 6 5-16,1-2 5 0,-7 3 2 16,0-1-1-16,0 1 1 0,0-1 2 0,0 0 1 15,7 1 4-15,-8 0 2 0,2-4 0 16,-2 4 5-16,8-8-1 0,-1 4 4 15,-6-4 4-15,7-3 6 0,6-1 9 0,-7-2 10 16,1-5 12-16,6 1 7 0,0-1 11 16,-6-4 5-16,12 1 3 0,-6-1-7 0,6-3-9 15,7 0-16-15,0 0-14 0,6-3-13 16,1-1-13-16,6 1-6 0,1-1-12 0,5-3-1 16,-6 3-5-16,7 0-1 0,-1-4-4 15,1 6-2-15,-1-3 1 0,1 2-2 0,-1-1 0 16,1 4-3-16,-7-3 1 0,0 3-2 15,-7-4 0-15,1 4-2 0,-7-4-1 0,-6 4-10 16,-1 0-30-16,1-2-46 0,-7 2-61 16,0 0-76-16,0-5-84 0,-7 1-97 0,-6 1-122 15,6-2-138-15,-5-1-143 0,6-2-133 16,-8 2-26-16,1-3 48 0,7 2 119 16,-8-4 167-16,8 1 197 0</inkml:trace>
  <inkml:trace contextRef="#ctx0" brushRef="#br0" timeOffset="98817.43">28161 6660 184 0,'0'-4'452'0,"-7"1"105"0,7-2 107 16,0 5-23-16,-6-3-3 0,6 0-92 15,0-1-80-15,-6 4-77 0,6 0-82 0,0 0-75 16,0 0-56-16,0 0-37 0,0 4-16 16,6 2-2-16,-6 6 4 0,6-1 16 0,1 3 14 15,0 8 6-15,-1 0-3 0,0 4-12 16,1 4-1-16,-1 2-2 0,-6 1-15 0,7 3-11 15,0 1-11-15,-1 0-10 0,-6 0-20 16,6 0-16-16,-6-4-11 0,8 3-8 16,-8-7-10-16,6 0-5 0,-6-2-9 0,6-2-6 15,-6-7-3-15,0 1-2 0,0-8-2 16,0 0-6-16,0-4-18 0,6-3-42 16,-6-1-63-16,0-3-76 0,7-7-95 0,-7 0-129 15,7-4-156-15,6-3-168 0,-1-9-185 16,8 2-55-16,0-5 26 0,6-4 97 15,-1-3 153-15,8 0 200 0</inkml:trace>
  <inkml:trace contextRef="#ctx0" brushRef="#br0" timeOffset="99152.34">28864 6575 95 0,'6'-10'593'0,"-6"-1"151"0,8 4 106 16,-8-1 77-16,0-3-105 0,0 7-155 0,0-3-187 15,0 0-120-15,0 3-83 0,0 1-63 16,0 3-54-16,0 0-43 0,0 0-34 16,0 3-18-16,0 1-2 15,6 7 1-15,-6 3 7 0,6 1 7 16,-6 7 4-16,0 0-2 0,7 3-8 0,-7 4 1 16,0 5 7-16,0-1 5 0,0 4 7 15,0-4 5-15,0 4 2 0,0-5-2 0,0-2-5 16,0-1-6-16,0-4-6 0,0 0-9 15,0-2-11-15,0 0-11 0,0-10-11 16,0 6-9-16,7-7-8 0,-7-2-6 0,0 1-2 16,0-4-6-16,0-3-22 0,0-1-43 0,0-3-61 15,0 0-77-15,0 0-89 0,0-7-106 16,-7 0-143-16,7 0-161 0,0-4-171 16,-7-4-133-16,7 0-24 0,-6-2 50 0,0 1 129 15,-2-2 185-15,2 3 224 0</inkml:trace>
  <inkml:trace contextRef="#ctx0" brushRef="#br0" timeOffset="99386.68">28689 6847 14 0,'-14'0'484'0,"8"0"162"0,0 0 105 15,-2 0 72-15,8 0-90 0,0 0-115 0,8 0-138 16,4 0-127-16,2 3-79 0,-1-3-46 16,13 4-33-16,0 1-24 0,-1-5-20 0,9 2-18 15,-2-2-13-15,1 0-15 0,-1 4-11 16,7-8-14-16,-7 4-9 0,-5 0-13 15,5-2-9-15,-6-3-9 0,-7 5-10 0,8-4-5 16,-14 1-10-16,0 3-5 0,0-5-15 16,-6 5-35-16,-7 0-56 0,6-3-83 0,-6 3-137 15,0-3-174-15,-6-1-214 0,6 0-196 16,-7 1-65-16,7-5 16 0,-7 1 102 0,1 3 159 16,6-3 215-16</inkml:trace>
  <inkml:trace contextRef="#ctx0" brushRef="#br0" timeOffset="99732.11">29444 6561 69 0,'0'-14'512'0,"0"2"132"0,0 5 98 0,0 0 62 0,0-1-136 15,0 5-153-15,0-1-164 0,0 1-111 16,0 3-65-16,0 3-23 0,0 4 9 16,6 4 27-16,-6 4 35 0,6 7 31 0,2 1 12 15,-8 2-2-15,6 0-7 0,0 5-20 16,1 3-23-16,-7-4-33 0,7 4-25 0,-7-4-19 16,6 5-18-16,-6-9-14 0,0 4-11 15,7-3-14-15,-7-5-12 0,0 2-18 0,0-6-17 16,-7 2-8-16,7-4-10 0,0-3-8 15,0-2-17-15,7-3-29 0,-7-3-42 16,0 0-62-16,0-2-89 0,0-2-113 0,0 0-161 16,0-6-179-16,0 2-201 0,6-6-145 15,-6-6-22-15,6 2 55 0,8-5 143 16,-8 1 191-16,7-3 235 0</inkml:trace>
  <inkml:trace contextRef="#ctx0" brushRef="#br0" timeOffset="100122.71">29763 6579 182 0,'0'-7'437'0,"0"0"93"15,0 3 84-15,0-3-35 0,0 0-18 16,0 2-103-16,0 2-77 0,0-1-63 0,0 1-55 16,0-1-48-16,0 4-35 0,0-4-21 15,0 4-10-15,0 0-9 0,0-3-8 0,0 3-5 16,0 0-3-16,0 0-13 0,0 0-9 15,0 0-6-15,0 0-9 0,0 0-8 0,0 0-6 16,0 0 2-16,0 0 3 0,0-4-1 16,0 4 5-16,-7 0 7 0,7 0 7 0,0 0 9 15,0 0 11-15,0 0 1 0,0 0-2 16,0 0-9-16,0 0-10 0,0 0-15 0,0 0-20 16,0 0-15-16,0 0-13 0,0 0-9 15,0 0-10-15,0 0-7 0,0 0-5 16,0 0-9-16,0 0-20 0,0 0-33 0,0 0-44 15,0 0-52-15,0 0-67 0,0 0-71 16,0 0-100-16,-6 0-116 0,6 0-129 0,-6 4-134 16,6-4-119-16,-7 3-20 0,0 1 66 15,7-4 122-15,-6 7 156 0,6-3 181 16</inkml:trace>
  <inkml:trace contextRef="#ctx0" brushRef="#br0" timeOffset="100858.12">29861 6653 86 0,'0'-5'296'0,"0"2"61"0,0 0 20 16,6-5-40-16,-6 5 47 0,0-5-21 15,0-4-16-15,0 6 1 0,0-2 5 16,0-3-10-16,0 4-10 0,0 0-23 0,0 0-33 16,0-1-41-16,0 5-43 0,0-4-38 15,-6 2-38-15,6 2-29 0,-7 3-25 16,1 0-20-16,-1 0-10 0,1 8 8 0,-8-1 5 16,8 4 13-16,-7-1 15 0,0 9 18 15,0-2 12-15,7 6 5 0,-8 3 8 0,2 3 0 16,5 4 1-16,0-3 0 0,-5 3-4 15,12 4 0-15,-7-5-1 0,7-2-6 0,0 2-8 16,7-2-9-16,-7-4-7 0,12-5-12 16,-5 5-9-16,6-9-5 0,0 3-6 15,0-6-6-15,6-3-8 0,-5 0-4 0,6-3-9 16,-1-5-5-16,0 1-5 0,0-4-6 16,1-4 1-16,0 1 2 0,-1-5 6 0,1 1 8 15,-7-4 9-15,0 0 7 0,-6-3 2 16,-1-1 1-16,0 0-4 15,-6-4-11-15,0 5-5 0,-6-5-7 0,0 1-4 16,-1 4-4-16,-6-1-3 0,6 4 1 0,-5 0-3 16,-8-1-1-16,7 5-2 0,-7 4-1 15,8-1 0-15,-8 4 0 0,0-3-3 0,7 6 1 16,-7-3 1-16,8 4 1 0,-8-1 0 16,7 4 0-16,0-2 0 0,6 2-1 0,-5 1-1 15,5-1-1-15,0 0-8 0,1 4-22 16,6-4-37-16,-6 1-49 0,6-1-72 0,6 0-85 15,0 0-111-15,1-2-166 0,6-2-218 16,0-3-210-16,7 0-66 0,6 0 11 16,-6-8 81-16,12 4 167 0,-7-2 245 0</inkml:trace>
  <inkml:trace contextRef="#ctx0" brushRef="#br0" timeOffset="101030.75">30375 6923 515 0,'0'8'706'0,"7"-4"110"0,-7-4 72 16,0 3-67-16,0-3-148 0,0 4-200 0,0-4-164 16,0 0-104-16,0 0-70 0,0 0-56 15,0 0-62-15,7 0-77 0,-1 0-106 0,0-4-159 16,8 4-214-16,-2-3-223 0,8-4-97 16,-1 2-10-16,1-2 58 0,0 4 135 0,-1-4 204 15</inkml:trace>
  <inkml:trace contextRef="#ctx0" brushRef="#br0" timeOffset="101186.97">30818 6902 325 0,'7'4'641'0,"-1"-1"120"0,-6-3 74 0,6 4-32 15,2-4-121-15,-8 0-191 0,6 0-177 0,-6 3-112 16,6-3-71-16,1 0-44 0,-1 0-31 16,7 0-29-16,-6-3-38 0,5 3-71 0,2-4-115 15,5 1-155-15,-6-1-198 0,7 0-195 16,-1-3-79-16,1 0 8 0,6 2 79 15,1-2 137-15,-2 4 188 0</inkml:trace>
  <inkml:trace contextRef="#ctx0" brushRef="#br0" timeOffset="101359.94">31450 6865 405 0,'13'0'633'0,"-13"4"121"0,7-4 75 16,-1 0-74-16,-6 3-127 0,0-3-174 0,6 0-166 15,-6 0-111-15,0 0-71 0,0 0-46 16,0 0-30-16,0 0-41 0,0 0-85 0,7-3-120 15,0 3-154-15,-1-4-174 0,0 0-176 0,8 4-69 16,-1-2 19-16,-1-3 87 0,2 1 135 16</inkml:trace>
  <inkml:trace contextRef="#ctx0" brushRef="#br0" timeOffset="101500.53">31769 6898 264 0,'0'4'546'0,"0"0"128"0,0-1 89 16,0-3-27-16,0 4-93 0,0-4-148 0,0 0-138 15,0 3-117-15,0-3-82 0,0 0-56 16,0 0-40-16,0 0-31 0,7-3-44 0,-1 3-72 16,0-4-107-16,8 4-133 0,-1-3-169 0,-7-1-199 15,7 0-75-15,0 0 2 0,7 1 71 16,-7-2 113-16,6 3 162 0</inkml:trace>
  <inkml:trace contextRef="#ctx0" brushRef="#br0" timeOffset="101656.78">32010 6891 11 0,'0'3'453'0,"0"1"151"0,-7 0 119 0,7-4 75 16,0 0-97-16,0 4-112 0,-6-4-134 0,6 0-134 16,0 0-113-16,0 0-70 0,0 0-55 15,0 0-26-15,0 0-24 0,0 0-50 0,6 0-77 16,-6 0-125-16,7-4-152 0,0 4-201 16,-1-4-172-16,1 0-58 0,-1 1 20 0,0 3 94 15,1-5 139-15</inkml:trace>
  <inkml:trace contextRef="#ctx0" brushRef="#br0" timeOffset="102264.84">32713 5967 238 0,'0'-7'417'0,"0"3"68"16,6-3 51-16,-6 4-91 0,8-1-53 0,-8 0-96 15,6 1-60-15,-6-1-44 0,6 4-20 0,1 4-4 16,-1-4 9-16,8 3 11 0,-8 5 12 16,0-1-6-16,8 4-2 0,-2 0-13 0,-5 0-11 15,6 7-16-15,0 0-16 0,-7 1-5 16,8 7-5-16,-8-1 4 0,8 8 1 0,-8 3 12 15,7 6 8-15,-7 1 10 0,8 4 2 0,-8 4 2 16,0 2 0-16,0 1-7 0,-6-2-1 0,0 2-8 16,-6 0-5-16,0-1-8 0,0 1-6 15,-8-3-2-15,-5 2 4 0,5-6-3 16,-5 0 9-16,-7-3 8 0,6 0-131 0,-6-7-15 16,0 0 0-16,1-5 0 0,-1-2 0 0,-1-4 0 15,1-1 0-15,0-6 0 0,7-1 0 16,-1-4 0-16,8 1 0 0,-2-5 0 0,1-2 0 15,0 0 0-15,6-5 0 0,1 1 0 16,0-1 0-16,6 1 0 0,0-4 0 0,-7 0 0 16,7 0 0-16,7-4 0 0,-7 1 0 0,0-1 0 15,0 1-325-15,0-5-296 0,6 0-270 16,-6-2-236-16,0-5-70 0,-6 1 26 0,6-4 91 16,-7-1 176-16,-6-3 288 0</inkml:trace>
  <inkml:trace contextRef="#ctx0" brushRef="#br0" timeOffset="105004.6">23863 7813 110 0,'-7'0'314'0,"0"-3"46"0,1 3 36 16,6-3-77-16,-7-1-28 0,7 4-51 0,-6 0-35 15,6-4-21-15,0 4-17 0,-6 0-9 16,12 0 10-16,-6 0 28 0,13 0 24 16,-7 4 11-16,14-4 12 0,0 0-3 0,-1 4-16 15,7-1-37-15,6-3-29 0,7 3-18 16,1-3-12-16,5 0-5 0,1 5-8 0,-1-5-10 16,8 4-7-16,6-4-9 0,-8 3-9 15,8-3-12-15,7 0-13 0,-1 0-7 0,6 0-4 16,7 0-1-16,7 0-1 0,6-3 0 15,6 3 0-15,2-4 3 0,5-1 0 0,7 2-10 0,-1 0-8 16,7-1-5-16,1 0-6 0,5 1-2 0,-5 3-5 16,-2-4 0-16,-5 4-4 0,1-4 0 15,-2 4-2-15,1 0-3 0,-7 0 0 16,-7 0 2-16,1 0 5 0,-13 0 3 0,6 0 9 16,-13 0-1-16,6-3 5 0,-5 3-1 15,6 0-1-15,-1-4-1 0,1 1-4 0,0 3 4 16,-1-4 1-16,0 0 4 0,1 0 6 15,0 1 3-15,-6-1 4 0,-8 0 2 0,7 1 5 16,-6 3 0-16,-1-3-2 0,1 3 0 16,-7-5-1-16,1 5 0 0,-1 0-1 15,-7 0 0-15,1 0-1 0,-1 0 0 0,1 0-5 16,-1 0-2-16,1 0-2 0,-7 0 0 0,13 5 2 16,-6-5 0-16,6 0 7 0,0 3 2 15,-6-3 2-15,6 0 0 0,-6 3-3 0,6-3 0 16,-7 4 1-16,-5-4 4 0,-2 4-4 15,2-4-3-15,-1 3-5 0,-1-3-1 16,2 0-11-16,6 4-7 0,-7-4-4 0,7 0-4 16,-1 4-1-16,0-4 0 0,8 0-1 15,-8 4 1-15,8-4 3 0,-7 0 2 0,6 0 5 16,-7 0 0-16,0 0 1 0,1 0 0 16,-1 0-2-16,-5 0-1 0,6 3-1 0,-7-3 5 15,-1 0 4-15,2 0 5 0,-8 0 5 16,7 0 4-16,1 0 4 0,-8 0-1 0,7 0-6 15,1 0-3-15,-2 0-2 0,1 0-5 0,1 0-4 16,-2 0-1-16,-5 0 0 0,7 0 3 16,-2 0-21-16,2 0 0 0,5 0 0 0,-5 0 0 15,-2 0 0-15,-5 0 0 0,6 0 0 16,-6 0 0-16,-1 0 0 0,1 0 0 0,-1 0 0 16,-5 0 0-16,-1-3 0 0,6 3 0 0,-5 0 0 15,-2-4 0-15,1 4 0 0,-6 0 0 16,6-4 0-16,0 4 0 0,0 0 0 0,0-4 0 15,-6 4 0-15,-1 0 0 0,8-3 0 16,-14 3 0-16,7 0 0 0,-8-4 0 0,1 4 0 16,0-4 0-16,-6 1 0 0,6 3 0 0,-13-3 0 15,7-2 0-15,-1 2 0 0,-6-2 0 16,0 2 0-16,0-1 0 0,0 1 0 0,0-1 0 16,-6 0 0-16,-1 1 0 0,1-1 0 15,-7 0 0-15,6 4 0 0,-6-3 0 0,0 3 0 16,6 0 0-16,-6-4 0 0,0 4 0 0,0 0 0 15,0 0 0-15,0 0 0 0,0 0 0 16,-6 0-293-16,6 4-113 0,-6-4-82 0,-1 0-125 16,1 0-170-16,-1 0-199 0,-12-4-64 0,5-3 17 15,2 0 78-15,-8-1 152 0,1-7 219 16</inkml:trace>
  <inkml:trace contextRef="#ctx0" brushRef="#br0" timeOffset="106586.59">17858 2520 17 0,'0'-3'326'0,"0"3"62"0,0-8 52 0,0 5-29 16,0-5 20-16,0-2-42 0,-7 2-21 15,7-3-19-15,0 0-17 0,0-1-24 0,0 2-35 16,-7-1-42-16,7 0-43 0,-6-1-33 16,6 2-32-16,-6 3-19 0,-1-4-26 0,1 7-25 15,-1-3-21-15,-6 7-6 0,7 0 0 16,-8 0-13-16,2 3-11 0,-2 5 5 0,-5 3 2 15,5 0-8-15,-4 3-4 0,4 1 7 0,-5-1 1 16,5 1-3-16,2 0-2 0,-2 4 1 16,8-5-1-16,0 4 0 0,-1-3 0 0,7 3-6 15,0-2 8-15,7-3 6 0,-1 1 4 16,0 2 6-16,8-5 4 0,6-1 9 0,-1 2 8 16,1-5-1-16,6 4 6 0,-1-4 0 0,1 5 3 15,0-5 3-15,1 0-4 0,-8 4 0 16,7 1 0-16,-6-2-1 0,0 1 9 0,-8 3 4 15,2 1 5-15,-8 0 3 0,-6 0 0 16,0-1-2-16,0 5-8 0,-6-5-12 0,-8 4-4 16,2-3-4-16,-8 0 0 0,0-5-5 0,1 2 0 15,-1-1 3-15,-6-4-2 0,7 4 0 16,-7-8-5-16,6 1 4 0,-7 4 1 16,9-8-8-16,-2 3-1 0,7-3-6 0,-1 0-4 15,2 0-4-15,-2 0-8 0,8 0-11 0,0-3-34 16,6 0-50-16,-7-2-63 0,14 1-84 15,-7 1-110-15,6-4-141 0,0 0-152 0,8-1-162 16,-2-2-58-16,8-2 14 0,-7 1 78 16,7 0 136-16,-8-4 173 0</inkml:trace>
  <inkml:trace contextRef="#ctx0" brushRef="#br0" timeOffset="107242.72">18320 2652 198 0,'0'0'418'0,"0"0"67"0,0 0 43 0,0 0-78 16,6 0-48-16,-6 0-91 0,0 0-76 15,0 4-45-15,0-4-19 0,0 0-19 0,0 0-14 16,0 0-16-16,0 0-10 0,0 3-9 0,0-3-13 15,0 0-14-15,0 0-5 0,0 0 5 16,7 0 7-16,-7 0 6 0,0 0 9 16,0 0 13-16,0 0 7 0,0 0 3 0,0-3 0 15,0 3-3-15,0 0-1 0,0 0-10 0,0 0-13 16,0-4-12-16,0 4-15 0,0 0-16 16,0-4-11-16,0 4-14 0,0 0-8 0,-7-3-15 15,7 3-2-15,0 0 1 0,0 0-6 16,0 0 3-16,0 0 2 0,0 0 2 0,0 0-1 15,0 0 3-15,0 0-3 0,0 0-1 0,0 0 2 16,0 0 3-16,0 0-2 0,0 0-5 16,0 0 0-16,0 0 1 0,0 0 0 15,0 0-4-15,0 0-3 0,0 0 0 0,0 0 2 16,0 0 3-16,0 0-1 0,0 0 4 0,0 0 0 16,-6 0 4-16,6-4-1 0,0 4-3 15,0 0 2-15,0 0-2 0,0-3 0 0,0 3-4 16,0 0-15-16,-6 0-32 0,6 0-53 15,0 0-74-15,0 0-96 0,0-5-112 0,0 5-127 16,-7 0-118-16,7 0-111 0,-7 0-18 0,7 0 47 16,-6 0 91-16,0-3 128 0</inkml:trace>
  <inkml:trace contextRef="#ctx0" brushRef="#br0" timeOffset="109757.71">18190 2714 9 0,'0'0'206'0,"0"-4"55"0,0 4 17 15,-7-3-66-15,7 3-2 0,0 0 12 0,0-4-31 16,0 4-35-16,0 0-18 0,0-3-13 15,0 3-3-15,0 0 3 0,0 0 5 0,0-4 8 16,0 4 6-16,0 0 10 0,0 0 11 16,0 0 10-16,0 0 3 0,0 0-6 0,0 0-9 15,0 0-17-15,0 0-20 0,0 0-19 16,0 0-13-16,0 4-6 0,0-4 2 0,0 0 2 16,0 3 5-16,0 1-1 0,0-1 1 15,7 1-13-15,-7 1-5 0,0-3-11 0,0-2-12 16,6 5-2-16,-6-2 0 0,0 0-6 0,0 2-6 15,0-2 4-15,7 1 1 0,-7-4-9 16,0 4-5-16,0-4 11 0,0 0 2 0,0 3 0 16,0 0 4-16,0-3 3 0,0 4-2 15,-7 1-6-15,7-2-7 0,0 4-6 0,0 0-3 16,-6-3-4-16,6 3-2 0,0 1-2 16,-7-1 2-16,7 0 0 0,0 1-5 0,0-2 1 15,-6 2 2-15,6-1 3 0,-7 1 3 0,7-1 5 16,-6 5 3-16,6-5 2 0,-6-4-6 15,-2 8 1-15,2-7-7 0,0 3-5 0,6-4 3 16,-7 1 0-16,1 1-1 0,-1-2-1 16,1-3-1-16,-1 0 3 0,1-3-4 0,-1 3-5 15,0-9 0-15,1 6-1 0,6-4 0 16,-6-4-4-16,-1 4-4 0,7-5 2 0,0 1-5 16,0 0-2-16,0 1-2 0,7-1-4 15,-1 3 3-15,0-3-2 0,1 4 0 0,0 3 4 16,6-3 1-16,0 3 2 0,0 1-5 0,-1 3 2 15,2-4 5-15,5 4-2 0,-6 0-4 16,6 0 2-16,-5 4 2 0,6-4 0 0,-8 3-2 16,8-3-1-16,-7 0 2 0,7 0-4 0,-8 0 1 15,1 0 2-15,1 0-2 0,-8-3 0 16,8-1 0-16,-8 4 5 0,0-4-1 16,1-2-1-16,-1 1 0 0,1 1 5 0,-7-2-5 15,6-2 3-15,-6 0-1 0,0 2 1 0,0-6-2 16,-6 5 0-16,6-4 4 0,-7 0-1 15,7 3-1-15,-6-2-4 0,-1 2 1 0,1-3 1 16,0 8-1-16,-2-4-3 0,-4-1-3 16,5 5 4-16,0-1-3 0,1 0-3 0,-1 1 0 15,1-1 1-15,0 4 4 0,-1 0 1 0,0-4 1 16,1 4 3-16,6 0-4 0,-6 0 4 16,-1 0-2-16,0 0-6 0,7 0 2 15,0 4 0-15,-6-4 6 0,6 0-4 0,0 0 3 16,-7 4 3-16,7-4-2 0,0 0-3 0,-6 3-5 15,6-3 4-15,0 0-2 0,0 4-2 16,0-4-4-16,0 0-18 0,0 4-35 0,0-4-48 16,0 0-49-16,0 3-76 0,0-3-103 15,0 3-109-15,0-3-109 0,0 0-112 0,0 5-120 16,0-2-16-16,0 1 59 0,0-4 103 0,0 3 131 16</inkml:trace>
  <inkml:trace contextRef="#ctx0" brushRef="#br0" timeOffset="110570.02">18105 2627 163 0,'7'-4'360'0,"-1"0"64"16,-6 1 15-16,0-5-53 0,0 4 12 16,0-4-36-16,-6 6-38 0,6-2-19 0,0 0-12 15,-7 0-23-15,7 4-31 0,-6-3-43 0,-1 3-45 16,7 0-37-16,-7 0-37 0,1 0-18 15,0 3-9-15,-8 1-7 0,8 0-11 0,0 0-1 16,-1-2 6-16,1 6-2 0,-1 0 11 0,7-1 0 16,-7 1 2-16,1-2 1 0,0 6-6 15,6-5 2-15,-8 0-11 0,8 1-3 0,0 2 1 16,-6-2-11-16,6 3 4 0,0 0 5 16,0 1 4-16,0-2-6 0,6-2 4 0,-6 3 15 15,0-1 0-15,8 1-1 0,-8-3 3 0,6 3 5 16,0 0 0-16,-6-4 1 0,7 0-6 15,0 1-1-15,6 3-4 0,-7-4 1 16,0-4-2-16,8 5-8 0,-8-5-3 0,7 5-3 16,0-5-2-16,-6 2 0 0,6-5 1 0,-7 2 0 15,1-2 12-15,-1 0 3 0,8 0-2 16,-8 0 1-16,0-2 1 0,1 2 6 0,-7-5-6 16,6 2 0-16,1-1 1 0,-7 0-6 15,6 1-10-15,-6-1-6 0,0 0-4 0,7 1-3 16,-7-1-8-16,0 4 1 0,0-3-2 0,0-2-2 15,0 2 1-15,-7 3-6 0,7-3 6 16,0-1-8-16,-6 4-1 0,6-4-1 16,0 4-2-16,-7-3 3 0,7 3-1 0,0-4 5 15,-6 4-2-15,6 0 1 0,-7-4 0 0,7 4 0 16,-6 0-4-16,0 0-1 0,6 0 3 16,-8 0-11-16,8 0-11 0,-6 0-23 0,0 4-26 15,6-4-34-15,-7 0-40 0,7 0-35 0,0 0-64 16,0 0-82-16,0-4-101 0,0 4-120 15,0-3-108-15,0-1-118 0,0 0-19 16,0 1 53-16,7-1 104 0,-7 0 137 0</inkml:trace>
  <inkml:trace contextRef="#ctx0" brushRef="#br0" timeOffset="111163.63">18626 2213 161 0,'-6'3'539'0,"-1"1"101"0,0-1 74 16,1-3 10-16,0-3-72 0,6 3-173 0,0-4-147 15,-6 1-92-15,12-5-75 0,-6 5-60 16,6-5-45-16,7 1-25 0,-6 0-23 0,6-2-11 16,7 3-9-16,-8-2-30 0,8 1-48 0,-7 1-90 15,7-3-97-15,-8 2-144 0,2 3-147 16,-8 1-117-16,7-1-30 0,-13 0 45 0,6 4 82 15,-6 0 132-15</inkml:trace>
  <inkml:trace contextRef="#ctx0" brushRef="#br0" timeOffset="111382.36">18685 2304 2 0,'0'11'464'0,"0"0"146"0,0-4 114 0,0-2 79 15,6-2-81-15,-6-3-120 0,7 0-123 0,-1-3-119 16,8-2-92-16,-8-2-68 0,6 0-40 0,2-5-42 15,5 6-37-15,-5-6-25 0,4 1-21 16,2 4-12-16,-6 0-16 0,5 0-5 0,-13-1-9 16,8 4-22-16,-8 1-28 0,0 3-42 15,1 0-59-15,0 0-89 0,-7 0-101 0,0 0-122 16,0 3-126-16,0-3-132 0,-7 4-33 16,0-1 39-16,1-3 82 0,0 0 129 0</inkml:trace>
  <inkml:trace contextRef="#ctx0" brushRef="#br0" timeOffset="112100.92">19890 1476 63 0,'6'0'349'0,"0"-3"79"0,-6 3 63 0,0-4-53 15,0 0 34-15,0-3-39 0,-6 3-43 16,0-4-31-16,0 6-29 0,-8-6-38 0,1 0-36 16,7 1-59-16,-14 0-37 0,6 4-36 15,-4-6-22-15,4 6-21 0,-5 3-28 0,-1 0-1 16,1 3-19-16,-1 2-12 0,-6 2-7 16,6 4-6-16,1 3 10 0,6 1-13 0,-6 4-6 15,5-1 2-15,2 4 2 0,-2 0 6 0,8 4-5 16,-1-4 6-16,7 3 3 0,0 0-6 15,7 1-1-15,-1-3 1 0,1 2 6 0,0-7 4 16,5 1 10-16,2-5 2 0,-2-3 4 16,8 0 10-16,-7-3 6 0,7-5 12 0,-1-3-1 15,1-3 6-15,0-2 5 0,-2-1-3 16,2-2 0-16,0-6 0 0,-1 3 8 0,1-4 7 16,-7 0 0-16,-6 0 3 0,6-2-7 15,-7-2-20-15,-6 1-3 0,6-4-9 0,-6 0-10 16,0-1-11-16,0 2-3 0,-6 2 9 15,6-3 0-15,0 8 1 0,-6 0 1 0,6-1 1 16,-7 7-6-16,7-3-5 0,0 3-9 0,0 6-8 16,0-6-7-16,0 8-7 0,0 0 3 15,0 0 1-15,0 3-4 0,7 2 4 0,-7 5 3 16,6 1 1-16,0 0 1 0,8 4 5 0,-2 3-4 16,2 0-2-16,-1 1 1 0,0-1-7 15,0 1 4-15,7-1-6 0,-8 0 7 0,8 1 2 16,-1-5 2-16,-5 1 3 0,5-5-12 15,-6 5-28-15,6-8-59 0,-5 4-77 0,-2-7-106 16,2 1-145-16,-1-5-180 0,-1 0-199 0,2-9-118 16,-2 2-17-16,-4-8 57 0,-2 4 121 15,0-7 173-15</inkml:trace>
  <inkml:trace contextRef="#ctx0" brushRef="#br0" timeOffset="112413.34">20209 1066 51 0,'-7'-15'516'0,"7"1"124"0,-6-2 89 0,0 2 79 16,-2 3-85-16,2 1-132 0,0-2-134 0,-1 5-104 15,7-1-82-15,-7 5-69 0,7 3-59 16,-6 0-54-16,0 3-47 0,-1 5-16 0,7 2 2 16,-6 9 10-16,6-1 7 0,-7 12 7 0,7-1 21 15,0 8 17-15,0 3 17 0,0 4 0 16,7 0 19-16,-7 7 8 0,6 1 3 0,7 2-8 15,-7-3-18-15,8 5-15 0,-2-9-24 16,8 5-18-16,0-5-15 0,-1-3-6 0,1-3-5 16,6-1-6-16,0-7-2 0,0 0-2 0,-6-3-4 15,6-5-3-15,-6-6-3 0,5-2-2 16,-5-2-5-16,0-4-17 0,-8-4-36 16,8-3-61-16,-7-4-65 0,0-7-81 0,0-1-125 15,0-3-129-15,-6-7-146 0,5 0-130 0,-5 0-114 16,-1-8-10-16,-6 0 75 0,0 0 120 15,0-3 167-15</inkml:trace>
  <inkml:trace contextRef="#ctx0" brushRef="#br0" timeOffset="112803.87">20502 1458 109 0,'-7'-12'460'0,"1"2"111"0,-7-1 92 16,13 0 12-16,-6-1-9 0,-2 2-130 0,8 2-90 15,0 1-91-15,0 0-70 0,0-5-70 0,0 9-64 16,8-4-39-16,4 0-43 0,1-1-9 15,0 8-21-15,7-3-8 0,-7-1-3 16,13 4-11-16,-7 4-1 0,7-1-7 0,0 1-3 16,1 7-2-16,-1-4 2 0,0 4 2 0,-7 4-7 15,7-1 5-15,-12 2 8 0,5-2 0 16,-6 5 12-16,0-5 7 0,-7 4 15 0,-6 0 12 16,0 1 5-16,0-1 4 0,-6-3 3 15,0 0 1-15,-1-1 6 0,-6-3 2 0,6-1 6 16,1-2 13-16,-8 0 11 0,8-8 7 0,-6 3-1 15,-2-6-10-15,1-5-6 0,0 0-16 16,6 1-16-16,-5-7-10 0,-2-4-7 16,8-1-8-16,-7-3-12 0,7 0-8 0,-1-3-5 15,7 2-9-15,-7 2-3 0,7-5-7 0,0 8-2 16,0-5 2-16,7 6-10 0,-7-3-20 16,7 7-43-16,-1-1-52 0,1-2-83 0,-1 5-92 15,0 1-119-15,2-2-143 0,-2 1-167 16,0 0-174-16,0 1-39 0,-6-2 24 0,0 1 92 15,0-3 147-15,0 2 196 0</inkml:trace>
  <inkml:trace contextRef="#ctx0" brushRef="#br0" timeOffset="113303.76">20652 846 407 0,'0'-7'593'0,"-7"0"109"0,7 2 70 15,-7-2-70-15,7 0-80 0,0 3-143 0,-6 1-130 16,6-1-99-16,0 0-65 0,0 4-58 0,6 0-51 16,-6 4-41-16,14 0-8 0,-8 3-11 15,7 0-7-15,1 5-7 0,4 2 8 0,-4 1 10 16,-1 0 3-16,0 3 11 0,0 1 9 0,-1-2 8 16,2 2-2-16,-8-1 2 0,1-3-4 15,-1-1-4-15,1 1 9 0,0-5 7 0,-7 2 12 16,0-5 9-16,0-3 19 0,6 3 19 15,-6-3 16-15,0-4 13 0,-6 3-9 0,6-6-18 0,-7 3-16 0,0-4-25 0,1 1-30 16,-7-5-22-16,7 1-9 0,-8-5-8 0,8 2-5 16,0-1-6-16,-8-3 0 0,8-2-3 15,-1 2-6-15,7 0 6 0,0-1 1 0,0 1 7 16,0-3-1-16,7 4 1 0,6 1 2 0,-6-2-4 16,5 3-1-16,2 0-9 0,5 3 0 15,-6-2 0-15,6 2 1 0,1 5 6 0,-7 3-3 16,7 0 3-16,0 0 9 0,-2 7-4 15,2 0-2-15,-1 0-1 0,1 5-1 0,-6 2 2 16,5 2-7-16,-6-6 4 0,0 5 1 16,-1-1-2-16,-4 1 6 0,4-5-4 0,-5 6 3 15,0-6 3-15,-1 1-1 0,1 5-14 0,-7-6-52 16,6 1-69-16,-6 1-113 0,6-2-168 16,-6-2-226-16,0 3-266 0,7-4-105 0,-7 4-10 15,0-4 66-15,0 0 142 0,0 1 216 16</inkml:trace>
  <inkml:trace contextRef="#ctx0" brushRef="#br0" timeOffset="113538.07">21192 1220 462 0,'0'3'776'0,"-6"5"116"16,6-5 88-16,0 1-2 0,0 0-152 0,0-4-273 0,0-4-179 15,0 4-104-15,6-4-74 0,0 1-56 16,2 3-43-16,4-4-39 0,8 0-20 0,-7-3-10 15,7 4-15-15,-1-2-4 0,1-2-7 16,-1 4 0-16,0-5 2 0,1 5-14 0,-7-4 7 16,0 3 0-16,0-3-1 0,1 2-2 15,-8 2-18-15,0 0-31 0,1 3-72 0,-7-5-111 16,0 2-150-16,6-3-216 0,-12 1-241 0,6-2-110 16,0-4-15-16,-7 3 69 0,7-3 132 15,0-3 205-15</inkml:trace>
  <inkml:trace contextRef="#ctx0" brushRef="#br0" timeOffset="113834.89">21636 776 294 0,'0'-3'674'0,"-8"-1"122"0,8 0 90 0,-6 1 20 16,6-1-124-16,-6 1-217 0,6 3-191 15,0 0-129-15,0 0-86 0,0 0-64 0,0 3-37 16,6 1-23-16,-6 7-4 0,6-1 23 15,8 5 16-15,-8 4 11 0,7 3 17 0,0 0 8 16,0 3 9-16,1 2-2 0,-2-2-8 0,1 4-4 16,0-4-19-16,0 4-9 0,1-2-13 15,-8-2-8-15,7-3-6 0,-6 0-3 0,-1-3 3 16,0-5-13-16,1 0-8 0,-1-2-9 0,-6-5-2 16,0 0-8-16,7-3-3 0,-7 0-9 15,0-1-38-15,0-3-57 0,0-3-88 0,-7-1-133 16,1-3-182-16,-1 0-219 0,1-4-220 15,0-5-78-15,-8-1 13 0,2-2 93 0,-2-3 159 16,-5 0 218-16</inkml:trace>
  <inkml:trace contextRef="#ctx0" brushRef="#br0" timeOffset="114178.58">21537 367 33 0,'7'-16'487'15,"0"6"137"-15,-1-1 89 0,0 0 60 0,1 0-127 16,0 0-128-16,5 3-140 0,1 0-112 0,7 1-73 16,-6 7-46-16,11 0-11 0,-5 0-19 0,6 7-9 15,0 1-11-15,0 3-6 0,0 0 9 0,6 8 14 16,1-1 10-16,0 7 16 0,0 4 25 16,-1 5 25-16,1 1 7 0,-1 7-9 0,-6 1 3 15,7 9-11-15,-1 3-3 0,-6 3-14 0,0 4-8 16,-6 8-3-16,-1 0-11 0,-6-1-14 15,1 2-22-15,-8-7-13 0,-6-1-14 0,0-4-12 16,0-4-47-16,0-7-19 0,-6-5 0 16,6-6 0-16,-8-4 0 0,8-4 0 0,-6-7 0 15,6-7 0-15,-6 0 0 0,-1-4 0 0,7-4-127 16,-7-4-95-16,1-3-83 0,-7 4-82 16,0 0-92-16,0-4-110 0,-7 3-98 0,-5 5-112 15,-1 0-120-15,-7 2-21 0,-7-2 61 0,-5 3 120 16,-1 4 151-16,1-1 173 0</inkml:trace>
  <inkml:trace contextRef="#ctx0" brushRef="#br0" timeOffset="114537.84">20247 2294 21 0,'-51'21'546'16,"5"-3"143"-16,1 1 75 0,12-5 49 0,1-3-80 15,-1-3-120-15,13-1-159 0,0-3-81 0,8-1-40 16,6-3-24-16,6 0-30 0,6-7-36 16,6 0-22-16,15-4-18 0,11-8 0 0,9 2 5 15,5-6 5-15,13-3-10 0,13 1-23 16,7-8-25-16,6 0-17 0,13 0-17 0,7-4-18 16,6-3-30-16,1 3-73 0,-2-3 0 0,1 0 0 15,7-1 0-15,-6 1 0 0,-1 0 0 16,-13 7 0-16,-13-1 0 0,-6 2 0 0,-14 2 0 15,-12 5 0-15,-7 6 0 0,-7-2 0 16,-12 6 0-16,-1 4 0 0,-12-4 0 0,-6 8 0 16,-1 0 0-16,-7 2 0 0,-6 5 0 0,-13 5-360 15,-7 2-138-15,0 4-115 0,-12 8-141 0,-1-1-153 16,-5 3-111-16,-7 5-3 0,-2 7 50 16,-5 0 116-16,1 4 179 0,-8-1 228 15</inkml:trace>
  <inkml:trace contextRef="#ctx0" brushRef="#br0" timeOffset="114975.24">20925 2451 406 0,'-25'11'781'0,"-2"-4"111"0,7 0 61 0,-6-7 12 0,7 0-135 16,6-3-285-16,-6 3-158 0,11-4-74 15,-4 0-36-15,6 1-30 0,6-5-47 0,0 5-47 16,0-2-52-16,12 3-36 0,2-6-26 15,-2 8-17-15,8-4-10 0,7 0-5 0,-9 4 0 16,9 4-2-16,5-4 0 0,-6 4-2 16,1 4 0-16,-1-1-1 0,-1 4-2 0,-5 0 3 15,0-1-2-15,-1 5 3 0,1 0-1 16,-8-1-1-16,2 5 7 0,-8-5 8 0,-6 8 7 16,6-3 5-16,-6 3 7 0,-6-4 6 0,0 4 2 15,-1-3-2-15,0-5 7 0,-5 0 12 16,5 2 17-16,-6-10 27 0,6 2 22 0,1-4 13 15,0-4 10-15,-2 0-145 0,-4-7-5 0,12-4 0 16,-6-1 0-16,-1-2 0 0,0-4 0 16,7 3 0-16,0-7 0 0,0 4 0 15,0-5 0-15,7 5 0 0,0-4 0 0,-1 0 0 16,6 0 0-16,2 0 0 0,-1 0 0 16,7 4 0-16,-8-4 0 0,2 7 0 0,-2 1 0 0,2-1 0 15,-1 4 0-15,-1 4 0 0,-5-1 0 16,6 5-221-16,-7-1-217 0,2 0-118 15,4 4-142-15,-5 0-182 0,-1 4-156 0,7-4-32 16,-6 0 38-16,-1 0 118 0,8 0 177 0,-8 0 241 16</inkml:trace>
  <inkml:trace contextRef="#ctx0" brushRef="#br0" timeOffset="115178.33">21394 2392 28 0,'0'7'588'0,"0"-7"182"0,0 3 107 16,0 2 74-16,7-10-84 0,-7 5-124 15,6-3-217-15,0 0-147 0,8-5-91 0,-1 5-57 16,0-5-47-16,6 1-46 0,-5 3-46 0,5-3-35 16,0 3-12-16,1-3-24 0,-1 3-47 15,-5 1-70-15,5 0-102 0,-6-2-150 16,0 1-209-16,1 1-232 0,-8-4-159 0,0 0-42 16,0 2 44-16,1-6 121 0,0 4 189 0,-1-4 231 15</inkml:trace>
  <inkml:trace contextRef="#ctx0" brushRef="#br0" timeOffset="115412.63">21928 1879 318 0,'6'-10'824'0,"-6"2"153"16,0 0 83-16,0 5 55 0,0-5-152 16,-6 5-330-16,6 3-219 0,0 3-97 0,6 5-29 15,-6 3 4-15,7 7 18 0,6 8-2 0,-6-1-25 16,13 8-194-16,-8 0-89 0,8 4 0 15,-1 3 0-15,1 4 0 0,-8-4 0 0,8 5 0 16,0-5 0-16,-7-4 0 0,0 1 0 16,0-4 0-16,-7-4 0 0,8-4 0 0,-8-2 0 15,-6-9 0-15,7 1 0 0,-7-4 0 0,6-3 0 16,-6-5 0-16,-6 1 0 0,-1-8-171 16,1 1-339-16,-8-1-173 0,2-7-196 0,-8 4-204 15,1-8-55-15,-15 0 39 0,2-4 102 16,-13 2 176-16,-1-5 236 0</inkml:trace>
  <inkml:trace contextRef="#ctx0" brushRef="#br0" timeOffset="116037.54">16809 1876 138 0,'-20'0'242'0,"8"0"38"0,-8 0-38 15,0 0-41-15,1 0 20 0,-1 3 3 0,1-3-6 16,-1 4-4-16,8-4-4 0,-2 4-6 15,2-1-14-15,-2 5 6 0,1 2 16 16,7 1 19-16,6 8 21 0,0 3 26 0,6 10 17 16,1 5 12-16,5 4-11 0,14 10-12 0,1 11-9 15,-1 4-19-15,13 11-17 0,-7 4-28 0,14 10-13 16,-7 5-15-16,7 2-5 0,-1 12-2 16,-6 8-2-16,7 3-6 0,-1 7-11 0,1 4-7 15,0 3-21-15,0 0-16 0,-1-3-15 16,1 4-6-16,-1-8-6 0,1-7-8 15,-7-4-5-15,0-11-8 0,0-3-10 0,-7-11-14 16,-6-5-7-16,0-13-11 0,1-7-19 16,-7-13-4-16,-8-7-15 0,2-14-49 15,-8-10-47-15,0-9-57 0,1-10-62 0,-7-15-58 16,-7-8-62-16,7-6-60 0,-6-12-90 16,-8-3-98-16,8-11-120 0,-6-4-152 0,-8-5-46 15,0-5 28-15,-5-4 97 0,-9-9 135 16,-5-2 171-16</inkml:trace>
  <inkml:trace contextRef="#ctx0" brushRef="#br0" timeOffset="117177.83">16686 2575 254 0,'-14'-18'434'0,"8"-1"63"16,-7 1 68-16,7 4-46 0,-2 3-43 15,2-1-80-15,0 2-63 0,0-1-45 0,12 0-54 16,-6 4-60-16,12-5-31 0,8 1-18 0,0-3-6 16,13-1 2-16,6 0 4 0,6-3 1 15,7-3-14-15,13-2-7 0,6-3-9 16,8-3-13-16,12-4-11 0,0-3-14 0,7-1-7 16,0-4-6-16,6-2 2 0,0-1 2 0,7-5 2 15,-1 6 1-15,-5-4 0 0,5-1 0 16,1 0 2-16,-7 1 1 0,1 2 1 0,-1-2 4 15,0 3 5-15,1-3 0 0,-2 2 0 16,2 2 0-16,-1-2 11 0,-6 1 3 0,-7-3 2 16,6 4-5-16,1-6-1 0,7 5-9 0,-8-4-13 15,7 5-11-15,-7-1-6 0,2-1-6 0,5 1-10 16,-7 0 6-16,1 5-4 0,0 2-1 16,-6 0-5-16,5 0 0 0,-13 5-8 0,7 0-1 15,-6-2-8-15,-6 4-7 0,-2 1 1 0,-4-1-3 16,-8 5 9-16,0 3-6 0,-7 0 12 15,-6 0 5-15,0 5-2 0,-6-2 5 0,-13 4 15 16,6 0 8-16,-13 0 7 0,0 5 12 0,-7-2 11 16,1 5 6-16,-1-4-14 0,1 0-3 15,0 5-9-15,-8-6-18 0,8 1-18 0,-1-3-6 16,1 3-2-16,0 0-3 0,-1-3-1 0,7 1-4 16,-6-1 9-16,-1 3-1 0,1 0-2 0,-7 0-1 15,6 0-3-15,1 1-3 0,-7 2 5 0,-7 1-2 16,8-1 6-16,-8 5-2 0,0-1-5 0,-6 0 11 15,7 4-5-15,-7-3-2 0,7 3-6 16,-7 0 1-16,0 0 7 0,0 0 1 0,0 0-10 16,0 0 4-16,6 0 0 0,-6 0 5 0,0 0-6 15,0 0 0-15,0 0 11 0,0 7 1 16,0-3-3-16,0 3-11 0,6 4 3 0,-6 4 9 16,7-1-4-16,-7 4-3 0,7 7 3 0,-1 6 11 15,7 2-5-15,1 3-11 0,-2 4 3 0,8 8-1 16,5 4 8-16,-5-2 3 0,13 9 4 15,-7 0 0-15,0 2 0 0,7 6 14 0,-1 3 3 16,7-4-1-16,-7-1 10 0,8 5 17 16,-1-4 8-16,0 0 3 0,0 4 5 0,7-4 14 15,-7-1 9-15,-7 6-86 0,7-2-9 0,1 0 0 16,-8 1 0-16,1 0 0 0,-1-4 0 16,-6 0 0-16,1-4 0 0,-2-3 0 0,1-5 0 15,-12 1 0-15,5-7 0 0,-6-1 0 0,0-6 0 16,-7-1 0-16,1-6 0 0,-7-2 0 15,7-6 0-15,-7-1 0 0,0-2 0 0,0-5 0 16,-7 0 0-16,7-3 0 0,-7-1 0 16,1-3 0-16,-7 4 0 0,7-4 0 0,-8 3 0 15,-6 1 0-15,1 4 0 0,-1-5 0 0,-6 8 0 16,-6-4 0-16,-7 4 0 0,0 4 0 16,-13-1 0-16,-1 2 0 0,-4 2 0 0,-9 0 0 15,-6 4 0-15,1-1 0 0,-8 1 0 16,2 4 0-16,-8 4 0 0,-13-4 0 0,1 7 0 15,-8-5 0-15,-5 10 0 0,-1-6 0 16,-7 5 0-16,-5 4 0 0,-7-5 0 0,0 4 0 16,-8 0 0-16,2 1 0 0,-1-1 0 0,0-1 0 15,1-1 0-15,-8 2 0 0,7 1 0 16,1-5 0-16,-1 0 0 0,-6-2 0 0,5 2 0 16,2-3 0-16,6-4 0 0,6 1 0 0,7-1 0 15,-1-7 0-15,15 0 0 0,5-3 0 16,7-2 0-16,6-5 0 0,14-2 0 15,5-2 0-15,8-1 0 0,12-7 0 0,7 4 0 16,13-9 0-16,0 3 0 0,6-2 0 16,1-3 0-16,5-1 0 0,8 1 0 0,0 0 0 15,-1-4 0-15,7 3 0 0,0-3 0 16,0 0 0-16,7 0 0 0,-7 0 0 0,6 0-374 16,0 0-191-16,1 0-214 0,0-3-267 15,5-5-104-15,-5 1 2 0,0 0 61 16,-7-8 140-16,6 0 236 0</inkml:trace>
  <inkml:trace contextRef="#ctx0" brushRef="#br0" timeOffset="121379.99">23654 10326 244 0,'13'-7'435'0,"-6"0"81"0,5-4 81 0,-5-3-32 16,6 3-19-16,-6-3-71 0,-7-2-54 16,6 2-39-16,-6 0-54 0,6-1-61 0,-12 0-49 15,6 1-32-15,-6-2-18 0,-1 5-26 16,-6 1-13-16,0 2-15 0,0 1-19 16,-6 3-18-16,-1 4-11 0,-6 4-6 0,-7 6-8 15,7 2-3-15,-13 10 2 0,7 0 2 16,-1 8-1-16,1 2 0 0,-1 5 0 15,1 2 3-15,5 3-4 0,7 2 2 0,8 0 0 16,6-1 7-16,-1 1 5 0,7 0 10 16,7-3 11-16,5-1 9 0,8-1 10 0,-1-2 1 15,7-3 1-15,0-5-5 0,7 1-6 16,-1-5-6-16,8-3-8 0,-1-5-6 0,0 0-6 16,0-7-5-16,0-3-8 0,0-3-10 15,0 0-8-15,-6-8-9 0,5 4-10 16,-11-4-8-16,-1 1-5 0,-6-5-3 0,-1 8-9 15,-6-3-19-15,-7 0-34 0,1-1-55 16,-7-1-77-16,7-3-86 0,-7 6-97 0,-7-2-120 16,7 0-157-16,0 0-182 0,-7-3-149 15,7 1-30-15,-6-6 38 0,6 1 105 16,0-3 173-16,6-1 228 0</inkml:trace>
  <inkml:trace contextRef="#ctx0" brushRef="#br0" timeOffset="122207.9">24690 9759 66 0,'-7'-15'375'16,"7"-3"66"-16,-7-1 67 0,-5 5 50 15,5 0-70-15,0-2-53 0,-6 6-36 0,1 0-35 16,5-2-40-16,-6 7-59 0,-7-1-60 0,7 3-39 16,-6 3-21-16,6 0-9 0,-7 7-2 15,-6 0 2-15,7 0 1 0,-1 8-5 16,-6 3-1-16,7 8-6 0,-7 7-7 0,6 0-7 15,0 11-8-15,1 0-1 0,-1 6-5 16,8 10 5-16,-8 3 13 0,1 6 16 0,-1 4 22 16,0 7 19-16,7 5 24 0,-7 3 7 15,1 0-1-15,6 4-5 0,7 2 2 0,-1 2-2 16,7-1-74-16,7 0-123 0,5 0 0 16,8-3 0-16,6-1 0 0,1 1 0 15,-1-4 0-15,6 0 0 0,1-7 0 0,6-4 0 16,-7-9 0-16,1 3 0 0,-1-9 0 0,1-7 0 15,-1 0 0-15,1-8 0 0,-7-2 0 16,0-5 0-16,0-4 0 0,0-7 0 16,-7-4 0-16,1-2 0 0,0-4 0 0,-1-5 0 15,-5-3 0-15,-2-3 0 0,1-5 0 16,0 0 0-16,-6-3 0 0,5 0 0 0,-4 0 0 16,-8 0 0-16,6-3 0 0,-6 0 0 15,0-5 0-15,0 1 0 0,-6 0 0 16,-2-4-446-16,2-4-166 0,0-3-176 0,-7-4-189 15,6-8-126-15,1 1 1 0,-1-7 68 16,1-6 137-16,0-1 196 0,6-4 247 0</inkml:trace>
  <inkml:trace contextRef="#ctx0" brushRef="#br0" timeOffset="124085.26">24956 10412 272 0,'8'-8'433'16,"-8"1"76"-16,0-4 76 0,0 0-25 16,0-1-61-16,6 2-46 0,-6-1-33 0,0 3-35 15,0-2-39-15,0 2-57 0,0 0-53 16,0 5-45-16,0-1-42 0,0 2-36 16,0 2-32-16,0 0-27 0,6 2-18 0,-6 5-7 15,0 4 3-15,6 1 12 0,1 6 11 16,-7 1 14-16,7 2 16 0,-1 5 17 0,1 3 11 15,-1 1 7-15,0-1-2 0,2 4-2 16,-2-4-9-16,0 0-13 0,-6-3-13 16,6 0-14-16,2-1-8 0,-2-3-11 0,-6-3-9 15,6-5-5-15,-6 1 0 0,7-5 13 16,-7-2 11-16,6-4 16 0,-6 0 9 0,0-8 6 16,0 0 1-16,7-4-13 0,-7-6-14 0,0 1-14 15,0-7-13-15,-7 3-11 0,7-6-9 16,-6-7-5-16,6 2-4 0,-7-2-4 15,7 1 0-15,-6 0-3 0,6-1 0 0,0 1 0 16,-6 3 0-16,6 5-1 0,0-5 1 16,-8 8 1-16,8-1-1 0,0 8 0 0,0-3 0 15,0 6-2-15,0-3-2 0,0 7-3 16,0 2-1-16,0 2-1 0,0 2 1 16,0 2 1-16,0 7 2 0,0 4 2 0,0 3 0 15,8 1 3-15,-8 6-2 0,0 1 1 16,6 4 0-16,-6 2 0 0,6 0 0 0,-6 2 0 15,7-1 1-15,-7-1 1 0,6-1 1 16,-6-6 0-16,7 4 4 0,0-2 7 0,-7-7 7 16,6-1 9-16,-6-1 10 0,6-3 7 15,-6-4 6-15,0-4 1 0,6 4 2 0,-6-8 2 16,0 6 4-16,0-6-31 0,0-3-30 16,0 3 0-16,0-3 0 0,0 4 0 0,0-4 0 15,0-4 0-15,0 4 0 0,0-3-157 16,0 0-125-16,-6-6-104 0,6 6-126 15,6-8-146-15,-6 0-162 0,8-3-179 0,-2-5-43 16,0 0 33-16,1-2 108 0,-1-5 164 16,8-3 210-16</inkml:trace>
  <inkml:trace contextRef="#ctx0" brushRef="#br0" timeOffset="124475.8">25686 10019 73 0,'13'-18'576'0,"0"-1"128"0,0 1 91 16,-6 0 69-16,-1 3-77 0,1-3-192 16,-7 6-161-16,0 2-93 0,0-1-64 15,0 5-51-15,0-3-51 0,-7 6-31 0,1-2-31 16,-1 5-27-16,-6 5-15 0,0-2-9 16,0 8 2-16,-7 4-8 0,1 3-3 0,-1 8-5 15,8 3 2-15,-8 4 5 0,0 7 11 16,1 5 18-16,-1 10 19 0,7 0 23 15,0 3 14-15,0 0 7 0,7 5 1 0,-1-1-4 16,7 1-2-16,0-2 1 0,7 2 6 0,-1-5 1 16,7 1-150-16,7 0 0 0,-8-4 0 15,8 0 0-15,6-4 0 0,-7-3 0 16,8-5 0-16,-7-6 0 0,6 0 0 0,0-4 0 16,0-7 0-16,-7-4 0 0,1-7 0 15,-1-1 0-15,-6-3 0 0,0-7 0 0,1-4 0 16,-2 0 0-16,-5-4 0 0,0-3 0 15,-1-1 0-15,-6-2 0 0,-6-5-218 16,6 1-215-16,-7-6-105 0,0-2-139 0,1-3-170 16,0-1-173-16,-2-6-43 0,8-1 36 15,-6-4 108-15,0-4 167 0,6-3 220 0</inkml:trace>
  <inkml:trace contextRef="#ctx0" brushRef="#br0" timeOffset="125053.78">25972 7586 101 0,'8'0'295'0,"-2"0"26"0,0 0 14 0,-6 0-99 0,6 0-53 0,-6 0-67 0,7 0-37 32,-7 0-20-32,0 0-13 0,0 0-7 0,0 0-14 0,0 0-26 0,0 0-54 0,0 0-81 15,-7-4-118-15,-5 4-61 0,-8 0-32 16,0-3 0-16,-12 3 37 0</inkml:trace>
  <inkml:trace contextRef="#ctx0" brushRef="#br0" timeOffset="125225.63">24585 7594 152 0,'-26'8'466'0,"1"-5"48"0,11 0 25 16,-5 2 11-16,12-2-206 0,-6-3-165 15,13 3-86-15,-6-3-60 0,6 5-63 0,0-5-73 16,6 4-85-16,1-4-97 0,6 3-130 16,-7 1-54-16,7 3 0 0,1-4 44 0,-2 5 68 15</inkml:trace>
  <inkml:trace contextRef="#ctx0" brushRef="#br0" timeOffset="126475.32">26195 10257 211 0,'0'8'335'16,"-8"-5"57"-16,8 1-11 0,0 0-10 0,-6-4-10 16,6 0-9-16,-6 3 5 0,6-3 7 15,-7 0-3-15,7 0-8 0,-7-3-18 16,1 3-29-16,6-4-44 0,-7 0-32 0,1 1-24 15,6 3-20-15,-6-8-19 0,-1 5-14 16,7-5-15-16,-7 5-17 0,1-8-14 0,6 4-12 16,-6-5-11-16,6 5-12 0,0-4-9 15,0 0-8-15,6 1-10 0,-6-2-7 16,6 1-9-16,1 0-6 0,6 3-10 0,-7-2-3 16,7 3-6-16,7-1-1 0,-6 1-1 15,4 0-2-15,-4 2 1 0,5 2 1 0,1 3 0 16,0 0-5-16,-8 3 0 0,8 2 1 15,-7 2 1-15,7 0 0 0,-8 4-2 16,1 3 6-16,-6 1 0 0,6 4 1 0,-7 3 5 16,-6-4 5-16,6 8 12 0,-6-4 8 15,0 3 9-15,-6 1 5 0,0 3 0 0,-7-3-1 16,6 3-7-16,-6-3-4 0,1 3-9 16,-8-3-5-16,7 0-3 0,0-1-1 15,-6-3 2-15,5 0 1 0,2-4 8 0,-2-2 17 16,8-3 21-16,-7-1 20 0,6-5 21 15,0 0 15-15,1-2 14 0,0-2 5 0,0 1 3 16,-2-4-1-16,8 0-40 0,-6 3-104 16,6-3 0-16,-6 0 0 0,6 0 0 0,0 0 0 15,0 0 0-15,0 0 0 0,0 0 0 16,6-3 0-16,0 3 0 0,2-4 0 16,-2 4 0-16,6-3 0 0,8 3 0 0,-1-5 0 15,1 5 0-15,0-4 0 0,6 1 0 16,-7 3 0-16,7-3 0 0,1 3 0 0,-1-4 0 15,0 4 0-15,-1-4 0 0,1 4 0 16,1 0 0-16,-1 0 0 0,-6 0 0 0,-1 0 0 16,0-3 0-16,-6 3 0 0,1 0 0 15,-2 0 0-15,-5 0 0 0,0 0 0 0,-1 0 0 16,-6 0 0-16,7 0 0 0,-7 0 0 16,0 0 0-16,6 0 0 0,-6 0 0 15,0 0 0-15,0 0 0 0,0 0 0 0,0 0 0 16,0-5 0-16,0 5 0 0,0 0 0 0,0 0 0 15,0 0 0-15,0 0 0 0,0 0 0 16,0 0 0-16,0 0 0 0,0 0 0 0,0 0 0 16,0 0 0-16,0 0 0 0,0 0 0 15,0 0 0-15,0 0 0 0,0 0 0 16,0-3 0-16,0 3 0 0,-6 3 0 0,6-3 0 16,0 0 0-16,0 0 0 0,-7 0 0 15,7 0 0-15,-6 0 0 0,-1 0 0 16,7 0 0-16,-7 0-169 0,1 0-215 0,0 0-65 15,-2-3-74-15,2 0-100 0,0 3-112 16,-1-7-120-16,1 2-91 0,-1-2 1 0,1-4 71 16,6 0 133-16,-7 0 167 0</inkml:trace>
  <inkml:trace contextRef="#ctx0" brushRef="#br0" timeOffset="128162.45">26428 9631 49 0,'0'0'248'0,"-6"-5"60"0,6 5 11 16,0 0-22-16,0 0 15 0,0-2 11 0,0 2-7 15,0 0 2-15,0 0 9 0,0 0 6 16,0-4-8-16,0 4-19 0,0 0-25 16,0 0-31-16,0 0-37 0,0 0-29 0,0 0-20 15,0 0-11-15,0 0-5 0,0 0-9 16,0 0-3-16,0 0-9 0,0 0-5 16,0 0-10-16,0 0-14 0,0-3-14 0,0 3-7 15,0 0-13-15,0 0-14 0,0 0-10 16,0 0-9-16,0 0-10 0,0 0-10 0,0 0-3 15,0 0-2-15,0 0-3 0,0 0-3 16,0 0 5-16,0 0-4 0,-6 0-2 0,6 0-6 16,0 0 6-16,0 0 2 0,0 0-1 15,0 3 1-15,0-3 0 0,0 0 4 0,0 0-5 16,0 0-1-16,0 0 0 0,0 0-3 16,0 0 4-16,0 0 1 0,0 0 1 15,0 0 0-15,0 0-2 0,0 0 3 0,0 0-4 16,0 0 0-16,0 0 1 0,0 0 2 15,0 0 0-15,0 0 0 0,0 0 1 0,0 0 1 16,0 0-3-16,0 0 0 0,0 0 0 16,0 0-1-16,0 0-1 0,0 0 1 0,0 0-2 15,0 0-2-15,0 0 3 0,0 0-1 16,0 0 2-16,0 0 0 0,0 0 5 16,0 0-2-16,0 0-2 0,0 0 1 0,0 0-1 15,0 0-1-15,0 0-1 0,0 0 3 16,0 0 0-16,0 0 0 0,0 0 0 0,0 0-2 15,0 0-1-15,0 0-3 0,0 0 2 16,0 0-1-16,0 0 8 0,0 0 0 0,0 0-2 16,0 0 3-16,0 0-1 0,0 0 2 15,0 0-3-15,0 0 7 0,0 0 7 0,0 0 5 16,0 0 7-16,0 0 6 0,0 0-1 16,0 0 1-16,0 0 5 0,0 0 8 15,0 0 9-15,0-3 6 0,0 3 8 0,0 0 2 16,0 0-4-16,0 0-8 0,0 0-9 15,0 0-7-15,0 0-5 0,0 0-7 0,0 0-5 16,0 0-5-16,0 0-6 0,0 0-5 16,0 0-7-16,0 3-6 0,0-3-3 15,0 0-1-15,0 4-3 0,0-2 0 0,0 3 2 16,0 2 3-16,0 1 1 0,0-1 0 16,0 3 2-16,0 2 0 0,0-1 0 15,0 3 0-15,0 1 2 0,0-4-1 0,0 4-2 16,0 0 0-16,0-1 0 0,0-3 0 15,0 4-1-15,0-4 1 0,0 0 1 0,0-4 1 16,0 5 2-16,0-6-1 0,0 2 2 16,0-5 9-16,0 0 12 0,0 2 18 0,0-5 25 15,0 3 26-15,0-3 23 0,0 0 11 16,0 0 0-16,0-3-10 0,0 3-20 16,-8-5-44-16,8 2-55 0,0-4 0 0,0 0 0 15,-6-1 0-15,6 1 0 0,0 0 0 0,-6-4 0 16,6 0 0-16,0 0 0 0,0 4 0 15,0-4 0-15,0 0 0 0,0-1 0 16,0 5 0-16,0-4 0 0,0 4 0 0,0 0 0 16,6-5 0-16,-6 5 0 0,6 0 0 15,2 0 0-15,-2-1 0 0,0 0 0 16,-6 5 0-16,7-4 0 0,0 3 0 0,-1 1 0 16,7 0 0-16,-7-2 0 0,8 5 0 15,-2-3 0-15,-5 3 0 0,13 0 0 0,-7 3 0 16,0-3 0-16,-1 5 0 0,2-2 0 15,-1 0 0-15,-7 1 0 0,7 3 0 0,-6 1 0 16,-1-1 0-16,0 4 0 0,2 0 0 0,-2-1 0 16,-6 2 0-16,6 2 0 0,-6-3 0 15,0 4 0-15,0 0 0 0,0-4 0 16,0 7 0-16,0-3 0 0,0-1 0 0,0 1 0 16,7 0 0-16,-7-1 0 0,0 1 0 15,0 0 0-15,0-4 0 0,0 0 0 16,7-4 0-16,-7 1 0 0,0-1 0 0,0-4 0 15,0 5 0-15,0-5 0 0,0-3 0 0,0 4 0 16,0-4 0-16,0 0 0 0,0 0 0 16,0 0 0-16,6 0 0 0,-6-4 0 0,0 4 0 15,0-3 0-15,0-1-8 0,7 4-388 16,-7-4-109-16,0 1-129 0,6 3-134 16,0 0-150-16,8 0-113 0,-8 0-2 0,7 3 69 15,7 1 143-15,-7 0 178 0,6-1 218 16</inkml:trace>
  <inkml:trace contextRef="#ctx0" brushRef="#br0" timeOffset="128584.21">27243 10496 110 0,'-14'3'655'16,"8"-3"144"-16,0 0 80 0,0-3 54 0,-8 3-100 16,8-3-197-16,6-2-231 0,-7 1-126 15,7 1-69-15,0 3-48 0,0-5-40 16,7 5-25-16,5-2-11 0,2 2 5 0,5-4 10 15,-6 4 5-15,14 0 4 0,-9 0-11 16,9-4-13-16,-1 4-18 0,-6 0-17 0,5 0-9 16,-5 0-9-16,6-4-2 0,-13 4-5 15,7-3 0-15,-8 3-4 0,2 0-2 16,-8 0-4-16,0-3-4 0,1 3-3 0,-7 0-6 16,0 0-24-16,0 0-40 0,0 0-60 15,-7 0-76-15,7 0-109 0,-6 0-147 0,6 0-167 16,-6 0-181-16,6-5-131 0,0 3-26 15,6 2 56-15,0-9 124 0,1 2 171 16,0 0 214-16</inkml:trace>
  <inkml:trace contextRef="#ctx0" brushRef="#br0" timeOffset="128990.35">27953 10059 70 0,'-7'-10'595'0,"7"2"133"0,0 1 77 0,-7-1 52 15,7 1-110-15,-6 0-172 0,6-1-217 16,0 5-120-16,0-1-72 0,0 1-46 0,0 3-30 16,-6-4-21-16,6 4-9 0,0 0 12 15,0 0 20-15,6 4 32 0,-6 3 32 16,0 4 25-16,0 3 20 0,0 1 12 0,6 3 0 0,-6 5-8 15,7 2-17-15,-7 5-17 0,7-1-12 16,-7 4-16-16,0 0-4 0,6 0-6 16,-6 1-3-16,6-2 1 0,1-3-69 15,-7-3-62-15,6 0 0 0,1-1 0 0,0-3 0 16,-7-5 0-16,6 3 0 0,0-6 0 0,-6-3 0 16,8 0 0-16,-8-4 0 0,0 1 0 15,6-1 0-15,-6-4 0 0,0 2 0 16,0-5 0-16,0 3 0 0,0-3 0 15,-6-3 0-15,6 3 0 0,-8-5-311 0,2 2-133 16,6-4-129-16,-6-1-147 0,6 1-179 0,-7-7-140 16,7-1-23-16,7 0 48 0,-7-7 129 15,6 0 188-15,0-7 236 0</inkml:trace>
  <inkml:trace contextRef="#ctx0" brushRef="#br0" timeOffset="129490.24">28069 9492 63 0,'-6'-11'503'0,"6"4"114"0,0-4 87 0,0 3 34 15,0-3-70-15,0-1-173 0,6 2-130 16,-6 3-84-16,8-4-53 0,-2 3-28 0,0 1-10 15,1 0-3-15,6 0-1 0,-7 3-6 16,7-4-13-16,-6 5-18 0,6-1-22 0,0 1-20 16,6 3-23-16,-6 0-18 0,7 3-15 15,0 1-1-15,-1 4 1 0,1 2 9 16,6 5 19-16,-7 4 26 0,7 1 29 0,0 11 16 16,7 2 14-16,-7 3 12 0,6 4 0 15,-5 5-10-15,-1 1-10 0,6 3-5 0,-5 6-4 16,-1-1-77-16,-7 1-70 0,7 0 0 15,-14 4 0-15,8 0 0 0,-13-1 0 16,0-3 0-16,-1 1 0 0,-6-2 0 0,-6-7 0 16,-1 2 0-16,-6-5 0 0,-1 0 0 0,2-7 0 15,-1-2 0-15,0-1 0 0,0-5 0 16,-1-3 0-16,2-5 0 0,6-2 0 0,-1-5 0 16,0 2 0-16,1-10 0 0,-1 2 0 15,1-2 0-15,6-1 0 0,0-5 0 16,-7 3 0-16,7-3 0 0,0 0 0 15,0 0 0-15,0 0 0 0,0 0 0 0,0 0-445 16,0 0-200-16,0 0-177 0,-7 0-187 0,7 4-105 16,-12-4 7-16,-2 0 76 0,-5 0 151 15,-1 0 205-15,-6 0 254 0</inkml:trace>
  <inkml:trace contextRef="#ctx0" brushRef="#br0" timeOffset="130146.33">25021 11412 133 0,'-32'10'365'0,"-1"-2"49"0,1 3 32 16,6-5-78-16,0-2-37 0,0 4-74 0,6-5-25 15,8 5 21-15,-2-5 33 0,1 2 22 16,0-2 17-16,7 0 7 0,-1-3-13 16,7 5-33-16,-6-5-33 0,6 0-22 0,-6 0-16 15,6 4-11-15,0-4-4 0,6 0-1 16,7-4 4-16,0 4 9 0,6-5 5 0,14 2 4 16,6-5-7-16,6 2-10 0,8-5-14 15,6-1-20-15,12-2-23 0,0-1-28 16,8 0-23-16,6 1-19 0,-1-1-16 15,14-3-8-15,12 4-3 0,1-2-50 0,0 5 0 16,6-4 0-16,0 5 0 0,7-5 0 0,6 5 0 16,0-2 0-16,1 1 0 0,6 0 0 15,0 1 0-15,-1-2 0 0,8-2 0 0,-2-2 0 16,-4 6 0-16,4-5 0 0,-11 4 0 16,-1 0 0-16,0 0 0 0,-12 0 0 15,-8 4 0-15,-5 0 0 0,-20-1 0 0,-1 5 0 16,-19-5 0-16,-7 5 0 0,-5 0 0 0,-14-1 0 15,-7-1 0-15,-6 5 0 0,-6 0 0 16,-7-3 0-16,0 6 0 0,-13-3 0 0,-7 0 0 16,1 5 0-16,-7-1 0 0,-7-1 0 15,1 0-285-15,0 1-322 0,-8 0-225 0,1-1-266 16,0 1-90-16,-7-4 17 0,1 0 85 16,6-4 167-16,-7 1 243 0</inkml:trace>
  <inkml:trace contextRef="#ctx0" brushRef="#br0" timeOffset="131366.17">26136 11690 342 0,'-7'3'449'15,"-6"1"71"-15,0 0 36 0,6-4-12 16,-6 0-15-16,7 0-58 0,0-4-48 15,-2 0-38-15,2 1-43 0,0 0-59 0,0-1-59 16,6-4-39-16,0 5-19 0,-8-5-14 16,8 1-13-16,8 0-12 0,-8 3-14 0,0-3-15 15,6-1-20-15,0 1-10 0,8 0-16 16,-2 4-12-16,1-2-10 0,1-3-4 0,5 5-3 16,-6 3-8-16,6 0-3 0,1 3-1 15,0 2-4-15,-1 3-6 0,1 2 0 16,0 5 6-16,-2-1 7 0,2 8 6 0,0 4 12 15,-7-1 16-15,-1 8 2 0,2-3 6 16,-8 3 8-16,-6 0 4 0,0 3-2 0,-6-3-7 16,0 1 1-16,-8 2-6 0,2-4-8 15,-8-2-6-15,7 0-1 0,-7-1 8 0,0-4 9 16,1-3 13-16,-7 0 9 0,6-3 13 16,1-1 12-16,-7-3 6 0,6-4 2 0,1 0 3 15,-1-4 3-15,8 0 5 0,-8-3-83 16,6 3-39-16,2-7 0 0,5 4 0 0,1 0 0 15,-1-4 0-15,0 3 0 0,7-3 0 16,0 0 0-16,0 3 0 0,14-3 0 16,-8-3 0-16,13 3 0 0,1 0 0 15,0 0 0-15,6-3 0 0,0 3 0 0,0 0 0 16,6-4 0-16,-6 4 0 0,1-4 0 0,-1 4 0 16,0 0 0-16,0 0 0 0,-1 0 0 15,-5 0 0-15,0 0 0 0,-1 0 0 0,-5 4 0 16,-2-4 0-16,2 0 0 0,-8 0 0 15,1 0 0-15,5 4-115 0,-5-4-332 16,0 0-151-16,5-4-173 0,-5 0-196 0,6 1-125 16,0-5-11-16,7 1 63 0,-8-8 148 15,8 1 207-15,0-1 254 0</inkml:trace>
  <inkml:trace contextRef="#ctx0" brushRef="#br0" timeOffset="131631.73">26858 12005 210 0,'-6'-4'747'0,"6"4"151"0,0-4 94 16,0 1 67-16,-6 3-116 0,6-4-280 16,6 4-237-16,-6-3-131 0,6 3-74 0,1-4-48 15,6 4-26-15,0 0-4 0,0-4 3 16,6 4 9-16,-5 0 5 0,5 0-6 0,1 0-13 16,0 0-23-16,-2-3-30 0,-4 3-29 15,-1 0-20-15,-1 0-37 0,2 0-34 0,-8 0-35 16,-6 0-44-16,6 0-56 0,-6 0-70 15,0 3-63-15,0-3-91 0,-6 0-126 16,6 0-150-16,0 0-169 0,0 0-122 0,0-3-15 16,0-1 58-16,6 0 128 0,2-3 175 15,-2-1 216-15</inkml:trace>
  <inkml:trace contextRef="#ctx0" brushRef="#br0" timeOffset="131959.76">27483 11704 207 0,'0'-7'735'0,"-6"-3"143"0,6-2 90 16,-6 1 76-16,-1 0-83 0,1 4-274 15,-1 0-201-15,0-1-110 0,7 1-72 0,-6 3-65 16,6 1-64-16,0 3-57 0,0 0-28 16,0 3-7-16,0 1 17 0,0 7 25 15,6 4 29-15,-6 3 32 0,7 4 13 16,0 7-123-16,-7 3-76 0,6 2 0 0,1 3 0 15,-1-1 0-15,0-3 0 0,-6 4 0 16,7 0 0-16,-7-8 0 0,0 3 0 0,7-5 0 16,-7 2 0-16,0-8 0 0,0 2 0 0,0-5 0 15,0-3 0-15,0-1 0 0,0-3 0 16,0-4 0-16,0 1 0 0,0-4 0 0,0 3 0 16,0-7 0-16,0 4 0 0,0-4 0 15,0-4 0-15,0 4 0 0,0-7-29 0,0 0-424 16,0-5-180-16,6-2-212 0,0-1-238 15,1-3-77-15,6-7 19 0,0-5 85 16,0-3 179-16,6-8 243 0</inkml:trace>
  <inkml:trace contextRef="#ctx0" brushRef="#br0" timeOffset="132695.98">28793 8756 21 0,'-7'-5'292'0,"0"5"73"15,1-2 57-15,0 2-47 0,-1 0-22 0,7 2 15 16,0 3 16-16,0-2 8 0,0 8 6 16,7 0 13-16,5 7-13 0,2 1-26 15,6 3-61-15,-1 4-48 0,7 7-23 0,0-1-17 16,6 8-12-16,1 1-14 0,-7 7-5 16,7 3-8-16,-1 0-18 0,7 8-9 15,-6-1-10-15,-7 8 3 0,6 1 2 0,1 6 5 16,-7-1 7-16,0 9 4 0,0 3 4 0,1 5-11 15,-9 1-9-15,2 6-79 0,0 3-73 16,-7 0 0-16,-1 0 0 0,2 0 0 0,-8 4 0 16,1-5 0-16,-1 1 0 0,-12 1 0 15,6-2 0-15,-13-7 0 0,-1 1 0 16,-11-4 0-16,-1-3 0 0,-6-6 0 0,-8-1 0 16,1-4 0-16,-13-1 0 0,6-7 0 15,-6 0 0-15,-7-8 0 0,8-3 0 0,-8-4 0 16,7-3 0-16,-1-8 0 0,2 1 0 15,5-5 0-15,1-3 0 0,5-3 0 0,7-5 0 16,1-3 0-16,6-7 0 0,7 0 0 0,-1-5 0 16,7 1 0-16,0-3 0 0,6-5 0 15,1 4 0-15,0-7 0 0,-2 5 0 16,8-5 0-16,-6 0 0 0,6 0 0 0,0 0 0 16,6 0 0-16,-6 0 0 0,8-5-197 15,-8 3-505-15,6-3-295 0,-6-2-200 0,0 0-50 16,-6-4 51-16,-2-1 123 0,2 2 221 15,-6-5 305-15</inkml:trace>
  <inkml:trace contextRef="#ctx0" brushRef="#br0" timeOffset="133601.92">23595 14097 129 0,'20'-8'393'0,"-7"2"85"16,0-6 80-16,-6 1-35 0,-1 0 22 16,0 1-55-16,1-6-47 0,0 5-38 0,-7 1-42 15,0-2-39-15,0 1-47 0,0 1-44 16,-7 2-33-16,7-3-35 0,-7 4-28 0,1 3-29 16,-7 1-20-16,0 3-16 0,0 0-6 15,-7 3-1-15,1 8 11 0,-7 0 21 16,0 7 4-16,-7 0-1 0,7 8-1 0,0 0-5 15,0 8-10-15,0-2-19 0,7 0 3 16,-1 10 14-16,7-3 16 0,0 2 22 0,6 4 22 16,7-6 15-16,0 1 8 0,13-3 2 15,1-1-2-15,5-3-11 0,7 1-59 0,0-5-95 16,6-4 0-16,8 2 0 0,-7-9 0 16,5 0 0-16,8-7 0 0,-7 0 0 0,-6 0 0 15,6-7 0-15,-7 2 0 0,1-2 0 16,-13-4 0-16,6 0 0 0,-14 0 0 0,1 0 0 15,1 0 0-15,-8-4 0 0,-6 1-109 16,6 0-329-16,-6-1-129 0,0-3-156 0,-6-1-172 16,6-2-157-16,6-2-28 0,-6 1 47 15,7 0 114-15,0-4 183 0,5-3 231 0</inkml:trace>
  <inkml:trace contextRef="#ctx0" brushRef="#br0" timeOffset="134133.04">24650 13800 225 0,'7'-26'440'16,"-7"4"78"-16,7-3 80 0,-1 0-41 15,-6 2 3-15,0 2-73 0,0 2-49 0,0 1-36 16,0 3-38-16,0 0-52 0,0 4-44 15,0 0-44-15,-6 0-40 0,-1 7-33 0,7-3-36 16,-7 4-29-16,1 3-22 0,-7 0-7 16,7 3 2-16,-8 1 7 0,2 3 18 15,-8 4 20-15,7 7 11 0,0 1 4 0,-6 7 4 16,5 3 3-16,-5 4 6 0,6 7 5 0,-6 8 12 16,5 3 15-16,-6 7 17 0,1 4 16 15,6 5 11-15,-6 2-31 0,5 1-177 16,2 4 0-16,5-2 0 0,0 6 0 0,1 3 0 15,6-2 0-15,0 2 0 0,6-3 0 16,-6 2 0-16,7-7 0 0,6 1 0 0,-7-6 0 16,8-5 0-16,-8-1 0 0,7 1 0 15,0-12 0-15,0 0 0 0,0-3 0 0,0-4 0 16,7-4 0-16,-7-3 0 0,6-8 0 16,-6-3 0-16,7-4 0 0,-7-3 0 0,6-5 0 15,0 0 0-15,-5-7 0 0,6-3 0 16,-8 0 0-16,1 0 0 0,7-4 0 0,-7-4 0 15,-6 4 0-15,6 0 0 0,-7-4 0 0,1 4 0 16,-1 0 0-16,-6 0 0 0,0-4 0 16,0 4 0-16,0-3 0 0,-6-1 0 15,-1-3-94-15,1 0-438 0,-1-4-195 0,1-1-226 16,-1-2-174-16,7-7-33 0,0-5 48 16,7-4 116-16,-1-6 198 0,7-5 268 0</inkml:trace>
  <inkml:trace contextRef="#ctx0" brushRef="#br0" timeOffset="134867.26">25159 14287 10 0,'-7'-4'320'15,"-6"4"90"-15,6-3 75 0,1 3-8 16,0-3 31-16,-2-2 4 0,2 2-34 0,0-1-34 16,6 1-31-16,-6-5-46 0,6 5-64 15,-7-5-60-15,7 5-48 0,7-4-39 0,-7-1-24 16,6 1-13-16,6-4-12 0,2 3-6 16,-1 0-5-16,0 1-2 0,6 4-14 15,1-1-11-15,0 0-12 0,-1 4-10 16,7 0-12-16,-6 8-8 0,-1 0-3 0,1 2 0 15,0 1-1-15,-1 7 4 0,-6 1-1 0,0 3 3 16,-7 0-3-16,1 3 3 0,-7 5 0 16,0-4-5-16,0 3 3 0,-7 0-6 0,-5 0 0 15,5 1-5-15,-13-5-4 0,8 4-3 16,-8-3-1-16,0 0-1 0,1 0 4 0,-1-4 9 16,0-4 16-16,8-3 17 0,-8-1 21 15,7-2 26-15,7-6 25 0,-8 2 20 0,8-5 13 16,0 1-1-16,6 0-7 0,0-4-14 15,0 0-21-15,0-4-24 0,6 4-25 0,0-4-15 16,8 1-15-16,-2-5-36 0,2 5 0 16,5 0 0-16,7-2 0 0,-6 1 0 0,-1 1 0 15,7 0 0-15,0 3 0 0,1-4 0 16,-8 4 0-16,7-4 0 0,0 1 0 16,-6-1 0-16,-1 4 0 0,1-4 0 0,-7 4 0 15,0-3 0-15,-1 3 0 0,-4-4 0 16,-2 4 0-16,0-3 0 0,1 3 0 0,-7-4 0 15,0 0 0-15,0 0-299 0,0 1-131 16,-7-5-116-16,1 5-142 0,0-8-157 0,-2-1-171 16,2 1-40-16,0 0 42 0,-1-4 112 15,1-2 173-15,6-2 212 0</inkml:trace>
  <inkml:trace contextRef="#ctx0" brushRef="#br0" timeOffset="135492.1">25510 13730 202 0,'0'-14'560'16,"0"3"118"-16,0 0 83 0,0 0 12 16,0 3-121-16,0 1-176 0,0 4-153 0,0-1-107 15,0 1-80-15,7 3-41 0,-7 3-11 16,0 4 8-16,6 0 19 0,-6 8 20 15,7-3 20-15,-1 5 13 0,0 3 1 0,-6-3-3 16,8 1-9-16,-8 1-9 0,6 3-6 16,0-4-8-16,-6-4-10 0,0 5-9 0,0-5-12 15,7-3-5-15,-7 0-6 0,0 1 1 16,0-5 5-16,0-4 9 0,0 6 15 0,0-6 18 16,0-3 15-16,0 3 1 0,-7-3-8 15,7-3-17-15,0 0-59 0,-6-2-68 0,6-2 0 16,-6 0 0-16,-2-5 0 0,8 1 0 15,-6 0 0-15,0-3 0 0,6 0 0 0,-7-1 0 16,7 0 0-16,-6 1 0 0,6-1 0 16,0 4 0-16,6-5 0 0,-6 6 0 0,7-5 0 15,-1 4 0-15,0 0 0 0,2 0 0 16,4 0 0-16,1 4 0 0,-6-4 0 16,6 4 0-16,-1 0 0 0,2 0 0 0,6 2 0 15,-7 1 0-15,6 1 0 0,-6 0 0 16,7 3 0-16,-1 0 0 0,1 3 0 15,0 0 0-15,-1 1 0 0,0 1 0 0,0 5 0 16,-5-3 0-16,-1 8 0 0,0-3 0 0,-7 5 0 16,1-2 0-16,-1 3 0 0,1 4 0 15,-7 0 0-15,7 0 0 0,-7 0 0 0,0 0 0 16,0 5 0-16,0-6 0 0,0 2 0 16,0-3 0-16,0-1 0 0,0-4 0 0,0 0 0 15,0-1 0-15,0-7 0 0,0 4 0 16,0-4 0-16,0-2 0 0,0-2 0 15,0 0 0-15,0-3 0 0,0 5 0 0,0-5 0 16,0 0 0-16,0 0 0 0,0 0-29 0,0 0-461 16,0 0-218-16,-7 3-254 0,7-3-182 15,0 4-39-15,-7 0 44 0,7-1 112 16,-6 9 210-16,-1-6 287 0</inkml:trace>
  <inkml:trace contextRef="#ctx0" brushRef="#br0" timeOffset="136227.78">24787 15068 54 0,'-13'3'327'0,"7"-3"83"16,-1 4 63-16,1-4-29 0,0 0 48 0,-2 0-13 15,8 0-29-15,-6 0-30 0,6 0-29 16,0 0-44-16,0 0-53 0,0 0-52 0,0 0-41 15,0 0-28-15,6 0-13 0,-6 0 6 16,8 0 10-16,-2 0 13 0,7 0 13 16,0 0 12-16,6 4 5 0,-5-4-5 0,12 4-8 15,-7-4-11-15,7 3-14 0,6-3-11 16,1 4-13-16,6-4-11 0,1 0-11 0,-2 0-12 16,15 0-11-16,-2 0-83 0,2-4-29 0,5 4 0 15,7-3 0-15,0 3 0 0,0-4 0 16,8 4 0-16,-2 0 0 0,0 0 0 15,-6 0 0-15,-6 0 0 0,-7 0 0 0,1 0 0 16,-14 0 0-16,-1 0 0 0,-5 0 0 16,-1 4 0-16,-12-4 0 0,0 0 0 15,-1 0 0-15,-5 0 0 0,-2 0 0 0,-5 0 0 16,-1 0 0-16,1 0 0 0,0-4 0 16,-7 4 0-16,6 0 0 0,-6 0 0 0,0 0 0 15,6 0 0-15,-6-4 0 0,0 4 0 0,0-4-330 16,-6 1-184-16,6-1-141 0,0 0-157 15,0 1-164-15,0-5-85 0,0-3 11 16,6 0 77-16,2 0 150 0,-2-3 204 0</inkml:trace>
  <inkml:trace contextRef="#ctx0" brushRef="#br0" timeOffset="136602.68">26136 14493 174 0,'-14'6'414'0,"-5"-2"90"0,6 1 94 16,0-2-17-16,-1 0-11 0,2-3-67 15,6 4-61-15,-2-4-56 0,2 4-64 0,6-4-59 16,-6 0-44-16,6 0-22 0,0 0-11 16,0 3-8-16,12-3-13 0,-4 0-11 15,4-3-13-15,2 3-20 0,5 0-23 0,1-4-15 16,-1 4-17-16,0-4-13 0,1 4-17 16,-1 0-8-16,-5-3-11 0,-2 3-8 0,2-3-3 15,-8-2-17-15,1 5-31 0,-1 0-50 16,0-4-77-16,-6 4-117 0,0 0-156 0,8-3-165 15,-8 3-160-15,0-3-114 0,0-1-10 16,6 0 71-16,-6-4 131 0,12 5 165 0</inkml:trace>
  <inkml:trace contextRef="#ctx0" brushRef="#br0" timeOffset="136899.47">26604 14210 166 0,'0'-14'579'0,"7"2"145"0,-1 1 97 16,0 2 44-16,-6 0-93 0,0-2-154 16,0 4-161-16,0 3-131 0,0 1-89 15,0-1-73-15,0 4-44 0,0 4-23 0,0 3-4 16,0 3 15-16,0 9 35 0,0-1 23 16,0 8 17-16,8 0 9 0,-8 7-2 0,0-4-6 15,6 4-24-15,0 4-13 0,1-4-18 16,0 3-20-16,-1-7-19 0,7 4-20 0,-7-3-14 15,1-4-15-15,0-4-12 0,-1-1-12 16,0-3-7-16,-6-2-4 0,7-5-12 0,-7-4-23 16,0 4-37-16,0-7-55 0,0-1-76 15,0 1-99-15,-7-4-114 0,1 4-152 16,0-4-182-16,-1 3-195 0,-6-3-92 0,0 4 8 16,0 0 77-16,-6-1 149 0,-1 4 203 15</inkml:trace>
  <inkml:trace contextRef="#ctx0" brushRef="#br0" timeOffset="137296.07">25822 15152 426 0,'-12'3'570'0,"-1"1"105"16,0-1 79-16,0 1-83 0,-1-4-93 0,8 0-99 16,0 4-87-16,-1-4-65 0,7 0-44 15,0 0-18-15,0 0-13 0,7 0-7 16,-1 0-5-16,8 0 8 0,5 0 11 0,7 0 5 16,0 0-3-16,13 4-9 0,0-4-6 15,7 0-16-15,6 0-20 0,-1 3-146 0,15-3-64 16,0 0 0-16,-1 0 0 0,6 0 0 0,6 0 0 15,2 0 0-15,6 0 0 0,-7 0 0 16,-6-3 0-16,-1 3 0 0,-6 0 0 0,-12-4 0 0,-2 0 0 16,-5 0 0-16,-13 1 0 0,-1-1 0 15,-6 4 0-15,-6-3 0 0,-7 3 0 0,0-4 0 16,-6 4 0-16,-7-4 0 0,0 4-190 16,-14 0-206-16,2 0-65 0,-8 4-86 0,7 0-115 15,-13-4-137-15,0 7-155 0,-1-4-44 16,1 5 29-16,-6-1 102 0,-7 4 159 0,0-3 203 15</inkml:trace>
  <inkml:trace contextRef="#ctx0" brushRef="#br0" timeOffset="137663.42">26227 15456 292 0,'-7'-4'635'0,"-6"-3"131"0,7-1 85 0,0 1-16 16,-8 0-80-16,8 3-180 0,-1-3-160 16,0 3-107-16,1-3-70 0,-1 7-48 15,7 0-25-15,-6 4-11 0,0-1 0 0,6 8 18 16,-7 4 22-16,7 7 19 0,0 1 1 16,0 2-10-16,0 4-12 0,0 4-18 15,0 3-16-15,0 1-16 0,0 0-6 0,0 3-77 16,7 0-59-16,-7 1 0 0,0-1 0 0,0 0 0 15,0 1 0-15,0-5 0 0,0-3 0 16,-7 0 0-16,7-4 0 0,0-6 0 0,0-2 0 16,0-2 0-16,-7-4 0 0,7-5 0 15,0 1 0-15,0-4 0 16,0-3 0-16,0-4 0 0,0-4 0 0,-6 1 0 16,6-4 0-16,0-4-248 0,0 0-261 15,-6-8-147-15,12-4-165 0,-6 3-201 16,6-10-72-16,8-7 16 0,-2 1 88 0,1-4 157 15,7-8 211-15</inkml:trace>
  <inkml:trace contextRef="#ctx0" brushRef="#br0" timeOffset="138195.85">27112 13544 17 0,'0'-8'468'0,"0"0"136"0,-6 2 112 15,6-2 81-15,0 2-88 0,0-2-108 16,0 4-134-16,-7-1-115 0,7 3-100 0,0 2-72 15,7 0-43-15,-7 0-16 0,6 2-1 16,8 3 8-16,-2 7 19 0,8-2 22 0,-1 5 11 16,1 6 6-16,6 9 8 0,0 2 14 0,7 5 16 15,-7 12 9-15,7 1 6 0,-1 9 5 16,7 7-1-16,-7 7-21 0,1 4-189 16,-1 7-33-16,1 4 0 0,-7 7 0 0,0 4 0 15,1 4 0-15,-9-1 0 0,-4 2 0 16,-8-6 0-16,-6-2 0 0,-6-9 0 0,0-2 0 15,-14-5 0-15,0-3 0 0,-5-7 0 0,-2-4 0 16,-5 0 0-16,-8-8 0 0,8-3 0 16,-1-4 0-16,-6-3 0 0,7-8 0 15,-1 1 0-15,1-9 0 0,-1-3 0 0,7-2 0 16,0-5 0-16,6-4 0 0,1-7 0 16,-1-3 0-16,8-2 0 0,5-2 0 0,-6-4 0 15,6-4 0-15,1 1 0 0,6 0 0 16,-6-5-161-16,6 1-309 0,0-1-146 15,6-3-168-15,0 1-190 0,7-5-114 0,7 0 0 16,0-4 66-16,-1 1 151 0,7-8 202 16,6 1 254-16</inkml:trace>
  <inkml:trace contextRef="#ctx0" brushRef="#br0" timeOffset="138696.63">28519 14569 145 0,'-6'8'391'0,"-8"-1"89"16,2 0 82-16,5 0-42 0,1-3 15 16,-1 0-43-16,0-1-35 0,7 2-33 0,0-5-34 15,7 2-38-15,0-2-42 0,6 0-48 16,-1 0-47-16,8 0-45 0,0-2-36 0,-1-3-33 16,7 2-28-16,0-1-22 0,1-3-15 15,5 3-18-15,-6 0-32 0,-7-3-46 16,7 4-73-16,-12-2-98 0,-1 5-130 0,-1-3-137 15,-5 3-137-15,0 0-138 0,-7 0-50 0,-7 0 32 16,0 3 92-16,-5 2 125 0,-8-2 148 16</inkml:trace>
  <inkml:trace contextRef="#ctx0" brushRef="#br0" timeOffset="138915.35">28545 14771 95 0,'0'15'594'0,"0"-4"142"0,0-4 95 16,0 0 67-16,7 0-90 0,-1-7-181 0,8 4-172 15,-2-4-108-15,8-4-68 0,-1 4-44 16,1-3-32-16,6-1-28 0,-6-3-24 0,5 0-22 16,1-1-22-16,1 1-22 0,-1-4-23 15,-6 4-26-15,-1 3-35 0,-6-4-43 0,0 1-50 16,-7 3-68-16,8 2-105 0,-8-3-164 16,-6-2-221-16,6 3-226 0,-6-3-92 15,7-4-10-15,0-1 65 0,-7 2 146 0,6-1 228 16</inkml:trace>
  <inkml:trace contextRef="#ctx0" brushRef="#br0" timeOffset="139584.01">29821 14277 257 0,'-6'-5'498'0,"0"2"123"0,-1-4 100 15,0-1-48-15,7 1-32 0,-6 0-100 16,6-5-95-16,0 5-93 0,-6-4-81 15,6 4-59-15,6-5-47 0,-6 2-39 0,6-1-28 16,1 5-15-16,0-6-12 0,5 1-2 16,2 3 0-16,5-3 2 0,1 4-4 0,0 0-4 15,-1 3-3-15,7 4-3 0,0 0-7 16,0 0-5-16,0 4-5 0,1 3-4 16,-2 4-4-16,1 0 1 0,-6 7-3 0,6-3-2 15,-7 6-2-15,-5 2 2 0,-2-1 3 16,-5 4 3-16,0-1 6 0,-7 4 1 0,0 1 6 15,-14 2-2-15,2-2-5 0,-8 3-7 16,0 0-8-16,-5-4-4 0,-2 4-8 0,-5 0-3 16,-1-4-1-16,1 2-1 0,6-6 7 15,-7 0 8-15,7 1 14 0,0-8 15 0,6 0 17 16,1-7 14-16,5 1 14 0,2-2 6 16,5-2 2-16,0-4 0 0,1 3-2 0,6-7-1 15,0 4-2-15,6-4 1 0,8-4-36 16,-2 4-66-16,15-4 0 0,-1 1 0 15,0-1 0-15,13 1 0 0,7-2 0 0,-7-3 0 16,6 6 0-16,7-2 0 0,-6 0 0 16,-1-3 0-16,2 3 0 0,-2 4 0 0,0-4 0 15,-5 2 0-15,-2-3 0 0,-5 5 0 0,-7-4 0 0,0 4 0 0,-7 0 0 16,1-3 0-16,-7 3 0 0,-6 0 0 0,-1-4 0 16,1 4 0-16,-7-4 0 0,0 1 0 15,-13-5 0-15,6 5-364 0,-12-5-99 0,5 1-117 16,-5-4-137-16,6 0-157 0,-6-3-144 15,-1-1-25-15,7-3 51 0,-7-5 120 0,8 2 179 16,-2-1 219-16</inkml:trace>
  <inkml:trace contextRef="#ctx0" brushRef="#br0" timeOffset="140270.89">30356 13661 440 0,'-7'-15'568'0,"0"8"107"0,7-4 83 15,-6 4-77-15,0 0-107 0,6-1-119 0,0 4-99 16,0 0-93-16,-6 4-68 0,6-3-51 16,0 3-28-16,0 0-20 0,0-4-9 0,0 8 10 15,0-4 14-15,0 3 13 0,0 5 17 16,0 2 18-16,-8 2 14 0,8 3 0 15,0 3-2-15,0 0-3 0,8 0-11 0,-8 4-8 16,0 0-9-16,0 1-5 0,0-2-5 16,0-3-5-16,0 5-6 0,6-9-6 15,-6 4-7-15,0-3-8 0,0 1-8 0,0-6-9 16,0-3-58-16,6 3-23 0,-6-5 0 16,0 2 0-16,0-2 0 0,0-2 0 0,0 0 0 15,0-3 0-15,0 0 0 0,0 0 0 16,-6-3 0-16,6 0 0 0,0-6 0 0,-6 1 0 15,6 2 0-15,-8-5 0 0,2-4 0 16,6 0 0-16,-6 1 0 0,-1-4 0 0,7 3 0 16,-6-4 0-16,6 5 0 0,0-1 0 15,0-3 0-15,0 3 0 0,6 4 0 0,1-3 0 16,-1 0 0-16,0 2 0 0,8-3 0 16,5 5 0-16,-6-2 0 0,7 2 0 0,-1-1 0 15,1 3 0-15,-1 0 0 0,1 1 0 16,0 4 0-16,-1 3 0 0,1-4 0 0,-8 8 0 15,8-4 0-15,-7 8 0 0,0-1 0 0,0 4 0 16,1 0 0-16,-2-1 0 0,-6 5 0 0,2 3 0 16,4-2 0-16,-5 4 0 0,-1-1 0 15,-6 4 0-15,7-2 0 0,0-3 0 0,-7 5 0 16,0-2 0-16,6-2 0 0,-6-1 0 16,0 0 0-16,0 1 0 0,6-4 0 0,-6-1 0 15,0-3 0-15,0 0 0 0,6-4 0 0,-6 1 0 16,0-1 0-16,0-4 0 0,0 2 0 15,0-2 0-15,0 1 0 0,0-4 0 16,0 0 0-16,0 0 0 0,0 0 0 0,-6 0 0 16,6-4 0-16,-6 1-393 0,-7-5-314 0,6 4-261 15,1-3-193-15,-7 0-44 0,7-4 52 16,-8 4 108-16,8-1 217 0,0-3 280 0</inkml:trace>
  <inkml:trace contextRef="#ctx0" brushRef="#br0" timeOffset="141411.25">29874 15093 29 0,'-7'15'511'0,"1"-1"144"16,-1 1 105-16,1-4 74 0,-1 3-69 16,7 5-154-16,0-4-124 0,0 7-97 0,7 0-58 15,6 0-30-15,0 0-19 0,7 3-6 16,-1 1-9-16,7-3-6 0,6 2-10 0,7-3-9 15,1 3-12-15,5-7-16 0,1 0-22 16,-1 1-21-16,14-5-53 0,-7-2-119 0,7-5 0 16,0 1 0-16,6-5 0 0,0-3 0 15,0-3 0-15,6-5 0 0,1 1 0 0,0-5 0 16,-1 2 0-16,1-8 0 0,-7 3 0 0,0-4 0 16,-6-2 0-16,0-2 0 0,-1-6 0 15,-6 0 0-15,0 0 0 0,1-8 0 0,-8-3 0 16,1-1 0-16,-1-3 0 0,0-3 0 15,-5-4 0-15,-1-4 0 0,0-3 0 16,-7-2 0-16,1 2 0 0,-1-5 0 0,-12 1 0 16,6 1 0-16,-13 1 0 0,7-1 0 0,-14-6 0 15,0 4 0-15,-6-1 0 0,0-7 0 0,-6 5 0 16,0 0 0-16,-7 4 0 0,0 0 0 0,-6-1 0 16,-1 5 0-16,0 3 0 0,-6 0 0 15,0 1 0-15,-7-2 0 0,8 5 0 16,-8 3 0-16,-7 1 0 0,8-1 0 0,-7 8 0 15,0-1 0-15,0 4 0 0,0 5 0 0,-6-1 0 16,5 4 0-16,-5 3 0 0,-1 3 0 0,-6-2 0 16,0 6 0-16,-1 2 0 0,-4-2 0 15,-2 1 0-15,0 3 0 0,0 3 0 0,1-1 0 16,-1 1 0-16,7 5 0 0,-7-4 0 16,8 7 0-16,-8-3 0 0,6 7 0 0,-5-3 0 15,6 3 0-15,-6 3 0 0,-1 1 0 16,-6 3 0-16,-1 0 0 0,1 4 0 0,6 1 0 15,-6 1 0-15,6 4 0 0,-6 0 0 16,7 5 0-16,0 0 0 0,-1 0 0 16,7 3 0-16,-7 5 0 0,7-1 0 0,7 4 0 15,-8 0 0-15,8 4 0 0,-1 3 0 16,7-3 0-16,7 7 0 0,-7 0 0 0,6 0 0 16,7 8 0-16,0-1 0 0,6 3 0 15,7 5 0-15,0 3 0 0,7 4 0 0,-1 0 0 16,7 3 0-16,0 1 0 0,7 3 0 15,6-3 0-15,0 7 0 0,-1-4 0 0,15 0 0 16,-1 5 0-16,0-4 0 0,6-1 0 16,7-1 0-16,-6 1 0 0,7-7 0 0,5 1 0 15,-7-1 0-15,9-8 0 0,-2 0 0 16,7-2 0-16,1-5 0 0,-2 1 0 0,1-5 0 16,7-3 0-16,6-4 0 0,0-7 0 15,0 0 0-15,7-8 0 0,0-6 0 0,-1-4 0 16,1-8 0-16,-7-7 0 0,0-4 0 15,-6 1 0-15,0-8 0 0,-14 3 0 0,1-2 0 16,-13-1 0-16,-1 3 0 0,-13-3 0 16,1 4 0-16,-8 0 0 0,2-1 0 0,-8 1 0 15,-6-3 0-15,-6 2 0 0,6-4 0 0,-14 5-351 16,2 0-370-16,6-4-259 0,-8 0-194 16,1 4-35-16,1-8 51 0,4 4 128 0,2-4 198 15,-6-2 282-15</inkml:trace>
  <inkml:trace contextRef="#ctx0" brushRef="#br0" timeOffset="146544.31">22847 17181 210 0,'0'7'338'0,"0"-7"81"0,6 4 9 0,-6-4-21 16,6 0 29-16,-6 0-14 0,0-4-34 16,0 1-40-16,0-1-35 0,7-3-25 0,-7 3-24 15,0-7-26-15,0 0-16 0,7 0-8 16,-7 0-8-16,0 0-12 0,0 0-13 0,-7-3-13 15,7-1-16-15,-7 4-19 0,7-4-16 0,-6 4-18 16,0-3-16-16,-1 2-17 0,0 5-15 16,1-4-7-16,-7 4-11 0,0 0-8 0,6 0-8 15,-13 2-4-15,8 2-2 0,-8 0-4 16,7 3-2-16,-7 0 0 0,1 0 0 0,-1 3-3 16,2 5 0-16,-2-5-2 0,0 5 4 15,1 2-3-15,-1-2-1 0,0 2 1 0,1 5 2 16,6-4 1-16,-6 5 5 0,5-2 9 15,-5 4 8-15,6 0 4 0,6 1 4 0,-5-1 6 16,4 0 2-16,2 4 3 0,0 1-5 0,6-2 0 16,-7 2 9-16,7 2 11 0,0-3 11 15,0 7 7-15,7-3 14 0,-7 3 11 0,6 4-3 16,0 0-11-16,2 1-11 0,4-2-8 0,-5 1-9 16,6-4-8-16,-7 8-6 0,7-4-3 15,1 0-2-15,-2-4-5 0,1 4-4 0,0-4-2 16,7 1 2-16,-1-1-2 0,-5-3 4 0,5-1 6 15,1 2-19-15,0-9-22 0,-2 3 0 0,2-6 0 16,-1 0 0-16,1-4 0 0,0 0 0 16,5-4 0-16,-5-3 0 0,0-4 0 0,6 0 0 15,-7-4 0-15,7-3 0 0,-6-1 0 0,7-3 0 16,-9-3 0-16,2 0 0 0,7-1 0 16,-9-4 0-16,2 1 0 0,0-1 0 0,-1 1 0 15,-5 0 0-15,-2-5 0 0,8 6 0 0,-7-3 0 16,0-1 0-16,-6 3 0 0,5-4 0 0,-5 0 0 15,0 0 0-15,-1-4 0 0,-6 0 0 0,0 1 0 16,0-1 0-16,0 1 0 0,0-5 0 16,-6 1 0-16,6 3 0 0,-7-3 0 0,0 3 0 15,1-3 0-15,-7 4 0 0,6 0 0 16,-5-2 0-16,-1 2 0 0,-1-1 0 0,-6 4 0 16,8-3 0-16,-8 0 0 0,1-2 0 0,-1 5 0 15,0 0 0-15,-5 0 0 0,5 4 0 16,0-1 0-16,-5 5 0 0,5-1 0 0,0 0 0 15,1 4 0-15,-1 1 0 0,1 2 0 0,0 0 0 16,5 5 0-16,-5 0 0 0,5-1 0 16,-4 4 0-16,4 0 0 0,1 0 0 0,0 4 0 15,0 2 0-15,1 2 0 0,-2 0 0 0,8-1 0 16,-8 4 0-16,8-1-59 0,-1 2-359 16,7-1-65-16,0 3-70 0,0-2-110 15,7 2-133-15,6 1-153 0,0-1-44 0,1-3 31 0,4 4 82 16,9-4 153-16,-1 0 197 0</inkml:trace>
  <inkml:trace contextRef="#ctx0" brushRef="#br0" timeOffset="147247.32">23824 16734 54 0,'0'-7'324'0,"-7"-3"50"0,7 2 46 15,-7 0-7-15,7-3-85 0,-6 4-43 16,0 0-28-16,-2-1-7 0,2 1 0 16,0 0-3-16,-1 0-9 0,1-1-13 0,-7 5-12 15,6-4-24-15,1 2-18 0,-8 2-14 0,2-1-12 16,5 0-1-16,-6 1 0 0,0 3 5 16,0 0-3-16,-6 0-3 0,5 0-5 0,-5 3-10 15,6 1-4-15,-6 0-12 0,-1 4-9 0,0 2-5 16,7 1 2-16,-7 0 2 0,1 4-1 0,0 3 6 15,0 0 6-15,-1 4 3 0,6 0-4 16,-5 3 4-16,-1 2-3 0,1 2-6 16,6 4-4-16,0 1-3 0,0 2-3 0,0 0-4 15,7 0 0-15,-2 6-1 0,2 2-3 0,0-5-5 16,0 3-2-16,-1-3-5 0,7 1-4 16,0 0 0-16,0 1 1 0,0-1-69 0,0 0-5 15,7-3 0-15,-7 4 0 0,6-5 0 0,0 4 0 16,0-3 0-16,2 3 0 0,4-3 0 15,-5 3 0-15,6-3 0 0,0 3 0 0,0-3 0 16,0-1 0-16,7 1 0 0,-7-3 0 0,6 2 0 16,-6-3 0-16,7-4 0 0,-1 0 0 0,1-3 0 15,6 0 0-15,-7-1 0 0,1-3 0 16,6 0 0-16,-6-4 0 0,5-3 0 0,-5 4 0 16,6-9 0-16,0 1 0 0,-7-3 0 15,1-1 0-15,6-4 0 0,-13 2 0 0,7-5 0 16,-7-5 0-16,0 2 0 0,0-1 0 15,0-3 0-15,-6 0 0 0,-1 3 0 0,-6-7 0 16,6 3 0-16,-6-2 0 0,0-1 0 0,0 0-50 16,-6-4-473-16,6 0-181 0,-6 1-191 0,6-1-202 15,-7-4-53-15,7 2 40 0,-7-1 99 16,7-1 185-16,0-4 234 0</inkml:trace>
  <inkml:trace contextRef="#ctx0" brushRef="#br0" timeOffset="148012.76">23993 17356 224 0,'-13'-6'421'0,"6"-2"58"0,0 1 51 0,-5 1-32 16,6-3-81-16,-8 2-50 0,8 0-51 0,-1 3-34 16,-6-3-25-16,6-1-19 0,1 1-24 15,0 0-24-15,-1 3-4 0,0-3 7 0,1 0 2 16,6 0-15-16,-6-1-20 0,6 1-13 16,0-4-13-16,0 4-16 0,0-2-16 0,6-1-13 15,0-1-14-15,1 0-10 0,0-1 4 0,-1 2-4 16,7-1-5-16,-6 0 3 0,6 0 8 15,7 4 6-15,-8-4-6 0,8 3-2 0,-1 1 1 16,7 4-4-16,-6-1-6 0,-1 0-4 16,7 4 4-16,-6 4-4 0,6 0 4 0,-7 6 6 15,1 1 10-15,6 4 6 0,-13 3 0 16,7 4 2-16,0 0-4 0,-1 1-4 0,-6 2-14 16,0 4-12-16,-7-3-8 0,0 3-8 0,2 0-6 15,-2 1-6-15,-6 3-2 0,-6-1-2 16,6 2-1-16,-8-5-3 0,-4 4 0 0,-1 0-3 15,0-4-4-15,0 0 0 0,-7 1-2 0,0-4-1 16,1-1-2-16,-1 1 1 0,1-8 1 16,0 4 2-16,-1-7 0 0,1 0 0 0,-1-4 1 15,-6 0 0-15,7-4 4 0,5 0 1 0,-6-3 6 16,8-1 7-16,-1 1 11 0,-1-4 12 16,2 0 1-16,6 4-49 0,-2-4 0 0,2 0 0 0,0 0 0 15,6 0 0-15,0 0 0 0,0 0 0 16,0 0 0-16,0 0 0 0,0 0 0 0,6-4 0 15,8 4 0-15,-8 0 0 0,13-4 0 16,1 4 0-16,0-3 0 0,6 3 0 0,-1-4 0 0,1 0 0 16,7 4 0-16,-1-3 0 0,1-1 0 15,-1 4 0-15,2-3 0 0,-2-2 0 0,1 5 0 16,-1-3 0-16,1 3 0 0,-7 0 0 0,6 0 0 16,-5 0 0-16,5-3 0 0,-7 3 0 0,-5 0 0 15,0 0 0-15,-1 0 0 0,-5 0 0 0,-2-4 0 16,-5 4 0-16,0 0 0 0,-1 0 0 15,0 0 0-15,-6 0 0 0,0 0 0 0,0-4 0 16,0 4 0-16,-6-3 0 0,6-1 0 0,-6 0 0 16,-8 0 0-16,8 1-134 0,-8-4-324 0,2-1-92 15,5 1-101-15,-6-3-108 0,7 1-120 16,-7-2-107-16,7-3-5 0,-8 3 72 0,8-4 132 16,-1 1 166-16,1-1 202 0</inkml:trace>
  <inkml:trace contextRef="#ctx0" brushRef="#br0" timeOffset="148746.91">24416 16918 35 0,'0'-12'244'0,"0"5"38"16,0-4 18-16,-6 4-27 0,6-4-18 0,0 3-5 16,0 1 1-16,-7 0 2 0,7 0 1 15,-7-1 3-15,7 5 10 0,-6-4 6 0,6 2-2 16,-6 5-3-16,6-3-11 0,0 3-18 0,0-4-28 16,0 4-36-16,0-3-35 0,-7 3-30 15,7 0-14-15,0 3-4 0,0 1 0 0,7-1 8 16,-7 5 17-16,0-1 15 0,0 4 2 15,0 0-4-15,6 4-5 0,-6-1-1 16,6 1-9-16,-6 0-5 0,7 2 3 0,-7 3 1 0,7-3-5 16,-7-1-6-16,0 2-2 0,6-3-4 15,1 3-10-15,-7-4-8 0,6-2-1 16,-6 2-5-16,6-3-10 0,-6 1-4 0,0-6-2 16,7-2 1-16,-7 3 4 0,0-3 13 0,0-4 20 15,0 4 13-15,0-4 9 0,0 0-3 16,0 0-7-16,0-4-17 0,0 0-90 0,0 1 0 15,0-5 0-15,0 2 0 0,0-6 0 16,0 1 0-16,0 0 0 0,0 1 0 0,0-6 0 16,-7 2 0-16,7-1 0 0,0 0 0 0,0 1 0 15,0-1 0-15,0 1 0 0,0-1 0 16,0 4 0-16,7-3 0 0,-7 2 0 0,7 1 0 16,-7 0 0-16,6 4 0 0,0-4 0 15,2 4 0-15,-2-1 0 0,7 1 0 0,-7 3 0 16,7-3 0-16,0 4 0 0,1 3 0 0,-2-5 0 15,1 5 0-15,0 0 0 0,-6 5 0 16,5-5 0-16,2 7 0 0,-1 0 0 0,-6 0 0 16,5 1 0-16,-5 2 0 0,-1 5 0 0,1-4 0 15,0 5 0-15,-1-2 0 0,-6-1 0 16,6 7 0-16,1-6 0 0,-7 1 0 0,7 3 0 16,-7-4 0-16,0 1 0 0,6-4 0 15,-6 0 0-15,0 1 0 0,7-1 0 0,-7-4 0 16,0-3 0-16,0 3 0 0,0-4 0 0,6-3 0 15,-6 5 0-15,0-5 0 0,0 0 0 16,0 0 0-16,-6 0-100 0,6-5-184 0,0 2-115 16,0-1-135-16,0-3-165 0,-7 0-184 15,7-4-152-15,0 4-24 0,-6-5 48 0,6-3 117 16,0 0 185-16,6 1 230 0</inkml:trace>
  <inkml:trace contextRef="#ctx0" brushRef="#br0" timeOffset="149371.78">24787 16452 144 0,'-6'0'383'0,"-1"0"66"0,1-3 68 16,-1-1 9-16,7 1-67 0,-6 3-45 0,6-5-34 15,-6 2-33-15,6-1-42 0,0-3-56 16,6 3-42-16,-6 1-32 0,6-1-19 0,1 0-5 16,-1 1-3-16,7-1 1 0,0 4-4 15,1-3-6-15,-2 3-2 0,8 0-3 0,-7 3-3 16,7 1-9-16,6-1-4 0,-7 1-7 15,7 3-7-15,0 1-5 0,-6 2-1 0,5 2 8 16,1 2 6-16,1 4 2 0,-1 1 5 16,0 4 4-16,0-3 3 0,-7 6-3 0,7 1-6 0,-6 1-3 15,-1 6-5-15,1-2-4 0,0 5-3 16,-1-1-1-16,-5 1 4 0,-2 4 2 0,2 2-96 16,-2 2-11-16,-5-1 0 0,6 3 0 15,-6 1 0-15,-1-1 0 0,-6-3 0 0,0 3 0 16,0 2 0-16,0-2 0 0,0-3 0 15,-6 3 0-15,-1-3 0 0,0 0 0 0,1 1 0 16,-7-1 0-16,7-1 0 0,-8-2 0 0,2-1 0 16,-2 0 0-16,1-3 0 0,1 0 0 0,-2-4 0 15,2 0 0-15,-2-3 0 0,1-5 0 0,0 0 0 16,0 1 0-16,7-8 0 0,-8 1 0 16,8-5 0-16,0 1 0 0,-8-5 0 0,8 2 0 15,-1-1 0-15,1-4 0 0,6-3 0 0,-6-1 0 16,6 2 0-16,0-2 0 0,0 1 0 0,0-4 0 15,-8 0 0-15,8-4 0 0,8 4 0 16,-8-3 0-16,0-2 0 0,0 2 0 0,0-1 0 16,0-3 0-16,-8 0-362 0,8-4-303 0,-6 4-185 15,0-5-220-15,0-3-86 0,-8 5 26 16,1-5 84-16,1-3 165 0,-14-1 215 0</inkml:trace>
  <inkml:trace contextRef="#ctx0" brushRef="#br0" timeOffset="150061.25">21863 16580 139 0,'0'-7'258'0,"-6"0"38"0,6-4-6 16,-7 4-34-16,0-4-18 0,7 0 7 16,-6 3 21-16,0 1 20 0,6 0 21 0,0-1 10 15,-7 1 6-15,7 4-9 0,0-4-30 0,-7 2-36 16,7 2-59-16,0 3-43 0,0 0-36 15,0 0-21-15,0 3 6 0,0 4 4 0,0 1 29 16,-6 7 21-16,6 4 22 0,0 1 12 16,0 10-7-16,0-1 3 0,0 12 1 0,6-1 5 15,-6 8-4-15,0 7-5 0,0 7-6 0,-6 4-13 16,6 4-19-16,-7 2-15 0,7 6-5 16,-6-6-3-16,6 6-2 0,-6-1 3 0,6-1 8 15,0 1 11-15,-7-4 3 0,7 1 4 16,0-1-43-16,0-3-99 0,0-4 0 0,0 0 0 15,7-7 0-15,-7 0 0 0,6-5 0 0,-6-3 0 16,6 1 0-16,7-8 0 0,-13 0 0 16,14-4 0-16,-14-6 0 0,6-2 0 15,0-3 0-15,-6-7 0 0,7-4 0 0,-7 2 0 16,0-10 0-16,0-3 0 0,0 1 0 16,0-8 0-16,-7 0 0 0,1-8 0 15,0-3 0-15,-1 0-234 0,0-7-256 0,1-4-96 16,-1-4-116-16,7-7-123 0,0-3-153 15,0-5-45-15,0-3 36 0,0-3 100 0,0-8 161 16,7 4 186-16</inkml:trace>
  <inkml:trace contextRef="#ctx0" brushRef="#br0" timeOffset="151241.48">21883 16573 109 0,'-7'-22'197'0,"0"0"18"15,-5-1-28-15,5-2-7 0,0 3 8 0,1 0 17 16,6 1 26-16,-6 3 12 0,6 3-13 16,0-3-10-16,0 7-8 0,6-4-4 0,0 5-13 15,8 2-5-15,-2-4 3 0,8 5 3 16,-1 0-5-16,7-1-15 0,7 1-16 0,7 3-22 15,5-3-26-15,14 0-18 0,-1 0-14 16,20 0-7-16,1-1-3 0,5 1-6 0,0-1 5 16,15 1 4-16,-2-5 6 0,1 5 1 15,13 0-2-15,5 0 2 0,2-1-7 0,-1 2-4 16,7-3-10-16,0 2-6 0,-1 4-7 16,8-4-6-16,-8 3-6 0,7-3-6 0,-6 3-6 15,-7-3-4-15,1-1-6 0,-1 5-3 0,1-5-2 16,-14 2-2-16,-1-2-5 0,-4-1-2 15,-8 3 2-15,-7-1 7 0,-5-5 9 0,-8 5 3 16,-6-4 12-16,-6 4 6 0,-1-4 4 0,-5 0 4 0,-1 4 3 16,-7-1 4-16,8-3-5 0,-14 5-3 15,6-3-5-15,1 2-9 0,-7 4-9 16,-1-4-6-16,2 3-2 0,-7-3 0 0,5 3 2 16,-5-1 2-16,-1 3 7 0,1-3 8 15,-1 2 1-15,-5 3 2 0,5-3 4 0,-6 3 4 16,1 0-4-16,-7 0-6 0,-8 0 2 15,8 0 2-15,-7 0 1 0,-7 0 7 0,8 0 6 16,-8 0 5-16,0 3-1 0,0-3-1 16,-6 0-6-16,8 0-10 0,-8 3-8 0,6 2-9 15,-6-3-5-15,0 7 9 0,0-2 8 16,0 4 6-16,0 4 13 0,0 3 12 0,-6 0 12 16,6 4 5-16,0 3 4 0,-8 5 3 15,2 2 4-15,0 5 9 0,0 7 5 0,-2 0-5 16,2 8-3-16,0-1 0 0,-7 4 0 0,6 3-10 15,0 1-63-15,-5 3-25 0,6 1 0 16,-8 3 0-16,8-4 0 0,-8 4 0 0,1-4 0 16,-6 4 0-16,6-4 0 0,0 1 0 0,-7-5 0 15,8 5 0-15,-8-5 0 0,6 4 0 16,-5-3 0-16,6 0 0 0,0 0 0 0,1-1 0 16,4 0 0-16,2 1 0 0,0 0 0 0,6-4 0 15,0-4 0-15,0 0 0 0,0 1 0 16,6-5 0-16,-6-3 0 0,6 4 0 0,2-8 0 15,-2 0 0-15,0-4 0 0,0 1 0 0,1 0 0 16,0-7 0-16,-1 2 0 0,-6-6 0 16,7 0 0-16,-7-4 0 0,0-4 0 15,6-3 0-15,-6-1 0 0,-6-3 0 16,6-4 0-16,0 1 0 0,-7-3 0 0,1 1 0 31,-1-2 0-31,-6 0 0 0,-7-4 0 0,1 0 0 16,-7 0 0-16,-6 3 0 0,-7-6 0 15,-7 3 0-15,-7 0 0 0,2-4 0 16,-14 4 0-16,-1-4 0 0,1 1 0 16,-6 3 0-16,-8-3 0 0,8 3 0 0,-7 0 0 15,-1 3 0-15,8 0 0 0,-8 1 0 16,8 0 0-16,-7-1 0 0,0 5 0 0,-1-1 0 16,-6-3 0-16,1 7 0 0,-7-4 0 15,0 3 0-15,-6 5 0 0,-2-4 0 16,1 4 0-16,-5-4 0 0,-1 4 0 15,-1-1 0-15,7 1 0 0,-5 0 0 0,4-1 0 0,2-3 0 0,-1 3 0 0,7-2 0 16,0 3 0-16,-1-5 0 0,8 1 0 16,-8 0 0-16,2 0 0 0,5 0 0 15,-6 1 0-15,6-1 0 0,7-4 0 16,-6 4 0-16,11-4 0 0,2 1 0 0,0-5 0 16,12 5 0-16,-6-2 0 0,12-1 0 15,1-2 0-15,7 1 0 0,6-1 0 0,13 1 0 16,0-4 0-16,-1 4 0 0,15-4 0 15,-2 0 0-15,8 0 0 0,-7 0 0 16,6-4 0-16,1 0-519 0,6 1-293 16,0-4-289-16,0-1-116 0,0-3 2 0,6-4 83 15,8-3 148-15,-2-8 231 0,2-7 333 32</inkml:trace>
  <inkml:trace contextRef="#ctx0" brushRef="#br0" timeOffset="152808.53">12648 3674 317 0,'-14'-4'432'0,"2"-3"72"0,5 0 60 16,-6-1-47-16,6 5-64 0,-5-4-46 0,4 3-44 15,2-3-46-15,6 3-57 0,-6 4-76 16,6-4-58-16,0 4-49 0,0 4-8 16,6 0 3-16,0 7 17 0,8 3 32 0,5 4 46 15,1 4 39-15,0 7 12 0,6 9 6 16,-1 1-6-16,1 5-14 0,7 8-34 0,-1 2-30 15,1 2-28-15,7 3-27 0,-8-5-22 16,7 2-13-16,-7-6-10 0,1-6-5 0,-1 0-12 16,-5-7 1-16,-1-7-1 0,0-1-8 15,-7-7 0-15,-5 0-2 0,-2-7 2 16,2-4-3-16,-8 0-4 0,-6-4-2 0,6 1-24 16,-12-5-45-16,6-3-59 0,-13 0-75 15,6 0-104-15,-5 0-135 0,-2 0-143 0,1 0-143 16,0 0-151-16,-6-3-38 0,5-2 44 15,2 2 106-15,-1 3 148 0,-1-4 176 0</inkml:trace>
  <inkml:trace contextRef="#ctx0" brushRef="#br0" timeOffset="153074.16">12849 4520 9 0,'-6'4'487'15,"-1"0"123"-15,1 0 79 0,6-4 50 16,-7 3-89-16,7-3-171 0,0 0-138 0,0 4-95 15,7-4-54-15,-1 3-21 0,1 1-6 16,13 3-1-16,-8-3-5 0,8 0-10 0,6 2-6 16,0-6-18-16,0 5-18 0,0-1-20 15,6-4-19-15,-5 0-18 0,-1 0-14 16,6-4-7-16,-12 4-7 0,6 0-6 0,-7-5-2 16,1 5 0-16,-7-3-4 0,1 3-4 15,-2-3-14-15,-6 3-29 0,1 0-50 0,-7 0-74 16,7 0-99-16,-7 0-126 0,0-4-130 15,0 4-119-15,0-4-110 0,0 1-39 16,0-5 41-16,6 1 94 0,-6-8 125 0,7 4 137 16</inkml:trace>
  <inkml:trace contextRef="#ctx0" brushRef="#br0" timeOffset="153324.04">13376 4296 21 0,'8'-10'428'0,"-8"-5"107"0,6 4 111 15,-6 0 98-15,0 0-76 0,0 1-105 16,0 5-97-16,0 2-92 0,0-1-102 0,0 4-79 15,0 7-55-15,-6 2-32 0,6 5-1 16,-8 0 10-16,2 8 17 0,6 5 4 0,-6-6-7 16,0 8-4-16,-2-3-13 0,2 3-14 15,6 0-22-15,-6-3-14 0,-1 0-8 16,7-1-9-16,-6-3-7 0,6 0-6 0,0-7-5 16,-7-1-8-16,7-3-3 0,0 1-3 15,0-9-6-15,-7 5-22 0,7-5-40 16,0 1-68-16,0-4-109 0,0 4-159 0,0-4-192 15,7 0-218-15,-7 0-117 0,7 0-18 16,-7 0 63-16,6 0 131 0,1 3 184 0</inkml:trace>
  <inkml:trace contextRef="#ctx0" brushRef="#br0" timeOffset="153792.67">13064 5309 134 0,'-19'-16'325'15,"-1"5"40"-15,0 1 45 0,1-2-51 0,6 1-44 16,0 0-9-16,0 4 11 0,0-1 29 16,0 2 2-16,6 2-24 0,1 0-42 15,6 1-44-15,-7 3-42 0,7 3-36 0,7 5-11 16,-7 3-3-16,13 3 27 0,-6 1 24 15,5 7 7-15,2 3-10 0,-2 5-19 0,8-1-7 16,-7 4-28-16,7-4-30 0,-8 5-27 16,2-2-23-16,5 1-18 0,-5-4-16 0,-2-3-11 15,-5 0-7-15,6-4-2 0,-7-4-6 16,1 0-29-16,-1-3-46 0,-6-4-74 0,0-3-126 16,0-5-168-16,0 1-192 0,-6-4-188 15,-7-7-82-15,6 2 5 0,-12-5 89 16,5-1 148-16,-5-4 184 0</inkml:trace>
  <inkml:trace contextRef="#ctx0" brushRef="#br0" timeOffset="154277.04">12843 5454 7 0,'-7'-3'436'0,"7"-5"78"0,-6 1 48 0,6-4 33 16,0 0-93-16,6 0-131 0,1-3-83 15,-1 3-49-15,8-8-31 0,5 5-24 0,0-4-31 16,1 2-41-16,6-2-34 0,0 0-21 15,0 0-13-15,0-1-7 0,0 4-5 0,7-2-6 16,-7 2-10-16,-7 4-6 0,1 0-5 16,0 1-1-16,-8 5 2 0,-5-2 1 15,-1 3 6-15,1 4 8 0,0 0 8 0,-7 8 0 16,6-5 5-16,-6 8 0 0,-6 0-4 16,6 4-4-16,0 0-6 0,0 7 1 0,6-4-2 15,-6 8-6-15,6-5 1 0,2 9-3 16,4-5 0-16,-6 1 3 0,8 0 11 15,-1-4 12-15,-1-1 11 0,2-3 11 0,-2 1 8 16,8-4 8-16,-7 0-3 0,7-8 1 16,-8 0 1-16,8 1 5 0,-7-8 5 15,7-4-1-15,-8 0 5 0,2-7 5 0,6 1 4 16,-7-5 6-16,-1 0 9 0,-5-4 17 0,6 1 8 16,-13-1 1-16,6 2-2 0,-6-5-8 15,0 0-13-15,-6 0-27 0,-7-1-21 0,6-2-20 16,-12 3-13-16,6 0-18 0,-6 0-10 15,-1 4-4-15,0 2-2 0,1 3 1 0,-1 5 0 16,0 2 0-16,1-2-3 0,6 8-3 16,-6 0 1-16,-1 3 1 0,7 4-7 15,0 1-15-15,0-1-33 0,1 3-42 0,4 2-64 16,2-1-70-16,0 0-88 0,-1 0-102 16,7 0-112-16,7 0-123 0,-1 0-111 15,0-8-84-15,2 5 12 0,4-4 77 0,-6-1 123 16,8-3 156-16</inkml:trace>
  <inkml:trace contextRef="#ctx0" brushRef="#br0" timeOffset="155448.51">13514 5088 35 0,'6'-7'482'0,"-6"-1"125"0,0 5 97 16,0-1 74-16,0 1-89 0,-6-1-150 15,6 0-131-15,0 4-116 0,0 0-92 0,0 0-69 16,0 4-53-16,0 3-47 0,0 0-13 15,0 5-5-15,6-1-3 0,-6 0 2 16,13 4-1-16,-6-1 14 0,6 4-4 0,-1-3-1 16,2 0 1-16,-2-1-2 0,8 1 2 15,-7-5 2-15,7 2 5 0,-8-1 11 0,8-4 17 16,-6 0 16-16,-1-3 14 0,-1-4 10 16,8 0 9-16,-7 0 7 0,0-7-4 0,-6 3 4 15,5-3 2-15,-5-4-4 0,0 4-2 16,-1-8-11-16,-6 4-9 0,0-5-12 15,0 3-14-15,0-1-11 0,-6-2-11 0,-1-2-11 16,0 0-9-16,1-1-9 0,-7 1-5 16,7 3-2-16,-8-4-4 0,8 6 0 0,0 1 0 15,-1 2 0-15,0 1-3 0,1 3 1 16,6-2 0-16,-6 5-1 0,6-1-2 16,0 0-2-16,0 4 1 0,0 0-4 0,6 0 1 15,0 4 3-15,1 0 1 0,6 3 1 16,0 0 3-16,0 5 2 0,0-6-1 0,7 5 0 15,0 0 1-15,-8 1 0 0,8-1 0 16,-1 0 2-16,1-4-2 0,-1 4-2 0,1-4 0 16,0 1 1-16,-1-5 0 0,-6 1 1 15,0 0 3-15,0-4 6 0,0 0 3 0,-7 0-3 16,8-4 3-16,-8 0 1 0,-6-3-1 16,7 0-5-16,-7-5-1 0,0-2-1 0,-7-1-6 15,7-3-1-15,-6-1 0 0,0 4 1 16,6-2 1-16,-8 2-1 0,8 0-1 15,-6 1-1-15,6 3-1 0,0 4 0 0,0-4-3 16,0 3-2-16,0 0 1 0,6 6 0 16,-6-6 0-16,8 4 0 0,-2 0 1 0,7-3 3 15,-7 3 1-15,7-3-7 0,-6-1-6 16,5 5-7-16,-4-4-3 0,-2-1-3 16,0 1 0-16,1 0 8 0,-1 0 6 0,-6-1 6 15,0 1 3-15,0 0 4 0,-6-4 1 16,-1 2-2-16,1-1 0 0,-8-1 1 0,8 0 0 15,-7 0-2-15,-6 4-1 0,6-1-1 16,-1 2 1-16,-5 1 0 0,-1 2 0 16,8 3-1-16,-8 0 0 0,7 0 3 0,0 3-2 15,0 5-2-15,6-5 2 0,1 8-1 16,-1 1 1-16,7 2 0 0,0 1 1 0,7 3 2 16,-1 4 0-16,1-4 3 0,6 4 0 15,0 4-1-15,6-3 3 0,1-2-1 16,-1 2 3-16,1-6 1 0,0 2-2 0,-1-1 2 15,7-3 2-15,-6-5-1 0,-1 1 3 16,1-6 0-16,0 1 1 0,-1-6-1 0,0 0-9 16,1 0-18-16,-1-3-30 0,-5-5-38 15,-2 1-42-15,2-3-49 0,-8-2-51 0,1-2-45 16,-1-1-47-16,-6 0-45 0,-6-2-38 16,-1-2-20-16,1-4 11 0,-8 2 35 15,2-2 64-15,-2 2 83 0,2-2 100 0,-2 6 106 16,1-3 85-16,1 3 74 0,5 2 64 15,0 0 51-15,1 1 16 0,0-1-4 16,6 4-16-16,-7-3-31 0,7 2-40 0,7 2-49 16,-1-1-32-16,0 3-28 0,1 0-15 15,6 6-7-15,0-3 4 0,0 5 9 0,6 0 7 16,1 7 6-16,0 1-3 0,-1 3-3 16,1 4-9-16,-1 0-6 0,1 3-6 0,-8 4-6 15,2 0 6-15,-2 0 0 0,-4 0 5 16,-2 0 6-16,0-4 10 0,-6-3 19 0,0-1 19 15,0-2 36-15,0-2 44 0,0-6 37 16,0 0 18-16,0-4 8 0,-6 0-2 16,0-4-18-16,6-3-32 0,-8-5-45 0,2 2-30 15,0-9-27-15,0 1-26 0,-2-7-28 16,2-1-23-16,6 0-8 0,-6-3-7 0,6 0-2 16,-7-1-10-16,7 4-17 0,0 1-30 0,7 7-48 15,-1-4-69-15,0 7-67 0,2 0-69 16,4 4-72-16,8 1-109 0,-1 2-132 0,1-3-159 15,6 8-155-15,0-4-42 0,7-1 28 16,-1 0 105-16,7 5 166 0,0-5 218 16</inkml:trace>
  <inkml:trace contextRef="#ctx0" brushRef="#br0" timeOffset="156245.21">15142 4260 106 0,'6'-11'611'0,"1"0"110"16,-7-4 74-16,-7 1 59 0,1 0-86 0,-1 3-233 15,-6 0-167-15,1 3-90 0,-2 2-60 16,1 1-51-16,0 2-44 0,-6 6-39 0,5 2-35 16,-5 1-17-16,6 2-11 0,0 5-8 15,0 3-2-15,0 2 5 0,7 4 15 0,6 0 8 16,0 0 8-16,0 3 16 0,6 0 10 16,0-2 0-16,8 3-1 0,-1-4 0 15,-1-3 4-15,2-2-7 0,-2 1 2 0,8-2-1 16,-7-5-3-16,7-4-2 0,0 1-2 15,-1-5 1-15,-6-6-4 0,6-2-5 0,1 2-2 16,-7-8-4-16,6 0-5 0,-12-1 1 16,6-2-5-16,-13-1-1 0,0 0-3 0,0-3-8 15,-13-3-10-15,0-1-11 0,-7-4-15 16,0 0-12-16,-5-3-10 0,-7 0-3 16,5 3-1-16,1 4 2 0,-6 0 10 0,6 5 6 15,6 0 8-15,1 3 2 0,-1 3 2 16,7 4-1-16,0 0-3 0,6 3-4 0,7-3-5 15,-6 7-7-15,12-4 0 0,1 4-2 16,-1 0 7-16,7 0 2 0,7 0 4 16,6 0 6-16,0 0 5 0,0-3 0 0,7-1-1 15,-1-4 3-15,1 5 0 0,-7-8 0 16,6 4 2-16,-6-4 3 0,1 4 1 0,-8-9-3 16,-6 5 4-16,7 0 3 0,-14-3 6 15,1-1 11-15,-1 1 3 0,0-5 10 0,-12 5-1 16,0-5-2-16,-1-3-7 0,-6 0-11 0,0 0-6 15,0 0-10-15,-6-3-2 0,-1 3 3 16,1-4-3-16,-7 0 0 0,6 4-1 16,7 0 4-16,-7 4 4 0,8 4 0 0,-2-1 3 15,8 5 1-15,-1 1 1 0,1 6-6 16,6-2-6-16,0 5-2 0,0 8-4 0,6 4 1 16,7 2-1-16,7 4 13 0,-1 8 19 15,7 7 23-15,0 3 25 0,7 5 21 0,6 7 21 16,-6 4 1-16,6-2 0 0,0 8-13 15,-1 2-18-15,-5 2-18 0,-1-3-15 0,-5-4-10 16,-1-1-31-16,-6-2-13 0,-8-4 0 16,2-4 0-16,-8-9 0 0,1-1 0 15,-7-9 0-15,0-3 0 0,0-7 0 0,-7-8 0 16,-6 1 0-16,0-13 0 0,-7-1 0 16,8-9 0-16,-8-7 0 0,1-4 0 0,-1-6 0 15,7-8 0-15,0-4 0 0,6-8 0 16,1 4 0-16,12-6 0 0,1 5 0 0,-1-2 0 15,14 4 0-15,0 7 0 0,-1 0 0 16,7 6 0-16,6 5-232 0,-5 4-344 0,-1 6-178 16,0 9-223-16,-7 2-140 0,1 3-18 15,-14 13 50-15,0 0 121 0,-6 6 198 0,-6 5 286 16</inkml:trace>
  <inkml:trace contextRef="#ctx0" brushRef="#br0" timeOffset="156620.12">14491 5532 234 0,'-20'-26'529'0,"6"4"101"0,-4-3 78 16,-2 2 55-16,7 1-154 0,-1 4-106 0,2 0-75 16,6 7-75-16,-2 0-64 0,2 3-71 15,6 5-67-15,-6 3-55 0,12 8-26 0,0 2-4 16,2 5 13-16,4 7 20 0,-6 3 24 0,14 4 16 16,-7 5 5-16,7 2-5 0,-8 4-13 15,8 1-16-15,0-1-21 0,-7 0-23 16,7 1-25-16,-8-4-16 0,2-5-9 0,-1 1-6 15,-1-7-6-15,-4-4-22 0,4-4-30 16,-6-3-44-16,-6-4-68 0,8-8-95 0,-8 2-133 16,6-10-131-16,-6-5-139 0,0-1-129 15,-6-7-92-15,-2-5 12 0,2-2 88 16,0-12 128-16,0 1 157 0</inkml:trace>
  <inkml:trace contextRef="#ctx0" brushRef="#br0" timeOffset="156838.84">14575 5411 103 0,'0'-26'528'0,"0"8"143"0,0-1 106 15,0 5 74-15,0-1-115 0,0 5-147 0,-6 2-143 16,6 0-133-16,0 1-101 0,6 7-61 16,0 0-33-16,2 7-14 0,4 4 8 0,2 1 22 15,5 6 26-15,7 4 16 0,-6 0 1 16,5 3-7-16,1 1-17 0,0 4-22 16,1-1-21-16,-1 0-26 0,0 4-25 0,0-4-17 15,-7 3-14-15,1-1-7 0,-1-2-18 16,-6 0-36-16,0-7-54 0,1 3-71 0,-8-6-94 15,-6-4-144-15,0-1-179 0,-6-3-195 16,-1-7-165-16,-13 0-44 0,-6-1 31 16,0-6 110-16,-6-1 171 0,-1 0 218 0</inkml:trace>
  <inkml:trace contextRef="#ctx0" brushRef="#br0" timeOffset="157010.73">14504 5784 429 0,'-13'0'726'0,"6"0"92"0,7 0 51 0,-7-3 18 16,14-5-213-16,0-2-226 0,6-1-146 15,-1-5-59-15,8-2-25 0,6 0-16 16,7-4-26-16,-1 0-25 0,1 0-25 0,6-3-26 16,0 0-27-16,7-2-34 0,-8 5-57 15,-5-3-81-15,7 3-121 0,-8 0-176 0,1-1-221 16,-7-3-247-16,-1 1-101 0,1-4-4 16,1 0 78-16,-1-4 149 0,-6-4 209 0</inkml:trace>
  <inkml:trace contextRef="#ctx0" brushRef="#br0" timeOffset="157776.16">16724 3329 238 0,'-20'-33'653'15,"2"1"85"-15,-15-1 39 0,1 0 29 0,-8-3-169 16,-5 2-299-16,-1 1-157 0,-6 1-90 0,0 2-39 16,-7 1-21-16,-6-1-16 0,0 4-8 15,-6 5-6-15,-2-2 1 0,-11 6-3 0,-1-1-11 16,-6 2-3-16,-6 5 1 0,-2 8 7 16,2-1 4-16,-7 4 3 0,0 4 1 0,-1 7 6 15,-5 0-1-15,-1 7-9 0,0 4 3 0,1 8 0 16,5 2 5-16,-11 5-3 0,4 7 1 15,-5 7 3-15,0 5-4 0,0 2 9 0,0 4 2 16,-1 5 5-16,7 2 9 0,-5 0 0 16,5 8 8-16,7-3-3 0,-1 6-2 0,7 1-7 15,7 2 2-15,6 6-3 0,14-1-6 16,0 3 13-16,6-2 17 0,12 6 17 0,1-1 16 16,7 6 25-16,5 6 16 0,1 5 3 15,7-3 15-15,5 3 11 0,1 6 1 0,14-3-2 16,-1 3-6-16,6-1-13 0,14-1-29 15,6-9-14-15,6 0-12 0,14-8-6 0,12-2-1 16,14-4 3-16,6-8 7 0,6-7 5 16,14-4 15-16,13-7 15 0,6-7 25 0,7-12 32 15,6-2 37-15,7-13 31 0,6-6 14 16,7-8-136-16,-1-7-115 0,8-7 0 16,0-8 0-16,5-7 0 0,8-14 0 0,-8-12 0 15,7-11 0-15,7-18 0 0,0-6 0 0,0-17 0 16,-7-9 0-16,-6-9 0 0,-7-14 0 15,-6-7 0-15,-6-7 0 0,-8-8 0 16,1-15 0-16,-14-3 0 0,-5-1 0 0,-14-3 0 16,-7 5 0-16,-19 6 0 0,-6 4 0 0,-13 7 0 15,-13 11 0-15,-7 3 0 0,-20 5 0 16,-6 3 0-16,-13 1 0 0,-13 2 0 0,-14 12 0 16,-5 3 0-16,-20 12 0 0,-13 7 0 15,-6 6 0-15,-15 12 0 0,-11 7 0 0,-7 12 0 16,-7 11 0-16,-6 14 0 0,-7 7 0 15,0 15 0-15,0 15 0 0,1 7 0 0,6 10 0 16,-8 9 0-16,8 13 0 0,7 9 0 0,5 10 0 16,14 8 0-16,7 3 0 0,12 8 0 15,6-1 0-15,14 4 0 0,14 1-109 16,11-2-438-16,14 2-170 0,7 0-253 0,13-1-163 16,6-7-33-16,0-4 46 0,12 0 113 15,-5-8 200-15,6-2 314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42:27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1993 1352 233 0,'0'-4'351'0,"-8"-3"54"0,8-1 10 0,0 1-21 15,0 2-43-15,-6 3-16 0,6-6-7 0,0 8-9 16,0-3-13-16,0-1-38 0,0 4-39 0,0 0-50 0,0 0-48 15,0 0-34-15,0 4-15 16,0 3 6-16,0-1 14 0,0 6 19 0,0 3 25 0,0 0 31 16,0 6 8-16,-6 2 0 0,6 6-7 0,0 0-11 15,0 4-18-15,0 0-23 0,-6 3-16 16,6 1-19-16,-7 0-15 0,7-1-14 0,0 1-10 0,-7-5-17 16,7 2-15-16,0-5-6 15,0-3-3-15,-6 0-3 0,6-4-2 0,0-4-4 16,0-3 2-16,0-1-4 0,0-3 0 0,0-3 5 15,0-1-10-15,0-3 1 0,0-1-27 0,0 1-47 16,0-8-77-16,-7 1-108 0,7-5-133 16,-6-3-153-16,0 0-143 0,6-3-121 0,-8-1-53 0,2-3 40 15,6-1 104-15,0-3 135 0,0 4 159 0</inkml:trace>
  <inkml:trace contextRef="#ctx0" brushRef="#br0" timeOffset="284.57">1914 1421 313 0,'-6'-7'415'0,"-1"0"63"15,7-1 59-15,0 4-99 0,0 1-67 0,0-5-42 16,0 5-29-16,7-1-36 0,-1-3-30 0,0 3-28 0,2 1-20 16,4-2-22-16,8 2-22 0,-1-4-16 15,1 3-12-15,6-3-8 0,0 3-11 0,0-3-8 0,6 2-16 16,-6-1-14-16,7 2-8 15,-1-3-15-15,-5-1-12 0,5 6-14 0,-6-6-1 16,0 4 1-16,-6 0-5 0,-1 0-6 0,-5 1-10 16,-2 3-28-16,-5-4-42 0,0 8-69 0,-7-4-101 15,-7 3-131-15,0 1-131 0,-5 0-92 0,-2 3-95 0,-5 0-1 16,6 1 66-16,-6 3 112 16,-1-5 132-16</inkml:trace>
  <inkml:trace contextRef="#ctx0" brushRef="#br0" timeOffset="499.96">1993 1561 64 0,'-8'6'300'0,"2"5"38"0,0-3 38 0,6 0-38 15,0-1-53-15,0-4-20 0,0 1 5 0,0 0 23 16,6-1 29-16,0 1 15 0,8-4-8 0,-1 4-20 16,7-4-33-16,-1 0-39 0,0-4-53 0,8 4-40 15,-8-4-28-15,8 1-22 0,-2-1-23 0,1 0-17 16,0-4-13-16,-6 6-13 0,-1-3-10 15,1 2-9-15,-7 0-2 0,0-2-12 0,0 5-42 0,-7-3-49 16,1 3-79-16,-7 0-107 16,7 3-147-16,-14-3-140 0,0 5-123 0,1 1-37 0,-7 1 33 15,-7 1 81-15,8 3 133 0</inkml:trace>
  <inkml:trace contextRef="#ctx0" brushRef="#br0" timeOffset="750.64">1888 1952 347 0,'-6'11'428'0,"-1"0"61"0,7-3 51 0,0-1-74 0,0-4-46 16,7 1-37-16,6 0-11 0,0-1-23 15,-1-3-23-15,8 0-34 0,0 0-39 0,5 0-37 16,2-3-27-16,5-1-16 0,1 0-15 0,6 1-21 16,-6-4-18-16,6-1-5 0,-7 5-26 15,1-5-20-15,-1 1-17 0,-6 0-13 0,7 3-11 16,-13-3-13-16,-1 3-1 0,1-3-2 15,-8 3-5-15,-4 0-3 0,4 4-6 0,-5 0-30 0,-7-3-40 0,7 3-58 16,-7 0-92-16,0 0-118 16,-7-3-146-16,7 3-144 0,0 0-141 0,-7-5-57 0,7 2 33 15,0-1 87-15,0 1 133 16,0-1 163-16</inkml:trace>
  <inkml:trace contextRef="#ctx0" brushRef="#br0" timeOffset="1033.2">2826 1623 398 0,'7'-8'507'16,"-7"-3"114"-16,6 3 94 0,-6 6-73 0,0-6-97 15,0 5-75-15,0 3-76 0,0-5-97 0,-6 5-83 16,6 5-58-16,-7-2-39 0,-6 5-20 16,0-1-8-16,-1 4 1 0,2 0 1 0,-1 4 2 0,-7-1-4 15,8 4-9-15,-8 0-10 0,0 4-9 0,7 1-10 16,-7-1-6-16,8 0-10 15,-8-1-6-15,7 1-5 0,7-3-13 0,-8-1-2 16,8 1-5-16,0-8 1 0,6 3 2 0,-6-2-5 16,6-6 4-16,0 2-13 0,-8-1-26 0,8-3-44 0,0-1-74 15,8 1-116-15,-8-8-150 0,0 4-155 0,0-3-126 16,0-5-122-16,-8 1-18 16,8-3 74-16,0-2 123 0,0 1 155 0</inkml:trace>
  <inkml:trace contextRef="#ctx0" brushRef="#br0" timeOffset="1261.08">2539 1667 133 0,'0'-8'379'16,"-6"1"62"-16,6 3 54 0,0-3-23 0,6 4-94 15,-6 3-58-15,0-5-27 0,7 5-8 0,0 0 5 16,-1 0 3-16,0 5-2 0,2 2-11 0,-2 0-15 0,6 0-30 16,2 4-36-16,-8 1-24 0,7 2-15 15,1 4-14-15,-2-3-25 16,1 2-9-16,0 3-9 0,0-3-8 0,1 2-12 15,-2-1-10-15,8-3-9 0,-7 3-15 0,0-2-13 0,0-2-12 16,-1 1-13-16,2-5-6 0,-1 1-5 16,0 0-9-16,0-3-34 0,0-1-56 0,-6 0-102 0,5 1-165 15,-5-5-200-15,0 1-205 16,6-4-129-16,-7 0-32 0,8-4 60 0,-8 1 141 0,14-1 188 16</inkml:trace>
  <inkml:trace contextRef="#ctx0" brushRef="#br0" timeOffset="2509.54">3236 1719 342 0,'0'-9'471'0,"-6"-5"74"0,6 3 80 0,-6 0-51 0,6 4-104 16,-8-4-74-16,2 3-60 0,0 1-50 0,-1-1-56 0,1 1-48 16,-7 0-40-16,6 3-35 15,-5 1-13-15,-2 3-15 0,1-4-18 0,0 4-13 0,7 4-6 16,-7-1 1-16,-1 1-11 15,2 3 1-15,-2 0-6 0,2 5-2 0,5-1 5 0,-6 0 0 16,13 4 6-16,-7 2 3 0,7 3 6 16,0-6 3-16,0 4-7 0,7 0-3 0,0 1-2 15,-1-1 1-15,1-4-6 0,5 5-1 0,2-5 0 0,-2-3 0 16,2 1-6-16,-1-1-4 0,-1-4 1 16,8 0-1-16,-6-3-40 0,5 4 18 0,-6-8 11 15,0 0 2-15,-1-5 0 0,2 2 7 16,-1-4 48-16,0 3-5 0,-7-7 3 0,1 4 8 15,-1-5 9-15,1 1 2 0,-7-3-1 16,7-1-2-16,-7 0-2 0,0 1 1 0,0-4 8 16,0 3 12-16,0-1 8 0,-7 6 1 0,7-5 2 0,0 8-8 15,0-4-11-15,-7 4-15 0,7 3-17 16,0 0-10-16,0-2-17 0,-6 6-10 0,6-5-9 16,0 5-8-16,0 5-1 0,0-2 1 15,0 4 0-15,0 0 2 0,6 4-1 0,-6 0 1 0,7 1-3 16,0 1-3-16,-7 3 0 15,6-1-1-15,0-1 0 0,1 1 2 16,0 3 0-16,-1-3-1 0,0-4 0 0,1 3-1 16,6 1-11-16,-6 0-25 0,-1-4-36 0,8 0-63 0,-8-4-65 15,0 4-89-15,1-7-107 0,-1-1-113 0,1 1-101 0,-1-4-70 16,1-4-43-16,-1 1 16 16,0-5 73-16,-6 1 114 0,0 0 132 0,0-1 146 15,0-2 137-15,0-1 106 16,0-5 89-16,0 2 64 0,0-1 52 0,-6 0 30 15,6-3 18-15,0 4 18 0,-6-1 17 0,6 1 12 16,0 3-2-16,0 0-10 0,0 0-21 0,0 3-31 16,0 2-42-16,0 1-38 0,0 1-36 0,0 1-22 0,0 3-22 15,0 0-6-15,0 0-6 16,6 3 2-16,-6 1 12 0,6 1 15 0,2 5 21 16,-8 1 11-16,6 0 7 0,0 4 1 15,1-1-1-15,-1 1-7 0,-6-1-9 16,7 1-11-16,-1 3-8 0,1-3-2 0,-1-1-4 15,1 2-11-15,-7-5-7 0,7 4-11 0,-1-5-8 16,-6-3-14-16,6 4-13 16,1-3-7-16,-7-5-5 0,0 1 4 0,0 0 9 0,7-4 16 15,-7 3 7-15,-7-3 4 0,7-3 2 0,0 3-7 0,0-4-12 16,-7-3-17-16,1-1-9 16,0 1-2-16,6-4-8 0,-7 1 1 15,0-5-2-15,7 0-2 0,-6-4-1 0,6 1-2 16,0-1 3-16,0 1-3 0,0 4-3 0,0-4 2 15,6 3 1-15,1-1-4 0,0 3-2 16,-1 1 0-16,0 1 3 0,1 4-4 0,6-4 2 16,0 7 1-16,0-2 1 0,-6 1 0 0,5 5 2 0,2 0 0 15,-2 0 3 1,2 5 1-16,-1 1 2 0,-1 2-1 0,2 3-1 16,-2 1 1-16,-5-2-1 0,6 5-2 0,0-1 1 15,-6 5 3-15,6-5 4 0,-7 4 7 0,0 0 4 16,2 1 7-16,-2-4 4 0,-6 3 5 15,6-3 6-15,1-1 3 0,-7-3 4 0,6 0-2 16,-6-3 1-16,0 3-5 0,0-8-4 16,0 5-1-16,0-5 1 0,0 1 1 15,0-4 0-15,0 4 2 0,-6-4-1 16,6-4-6-16,-7 4-9 0,1-7-7 0,0 3-4 0,-8-3-2 16,8-1-4-16,0-3-1 0,-1 0-2 0,0-3-1 0,7-1-2 15,-6-4-4-15,6 1-1 16,0 0-1-16,6 0-8 0,-6-1 1 15,7 1 2-15,-7 4-2 0,7-1 3 0,-1 0-3 16,6 0 9-16,-4 4-1 0,4 0-1 0,1 0 0 16,1 5 0-16,4-2 5 0,-4 4-1 0,-1 1-2 0,7-1 1 15,-8 8 0-15,2-4 0 16,-2 7-3-16,2-4 4 0,-1 8-1 0,-7 0 3 0,8 0 2 16,-8 4 1-16,6 0 2 15,-4 0 1-15,-2 3 3 0,-6-3 2 0,6-1 0 0,-6 4 1 16,7-3-3-16,-7 0 2 15,0-1-3-15,0 1-5 0,0 0 1 0,0-4-4 16,0 0-11-16,-7 0-30 0,7 0-55 16,0-4-74-16,-6 0-98 0,6 1-124 0,0-5-161 15,-6-3-184-15,6 0-169 0,0-3-107 0,0-1 2 0,0 0 76 16,6-3 144-16,0 0 199 16</inkml:trace>
  <inkml:trace contextRef="#ctx0" brushRef="#br0" timeOffset="2814.33">4090 1736 287 0,'0'-11'452'0,"0"5"82"16,0-3 90-16,6 6-31 0,-6-5-88 0,0 5-72 15,0 3-72-15,0-4-54 0,0 8-50 16,0-4-42-16,0 7-16 0,6 0-8 0,-6 4 15 16,7 1 3-16,0 6-3 0,-7 0-14 15,6 1-9-15,1 2 2 0,-7 5 2 16,6 0-2-16,0 3-16 0,1-3-10 0,0 3-20 15,-1-3-23-15,0-1-29 0,2 0-27 16,-8 2-19-16,6-5-11 0,-6-4-6 0,0 1-9 16,6-5-5-16,-6 0-5 0,0 1-3 0,0-4-1 15,0-1-2-15,0-1-12 0,0-2-26 0,0-3-44 0,0-1-56 16,-6-3-75-16,0 0-92 16,-2-3-106-16,2-5-136 0,0 1-138 15,-1-4-137-15,-6 0-84 0,0-4 7 0,7-3 73 16,-8-1 139-16,2-2 170 0</inkml:trace>
  <inkml:trace contextRef="#ctx0" brushRef="#br0" timeOffset="3116.37">4017 1740 291 0,'8'-15'423'0,"-2"4"69"0,7-4 73 0,0 4-57 16,0-3-48-16,0 3-33 0,6 0-26 15,1 4-24-15,-1 0-30 0,1-1-39 0,0 4-42 16,-1 4-30-16,1-3-26 0,0 3-25 15,-1 3-10-15,0 4-11 0,1 1-7 0,-7-1-5 0,7 4-4 16,-8 4 0-16,-5-4-10 16,-1 3-6-16,1 1-10 0,0 0-6 0,-7 0-6 0,0-1-14 15,-7 1-12-15,0 0-15 0,1-1-13 16,-7 1-15-16,-7 0-15 0,8-5-5 16,-8 5-8-16,1-3-2 0,-1-2-8 0,0-2-16 0,1-1-38 15,-1 0-57-15,0-3-76 16,1-1-86-16,6-3-139 0,0-3-175 0,0-4-198 15,6-1-172-15,1-3-47 0,0-4 21 16,6 1 108-16,6-1 173 0,-6-7 226 16</inkml:trace>
  <inkml:trace contextRef="#ctx0" brushRef="#br0" timeOffset="3649.9">4435 1439 242 0,'12'-7'483'0,"-4"0"129"15,-2-4 117-15,0 8 10 0,-6-6-116 0,7 6-90 16,-1-1-77-16,-6 1-105 0,0 3-95 16,7 0-51-16,-7 0-19 0,6 3-13 0,-6 1-9 15,7 4 5-15,-7 2 6 0,6 5-2 0,-6-1-9 16,7 5-11-16,0 4 0 0,-7-2-7 0,6 5-10 16,-6 0-10-16,6 2-14 0,1-2-17 0,0 4-21 15,-1-5-18-15,0 1-15 0,1-1-10 16,6 0-6-16,-6-2-4 0,5-1 0 15,-4-4 0-15,4 0 1 0,1-3-2 0,0-4 0 16,0 0 0-16,1 1 3 0,-2-9-2 16,1 1-4-16,7-4 1 0,-7 0-3 0,6-4-6 0,-5 1-3 0,5-4-3 15,-6-1 1-15,0 0-4 16,-7-3-1-16,8 1 2 0,-8-5-1 0,-6 4 4 16,6-4-3-16,-6 1 3 0,0-1-1 15,0-1 1-15,-6 3 3 0,0 1-7 0,-2 1 0 16,2 4 1-16,-6 0 0 0,-2 3 0 15,1 0-3-15,-7 1 1 0,8 3 2 16,-1 0-2-16,0 3 0 0,0 1 0 0,-1 3 1 16,2 1 1-16,6 4 1 0,-2-2 2 0,2 5 9 15,0-1 13-15,6 1 15 0,0 0 16 0,0 3 14 0,6-4 14 16,-6 5-57-16,14-5-28 16,-8 4 0-16,6-2 0 0,2-2 0 0,-1-2 0 0,7-2 0 15,-8 1 0-15,8 0 0 16,-1-4 0-16,7 1 0 0,-6-1 0 15,6 0 0-15,1-4 0 0,-9 2 0 0,9-2 0 16,-7 1 0-16,-2-4 0 0,2 0 0 0,-7-4 0 0,1 1 0 16,-8-2-81-16,6-1-502 0,-4-2-170 15,4-3-204-15,-5 0-170 0,6 0-29 0,0-3 59 16,0-1 130-16,6 1 185 0,8 3 255 16</inkml:trace>
  <inkml:trace contextRef="#ctx0" brushRef="#br0" timeOffset="4265.35">5659 1615 360 0,'0'-3'553'0,"0"-8"123"0,0 4 98 0,0-1-15 16,0 0-143-16,7 1-92 0,-7 0-75 15,6 0-81-15,0-1-63 0,2 1-46 0,-2 0-36 16,6 3-36-16,2-3-33 0,-1 3-31 0,7 0-27 15,-8 1-16-15,8 3-15 0,-1-4-16 16,1 4-15-16,-7 4-7 0,6-1-8 0,1 5-6 0,-1-1-6 16,-5 0-1-16,-2 1 1 0,2 3-7 0,-8-1 5 0,-6 1 0 15,7 0 5-15,-14 1-1 16,7 2 0-16,-13-3 4 0,6 1-1 0,-5 2 1 0,-8-3-4 16,1 0-2-16,-1 0 0 15,0 0-7-15,1 0 0 0,-1-4 1 0,0 4-2 16,8-3 1-16,-8-1 0 0,7-1 5 15,7-1-3-15,-1-1-2 0,0-4 0 0,1 3 1 16,6-3 0-16,0 4-3 0,0-4 4 16,6-4-1-16,1 4 2 0,6 0-1 15,-6 0 2-15,13 0 1 0,-8 0-4 0,2 0 5 0,5 0-5 0,1 4 3 16,-1 0 3-16,0-1 4 16,1 1 10-16,-7 3 13 0,7 1 30 0,-8 2 21 0,8 1 15 15,-7 0 9-15,-7 4 10 16,8 0 0-16,-8-1-13 0,0 1-5 0,-6 0 0 15,0-4-1-15,0 3-3 0,-6-3-2 16,-6 4-41-16,4-4-54 0,-4 0 0 0,-8-4 0 16,1 4 0-16,-1-4 0 0,1 1 0 0,-1-1 0 15,-6-3 0-15,6-1 0 16,1 2 0-16,-7-3 0 0,6-2 0 0,-6 0 0 0,7 0 0 16,-7-2 0-16,6-3 0 0,1 5 0 15,-1-3 0-15,0-1 0 0,7-3 0 16,1 3 0-16,-2 0 0 0,2 1 0 0,-2-4 0 15,8 2 0-15,6-1 0 0,0-2 0 16,0 1-581-16,13-4-224 0,0 0-224 0,0-4-144 16,13 1-13-16,0-1 70 0,0-4 145 0,7 1 220 15,-1 0 275-15</inkml:trace>
  <inkml:trace contextRef="#ctx0" brushRef="#br0" timeOffset="4449.91">6154 1480 232 0,'0'-7'612'0,"0"-1"149"0,0 1 114 0,0 0 80 0,-6 0-147 16,6-1-137-16,0 4-140 15,0 0-119-15,0 1-95 0,-7 3-81 0,7-4-65 0,0 4-59 16,0-4-43-16,0 4-38 0,0 0-44 0,0 0-59 16,7 4-66-16,-7-4-103 0,0 7-136 15,6-3-183-15,1 3-190 0,-1 0-154 0,0 5-46 16,1 3 45-16,0 3 107 15,-1 0 172-15,0 0 206 0</inkml:trace>
  <inkml:trace contextRef="#ctx0" brushRef="#br0" timeOffset="4609.7">6219 1850 195 0,'0'19'438'0,"0"-1"107"0,0-4 134 0,0 1 40 16,0-1-68-16,0-3-47 0,0-3-38 0,0 3-60 15,0-8-98-15,0 5-89 0,0-5-69 16,0 0-65-16,0-3-60 0,0 5-43 15,0-5-60-15,0-5-91 0,0 2-146 16,-6 0-209-16,6-8-240 0,-6 0-220 0,-2 0-94 0,2-8 8 16,0 5 101-16,-1-4 184 0,0 0 229 0</inkml:trace>
  <inkml:trace contextRef="#ctx0" brushRef="#br0" timeOffset="4829.72">6083 1744 175 0,'0'0'518'0,"6"0"134"0,1 0 117 0,-1 0 49 15,7 2-113-15,-6-2-114 0,12 0-93 16,-6 0-91-16,6 5-77 0,1-5-52 0,0 0-35 16,6 0-32-16,-7 4-33 0,7-4-34 0,-6 0-28 15,6-4-28-15,-13 4-24 0,7 0-20 0,-7 0-16 0,-7-5-13 16,7 5-10-16,-6 0-25 16,-7-2-44-16,6 2-48 0,-6 0-71 15,-6 0-111-15,-1 0-155 0,-6 0-168 0,0 0-178 16,-7 0-120-16,-6-4-22 0,0 4 65 15,-7-4 131-15,1 4 176 0</inkml:trace>
  <inkml:trace contextRef="#ctx0" brushRef="#br0" timeOffset="5479.48">1849 2476 26 0,'-13'4'265'0,"6"-1"33"15,-5-3 33-15,5 5-53 0,1-5-61 0,6 3-40 16,-7 1-16-16,7-4-1 0,-7 3 15 15,7-3 30-15,7 4 55 0,-7 3 70 16,13-3 45-16,0 0 34 0,7-1 8 0,-1 1-4 16,14-4-25-16,6 3-46 0,6 2-26 0,14-5-19 15,6 0-17-15,7 3-15 0,6-3-18 0,13 0-17 16,7 0-20-16,6 0-23 0,6 0-14 0,8 3-17 16,6-3 0-16,-1 0-4 0,15 0-6 0,-2 4-7 0,8-4-129 15,6 0-10-15,-2 0 0 16,2 0 0-16,0 0 0 0,7 0 0 0,-8 0 0 0,1-4 0 15,0 4 0-15,-7-3 0 16,-6 0 0-16,-7-2 0 0,-6 2 0 0,-7-1 0 0,-13-3 0 16,-6 0 0-16,-7 3 0 0,-12-3 0 0,-14 0 0 15,0-1 0-15,-13 4 0 16,-7-3 0-16,-5 0 0 0,-7 3 0 0,-7 0 0 0,-7 1 0 16,-6-2 0-16,0 3 0 0,-7 2 0 15,0-5 0-15,-6 5 0 0,0-3 0 16,-12 3 0-16,-1-4 0 0,0 0 0 15,-14 1 0-15,1-1 0 0,1 0 0 0,-7-3-586 0,-8-1-613 16,1-2-167-16,-6 3-16 0,5-4 97 16,-5-4 169-16,6-3 321 0,7 0 374 0</inkml:trace>
  <inkml:trace contextRef="#ctx0" brushRef="#br0" timeOffset="10649.26">4818 3550 34 0,'0'-4'357'0,"-6"0"66"0,6 1 67 15,0-1 34-15,-6 4-82 0,6-3-63 0,0 3-49 0,0 0-44 16,0-5-52-16,0 10-49 0,0-5-22 16,0 3-6-16,0 4 5 0,0 4 13 15,0 0 18-15,6 7 12 0,-6 1-6 16,6-1-26-16,-6 4-23 0,0 4-25 0,8 3-20 16,-8-4-19-16,6 5-18 0,-6-4-8 15,0 4-14-15,6-5-8 0,-6 0-10 16,7 2-5-16,-7-6-6 0,0-3-8 0,7 1 0 0,-7-4-6 15,0-5 0-15,0 1 1 0,0-4-2 16,0-3 0-16,0-1-3 0,0-3-17 0,-7 0-56 16,-6-3-101-16,7-4-144 0,-8-1-170 0,2-2-178 15,-2-1-161-15,1-8-40 0,1 1 44 16,-2-4 116-16,2-1 158 0</inkml:trace>
  <inkml:trace contextRef="#ctx0" brushRef="#br0" timeOffset="10895.09">4585 3557 24 0,'-14'-11'397'15,"14"4"72"-15,-6 0 61 0,-1-2 51 0,7-1-122 16,7 6-108-16,-1-3-67 0,8 0-39 16,-2 3-24-16,8-3-27 0,6 3-21 0,1-3-17 0,-2 3-20 15,8 1-24-15,0-4-31 0,-1 2-19 0,1 2-16 16,6-5-20-16,-7 4-3 0,-6-3-3 15,7 4-5-15,-7-5-7 0,-7 6-1 16,1-3 1-16,-8 5-17 0,2-4-45 0,-8 4-58 16,1 0-89-16,-7 0-129 0,-7 4-133 15,7 3-158-15,-12 1-60 16,4-1 6-16,2 0 62 0,-6 4 115 0</inkml:trace>
  <inkml:trace contextRef="#ctx0" brushRef="#br0" timeOffset="11311.32">5574 3495 314 0,'0'-7'407'0,"0"-5"60"0,0 2 42 15,0-2-73-15,0-3-57 0,0 5-24 0,0 0-17 16,0 1-20-16,0-2-19 16,0 4-26-16,0 0-29 0,-6 4-42 0,6-2-36 15,0 1-29-15,-6 1-31 0,6 6-26 0,-7-3-21 16,-6 9-14-16,7 1-6 0,-8 0-3 16,1 9 9-16,0 3 14 0,0 1 11 0,1 6 10 15,-2-1 3-15,1 6 1 0,0 2-3 0,0 1-6 16,7 3-6-1,0-3 0-15,-2-1-3 0,8 1-6 0,0-4-4 16,8 0-9-16,-2 0-14 0,0-3-8 16,7-5-8-16,0 1-4 0,0-4-6 0,7-3-3 15,-7-2 2-15,6-6-6 0,-6 1-12 16,1-5-29-16,5 0-47 0,-6-7-83 16,6-3-133-16,-5-1-161 0,-2-3-163 0,2-5-138 15,-2 1-96-15,2-3 6 0,-8-1 89 0,7 0 141 0,-7-2 163 16</inkml:trace>
  <inkml:trace contextRef="#ctx0" brushRef="#br0" timeOffset="11815.58">5731 3770 200 0,'0'-11'438'0,"6"0"79"15,-6 0 80-15,0 0 8 16,0 2-97-16,0 3-77 0,0 2-64 0,0 0-60 16,0 1-76-16,0 3-66 0,0 0-58 15,6 0-39-15,-6 3-20 0,8 5-2 0,-8-2 9 0,6 11 11 16,-6-8 8-16,6 7 10 0,0-2 3 15,2 4 5-15,-2 1 0 0,-6-1-1 0,6 0 5 16,-6 0-3-16,7-3-7 0,-1 0-8 16,-6 0-7-16,0-1-6 0,7-3-11 15,-7 0-3-15,0-3 2 0,7-1 13 0,-7-3 15 16,0-1 24-16,0 1 25 0,0-4 20 16,0 0 3-16,0 0-12 0,-7-4-18 0,7 1-31 15,0-4-30-15,-7-5-27 0,1 5-17 16,6-8-6-16,-7 1-5 0,7-4-3 15,0-2-1-15,-6 3 0 0,6-2 3 0,6 1-2 16,-6-4 4-16,7 7-2 0,-7-2 0 0,6 2-1 0,8 1-2 31,-8-3-2-31,7 3-5 0,0 3 0 0,0 1-1 16,7 2 2-16,-8-3 0 0,2 8 0 0,5-5 3 0,-6 8 3 16,6-4-2-16,-5 8-1 0,-2 0-1 0,2 3 1 15,-1 4-2-15,0 0 0 0,-6 4 0 16,5 2 2-16,-6 3 4 0,2-6 3 15,-2 5 3-15,0-1 1 0,-6 1 3 16,7-2-1-16,0-2-2 0,-7 3 0 16,6-7-4-16,1 5-2 0,-7-6 0 0,0 1 2 15,6-3-6-15,-6-1-13 0,0 1-26 16,0-5-54-16,0-3-87 0,0 3-141 0,0-6-199 16,-6 0-223-16,-1-5-219 0,1 1-76 15,-1-5 16-15,7-2 102 0,-7-2 185 0,7-1 222 0</inkml:trace>
  <inkml:trace contextRef="#ctx0" brushRef="#br0" timeOffset="12112.82">6134 3469 43 0,'0'-15'437'0,"7"0"96"0,0 5 92 0,-7 0 79 0,13-2-101 0,-7 4-115 16,7 1-80-16,0 0-60 0,1 4-57 15,5-2-49-15,-6 10-38 0,6-5-20 16,1 6-16-16,-1 5-18 0,1 0-16 0,0 8-6 15,-1-2-4-15,1 6-2 0,-1 3 0 16,-6 2 11-16,1 6 11 0,-2-1 3 0,1 4 0 16,0-1-8-1,0 4-16-15,-7 0-26 0,2 1-23 0,-2-4-23 16,-6-1-14-16,0 1-8 0,0-8-3 16,0 5 0-16,0-9-4 0,-6-3-2 15,-2 0-5-15,2-4-1 0,0-3-4 0,-1-1-5 16,1-6-5-16,-1-1-22 0,-6-3-51 15,7-1-83-15,-8-6-110 0,8-1-171 0,0-3-220 16,-1-1-247-16,0-6-121 0,7-1-12 0,0 0 64 0,7-3 146 16,0-4 209-16</inkml:trace>
  <inkml:trace contextRef="#ctx0" brushRef="#br0" timeOffset="12381.98">7339 3754 104 0,'0'0'515'0,"0"0"130"16,-6-3 113-16,6 3 82 0,0 0-118 16,6 0-173-16,-6-3-129 0,7 3-124 0,6 0-107 0,-7 0-79 15,14 0-48-15,-7 0-22 0,7-5-15 0,-8 5-5 16,8-3-2-16,0 3-4 0,-1 0-4 15,-5-3-15-15,-2 3-42 0,1 0-92 0,0-3-136 16,-6 3-172-16,-7-5-162 0,0 5-155 16,-7 0-48-16,1 0 42 0,-7 5 109 15,0-2 158 1</inkml:trace>
  <inkml:trace contextRef="#ctx0" brushRef="#br0" timeOffset="12581.34">7346 3857 372 0,'-7'7'462'0,"7"0"91"0,-6 6 113 0,6-10-50 15,0 4-69-15,0-3-50 0,6 3-38 16,8-7-56-16,-8 4-85 0,14 0-74 16,-7-1-51-16,6-3-33 0,0 0-25 0,8 0-16 15,-1 0-18-15,0 0-10 0,-7-3-8 0,1 3-13 0,0-4-16 16,-1 4-16-16,-6-4-10 0,-7 4-12 16,7-4-16-16,-6 4-38 0,-7-3-70 0,7-1-119 15,-14 1-168-15,7-1-200 0,-7 1-234 16,1-5-94-16,-7 0-3 0,7 4 81 0,-8-3 149 15,8-4 190-15</inkml:trace>
  <inkml:trace contextRef="#ctx0" brushRef="#br0" timeOffset="13045.04">8499 3502 237 0,'0'-4'470'16,"0"1"88"-16,0-1 105 0,0-3 20 15,0 3-99-15,0 0-91 0,0 4-86 0,-7 0-74 16,7 0-98-16,0 0-89 0,0 4-55 16,0 4-26-16,7 2-4 0,-7 5 8 0,0-1 9 15,6 5 19-15,-6 2 16 0,6 2 15 16,-6 0 10-16,0 2 5 0,8 0 1 0,-8 1-4 0,6-1-14 15,-6 1-21-15,0-3-21 0,6-2-18 0,-6-3-20 16,0 1-13-16,7-8-13 0,-7 3-5 16,0-3-6-16,0-4-7 0,0 0-4 15,0-2-31-15,0-2-62 0,-7-3-87 0,1-3-137 16,0-2-178-16,-2-2-170 16,-4-3-178-16,-1-2-73 0,-7 2 12 15,0-9 98-15,8 1 158 0,-8-4 165 0</inkml:trace>
  <inkml:trace contextRef="#ctx0" brushRef="#br0" timeOffset="13277.24">8231 3513 137 0,'-6'-7'465'0,"0"-1"82"0,-1 1 88 0,7 0 66 15,0 3-158-15,0-3-118 0,7 3-65 16,5 1-54-16,2-4-61 0,5 2-45 0,7 2-29 16,0-2-16-16,7 2-14 0,-1-1-13 15,7 4-15-15,1-3-14 0,-1-1-15 0,0 1-18 16,-1-5-18-1,8 6-14-15,-13-3-10 0,-1 1-9 16,1 1-3-16,0-2-6 0,-14 2-17 16,0 0-45-16,-5 3-73 0,-1-4-119 0,-6 4-147 15,-1 0-174-15,0-4-178 0,-12 4-78 16,6 0 10-16,0 0 85 0,-6 0 128 0,6-3 165 16</inkml:trace>
  <inkml:trace contextRef="#ctx0" brushRef="#br0" timeOffset="13648.37">9274 3245 322 0,'6'-10'467'16,"1"-2"85"-16,-7 2 91 0,0-1-12 15,7 0-123-15,-14-1-64 0,7 4-46 16,-7 6-54-16,7-5-73 0,-6 2-71 0,-1 2-48 15,-6 3-38-15,6 0-32 0,-5 3-26 0,-2 5-11 0,2-2 4 16,-1 11 5-16,-1 0 7 0,2 1 9 16,-8 8 15-16,7 3 7 0,0 5-3 15,-6 2-2-15,5 4 4 0,2 4 3 0,-2-3-2 16,8 6-2-16,-7-3-1 0,7 1 0 0,-2 2-8 16,8-3-2-16,0-4-6 0,0 4-3 15,8-7-2-15,-2-1-9 16,0 1-4-16,7-8-12 0,1 1-7 0,-2-5-8 0,2-2-8 15,-2-6-3-15,1-1-5 0,7-6-4 16,-7-2-8-16,6-5-25 0,-5-3-50 0,5 0-73 0,-5-3-105 16,-2-8-142-16,8 4-157 0,-14-9-173 0,7 2-166 15,-6-5-59-15,0-2 38 0,-1-1 105 0,0-4 144 32,0 1 184-32</inkml:trace>
  <inkml:trace contextRef="#ctx0" brushRef="#br0" timeOffset="14182.04">9391 3571 46 0,'0'-18'440'0,"6"7"88"0,-6-4 90 16,0 1 89-16,0 7-89 0,0-4-128 15,7 4-87-15,-7-1-70 0,0 4-84 0,0 1-84 16,0 3-61-16,7 3-23 0,-7 1-2 16,6 4 7-16,1-1 18 0,-1 4 17 0,-6 3 14 0,6 1-8 15,1 3-10-15,0-4-9 0,-1 6-14 16,-6-3-9-16,6 6-8 0,1-5 0 15,-7 0-4-15,7 1-7 0,-7-1-5 0,0-4-2 16,6 1-7-16,-6-4-2 0,0 0-2 16,7-3 4-16,-7 3 5 15,0-8 18-15,0 1 20 0,0-1 16 16,6 1 7-16,-6-8-5 0,0 4-7 16,-6-7-22-16,6 4-28 0,0-4-23 0,0-5-16 15,-7 1-7-15,7-3-4 0,-6-1-4 0,6-4-1 0,0 1 2 16,0 0-5-16,0 0 1 0,0-4 0 15,6-1 2-15,1 6-2 16,-1-2-2-16,1 1 4 0,6-1-3 16,-7 5 0-16,8-1-3 0,5 0 2 0,-6 1 2 15,6 3-1-15,1-1 0 0,0 9-1 16,-1-4 2-16,1 3-3 0,-1 4 1 0,-6 4-2 16,6-1 3-16,-5 4 0 0,6 5-1 15,-14-1 3-15,7 0 0 0,-7 7 1 0,7-3 4 16,-6-1 6-16,-7 5 7 0,6-1-15 15,0 1 15-15,-6-2 12 0,0-1 4 16,0 2 0-16,0-4-3 0,0 1 12 0,0-1-12 16,0 1-9-16,0-4-7 0,0-4-5 15,0 4-4-15,0-4-3 0,-6 1-20 0,6-3-43 16,0 1-66-16,0-6-87 0,-6 3-120 16,6-3-158-16,0-3-180 0,0 0-169 0,0-5-143 15,6 0-22-15,0-2 62 0,2-1 129 16,-2-4 183-16,7 0 200 0</inkml:trace>
  <inkml:trace contextRef="#ctx0" brushRef="#br0" timeOffset="14466.69">10107 3356 6 0,'6'-18'443'0,"8"3"127"16,-8 1 129-16,7 1 95 0,-13 3-70 16,7 2-138-16,0 1-107 0,-7 3-105 0,0 1-100 15,0 3-57 1,6 3-28-16,-6 5-4 0,-6 3 9 0,6 4 15 0,0 3 4 0,-7 4 0 15,7 3-2-15,-7 5-4 0,1-1-5 16,-1 5-5-16,1-2-6 0,0 0-13 0,-2 2-12 16,-4-1-18-16,6 0-19 0,-8 0-23 15,8 0-25-15,-7-5-75 0,7 6-6 16,-8-8 0-16,8 4 0 0,0-9 0 0,6 1 0 16,-8-4 0-16,2-2 0 15,6-2 0-15,0-7 0 0,0 4-81 16,0-7-191-16,0-1-132 0,0-3-186 0,6 0-192 0,2-3-200 15,-2-4-113-15,6-5 8 0,-4 5 78 16,11-3 163-16,-6-3 209 0,6-1 242 0</inkml:trace>
  <inkml:trace contextRef="#ctx0" brushRef="#br0" timeOffset="14948.73">10263 3700 22 0,'0'-11'417'0,"0"4"98"15,0-1 120-15,0-3 109 0,0 4-77 16,0-1-96-16,0 5-61 0,7-4-62 0,-7-1-92 15,7 1-79-15,-7 3-54 0,13-2-35 16,-7-3-29-16,8 6-16 0,-8-5-8 16,6 5-16-16,2 0-10 0,5-2-11 0,-5 2-14 15,-2 3-18 1,2 0-15-16,5 3-15 0,-6 2-11 0,-6-2-1 0,5 3 3 0,2 7 2 16,-8-3 4-16,0 5 9 0,1-1 8 15,-7 1 1-15,0-1-2 0,0 5 0 16,-7-1-1-16,-5 2-7 0,5-3-6 0,-12 2-8 15,6-1-9-15,-7 1-6 0,0-5-4 16,1 4-1-16,-1-3-3 16,8-1-2-16,-8 2 3 0,0-6 4 0,7 1 9 15,7-3 11-15,-8-1 14 0,8-4 22 0,0 2 31 0,0-2 29 16,6-3 17-16,0 3 18 0,0-3 8 16,0 0-6-16,12-3-147 0,-6 3-15 15,8-3 0-15,-1-2 0 0,7 2 0 0,-2-1 0 16,9 4 0-16,-1-7 0 0,0 7 0 0,0-4 0 15,0 0 0-15,0 1 0 0,7 3 0 16,-8-4 0-16,2 1 0 16,-1 3 0-16,-6-4 0 0,-1 1 0 0,1 3 0 0,-8-5 0 15,2 5 0-15,-8 0 0 0,7-3 0 16,-13 3 0-16,7-5 0 0,-1 5 0 0,-6-3 0 16,0 3-191-16,0-4-421 0,0 1-190 15,-6-4-199-15,-1-1-139 16,0-3-7-16,1 0 67 0,0-3 141 15,-1-1 218-15,0 0 254 0</inkml:trace>
  <inkml:trace contextRef="#ctx0" brushRef="#br0" timeOffset="15310.18">10563 3092 302 0,'7'-26'502'0,"-1"8"85"16,1-4 87-16,-1 3 8 15,7 1-148-15,1 3-93 0,5 1-50 0,1 2-45 0,-1 5-52 0,0 4-42 16,1-1-25-16,-1 8-20 0,7 3-8 16,1 5-9-16,-8 2-5 0,8 9-2 15,-8 2 4-15,7 4 3 0,-6 7 13 0,-1 8 6 16,0-1 10-16,1 9 4 0,-1 3-7 0,1 1-16 16,-7-2-27-16,0 4-20 0,-6-2-131 15,-1-1-22-15,0-3 0 16,2-1 0-16,-8-4 0 0,0-3 0 0,0 0 0 0,-8-7 0 15,2-5 0-15,0-5 0 0,-1-2 0 16,1-3 0-16,-8-7 0 0,8-1 0 0,0-7 0 16,0 1 0-16,-2-1 0 0,2-7 0 15,-7 0 0-15,6 0 0 0,1-4 0 0,-1-3 0 16,1 0 0-16,0 0-288 0,-1-4-326 16,0 0-174-16,1-3-189 0,0-1-136 0,-1-4-11 15,0 1 59-15,1-4 132 0,-1 0 211 16,7-3 252-16</inkml:trace>
  <inkml:trace contextRef="#ctx0" brushRef="#br0" timeOffset="15815.67">11716 3446 343 0,'0'-7'456'16,"0"0"82"-16,0 0 79 15,0 1-18-15,0 1-79 0,0 1-60 0,-7 1-55 0,7-2-62 16,0 5-74-16,0 0-80 0,0 0-43 16,0 5-22-16,0 2-2 0,0 0 10 0,0 4 13 15,7 3 18-15,-7 6 10 0,0 2 14 16,0-1 11-16,7 2 2 0,-7 2 0 15,6 0-7-15,-6 6-9 0,7-6-20 0,-7 0-24 16,6 1-21 0,0-1-25-16,-6-2-22 0,7-1-20 0,-7-4-13 0,7-4-16 0,-7 2-9 15,6-2-7-15,-6-7-5 0,0 0-25 16,0-3-51-16,0-1-72 0,0-3-89 16,-6-3-115-16,-1-1-132 0,0-3-149 0,-5-4-143 15,5 1-143-15,-6-6-44 0,6 2 45 16,-5 0 100-16,-2-1 149 15,2-4 181-15</inkml:trace>
  <inkml:trace contextRef="#ctx0" brushRef="#br0" timeOffset="16030.94">11559 3634 213 0,'-6'0'448'0,"6"-4"89"0,-6 1 102 0,6 3 17 16,-7 0-86-16,14-4-88 0,-7 4-60 16,12-4-56-16,2 4-71 0,-1-3-62 0,6 3-46 15,8-3-22-15,-8 3-15 0,13-4-13 16,-6-1-13-16,7 2-13 15,-1-2-15-15,-5 2-14 0,-1 0-17 0,0 0-17 0,0-5-18 16,-7 5-13-16,1-2-11 0,-7 1-23 16,0 4-56-16,-7-3-106 0,1 3-153 0,-1-4-194 15,1 1-226-15,0-1-136 0,-7 4-30 16,6-3 59-16,0 3 129 0,2-4 184 16</inkml:trace>
  <inkml:trace contextRef="#ctx0" brushRef="#br0" timeOffset="16561.48">12928 3373 177 0,'6'-7'404'15,"0"0"78"-15,-6-4 76 0,7 4-16 0,-7-5-50 16,7 6-46-16,-7-5-47 0,-7 3-38 16,7-2-45-16,-7 2-52 0,7 4-51 0,-6-3-43 15,0 3-28-15,-8 0-30 0,8 1-23 16,-7-1-13 0,0 4-8-16,0 0-5 0,-7 4-4 15,1-1 4-15,-1 1 3 0,0 7 0 0,1-4 9 0,0 8 11 16,-8 0 13-16,8 4 18 0,0-1 17 0,-8 3 18 15,7 4 13-15,2 2 11 0,-2-2 3 16,7 5 3-16,-1-5 6 0,8 5-1 16,0-5-2-16,-1 4-10 0,7-3-7 0,0 0-7 15,7-1-27-15,-1 1-134 0,8-5 0 0,-2-1 0 16,8 2 0-16,-1-8 0 16,1 1 0-16,6-1 0 0,0-3 0 15,0-3 0-15,6-1 0 0,2-3 0 16,-2-1 0-16,1 1 0 0,-8-4 0 0,8 0 0 15,-7-4 0-15,0 4 0 0,-6-3 0 16,0-1 0-16,-8 0 0 0,8 4 0 0,-14-3 0 16,7-1 0-16,-7 0 0 0,2 4 0 15,-2-3 0-15,-6 0 0 0,0 3 0 16,0-5 0-16,0 1 0 0,0 1 0 0,-6-1 0 0,-2 1 0 0,2-1 0 16,-7 0-198-16,0 1-711 0,0-4-301 15,-7 0-100-15,1-5 17 0,-1 4 101 0,1-1 188 16,6 1 295-16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42:32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7925 5561 252 0,'8'-8'415'0,"-2"2"66"0,0 1 58 0,-6-2-38 16,6-4-25-16,1 4-44 0,0 0-26 15,-7-5-23-15,6 5-27 0,-6-4-47 16,0 4-50-16,7-5-35 0,-7 5-22 0,-7 1-18 16,7-2-13-16,0 0-18 0,-6 1-19 15,-8 4-23-15,8-2-24 0,-6 2-21 0,-8 3-19 16,0 0-5-16,-6 8-9 0,0-1-2 16,0 4-2-16,-6 0-1 0,5 7 6 15,-5 1 0-15,6 3 15 0,-7 3 13 0,7 8 13 16,0 0 13-16,7 0 14 0,-1 4 10 15,0-4-1-15,7 4-4 0,7-5-2 0,-1 1-4 16,7-3-3-16,0-1-4 0,7-3-1 16,6-1 1-16,7 1 1 0,-1-4 1 0,7-4-2 15,0 0-1-15,6 1-1 0,1-4-81 16,-1-1-11-16,7-6 0 0,7 3 0 0,-7-5 0 16,14-1 0-16,-8-5 0 0,1 0 0 15,-1 0 0-15,-5-5 0 0,-8 2 0 16,1-4 0-16,-7 3 0 0,-1 1 0 0,-11-5 0 15,-2 4 0-15,2 1 0 0,-8-2 0 16,-6 3 0-16,0-2 0 0,0 0 0 0,-6 0-447 16,-8 4-207-16,2-3-240 0,-2 3-222 0,2-4-65 15,-8 4 35-15,7 0 96 0,-7 4 187 16,1-1 264-16</inkml:trace>
  <inkml:trace contextRef="#ctx0" brushRef="#br0" timeOffset="689.13">7933 6344 85 0,'0'-3'299'0,"-8"3"75"0,8-3 23 0,0-1-34 16,-6 0 65-16,6-3-7 0,0 3-10 31,0-4-9-31,0 1-10 0,0 0-20 0,0 0-24 0,0-1-34 0,0-2-43 0,0 2-35 16,0 5-22-16,0-5-14 0,0 5-14 0,0-1-18 15,0 0-22-15,0 1-29 0,0 3-31 16,0 0-25-16,0 0-24 0,0 0-16 31,0 7-9-31,0 0 14 0,0 4 24 0,-6 7 29 0,6 1 31 0,-7 3 33 0,7 8 37 16,-6-2 23-16,-1 8 15 0,0 1 4 0,1 7-1 16,0-3-5-16,-1 4-54 0,-6 2-162 15,7-3 0-15,-1 3 0 0,7-3 0 0,-7 0 0 16,1-4 0-16,6 4 0 0,0-7 0 15,-7 4 0-15,7-9 0 0,7 0 0 16,-7-1 0-16,0-2 0 0,6-8 0 0,-6 2 0 16,0-4 0-16,7-4 0 0,-7-5 0 15,0 0 0-15,0-1 0 0,0-6 0 0,0 1 0 16,0-1 0-16,0-3 0 0,0 0 0 16,-7 0 0-16,7-3-311 0,-6-1-277 0,-1-3-158 15,1-1-158-15,6 1-173 0,-6-3-28 16,-8 2 49-16,8-4 120 0,0 1 180 15,-8 4 218-15</inkml:trace>
  <inkml:trace contextRef="#ctx0" brushRef="#br0" timeOffset="970.33">7548 7056 492 0,'-7'0'675'15,"1"-3"122"-15,-1 3 87 0,7-4-72 0,-6 4-98 16,6-5-153-16,-7 5-155 0,7 0-109 15,0 0-73-15,0 5-45 0,7-1-18 0,-7-1-10 16,13 4 6-16,-7 4 10 0,7 0 3 16,1 4-10-16,-2-1-26 0,2 1-19 15,5 3-22-15,-6 1-18 0,6-1-13 0,1 1-11 16,-7-2-9-16,7-2-12 0,-8 3-10 31,8-4-6-31,-7 2-3 0,7-6-3 0,-8 5-3 0,2-7-7 0,-8 3-17 0,8-8-36 16,-8 5-53-16,0-5-71 0,1-3-94 0,-1 0-120 15,1 0-155-15,0-7-174 0,5 0-169 16,-5-4-93-16,6-4 4 0,0 0 79 0,0-4 148 16,6 2 195-16</inkml:trace>
  <inkml:trace contextRef="#ctx0" brushRef="#br0" timeOffset="1235.95">8140 7049 50 0,'7'-8'594'15,"0"-3"175"-15,-1 7 112 0,-6-3 77 0,0 4-92 16,0-2-149-16,0 3-227 0,0-3-148 15,-6 5-83-15,-1 5-44 0,0 2-15 16,1-1-9-16,-7 6 8 0,0 3 1 0,0 3-5 16,-1 0-20-16,-4 4-24 0,4 3-21 15,-5-3-19-15,5 4-13 0,2-3-11 0,-8-2 0 16,7 2-1-16,7-6 0 0,-8 2-32 16,8-5-54-16,-6-3 0 0,12 0 0 15,-8-3 0-15,2-1 0 0,6-3 0 0,0-1 0 16,-6 1 0-16,6-4 0 0,0 0 0 15,0-4 0-15,0 4-54 0,6-3-349 0,-6-1-225 16,0 0-286-16,0 1-225 0,6 0-64 16,-6-2 37-16,-6 2 107 0,6-2 204 15,-6 5 289-15</inkml:trace>
  <inkml:trace contextRef="#ctx0" brushRef="#br0" timeOffset="2282.59">7560 8049 231 0,'8'0'338'16,"-8"0"71"-16,0 0-22 0,6 0-7 0,-6 0 27 16,6-5-6-16,-6 5-7 0,7-3-13 15,-7 0-6-15,0-2-18 0,7-2-21 0,-7 3-38 16,6-2-48-16,-6 1-30 0,0-2-28 16,0 0-18-16,0 3-20 0,0-3-20 15,0 3-14-15,-6 1-17 0,-8-1-20 0,8 1-17 16,-14 3-6-16,7 0-8 0,-6 3 0 15,0 4 2-15,-8 1 6 0,8 3 5 16,-8 7 4-16,1-4 7 0,1 9 3 0,5-1 3 16,-6 3-2-16,6 1 6 0,1-1 2 15,5 1 10-15,2 4 12 0,6-2 10 0,-1-2 11 16,7 0 8-16,0 0 5 0,7-4-2 0,5 0-6 16,-6-4-58-16,8 1-78 0,-1-1 0 15,7-7 0-15,-8 4 0 0,8-5 0 16,6-3 0-16,-7 1 0 0,7-5 0 0,-6 2 0 15,6-5 0-15,-7 0 0 0,8 0 0 16,-8-5 0-16,-6 2 0 0,1 0 0 0,-2 3 0 16,-5-5 0-16,6 2 0 0,-13-1 0 15,6 4 0-15,1-4 0 0,-7 1-204 16,0 0-417-16,0-1-214 0,0-1-239 0,0-1-106 16,0-2 9-16,6 1 81 0,-6-4 166 0,14 4 239 15,-8-4 290-15</inkml:trace>
  <inkml:trace contextRef="#ctx0" brushRef="#br0" timeOffset="2658.24">7951 7964 48 0,'0'-18'525'0,"0"-4"148"0,-6 4 104 0,6-2 90 15,-6 3-79-15,0-2-119 0,-2 5-144 16,2 0-109-16,0-1-72 0,-1 4-66 0,1 3-56 15,-1 1-48-15,0 4-40 0,1-1-36 16,-7 4-22-16,6 4-15 0,-5-1-2 0,-2 12 1 16,1-1 15-16,1 8 18 0,-2 3 16 15,2 9 16-15,-2 3 12 0,-5-1 16 16,12 7 5-16,-6 1 8 0,7 1 11 0,-8 2 4 16,8 1-158-16,0-1-23 0,6 2 0 31,-7-2 0-31,7 1 0 0,0-1 0 0,0-2 0 15,7-1 0-15,-7-5 0 0,6 3 0 16,8-6 0-16,-8 0 0 0,6-3 0 0,2-4 0 16,-1-3 0-16,-1-4 0 0,2 0 0 15,-1-7 0-15,6-1 0 0,-6-3 0 0,7-7 0 16,-7 0 0-16,0-4 0 0,7 0 0 16,-14-8 0-16,7 5-289 0,-7-8-260 0,8-4-141 15,-8 0-163-15,0 1-173 0,1-8-62 16,-7 0 31-16,7 0 91 0,-1-8 164 0,1 4 214 15</inkml:trace>
  <inkml:trace contextRef="#ctx0" brushRef="#br0" timeOffset="3161.52">8063 8180 420 0,'-7'-19'671'16,"7"5"127"-16,-7 3 92 0,7-3-40 15,-6 6-85-15,6-3-168 0,-7 4-162 16,7 4-113-16,0-2-87 0,0 2-70 0,0 3-52 0,0 3-30 15,0 5-10-15,0 3 6 0,0 0 10 16,7 3 6-16,-7 5-1 0,6 4-3 0,-6-2-2 16,0 1-1-16,7-1 1 0,-7 5 4 15,0-3 6-15,0 2-4 0,0-6-8 0,0 3-2 16,0-7-3-16,7-1 3 0,-7 1 9 16,0-8 17-16,0 4 26 0,0-8-45 0,0 1-92 15,0 0 0-15,-7-4 0 0,7 0 0 16,0-8 0-16,-7 1 0 0,1-4 0 15,-1 0 0-15,7-7 0 0,-6 3 0 0,0-3 0 16,-2-4 0-16,8 3 0 0,0-3 0 16,0 4 0-16,8-1 0 0,-8 2 0 0,6-3 0 15,7 7 0-15,0-6 0 0,0 4 0 16,7-3 0-16,-8 4 0 0,8-1 0 0,6 4 0 16,-7 0 0-16,1 4 0 0,-1-1 0 15,1 1 0-15,-6 7 0 0,5 0 0 16,-6 0 0-16,0 7 0 0,-1 1 0 0,-4 2 0 15,4 2 0-15,-5 2 0 0,-1 4 0 16,1 1 0-16,0-1 0 0,-1 1 0 0,-6-1 0 16,6 0 0-16,-6 1 0 0,7-1 0 15,-7 0 0-15,0 0 0 0,0-3 0 0,0-1 0 16,0 2 0-16,0-2 0 0,0-7 0 16,0 4 0-16,0-3 0 0,0-5-379 0,0 1-305 15,0-8-191-15,0 1-210 0,0-5-85 16,0-3 27-16,0 1 94 0,7-5 197 15,-1 1 224-15</inkml:trace>
  <inkml:trace contextRef="#ctx0" brushRef="#br0" timeOffset="3447.37">8576 8007 536 0,'0'-17'746'0,"8"6"126"0,-8 0 94 16,6 0-50-16,-6 0-109 0,0 3-223 15,0 5-161-15,0-1-109 0,0 1-71 0,0 6-38 16,0 4-18-16,0 4 0 0,0 8 11 15,0-1 22-15,0 7 0 0,-6 5-3 16,6 3-7-16,-8 0-70 0,2 3-140 0,-7 5 0 16,7-1 0-16,-7 0 0 0,0 1 0 15,-1-1 0-15,2 0 0 0,-1-3 0 0,0-4 0 16,0 0 0-16,-1-3 0 0,8-1 0 16,-7-8 0-16,6 2 0 0,1-5 0 0,0-7 0 15,6 0 0-15,-7-4 0 0,7 1 0 16,0-8 0-16,7 0-618 0,-1-4-302 0,0-3-266 15,8-4-78-15,-2 3 41 0,8-7 107 16,-7 5 204-16,7-5 261 0</inkml:trace>
  <inkml:trace contextRef="#ctx0" brushRef="#br0" timeOffset="3918.99">8687 8418 77 0,'0'-3'648'0,"-6"-1"165"0,0-3 104 0,6 0 80 16,-7-5-60-16,0 5-167 0,7-3-210 0,-6-2-120 15,6 5-73-15,0-4-54 0,6-1-60 16,-6 2-56-16,7-1-48 0,6 3-40 0,0-2-29 16,0 2-21-16,0 1-19 0,7 3-17 15,-7 0-11-15,6 1-6 0,0 3-4 16,-5 3-4-16,6 1 0 0,-8 3 1 0,8 0 0 16,-13 5 1-16,5 2 4 0,-5 4 3 0,0 1 5 15,-1-1 8-15,-6 4 14 0,-6 0 10 16,-1 3 9-16,-6 1 7 0,-7 0 4 0,7 0-4 15,-6 0-7-15,-8 0-36 0,8-5-17 16,-7 1 0-16,6-1 0 0,1-1 0 16,-1-3 0-16,1-2 0 0,6 0 0 0,0-8 0 15,0 0 0-15,6 1 0 0,1-4 0 16,6-1 0-16,-6 1 0 0,6-4 0 16,6 0 0-16,0-4 0 0,1 4 0 0,6-3 0 15,6-1 0-15,7 1 0 0,1-2 0 16,-1-2 0-16,6 4 0 0,7-5 0 0,-6 1 0 15,-1 3 0-15,1 1 0 0,-7-1 0 16,0 1 0-16,0-2 0 0,1 2 0 0,-15 0 0 16,8-1 0-16,-7 4 0 0,0-4 0 15,-6 4 0-15,-1 0 0 0,0-3 0 0,-6 3 0 16,0-4 0-16,0 4 0 0,0-4-358 16,-6 1-377-16,0-1-241 0,-1-3-191 0,0-1-36 15,1-3 52-15,-1 0 120 0,7 0 204 16,-6-7 274-16</inkml:trace>
  <inkml:trace contextRef="#ctx0" brushRef="#br0" timeOffset="4345.67">8955 7946 114 0,'-14'-22'632'0,"8"4"151"16,0-2 106-16,6 6 87 0,-7-1-79 15,7 1-161-15,-7 3-169 0,7 1-99 0,0 1-72 16,0 6-64-16,0-4-60 0,14 7-55 16,-8 0-48-16,14 0-30 0,-1 7-21 0,7 1-11 15,0 2-10-15,7 9-14 0,-7-1-10 0,6 3 4 16,-5 10-28-16,5 1-49 0,-6 1 0 16,1 4 0-16,-2 3 0 0,-5-3 0 0,0 7 0 15,-2-4 0-15,-10 4 0 0,4 0 0 16,-5-4 0-16,-7 5 0 0,0-5 0 0,-7-1 0 15,-5-2 0-15,4 0 0 0,-4-4 0 16,-8 0 0-16,1 0 0 0,-1-3 0 0,0-2 0 16,1-2 0-16,6-3 0 0,0-5 0 15,0-4 0-15,0 1 0 0,7-4 0 16,-1-3 0 0,0-1 0-16,1 1 0 0,-1-5 0 15,7 0 0-15,0-3 0 0,-6 4 0 0,6-4 0 16,0 0 0-16,0-4 0 0,6 1 0 15,-6 0 0-15,7-2 0 0,-7-2 0 0,6 0 0 16,-6 3 0-16,7-7-538 0,0 3-565 16,-1-2-204-16,-6-1-35 0,6 0 66 0,-6-4 145 15,0 4 260-15,0-4 374 0</inkml:trace>
  <inkml:trace contextRef="#ctx0" brushRef="#br0" timeOffset="10038.18">13761 5517 183 0,'0'-4'287'0,"7"-3"47"0,-7 4-25 16,6-5 0-16,-6 1 29 0,0-1-10 0,0 1 6 15,0-5 14-15,0 5 2 0,-6-4-12 16,6 4-22-16,-7 0-14 0,7 0-34 0,-6-1-36 15,-1 1-41-15,-6 3-37 0,7 1-29 16,-8-1-28-16,-5 4-20 0,-1 4-18 0,0-1-11 16,2 5 0-16,-2 3-1 0,-7 3 3 15,1 1 7-15,7 3 7 0,-7 8 4 16,6 0 6-16,1 3 6 0,-1 5 6 0,8 2 4 16,-2-3 6-16,8 3 5 0,0 1 9 15,6-4 2-15,0 0 2 0,12 0 0 16,-6-4-6-16,14-4-4 0,0 1-8 0,6-3-3 15,0-2-1-15,6-3-4 0,8 1 3 16,-7-8-1-16,12 1-4 0,-6-6-8 0,0 1-13 16,6-7-11-16,1 4-12 0,-7-8-11 15,0 4-6-15,-6-3-8 0,-7-1-6 0,0 0-4 16,-6-3-2-16,-7 7-2 0,0-4-21 16,-7 4-39-16,1-3-73 0,-7 3-101 0,0-4-149 15,0 4-202-15,-7 0-244 0,1 0-210 16,-7 4-61-16,0-4 31 0,-1 3 111 15,-5 1 183-15,6 7 252 0</inkml:trace>
  <inkml:trace contextRef="#ctx0" brushRef="#br0" timeOffset="10786.97">13774 7613 6 0,'6'0'362'0,"1"0"86"15,0 0 89-15,-7 0 58 0,6-5 12 0,-6 2-44 16,6 0-49-16,-6-5-37 0,0 5-43 16,0-6-76-16,0 6-64 0,0-4-41 0,-6 0-31 15,6-1-33-15,-6 1-32 0,-1 4-26 16,0-5-26-16,-5 4-28 0,-1 1-26 0,-1 3-14 16,-5 0-11-16,6 0-6 0,-6 3-4 15,-7 4 1-15,6 5 4 0,-6-1 8 0,-1 3 5 16,1 4 7-16,7 4 9 0,-1 4 16 15,1 1 18-15,0 5 13 0,6 0 14 16,-1 2 10-16,2-1 4 0,4 3-5 0,8 1-8 16,0 0-4-16,8-4-4 15,4 3-2-15,2-2 1 0,11-6 9 0,-5-2 8 16,13 0-85-16,-1-4-35 0,1-4 0 16,5-3 0-16,-4 0 0 0,5-5 0 0,0-2 0 15,-1-1 0-15,2-3 0 0,-1-4 0 16,-13 0 0-16,7 0 0 0,-7 0 0 15,-7-4 0-15,1 1 0 0,-8-1 0 0,8-4 0 16,-13 6 0-16,-1-3 0 0,7 2 0 0,-13 3 0 16,7-5 0-16,-7 2 0 0,0 3 0 15,6-4 0-15,-6 4 0 0,0-3 0 0,0 3 0 16,-6 0-198-16,6-4-506 0,-7 4-280 16,1-4-212-16,-1 1-46 0,-6-1 56 0,7 0 118 15,-8-3 217-15,2 4 289 0</inkml:trace>
  <inkml:trace contextRef="#ctx0" brushRef="#br0" timeOffset="12618.34">7990 9056 359 0,'0'-5'453'0,"-6"5"57"0,6-2 17 0,0-2-19 16,-6 0-78-16,6 1-73 0,-7 3-51 15,7 0-32-15,0 3-23 0,-6 1-23 0,6 7-21 16,-7 4-3-16,7 2 13 0,0 9 3 0,0 7-3 16,-7 4-2-16,7 7-7 0,0 4-3 15,-6 2-8-15,6 2-2 0,0-1-6 0,0 5-16 16,0-9-19-16,0 1-20 0,0-2-20 16,0-4-22-16,0-3-19 0,0-2-21 15,0-3-13-15,0-5-11 0,0 1-7 0,0-10-7 16,-6 3-2-16,6-9-2 0,0 1-4 15,0-3-10-15,0-5-29 0,-6-4-52 0,6 1-66 16,0-1-86-16,-8 2-110 0,2-5-151 16,0-5-171-16,-1 2-165 0,1-1-116 0,-1 1-13 15,-6-4 61-15,7-1 132 0,-8 1 185 16</inkml:trace>
  <inkml:trace contextRef="#ctx0" brushRef="#br0" timeOffset="12985.05">7704 9785 63 0,'-6'-4'584'0,"-1"1"137"0,7-1 82 16,-6 4 67-16,6-4-73 0,-7 1-199 0,7-1-185 0,0 4-119 15,0 0-72-15,0 0-52 0,0 4-35 16,7-1-16-16,-7 8 4 0,13 1 14 0,-7 2 17 16,8 0 11-16,4 8-6 0,-4 4-13 15,5-1-21-15,-5 5-21 0,5-1-19 0,-6 0-8 16,0-3-8-16,7 3-9 0,-8-3-4 15,2-4-4-15,-2-3 4 0,2-1 3 0,-8-3 15 16,7-5 27-16,-7-2 23 0,8-5 20 16,-8-3 8-16,7-3 3 0,0-8-130 15,6-4-25-15,-5-3 0 0,-2-5 0 0,8-2 0 16,0-7 0-16,-1-2 0 0,-5 1 0 16,5-3 0-16,1-1 0 0,-8 3 0 0,2 6 0 15,-2-1 0-15,-5 7 0 0,6 0 0 16,-6 3 0-16,-7 8 0 0,6 0 0 0,0 0 0 15,-6 7 0-15,0 1 0 0,7 3 0 16,-7 0-414-16,0 7-203 0,0 1-222 16,0-1-249-16,0 4-80 0,0 3 19 0,-7-2 83 15,7 6 166-15,-6-4 250 0</inkml:trace>
  <inkml:trace contextRef="#ctx0" brushRef="#br0" timeOffset="13808.18">7014 11173 301 0,'0'-4'391'15,"0"1"58"-15,6-1-22 0,-6-3-7 0,7 3-48 16,-7-3-45-16,6 0-32 0,-6-1-15 16,7 1-15-16,-7 0-11 0,7 3-17 0,-1-4-20 15,-6 5-21-15,0-1-22 0,6 1-17 16,-6-1-19-16,0 4-11 0,0-4-12 0,0 4-8 16,0 0-5-16,0 0-8 0,0-3-4 15,0 3-7-15,0 0-1 0,0 0-1 0,0 0 0 16,0 0 6-16,0 0 2 0,0 0-2 15,-6-4-6-15,6 4-8 0,-6 0-13 16,-1 0-12-16,-6 0-9 0,0 0-3 0,-1 4 2 16,-4-1 6-16,-2 1 6 0,0 3 6 15,1 0 1-15,-7 5 1 0,-1-1-5 0,1 3-7 16,7 1-7-16,-7 3-5 0,6 4-3 16,0 1-4-16,8-2 3 0,-1 5 5 15,6 3 8-15,0 0 11 0,1 1 15 0,6-5 13 0,6 4 14 16,1-3 8-16,0 0 1 0,6-4-5 15,-1 0-12-15,8 0-9 0,0-4-14 0,-1-3-12 16,7-1-9-16,0-3-7 0,1 0-2 16,-1-7-4-16,6 4-6 0,-5-8-5 15,5 0-19-15,-6-5-1 0,-1 5 0 0,-5-3 0 16,0-1 0-16,-1-3 0 0,1 3 0 16,-14 1 0-16,8-1 0 0,-8 0 0 0,1 1-14 15,-1-1-148-15,-6 1-118 0,0 3-157 0,0-4-208 16,0-3-249-16,-6 3-200 0,6-3-47 15,0 0 46-15,0-5 118 0,6 1 196 16,0 0 262-16</inkml:trace>
  <inkml:trace contextRef="#ctx0" brushRef="#br0" timeOffset="14199.15">7626 10975 446 0,'0'-18'574'0,"-7"0"86"16,1 0 82-16,-1-2-41 0,1 6-125 15,-7 1-110-15,6 1-76 0,-5 1-62 0,-2 3-61 16,1 5-56-16,0 0-49 0,0 6-32 16,1 4-17-16,-8 4-7 0,7 5-2 0,-7 5 5 15,7 8 18-15,0 4 14 0,0 7 18 16,0 5 18-16,0 6 14 0,0 0 6 15,6 4-7-15,1 3-6 0,6 1-13 0,0 0-9 16,0-1-10-16,13 2-7 0,-6-2-35 16,6 0-110-16,6-3 0 0,-6-4 0 0,7-2 0 15,-1-2 0-15,7-7 0 0,-6 0 0 16,-1-7 0-16,1 1 0 0,0-9 0 0,-8-3 0 16,8-4 0-16,-7-7 0 0,0 0 0 15,0-3 0-15,0-5 0 0,-6-6 0 0,5-1-72 16,-5-6-321-16,0-6-96 0,-7-2-129 15,6-4-163-15,-6-8-171 0,7-2-96 0,-7-8 4 16,6-4 73-16,0-4 148 0,2 4 205 16</inkml:trace>
  <inkml:trace contextRef="#ctx0" brushRef="#br0" timeOffset="14673.56">7783 11339 104 0,'0'-19'504'0,"-8"0"131"15,8 1 111-15,0 0 92 0,-6 0-101 16,6 3-125-16,0 4-95 0,-6 0-100 0,6 0-94 15,0 4-81-15,0 4-75 0,0-2-54 16,0 5-35-16,0 8-16 0,0-1-4 16,0 4 6-16,6 4 16 0,-6 3 12 0,0 1 7 15,6 6-2-15,-6-3-4 0,0 3 0 16,8 5-8-16,-8-5-11 0,0 1-5 0,0-4-2 16,6 0 5-16,-6-3-1 0,0-4 4 15,0-1 11-15,0-7 17 0,0 4 30 0,0-8 24 16,0 2 15-16,0-2 3 0,0-6-94 15,0-5-81-15,0 1 0 0,0-4 0 16,0-3 0-16,-6-6 0 0,6 3 0 0,0-6 0 16,0 2 0-16,0-2 0 0,0-2 0 15,0 3 0-15,6 3 0 0,0 1 0 0,1 0 0 16,6-1 0-16,6 1 0 0,-5 4 0 16,5-1 0-16,0 4 0 0,1 0 0 0,-1 1 0 15,-5 5 0-15,5 2 0 0,1 3 0 16,-8 0 0-16,8 3 0 0,-6 5 0 15,-2-1 0-15,1 8 0 0,1-1 0 0,-2 1 0 16,-6 4 0-16,2-2 0 0,-2 5 0 16,0-3 0-16,1 3 0 0,-1 0 0 0,1 0 0 0,-7-1 0 15,7-2 0-15,-7-1 0 0,0 0 0 0,6-2 0 16,-6-1 0-16,0-5-167 0,0-3-260 31,0 1-170-31,6-5-213 0,-6-3-229 0,0-7-86 0,0 0 11 0,7-7 66 0,0-1 163 31,5-12 238-31</inkml:trace>
  <inkml:trace contextRef="#ctx0" brushRef="#br0" timeOffset="14986.02">8408 11068 492 0,'6'-15'748'16,"-6"-1"126"-16,6 3 104 0,-6-3 41 0,7 5-198 31,-7 4-230-31,0-1-145 0,0 1-114 16,0 7-82-16,0 4-51 0,-7 4-21 0,7 6 1 0,-6 4 24 0,6 8 34 0,-6 3 21 31,-1 8-2-31,1-1-126 0,-1 6-130 0,0 1 0 0,1 4 0 0,0-3 0 0,-8 4 0 31,8 0 0-31,0-5 0 0,-1 2 0 0,-6-1 0 0,6-4 0 0,1-3 0 0,0-4 0 16,-2-4 0-16,2-4 0 0,6-3 0 16,-6-8 0-16,6 2 0 0,0-9 0 0,0 1 0 15,0-8 0-15,0-8 0 0,6 1-128 16,0-4-468-16,2-8-220 0,-2 1-206 15,7-4-136-15,0-7-12 0,0 4 74 0,7-9 154 16,-1 5 224-16,1-4 257 0</inkml:trace>
  <inkml:trace contextRef="#ctx0" brushRef="#br0" timeOffset="15282.9">8635 11287 404 0,'7'-8'701'0,"0"1"96"0,-1 0 50 15,-6 4 14-15,6-2-174 0,-6 10-186 0,7-2-115 16,-7 4-40-16,0 0 3 0,0 8-6 15,0 3-19-15,-7 4-29 0,7 1-30 0,-6 2-30 16,0 0-30-16,-1 1-29 0,-6 3-29 16,6-2-22-16,-5 2-21 0,5-4-19 0,-6-3-77 31,7 0-8-31,-2-3 0 0,2-5 0 0,6-3 0 0,-6 1 0 0,6-9 0 0,6 4 0 31,-6-7 0-31,14 4 0 0,-8-8 0 0,7 4 0 0,6-3 0 0,-6 3 0 16,7-4 0-16,0-3 0 0,6 3 0 0,-1 0 0 15,2 1 0-15,-1-1 0 0,0 0 0 16,-6 1 0-16,5 0 0 0,-5-2 0 0,-7 5 0 16,6-3 0-16,-12-2 0 0,6 5 0 15,-13 0 0-15,7 0-241 0,-14 0-275 16,7 0-132-16,-13 0-143 0,6-3-149 0,-5 3-112 31,5-4 1-31,-6 1 70 0,7-1 144 0,-1 0 188 0,0-3 217 0</inkml:trace>
  <inkml:trace contextRef="#ctx0" brushRef="#br0" timeOffset="15533.53">8805 11481 63 0,'-6'-8'603'0,"-2"-3"148"0,2 0 100 15,6 4 91-15,-6-4-43 0,-1 4-162 0,1-4-167 16,6 8-92-16,-7-5-61 0,7 4-71 16,-6 1-75-16,6-1-67 0,0 4-40 0,0 4-15 15,0 3 8-15,0 4 21 0,0 4 30 16,6 2-5-16,1 3-203 0,-7 6 0 0,6 2 0 15,1 2 0-15,-7 2 0 0,0 5 0 16,6-4 0-16,-6 4 0 0,0-1 0 16,0-3 0-16,0 1 0 0,0-5 0 0,0 0 0 15,0-8 0-15,0 2 0 0,0-4 0 16,0-5 0-16,0-7 0 0,0 1 0 0,0-5-150 16,0-3-425-16,0-7-200 0,0 0-209 15,0-11-156-15,0-1-15 0,0-10 62 16,6-4 137-16,-6-7 210 0,0-5 252 0</inkml:trace>
  <inkml:trace contextRef="#ctx0" brushRef="#br0" timeOffset="15857.86">8779 10906 261 0,'-7'-32'674'0,"1"-2"119"16,6 5 93-16,0-4 79 0,0 6-134 0,6 6-238 15,1-2-140-15,-1 6-89 0,8 2-66 16,5 8-47-16,-6-1-31 0,13 8-18 0,0 4-9 15,0 3-6-15,0 9-8 0,6 1-5 16,-5 9-4-16,5 11 26 0,-6 3 8 0,1 11-107 0,5 5-97 16,-6 5 0-16,-7 6 0 0,1-2 0 0,-7 4 0 15,0 2 0-15,0-2 0 0,-7 1 0 16,2 0 0-16,-8-5 0 0,6-3 0 16,-6-2 0-16,0-6 0 0,-6-6 0 0,6-4 0 15,-8-4 0-15,2-11 0 0,0-3 0 16,6-4 0-16,-7-4 0 0,1-7 0 0,6 0 0 15,-7-4 0-15,0-2 0 0,1-5 0 16,-7-5 0-16,6 5 0 0,-5-7 0 0,5 0-522 16,-6 0-322-16,13-4-296 0,-7-1-106 0,1-6 9 15,6-1 87-15,0 2 173 0,6-9 268 16</inkml:trace>
  <inkml:trace contextRef="#ctx0" brushRef="#br0" timeOffset="16805.61">13970 10422 249 0,'6'0'479'0,"-6"-3"127"0,6-1 106 0,-6 1-14 15,7-9-58-15,-7 5-81 0,6 0-78 16,-6-4-88-16,0-1-79 0,-6 2-64 15,-1 3-38-15,1-5-31 0,0 4-33 0,-1 1-31 16,-6 0-21-16,-7 3-18 0,7 1-22 16,-13 3-14-16,6 3-11 0,-5 1-5 0,5 0-8 15,-6 6-5-15,0 2 0 0,0-1-3 16,0 3-3-16,0 9 3 0,0-5 3 16,6 7 7-16,-6 2 11 0,7-2 15 0,-1 7 21 15,8-2 20-15,-2 3 28 0,8 0 25 0,-1 1 26 16,7-2 22-16,13 0 20 0,-7-2 18 15,14 0 9-15,0-1-25 0,6-7-210 0,7 3 0 0,-1-6 0 0,7-1 0 0,0-3 0 16,7-4 0-16,-1 1 0 0,1-6 0 16,6-6 0-16,-6 0 0 0,-1 0 0 0,1-3 0 15,-7 0 0 1,-7-1 0-16,-6-4 0 0,1 3 0 16,-8-1 0-16,0 2 0 0,-12-3 0 0,6 3 0 15,-13-2 0-15,0 1 0 0,0-2 0 16,-6-1-185-16,-8 5-532 0,2-1-330 0,-2 0-182 15,-5-2-36-15,-1 1 59 0,1-2 129 16,-7 0 239-16,0 0 339 0</inkml:trace>
  <inkml:trace contextRef="#ctx0" brushRef="#br0" timeOffset="19174.95">21427 5092 137 0,'6'0'289'0,"-6"0"47"16,7-4-9-16,-7 4 2 0,6-3 27 15,1-1 13-15,-7 1 24 0,6-2 23 0,-6 2-3 16,0-1-19-16,7 1-37 0,-7-1-49 16,0 0-57-16,0 1-47 0,0 3-30 15,0-4-20-15,-7 0-10 0,7 4-13 0,-6-3-8 16,-1-2-10-16,1-2-12 0,-1 4-14 15,1 0-20-15,-8-2-13 0,2 5-12 0,-2-3-14 16,-5 3-5-16,6 3-5 0,-6 2-3 16,-1 1-4-16,1 1-5 0,-1 9-3 0,0-2-3 15,1 5 0-15,-1 3 0 0,0-1 0 16,1 10-2-16,6-4 2 0,0 4 3 0,0 1-3 16,0 1 5-16,7 1 2 0,6-5 2 15,0 4 0-15,0-4 3 0,6-4 1 0,7 4 0 16,0-6 10-16,0-1 16 0,7 0 13 15,0-8 10-15,5 1 21 0,1-4 19 16,0-4 14-16,1 2 8 0,-1-7 3 0,6-2-6 16,-6 0-11-16,7-2-24 0,-7-3-21 15,-7 1-18-15,7 1-18 0,-6-1-10 0,-7 0-8 16,7-3-1-16,-14 3-15 0,7 4-31 16,-6-3-45-16,-1 0-58 0,0 3-80 15,1-5-113-15,-1 2-145 0,1-1-158 0,0 4-165 16,-1-3-148-16,8-1-29 0,-8 0 55 15,6-3 125-15,8 3 170 0,-7 1 200 0</inkml:trace>
  <inkml:trace contextRef="#ctx0" brushRef="#br0" timeOffset="19489.38">22123 5253 274 0,'7'-11'622'0,"-7"0"115"15,0 0 80-15,-7 0 45 0,7 0-164 16,0 4-169-16,0-4-126 0,0 7-89 0,-6-3-71 16,6 3-57-16,0 4-54 0,0 0-47 15,0 0-43-15,0 8-22 0,0 3-5 0,0 3 8 16,6 5 7-16,-6 2 8 0,0 5 19 16,7 3 13-16,-7 1 3 0,7 0 1 0,-7-2 6 15,6 2-4-15,0-1-10 0,1-3-9 16,-7-1-8-16,7 1-15 0,-1-8-11 0,1 0-6 15,-1 1-7-15,-6-7-4 0,6-2-5 16,-6-3-12-16,0 1-42 0,0-6-70 0,0-2-98 16,0-2-140-16,0-6-165 0,-6-3-174 15,0 0-169-15,-1-4-61 0,1 1 29 0,-8-4 101 16,2-4 148-16,-2 0 177 0</inkml:trace>
  <inkml:trace contextRef="#ctx0" brushRef="#br0" timeOffset="19676.8">21999 5389 40 0,'-6'0'488'15,"0"-4"135"-15,0 4 88 0,6-4 52 0,0 4-98 16,0 0-133-16,6-3-120 0,0 3-103 16,8-4-59-16,-2 4-24 0,8-4-27 0,5 4-26 15,2-3-21-15,-1 3-18 0,6-4-16 16,1 4-20-16,-1-4-23 0,8 4-14 0,-7-3-18 16,-1 0-16-16,-6 3-11 0,0-5-23 15,0 5-38-15,-6 0-73 0,-8 0-108 16,2-3-144-16,-8 3-170 0,7 0-167 0,-6 0-140 15,-7 0-24-15,6 0 58 0,1 0 118 16,-1 0 157-16</inkml:trace>
  <inkml:trace contextRef="#ctx0" brushRef="#br0" timeOffset="20080.25">23035 5195 413 0,'7'-9'544'0,"-1"3"98"16,1-5 85-16,-7 1-53 0,0-2-146 0,7 4-102 16,-14-3-70-16,7 5-81 0,0-2-71 15,-7 1-47-15,1-1-42 0,-1 5-39 16,-5-1-31-16,4 0-19 0,-10 4-11 0,4 0-8 16,-5 8-2-16,5-5-1 0,-4 8 0 15,-2 1-2-15,0 2 6 0,1 4 6 0,5 1 2 16,-5 3 13-16,6 0 8 0,6-1 16 0,-5 5 15 15,12 0 15-15,-7-5 18 0,7 6 6 16,7-6 11-16,-1 1 9 0,0 0 3 16,7-3 2-16,7-1 9 0,-7 1 7 0,6-5 5 15,8 1-4-15,-7-5-10 0,5-2-12 16,1-1-21-16,0-3-19 0,0 0-19 16,1-4-14-16,-1 0-11 0,-7 0-12 0,7-4-6 15,-13 4-6-15,6-4-4 0,-5 1-14 16,-8 3-29-16,7-4-56 0,-7 1-77 0,-6-2-102 0,7 5-176 15,0-7-210 1,-7 0-220-16,6 0-151 0,0-4-31 0,-6-1 41 16,8 1 144-16,4-3 203 0,-5-1 237 15</inkml:trace>
  <inkml:trace contextRef="#ctx0" brushRef="#br0" timeOffset="20377">23602 5125 169 0,'0'-8'683'0,"7"-2"149"0,-7 2 102 0,0-3 79 16,0 4-94-16,0-1-242 0,0 5-196 16,0-1-125-16,0 1-93 0,0-1-72 0,-7 4-62 15,7 0-49-15,0 4-38 0,0-1-23 16,0 9-11-16,0 2 0 0,0 4 13 0,0 4 15 16,0 5 13-16,0 5 16 0,0-3 14 15,0 8 7-15,0-1-6 0,0-2-9 0,7 2-11 16,-7-3-10-16,0 0-11 0,0-3-12 15,6-1-12-15,-6-7-4 0,6 0-3 16,-6-4-2-16,0-4-14 0,7 1-19 0,-7-8-38 16,0 1-63-16,6-4-92 0,-6-4-128 15,0-4-161-15,7-6-185 0,-7-2-182 16,0-3-117-16,-7-7-5 0,1 4 78 0,-1-8 142 16,-5 1 192-16</inkml:trace>
  <inkml:trace contextRef="#ctx0" brushRef="#br0" timeOffset="20580.14">23439 5290 230 0,'-6'0'515'0,"-1"-4"108"0,7 0 95 0,7 4 13 16,-1 0-109-16,8 0-114 0,5 0-84 15,0 0-66-15,8 0-61 0,-2 4-37 0,8-4-28 16,0 0-23-16,-1 4-30 0,7-4-35 16,-6 0-29-16,-1-4-34 0,1 4-25 0,-7 0-25 15,0-4-15-15,-7 4-7 0,1 0-10 16,-7 0-18-16,0-3-31 0,-7 3-50 0,1 0-83 15,0 0-132-15,-1-4-174 0,-6 4-191 16,-6-3-173-16,6 3-59 0,-7-5 25 0,0 5 103 16,1-3 161-16,6-1 202 0</inkml:trace>
  <inkml:trace contextRef="#ctx0" brushRef="#br0" timeOffset="20834.16">24403 5267 300 0,'0'5'527'16,"-7"-2"115"-16,7-3 100 0,-6 4-16 15,6-4-121-15,0 3-125 0,0-3-102 0,0 0-102 16,0 0-97-16,0 0-62 0,0 0-49 15,0 0-56-15,6 0-108 0,1 0-152 0,0 0-198 16,6-3-227-16,-1 3-116 0,2-4-37 16,6 1 55-16,5-2 121 0,-5 2 186 15</inkml:trace>
  <inkml:trace contextRef="#ctx0" brushRef="#br0" timeOffset="20992.33">24852 5242 42 0,'0'4'625'0,"7"-4"163"0,-7 3 104 15,6-3 67-15,-6 0-67 0,0 4-222 0,0-4-237 16,0 0-154-16,7 0-95 0,-7-4-66 16,7 4-59-16,-1 0-65 0,7-3-105 0,6 3-156 15,-5-4-206-15,5 0-238 0,7 1-156 16,-6-1-61-16,-1 1 36 0,1-2 120 0,0 2 185 16</inkml:trace>
  <inkml:trace contextRef="#ctx0" brushRef="#br0" timeOffset="21132.96">25315 5246 394 0,'6'3'533'0,"-6"-3"89"16,0 4 64-16,0-4-72 0,6 0-151 15,-6 0-129-15,0 0-126 0,8 0-168 16,-2-4-186-16,0 4-193 0,1-7-207 0,6 3-106 16,0 1-31-16,-7-4 51 0,14-1 108 15</inkml:trace>
  <inkml:trace contextRef="#ctx0" brushRef="#br0" timeOffset="21289.12">25615 5213 429 0,'0'4'591'0,"0"-1"91"15,-8 0 59-15,8-3-70 0,0 5-172 16,0-5-150-16,0 0-120 0,8 0-101 0,-8 0-103 16,6 0-122-16,0-5-155 0,1 5-174 15,0-3-189-15,6 0-87 0,-1-1-5 16,8 0 62-16,-7-3 115 0</inkml:trace>
  <inkml:trace contextRef="#ctx0" brushRef="#br0" timeOffset="21446.62">25927 5235 434 0,'6'3'638'16,"-6"1"90"-16,7-4 54 0,-7 4-50 0,0-4-163 16,6 3-156-16,-6-3-127 0,0 0-70 15,0 0-45-15,7 0-36 0,0-3-60 0,-1 3-99 16,8-4-154-16,-2 0-192 0,1 1-201 15,0-1-184-15,6-4-76 0,-5 2 12 0,6 2 105 16,-8-3 155-16</inkml:trace>
  <inkml:trace contextRef="#ctx0" brushRef="#br0" timeOffset="21608.63">26286 5253 152 0,'6'4'498'0,"-6"3"98"0,0-4 71 15,0-3 13-15,0 5-87 0,0-5-122 16,0 0-96-16,0 0-65 0,6 0-50 0,-6 0-53 15,0 0-74-15,7 0-140 0,-7-5-193 16,13 2-230-16,-6-1-244 0,5 1-125 0,2-5-41 16,-2 5 58-16,1-5 128 0,7 1 189 15</inkml:trace>
  <inkml:trace contextRef="#ctx0" brushRef="#br0" timeOffset="21749.14">26702 5323 240 0,'-6'7'531'0,"6"-3"125"0,0 0 79 15,-7-4-5-15,7 3-109 0,0-3-141 16,0 0-119-16,-7 0-114 0,7 0-100 0,7-3-123 16,-7-1-150-16,7 0-184 0,5 1-191 15,-5-1-194-15,13 0-77 0,-7-4 13 16,0 1 77-16,-1 4 134 0</inkml:trace>
  <inkml:trace contextRef="#ctx0" brushRef="#br0" timeOffset="21920.96">27073 5334 408 0,'0'4'512'16,"-6"-1"80"-16,6-3 92 0,-6 0-50 0,6 4-114 15,0-4-84-15,-8 0-59 0,8 0-63 16,0 0-81-16,0 0-89 0,8-4-110 0,-8 4-135 16,6-3-172-16,0 3-197 0,0-4-214 15,8 0-96-15,-1 1-7 0,0-1 65 16,0 0 125-16,0 1 170 0</inkml:trace>
  <inkml:trace contextRef="#ctx0" brushRef="#br0" timeOffset="22061.56">27262 5316 69 0,'-6'3'465'0,"6"-3"132"0,-7 4 110 16,7-4 51-16,-6 0-85 0,6 0-137 16,0 0-106-16,0 0-120 0,0 0-101 0,0 0-71 15,0-4-81-15,6 4-102 0,-6-3-155 16,13-2-184-16,-7 3-203 0,2-3-154 0,4 2-53 15,1-1 24-15,0 0 100 0,0 1 160 16</inkml:trace>
  <inkml:trace contextRef="#ctx0" brushRef="#br0" timeOffset="22859.75">28598 4942 180 0,'0'0'260'0,"0"0"4"15,0 0-6-15,0 0 15 0,0 0-17 0,0-4-18 16,0 4-8-16,0 0-7 0,0 0 4 16,0-4 19-16,0 4 31 0,0 0 19 15,0-3 4-15,0 0-5 0,0-2-13 0,-8 2-40 16,8-1-42-16,0 1-33 0,0-5-20 16,0 1-17-16,0 3-23 0,-6-4-4 0,6 1-11 15,-6 0-12-15,6-4-14 0,-6 4-9 16,-1 0-7-16,0-1-11 0,1 4-8 0,-1-3-11 15,-6 0-1-15,6 3-6 0,-5 0-4 16,-2 1-4-16,-5-1-5 0,6 4 2 0,-6 4-2 16,-1-1-2-16,-6 5 4 0,7-1-1 15,-7 4 2-15,-1 4 1 0,1 3 9 16,6 4 11-16,-5 0 10 0,-1 4 20 0,0-1 11 16,6 0 13-16,7 6 1 0,-7-6 4 15,8 0 4-15,-2 1-1 0,8 0 11 0,-1 0 12 16,7-1 18-16,0 1 14 0,7-5 7 15,-1 2 12-15,1-2 1 0,6 2-3 16,7-2-6-16,-1-2-4 0,1-4-4 0,6-1-7 16,6-3-4-16,1 4-52 0,-1-8-81 15,1 1 0-15,-1-1 0 0,7-3 0 0,-6-1 0 16,-1-3 0-16,1 0 0 0,0 0 0 16,-8 0 0-16,2-3 0 0,-1 3 0 0,0-4 0 15,-6 4 0-15,-7-4 0 0,6 4 0 16,-6-3 0-16,0 3 0 0,0-4 0 15,0 0 0-15,-7 1 0 0,1-1 0 0,6 0 0 16,-13 1 0-16,6-1 0 0,-6 0-439 16,0-3-274-16,-6 3-211 0,6-2-206 0,-13-6-58 15,6 5 40-15,-5-4 116 0,-1 4 208 16,-1-5 248-16</inkml:trace>
  <inkml:trace contextRef="#ctx0" brushRef="#br0" timeOffset="26221.58">20867 5993 117 0,'0'0'240'0,"6"0"21"16,-6 0-22-16,0-4-84 0,0 4-35 16,0 0-9-16,0 0-17 0,0-3-1 15,7 3 10-15,-7 0 9 0,6-4 7 0,0 4 1 16,2 0 3-16,4 0-3 0,1 0-1 16,0 0 0-16,6 0 8 0,-5 0 16 15,12 0 19-15,0 0 19 0,-1 4 5 0,9-4 3 16,-2 0-3-16,1 0-17 0,6 0-22 0,6 0-31 15,1 0-16-15,-1 0-19 0,8 0-9 16,-1 0-8 0,7 0-11-16,-1 0 3 0,0 0-2 15,1 0 3-15,-1 0-14 0,1 0-2 0,0 0-1 16,6 0-1-16,-13 0 1 0,7 0-1 16,0 0 5-16,-1 0-1 0,-6 0 4 0,7 0-2 15,-1 0 0-15,-5 0 1 0,5 0 3 16,-6 0 0-16,0 0-2 0,7-4-11 0,-7 4 0 15,0 0-8-15,0 0-7 0,1-4-6 16,-8 4 2-16,7 0-1 0,-7 0-3 16,8 0 5-16,-7 0 1 0,5 0 3 0,2 0-2 15,-1 4 3-15,-1-4 3 0,8 4-5 16,-6-4-1-16,-1 3-5 0,7-3-3 0,-2 4-1 16,2-4-2-16,0 4 0 0,6-4-2 15,-6 0 0-15,6 3 1 0,-7-3-3 16,7 0-4-16,-6 0-1 0,0 0-3 0,-1 0 2 15,1 0 1-15,-6 0 4 0,-2-3-2 16,1 3 3-16,1 0 1 0,-8-4 0 0,7 0-4 16,-7 4-3-16,1-3 0 0,0-1 0 15,0 0 4-15,-1 4-3 0,1-3 2 0,-1 0 2 16,1 3-4-16,-1-5 0 0,1 2-3 16,-7 3 5-16,6-4-4 0,-5 4-1 0,-1-4 3 15,0 4 3-15,1-3 0 0,-2 3-2 16,1 0 2-16,0 0 4 0,1-4-4 0,-8 4-2 15,7 0 1-15,0 0 2 0,-7 0 0 16,8 4-3-16,-1-4 8 0,0 0-2 0,0 0-4 16,0 3-1-16,0-3-4 0,6 4 1 15,-5-4 1-15,5 4 0 0,-6-4 4 16,1 3-3-16,-8-3 5 0,7 5-5 0,0-2 0 16,1-3 0-16,-8 3 2 0,7-3 4 0,-6 0-4 15,-1 4 5-15,-6-4 4 0,7 0 1 16,-7 0 3-16,0 0 9 0,-1 0 9 0,2 0 5 15,-7 0-4-15,-2 0 5 0,2 0-2 16,0 0-5-16,-1 0-5 0,1 0-1 16,6 0 0-16,-6-4-5 0,-1 4-4 0,7 0-2 15,0 0-5-15,1-3-5 0,-1 3-5 16,-1 0 3-16,1 0-1 0,7 0 3 0,-1 0-3 16,1 0 2-16,-1 3 0 0,2-3-3 15,5 0-2-15,-7 4-6 0,1-4 4 0,-7 4 0 16,6-4 3-16,1 0 0 0,-7 3 4 15,0-3 4-15,7 0-2 0,-8 0-2 16,1 0-1-16,7 0-3 0,-7-3 0 0,6 3 1 16,-5 0-3-16,5 0 1 0,1 0 0 15,-1 0 1-15,1 0-1 0,-1 0 1 0,1 0 2 16,0 0-1-16,6 0 0 0,-6 0 1 16,-1 3 0-16,1-3-3 0,-1 0 1 0,7 0 4 15,-13 0 0-15,7 4-1 0,-1-4 5 16,1 0 9-16,-7-4 4 0,0 4 1 15,6 0 3-15,-5 0 3 0,5 0 1 0,-6-3-5 16,1 3-4-16,5 0 0 0,-6 0 0 16,7-4 0-16,-1 4 0 0,1 0 1 0,-1 0 7 15,1 0 4-15,6 0 5 0,-7 0 5 16,7-4 3-16,-7 4 0 0,2 0 0 16,5 4 7-16,-7-4 1 0,7 0-2 0,0 0 1 15,-7 4 2-15,8-4 1 0,-1 0-5 16,0 3 1-16,1-3 5 0,-8 0 6 15,7 4 5-15,-7-4 6 0,7 0 3 16,-6 0-2-16,-1 0-4 0,1-4-4 0,-1 4-5 16,1 0-8-16,0 0-2 0,0-3 1 15,-8 3 6-15,1-4 4 0,0 4-13 0,1-4-50 16,-7 1 0-16,-2 3 0 0,2-3 0 16,-7-2 0-16,1 5 0 0,-2-3 0 15,2 3 0-15,-8 0 0 0,0 0 0 0,1-4 0 16,-7 4 0-16,0 0 0 0,6 0 0 0,-6-4 0 15,0 4 0-15,-6 0 0 0,6-3-170 16,-7 3-249-16,1 0-197 0,0-4-263 16,-8 1-227-16,2-1-64 0,-8 0 33 0,7 1 93 15,-7-4 187-15,0-1 281 0</inkml:trace>
  <inkml:trace contextRef="#ctx0" brushRef="#br0" timeOffset="28587">22924 7521 43 0,'0'0'218'0,"0"3"34"0,0 1-8 15,0-4-14-15,0 0 2 0,0 0 12 16,0 4 19-16,8-4 14 0,-8-4 10 0,0 4 20 16,6 0 16-16,-6-4 14 0,6 1-2 15,-6 3-9-15,0-4-15 0,0 0-28 0,6 4-39 16,-6-3-37-16,0-1-29 0,0 4-21 16,0-3-19-16,0-1-18 0,0 4-15 15,0-4-14-15,0 4-12 0,0-3-4 0,0-1-7 16,0 4-8-16,0-4-6 0,0 4-6 15,0-3-3-15,0 3-6 0,0 0 0 0,0-3-3 16,0 3 1-16,0 0-5 0,0-4 0 16,0 4-5-16,0 0-1 0,0 0 2 0,0-5-2 15,0 5 0-15,0 0-5 0,0 0 2 16,0 0-2-16,0-3-1 0,0 3-1 0,0 0-2 16,0 0-1-16,0 0-2 0,0 0-2 15,0 0-4-15,0 0-1 0,0 0 2 16,0 0 1-16,0 0-3 0,0 0-1 0,0 0 0 15,0 0 1-15,0 0-4 0,0 0 0 16,0 0-3-16,0 0 4 0,0 0-2 0,0 0-4 16,0 0 3-16,0 0-2 0,0 0 2 15,0 0-2-15,0 0 1 0,0 0 1 16,0 0-1-16,0 0 0 0,0 0 0 0,0 0-2 16,0 0 0-16,-6 0 1 0,6 0-1 15,0 0 1-15,0 0 1 0,0 0 2 0,0 0 2 16,0 0-1-16,0 0-2 0,0 0 1 15,0 0-2-15,0 0 2 0,0 0-2 16,0 0 0-16,0 0 1 0,0 0 1 0,0 0-1 16,6 0-2-16,-6 0 1 0,0 0 1 15,0 0-1-15,0 0 0 0,0 0 1 0,0 0-1 16,0 0 0-16,0 0 1 0,0 0 1 16,0 0-2-16,0 0-2 0,0 0 0 0,0 0 1 15,0 0-2-15,0 0-3 0,0 0 5 16,0 0 2-16,0 0-1 0,0 0 1 0,0 0 3 15,0 0-2-15,0 0 0 0,0 0-1 16,0 0 2-16,0 0-3 0,0 0 0 0,0 0 0 16,0 0-1-16,0 0-2 0,0 0 0 15,0 0 3-15,0 0 3 0,0 0-1 16,0 0 1-16,0 0 0 0,0 0-1 0,0 0-1 16,0 0-1-16,0 0 3 0,0 0 8 0,0 0 10 15,0 0 11-15,0 0 6 0,0 0 9 0,0 0 4 16,0 0 2-16,0 0 1 0,0 0-4 15,0 0-1-15,0 0-3 0,0 0 3 0,0 0 0 16,0 0-2-16,0 0-1 0,0 0 1 16,0 0-1-16,0 0-5 0,0 0-7 15,0 0-8-15,0 0-4 0,0 0-5 0,0 0-6 16,0 0-5-16,-6 3-2 0,6 2-2 16,0 2-2-16,0 4-1 0,-6 0 1 15,6 7 8-15,-6 0 12 0,6 8 11 0,0 0 14 16,-8-1 7-16,8 8 7 0,0 0 1 15,-6 0-8-15,6 4-6 0,0-1-8 0,6 4-6 16,-6-3-9-16,0 1-2 0,8-3-3 16,-8-1-16-16,6-5-2 0,0 0 0 15,0-3 0-15,-6-4 0 0,7-4 0 0,0-3 0 16,-7-4 0-16,6-1 0 0,-6-2 0 0,0-1 0 16,0-3 0-16,0-1 0 0,7 1 0 15,-7-4 0-15,0 0 0 0,0 0 0 16,0-4 0-16,-7 1 0 0,7-1-78 0,0-3-228 15,0 3-120-15,0-3-168 0,0 0-184 16,0-4-178-16,0 3-114 0,7-7-2 0,5 5 71 16,-4-5 156-16,4 1 207 0,2-2 233 15</inkml:trace>
  <inkml:trace contextRef="#ctx0" brushRef="#br0" timeOffset="29052.76">23315 7836 24 0,'7'-8'409'0,"-7"2"93"16,0-6 96-16,0 5 76 0,0 0-50 16,0 3-99-16,0-3-80 0,0 0-68 0,0 3-75 15,0 0-72-15,-7 0-75 0,7 4-36 16,-6-3-32-16,0 3-20 0,-2 3-20 16,2 1-13-16,-6 4 0 0,5-1 0 0,-6 4 6 15,0 3 2-15,-1 1 2 16,2-1 9-16,5 4-3 0,0 5 6 0,1 0 3 15,0 2 8-15,-1 0 15 0,7-3 1 16,0 4 6-16,7-1 3 0,-1-2 3 16,7-2-3-16,-6 2-2 0,5-5-3 0,8 0 1 0,0-4-2 15,-1 1 0-15,1-4 0 0,-1-4-5 16,7-3-3-16,-6 0-6 0,6-4-1 16,-7 0-1-16,7-4 1 0,-6-2 7 0,-7-2 13 15,0-4 5-15,6 1-2 0,-11-3-4 16,4-4-7-16,-5 0-11 0,-7-5-19 0,6 2-10 15,-12-6-9-15,6 2-10 0,-7-4-10 16,1 7-3-16,0-4-5 0,-8 5-4 16,1 5-2-16,0-2 0 0,-6 7 2 0,-1 0-2 15,0 0-5-15,1 7-17 0,-1 1-36 16,1 0-58-16,0 3-68 0,-1 0-76 0,1 3-82 16,5 0-95-16,8 5-115 0,0-5-129 15,6 5-134-15,0-1-113 0,6 0-16 16,6 1 59-16,2-1 124 0,-1 0 171 0,7 1 193 15</inkml:trace>
  <inkml:trace contextRef="#ctx0" brushRef="#br0" timeOffset="29708.86">23863 7924 45 0,'12'-7'485'0,"2"3"144"0,-8-3 109 0,0-5 81 15,1 4-92-15,0-2-137 0,-7-1-113 16,0-4-110-16,0 4-85 0,0-3-59 0,-7 2-46 15,7 2-33-15,-7-1-30 0,-5 0-28 16,5 4-20-16,-6-1-22 0,7 1-13 16,-14 3-13-16,7 1-9 0,0 3-5 0,-6 3-4 15,5 1 1-15,-5 3 2 0,6 1-1 16,-6-1-1-16,5 8 0 0,1-4 0 0,7 4 2 16,-8 2 1-16,8 1 4 0,0 5 6 15,6 0 4-15,0-2 6 0,6-2 8 16,0 2 6-16,1-3 5 0,6 1 0 0,0-4 2 15,1-1-3-15,-2-3-4 0,8-3-5 0,-1-1 0 16,1 0 3-16,0-7 5 0,-1 0 8 16,1 0 8-16,-1-4 16 0,-6-4 16 0,0 1 8 15,0 1 4-15,0-6 1 0,1-3-4 16,-8 1-13-16,0-4-16 0,0-1-10 16,-6 2-6-16,0-2-4 0,7 1-7 0,-14 3 2 15,7 0 3-15,0 4-3 0,0 0-4 16,0 4-9-16,0-1-3 0,-6 5-9 0,6-1-8 15,0 0-7-15,0 4-2 0,0 0-1 16,0 4 0-16,-6 3 0 0,6 4 1 16,0 4 3-16,0 3 1 0,0 2 2 0,0 1 4 15,6 4 3-15,-6 1 8 0,6 3 17 16,1 0 14-16,-7 5 12 0,7-5 14 16,6 4-75-16,-7-1-5 0,8 2 0 0,-8-1 0 15,6 0 0-15,-4-4 0 0,4 0 0 0,-5 5 0 16,-1-9 0-16,-6 1 0 0,7-1 0 15,-7-3 0-15,0-4 0 0,-7 1 0 0,7-4 0 16,-6-5 0-16,-7 2 0 0,7-5 0 16,-8-3 0-16,2-4 0 0,-8 0 0 0,0-4 0 15,1 0 0-15,-7 1 0 0,-1-4 0 16,1-1 0-16,-6 1 0 0,-1-1 0 16,1 1 0-16,-1 0 0 0,1 0 0 15,5-1 0-15,1 0 0 0,0 1 0 0,13 3 0 16,1-2 0-16,5 2 0 0,0-4 0 15,7 1-319-15,14 0-280 0,-2-4-198 0,8 0-176 0,6 0-134 16,7-3-6-16,6-1 58 0,0-4 130 16,7 1 208-16,-1-1 237 0</inkml:trace>
  <inkml:trace contextRef="#ctx0" brushRef="#br0" timeOffset="30670.65">24429 7774 214 0,'0'-4'279'0,"0"0"38"16,0 1-29-16,0-1-37 0,0 0-25 0,0 1-5 15,0 0 4-15,0 3 6 0,0-5 22 16,0 2 31-16,0-2 36 0,0 5 15 0,0-3 7 16,0 3-7-16,0 0-24 0,0-4-41 15,0 4-53-15,0 0-29 0,-6 0-27 16,6 0-23-16,0 0-25 0,0 0-21 0,0 0-18 15,0 0-22-15,0 0-16 0,0 4-8 16,6-1 6-16,-6 2 12 0,0 3 9 16,0-2 11-16,6 2 9 0,-6 3 14 0,0 3 4 15,7 1 4-15,-7 0 4 0,0 3 6 16,7 0 6-16,-7 4-1 0,0 1-5 0,6-2-4 16,-6 2-4-16,0-2-2 0,0 1-5 15,6-4-7-15,-6 4-6 0,8-4-6 0,-8-3-9 16,6 0-7-16,-6-1-5 0,0-2-6 15,0-5-2-15,6 0-2 0,-6 1 3 16,0-5 9-16,0 1 14 0,0-1 20 0,0-3 17 16,0 4-103-16,0-4-2 0,0-4 0 15,0 4 0-15,0-3 0 0,0-4 0 0,0 3 0 16,0 0 0-16,-6-3 0 0,6 0 0 16,0 0 0-16,0-5 0 0,-6 1 0 15,6 0 0-15,-8 1 0 0,8-1 0 0,-6-5 0 16,0 1 0-16,6 1 0 0,0 0 0 0,-7-1 0 15,7-3 0-15,0 3 0 0,0 1 0 16,0 0 0-16,7-3 0 0,-7 3 0 0,6-1 0 16,0 5 0-16,2-5 0 0,4 1 0 15,1 3 0-15,0 0 0 0,0 0 0 16,1 0 0-16,5 0 0 0,0 3 0 0,0-3 0 16,1 3 0-16,6 1 0 0,-6 0 0 15,-1 0 0-15,1 3 0 0,0 0 0 16,-1 1 0-16,-5-1 0 0,5 4 0 0,-6 0 0 15,0 0 0-15,-1 0 0 0,-4 4 0 16,4-1 0-16,-5 5 0 0,6 3 0 0,-7-4 0 16,7 9 0-16,-6-6 0 0,0 9 0 15,-1-5 0-15,0 4 0 0,-6 4 0 0,7 0 0 16,0 0 0-16,-7 5 0 0,0-6 0 16,0 4 0-16,0 1 0 0,0 0 0 0,0-5 0 15,0 1 0-15,0 4 0 0,0-8 0 16,6 1 0-16,-6-1 0 0,0-3 0 0,0-4 0 0,6 4 0 15,-6-7 0-15,0-2 0 0,0-2 0 0,0 3 0 16,0-7 0-16,7 4 0 0,-7-4 0 16,0 0 0-16,0-4 0 0,0 1 0 0,-7-1 0 15,7-4 0-15,-6 1-503 0,0-4-402 16,-1 0-284-16,-6 0-93 0,0-3 31 16,0-1 107-16,-6 1 199 0,-1-1 284 0</inkml:trace>
  <inkml:trace contextRef="#ctx0" brushRef="#br0" timeOffset="31400.06">22123 7132 224 0,'0'-7'281'0,"7"-4"32"15,-7 0-24-15,0 0-52 0,0 4-24 16,0 0-3-16,0-1 0 0,0 1 10 0,0 3 11 16,7 1 17-16,-7 0 11 0,0-1-4 0,0-1-15 15,0 5-22-15,0 0-18 0,0 5-25 16,0-1-30-16,0 2-3 0,0 5 9 16,0 0 14-16,0 4 1 0,6 6 1 0,-6 2 8 15,0 3 2-15,0 2-4 0,6 9-7 16,-6-1-4-16,7 1-5 0,-7 8-3 0,7 3-3 15,-7 2 7-15,6 9 0 0,-6 0-1 16,7 7-12-16,-7 0-8 0,6 3-6 16,-6 4-18-16,6 1-15 0,1-5-6 0,-7 5 0 15,7-5-3-15,-1 5-6 0,0-5-1 16,-6-3-2-16,8 4-1 0,-8-5-4 0,0 2-2 16,0-4-6-16,0-5-59 0,0 0-8 15,0-6 0-15,0-5 0 0,-8 1 0 0,8-9 0 16,-6-2 0-16,6-4 0 0,0-3 0 15,-6-7 0-15,6-2 0 0,0-10 0 0,0 0 0 16,0-4 0-16,-7-3 0 0,7-4 0 16,0-7 0-16,0-1 0 0,0-6-222 0,0-5-168 15,0-7-114-15,0 1-128 0,0-8-139 16,7 0-153-16,-1-11-93 0,0 4 11 16,8-8 74-16,-8 4 138 0,7-4 185 0,1-3 221 15</inkml:trace>
  <inkml:trace contextRef="#ctx0" brushRef="#br0" timeOffset="33051.48">22149 6935 80 0,'-6'-4'290'0,"-7"4"23"0,6-3 16 15,-5 3-60-15,5-5-92 0,-6 10-41 16,6-5-18-16,-5 0-4 0,4 3-2 15,2-3-4-15,0 4-8 0,0-4-10 0,6 3-7 16,0-3-1-16,-7 4 16 0,14-4 26 16,-7 4 43-16,6-4 46 0,6 3 39 0,2-3 14 15,-1 4 10-15,7-4-8 0,-1 0-28 16,7 0-41-16,0 0-30 0,6 0-8 0,8 0-20 16,-1-4-14-16,6 4-9 0,8-3-8 15,-1 3-15-15,7-4-14 0,6 0-7 0,6 4-3 16,0-3-10-16,8-1-5 0,6 1-3 15,6 3-4-15,0-5-7 0,7 2-9 16,6 3-7-16,-7-4 1 0,8 4-4 0,-8-3-3 16,7 3 1-16,1 0-1 0,-1 0-3 15,0-4-5-15,-6 4-3 0,0 0 1 0,-13 0-3 16,-1-3-2-16,-6 3 0 0,0-4 5 0,-6 0 7 16,-1 0 16-16,-5 1 23 0,5-2 20 15,1 3 13-15,-1-3 6 0,8 2-4 16,-1-1-14-16,7 4-25 0,-8-3-17 0,8 3-10 15,0 0-10-15,0 3-4 0,-1-3-4 16,1 4 3-16,0-1-3 0,-8-3-2 0,-4 5-1 16,-2-3 3-16,-12 3-1 0,-1-5-3 15,-5 3 0-15,-8-3-1 0,-6 0 11 16,1-3 19-16,-14 3 18 0,-1-5 22 0,-5 3 20 16,-8-3 16-16,8-2 3 0,-13 4-8 15,-1-5-9-15,1 6-15 0,0-7-9 16,-1 1-7-16,-6 5-8 0,0-4-3 0,0 3-5 15,6-2-3-15,-6 1-9 0,0 1-9 0,-6 1-5 16,6 3-7-16,0-4-5 0,0 1-3 16,0 3-3-16,0 0 0 0,0-4-2 0,0 4-2 15,0 0-2-15,0 0-1 0,0 0 1 16,0 4-2-16,-6-4 0 0,6 7 4 0,0-4 1 16,-7 6 0-16,0 1 0 0,7-3 2 15,-6 4 1-15,-1 0 0 0,1 4 3 16,0 0-3-16,-2 0-1 0,8 2 0 0,-6 2 5 15,0 2 1-15,0 5 4 0,-1 1 5 16,0-2 7-16,1 8 5 0,-1 0-20 16,-5 0-9-16,4 4 0 0,-4 3 0 0,6 0 0 15,-8 4 0-15,8 0 0 0,-1-1 0 16,-6 5 0-16,13 0 0 0,-7 0 0 0,7-1 0 16,0 2 0-16,0-2 0 0,0 0 0 0,7 1 0 15,-7 0 0-15,7 3 0 0,-1-3 0 16,-6-1 0-16,7-4 0 0,-1 6 0 15,-6-5 0-15,6-1 0 0,2 5 0 0,-8-1 0 16,6-3 0-16,0 0 0 0,-6 4 0 16,0-7 0-16,0 2 0 0,0 2 0 0,0-5 0 15,0 0 0-15,0 1 0 0,-6-5 0 16,6 1 0-16,-6-1 0 0,-2-2 0 0,8-2 0 16,-6-2 0-16,0-2 0 0,-1 3 0 15,1-6 0-15,-1 0 0 0,0-2 0 0,1-2 0 16,6-2 0-16,-6-1 0 0,6 1 0 15,-6-8 0-15,6 0 0 0,0 0 0 0,0-4 0 16,-8 0 0-16,8 1 0 0,0-5 0 16,0 1 0-16,0-1 0 0,0 1 0 15,0 0 0-15,0-4 0 0,0 3 0 0,0-3 0 16,0 4 0-16,0-4 0 0,0 0 0 0,-6 0 0 16,6 0 0-16,0 0 0 0,0 0 0 0,-6 0 0 15,6 0 0-15,0 0 0 0,-7 0 0 16,0 0 0-16,-6 0 0 0,1 4 0 0,-2-4 0 15,-5 0 0-15,-1 0 0 0,0 0 0 16,-12 3 0-16,-1-3 0 0,1 4 0 16,-7-4 0-16,-7 0 0 0,7 3 0 0,-13 2 0 15,7-2 0-15,-8 4 0 0,2-3 0 0,-2 3 0 16,1-3 0-16,-7 0 0 0,1 4 0 16,6-1 0-16,-13-4 0 0,7 1 0 0,-1 3 0 15,-6-3 0-15,0-2 0 0,-1 7 0 16,-6-6 0-16,7 2 0 0,-6-2 0 0,6-3 0 15,-14 3 0-15,8 1 0 0,-7-4 0 0,-7 4 0 16,1-4 0-16,-1 3 0 0,0-3 0 16,0 0 0-16,1 0 0 0,5 0 0 15,-5-3 0-15,0 3 0 0,-1-4 0 0,0 0 0 16,7 4 0-16,-7 0 0 0,7 0 0 16,0 0 0-16,-1 0 0 0,2 0 0 15,4 0 0-15,2 4 0 0,6-4 0 0,0 0 0 16,0 4 0-16,0-4 0 0,6 3 0 0,7-3 0 15,0 0 0-15,0 3 0 0,12-3 0 0,-5 5 0 16,13-5 0-16,-8 0 0 0,7 0 0 16,8 3 0-16,-7-3 0 0,5 0 0 15,1 0 0-15,0 0 0 0,0 4 0 0,7-4 0 16,-1 0 0-16,0 0 0 0,8 0 0 16,-2 0 0-16,8 0 0 0,-7 0 0 0,7 0 0 15,6 0 0-15,-8 0 0 0,2 0 0 16,6 0 0-1,0 0 0-15,-6 4 0 0,6-4 0 0,0 0 0 16,0 0 0-16,0 0 0 0,-6 0 0 16,6 0 0-16,0 0 0 0,0 0 0 15,0 0 0-15,0 0 0 0,0 0 0 0,0 0 0 16,0 0 0-16,0 0 0 0,0 0 0 16,0 0 0-16,0-4 0 0,6 0-356 0,-6 1-640 15,6-5-247-15,0-6-93 0,8-6 21 0,-8-5 113 16,1-11 240-16,6-4 391 0</inkml:trace>
  <inkml:trace contextRef="#ctx0" brushRef="#br0" timeOffset="35521.44">21322 11525 317 0,'7'0'371'0,"-7"-4"42"0,7-3-26 0,-1 0-11 16,0-4-57-16,1-1-30 0,0 1 35 15,-1 0 23-15,-6-4 0 0,7 1-2 0,-1 3-5 16,-6-4-19-16,0 5-60 0,0-5-43 16,0 4-30-16,0 0-29 0,-6 4-33 0,-1-4-21 15,1 3-20-15,-8 0-14 0,2 2-16 16,-2 2-9-16,2 0-4 0,-8 1-7 0,1 3 0 31,5 3 4-31,-12-3 7 0,7 4 2 0,-1 3 1 16,-6 4-3-16,7 1-4 0,-1 2-9 15,0 1-4-15,1 3 1 0,-1 4-1 16,0 4 5-16,8-5 5 0,-8 10 1 0,14-3 3 16,-7 2 5-16,7 2 7 0,6 5 4 15,0 0 5-15,0 3 5 0,6-3-2 0,0 0-4 16,7 3-2-16,1-4-2 0,4-2-3 16,2 1-2-16,0-1 1 0,6-5-3 0,0 0-1 15,0-3-2-15,0 0 4 0,7-4 7 16,-1-4 6-16,1 0 5 0,-1-3 6 0,1-8 9 15,-1 0 1-15,2-2-1 0,-9-10 0 16,7 2-3-16,-5-8-7 0,-1 0-47 0,0-3-29 16,-6-5 0-16,-1-4 0 0,1 2 0 15,0-5 0-15,-8-3 0 0,8 0 0 0,-7-4 0 16,-7-8 0-16,0 5 0 0,2-4 0 16,-2 0 0-16,-6-1 0 0,0 4 0 15,-6 1 0-15,-2 3 0 0,2 0 0 0,-7 4 0 16,0 0 0-16,0 3 0 0,-7 0 0 15,-6 7 0-15,7 1 0 0,-1 0 0 0,-6 7 0 16,0 0 0-16,7 4 0 0,-7-1 0 16,0 8 0-16,-1-3 0 0,8 3 0 0,0 3 0 15,-1 1 0-15,1 0-114 0,5 3-289 16,8 1-118-16,-7-1-146 0,13 0-177 16,-6 0-186-16,12 1-46 0,1-2 34 0,-1-2 95 15,7 4 159-15,6-5 227 0</inkml:trace>
  <inkml:trace contextRef="#ctx0" brushRef="#br0" timeOffset="36090.22">22502 10840 174 0,'0'-12'421'15,"0"6"68"-15,-8-2 60 0,8 1-1 0,-6 0-65 16,0 0-60-16,-1-1-51 0,1 4-26 16,-1-3-30-16,-6 3-39 0,7 1-48 15,-8-1-25-15,2 0-19 0,-2 1-16 0,2 3-12 16,-1 0-12-16,-1 0-14 0,-5 0-10 15,6 3-8-15,-7 1-4 0,1 3 6 0,-1 1 11 16,1 7 10-16,-1-1 5 0,0 1 5 16,1 6 5-16,0 1-8 0,-1 4-11 15,1 4-9-15,5 2 0 0,-5 9-4 0,6-4-4 0,0 6-2 16,-1 1 3-16,2 0-3 0,-1 4-7 16,6 4 2-16,1 2-4 0,-1-2-104 15,1 6 0-15,6-3 0 0,0 0 0 0,0 3 0 16,0 1 0-16,6-4 0 0,1 1 0 15,-1-2 0-15,1-3 0 0,0 1 0 16,5 3 0-16,2-5 0 0,5 2 0 0,-6-4 0 16,6-1 0-16,1-6 0 0,0-1 0 15,-1-3 0-15,1 0 0 0,0-8 0 0,-1-3 0 16,1-5 0-16,-2-3 0 0,2-3 0 16,0-5 0-16,-1-1 0 0,-5-6 0 0,5 2 0 15,-6-10 0-15,6 2 0 0,-5-6 0 16,-8 3 0-16,8-2 0 0,-8-6 0 0,0 3-338 15,1-4-333-15,-7 0-225 0,6-3-234 16,-6-3-66-16,7-2 40 0,-7-2 107 16,6-1 179-16,7-3 251 0</inkml:trace>
  <inkml:trace contextRef="#ctx0" brushRef="#br0" timeOffset="36783.44">22670 11499 437 0,'-6'-15'566'0,"6"4"116"0,-6-3 93 0,0 2-52 16,6 2-131-16,0-1-95 0,-8 4-82 16,8 3-82-16,0-4-61 0,-6 5-38 0,6-1-13 15,0 1-11-15,0-1-15 0,0 4-19 16,0 0-29-16,0 0-28 0,-6 0-32 15,6 4-28-15,0-1-14 0,0 4 5 0,0 5 10 16,0-1 15-16,0 6 11 0,0 3 13 16,0-3 12-16,0 6 1 0,0 3 2 15,0-1 2-15,0 4-2 0,6 1 3 0,-6-1-10 16,0 3-8-16,0-2-7 0,6 3-38 16,-6-3-54-16,0-5 0 0,0 1 0 0,8-1 0 15,-8-3 0-15,6-4 0 0,-6 1 0 16,6-4 0-16,-6-4 0 0,0 0 0 0,0-1 0 15,6-2 0-15,-6-4 0 0,0-1 0 16,0 1 0-16,0 0 0 0,0-1 0 16,0-3 0-16,0 0 0 0,0 0 0 0,0 0 0 15,0 0 0-15,0 0 0 0,0-3 0 0,7 3 0 16,-7-4 0-16,0 0 0 0,0 4 0 16,0-3 0-16,0 3 0 0,0-4 0 15,0 4 0-15,0-3 0 0,0 3 0 0,0 0 0 16,0 0 0-16,0-5 0 0,0 5 0 15,0 0 0-15,0 0 0 0,0 0 0 16,0 0 0-16,0 0 0 0,0 0 0 0,0 0 0 16,0 0 0-16,0 0 0 0,0 0 0 15,0 0 0-15,0 0 0 0,0 0 0 0,0 0 0 16,0 0 0-16,0 0 0 0,0 0 0 16,0 0 0-16,0 0 0 0,0 0 0 0,0 0 0 15,0 0 0-15,0 0 0 0,0 0 0 0,0 0 0 16,0 0 0-16,0 0 0 0,0 0 0 31,0 0 0-31,0 0 0 0,0 0 0 0,0 0 0 16,0 0 0-16,0 0 0 0,0 0 0 0,0-3 0 15,0 3 0-15,0 0 0 0,7 0 0 16,-7 0-204-16,0-4-315 0,6 4-155 0,-6-3-151 16,13-1-160-16,-7 0-95 0,8-3 16 15,-2 0 92-15,2 2 156 0,5-2 188 16,-5 1 225-16</inkml:trace>
  <inkml:trace contextRef="#ctx0" brushRef="#br0" timeOffset="37236.44">23074 11751 224 0,'6'-17'510'0,"-6"2"140"0,0-3 111 16,0 4 23-16,0-5-103 0,0 4-110 15,-6 5-102-15,6-5-117 0,-6 7-97 0,0-3-67 16,-1 3-49-16,-6 1-26 0,6 4-3 15,-5-1 3-15,-2 4 10 0,-6 0 5 0,8 0 1 16,-1 7-5-16,-1-3-19 0,-4 7-20 16,4 0-21-16,1 4-11 0,0 3-12 0,6 1-4 15,-5 2 0-15,5 5 8 0,0 3 8 16,1 1 7-16,0 0 7 0,6-5 9 0,0 4 7 16,6-4 1-16,0-3 1 0,1 4-1 15,6-8-2-15,0 1-6 0,0-1-8 16,6-3-7-16,1-4-5 0,0-1-9 0,-1-2-8 15,7-3-4-15,0-5-6 0,1 0 1 16,-1-5 7-16,0-3 12 0,-1-2 12 0,-5-1-23 16,0 0-38-16,-1-4 0 0,-6 1 0 15,0-8 0-15,-7 0 0 0,2-4 0 16,-8-3 0-16,0 0 0 0,0 0 0 0,-14-1 0 16,8 0 0-16,-14 8 0 0,7 0 0 15,-7 1 0-15,1 6 0 0,-7 4 0 0,6 0 0 16,0 4 0-16,-5 3 0 0,5 0 0 15,0 4 0-15,8 0-15 0,-8 4-296 0,7 4-81 16,7-5-83-16,-1 8-91 0,7-4-101 16,0 4-108-16,7 1-124 0,6-2-51 0,-1 1 29 15,2 0 97-15,6 0 142 0,5 0 173 16</inkml:trace>
  <inkml:trace contextRef="#ctx0" brushRef="#br0" timeOffset="37830.07">23543 11759 163 0,'20'-8'605'0,"0"-2"137"16,-8-1 96-16,-5-4 66 0,6 1-136 0,-7 0-178 16,-6-5-164-16,7 4-114 0,-7-3-70 15,-7 3-43-15,7 1-36 0,-12 2-26 16,5-2-10-16,-12 3-1 0,5 4-10 0,-5-1-10 16,-7 1-13-16,6 3-9 0,-6 4-20 15,7 4-17-15,-7 3-15 0,6 1-9 0,1 6-2 16,-1 4-1-16,7 5 0 0,0 3 1 15,7-1 0-15,-1 4 0 0,0-4 0 0,14 4-1 16,-7 2 0-16,13-10 0 0,0 1 1 16,0-3-1-16,0-1-2 0,7-4 0 15,-1-3 0-15,0-3-6 0,1-5-1 0,6-3-3 16,-7 0 4-16,1-3 6 0,0-5 15 16,-7 2 20-16,7-6 19 0,-8 1 14 15,2-3 7-15,-8-1-1 0,7-3-10 0,-7 0-12 16,-6 3-11-16,7 1-10 0,0-2-6 15,-7 5-5-15,0 0-6 0,0 4-6 0,0 3-10 16,0 1-6-16,0 3-5 0,0 0-5 16,0 3 0-16,0 8 0 0,0 0 3 0,0 3-2 15,0 6-1-15,0 2 2 0,0 3-2 16,0 4 9-16,6 5 11 0,-6-1 8 0,0-1-27 16,6 5-1-16,-6 3 0 0,7-3 0 15,-7 3 0-15,7-3 0 0,-7-1 0 16,0 1 0-16,0-4 0 0,0-4 0 0,0 5 0 15,-7-9 0-15,7 1 0 0,-7-5 0 16,1-2 0-16,0-1 0 0,-1-6 0 0,-6-2 0 16,6 0 0-16,-5-1 0 0,-2-6 0 0,-5-3 0 15,-1 0 0-15,1-3 0 0,0-1 0 16,-8-4 0-16,1-3 0 0,0 0 0 16,-6 0 0-16,5-3 0 0,-5 3 0 0,-1-4 0 15,7 1 0-15,0 3 0 0,1-4 0 16,11 0 0-16,1 5 0 0,0-5-278 0,13 0-245 15,6 1-186-15,1-1-191 0,12 1-196 16,8-5-40-16,5-4 50 0,1 5 128 0,6-8 185 16,7 1 225-16</inkml:trace>
  <inkml:trace contextRef="#ctx0" brushRef="#br0" timeOffset="38439.28">24039 11591 329 0,'12'-22'639'0,"-5"4"120"0,-1 0 91 16,1-1 36-16,-7 4-180 0,7 5-159 16,-7 2-126-16,6-3-82 0,-6 3-63 0,0 5-43 15,0 0-42-15,0-2-39 0,0 5-40 16,6 0-23-16,-6 0-4 0,0 8 5 0,6 3 10 16,-6 3 11-16,8 5 17 0,-8 3 12 15,0 0-4-15,6 7-6 0,-6 1-4 16,0 3-1-16,6 3-5 0,-6-3-8 0,0 4-5 15,0-4-11-15,7-3-40 0,-7-1-56 16,6-4 0-16,-6-3 0 0,0-3 0 0,0-1 0 16,0-4 0-16,7-3 0 0,-7-4 0 15,0 1 0-15,0-4 0 0,0-1 0 0,0-3 0 16,0 0 0-16,0 0 0 0,0-3 0 16,0-4 0-16,0-5 0 0,0 5 0 0,0-8 0 15,-7 0 0-15,7-3 0 0,0-1 0 16,-6-2 0-16,6-5 0 0,0 1 0 0,0-1 0 15,6 0 0-15,1 4 0 0,-7 0 0 16,7 1 0-16,5 2 0 0,-5 5 0 16,6-1 0-16,0 0 0 0,0 1 0 0,0 2 0 15,7 1 0-15,-8 4 0 0,8 0 0 16,0 0 0-16,-1 3 0 0,-5 0 0 16,5 1 0-16,1 3 0 0,-1 3 0 0,-6 1 0 15,7 0 0-15,-7 3 0 0,-1 0 0 0,-5 4 0 16,6 3 0-16,-7 2 0 0,8 2 0 15,-14 0 0-15,6 1 0 0,1 6 0 16,-1-3 0-16,-6 4 0 0,7 0 0 0,-7-1 0 16,6 1 0-16,-6-4 0 0,7 3 0 15,-7-3 0-15,6-4 0 0,0 1 0 0,-6-4 0 16,8-5 0-16,-8 2 0 0,6-5 0 0,-6-3 0 0,0-1 0 0,6 1 0 0,-6-8 0 16,0 1-173-16,7-1-338 0,-7-7-171 15,6 0-191-15,1-7-207 0,-1 0-52 0,1-9 41 31,-1-2 94-31,8 0 172 0,-8-4 233 0</inkml:trace>
  <inkml:trace contextRef="#ctx0" brushRef="#br0" timeOffset="38767.32">24703 11045 99 0,'6'-19'519'0,"-6"1"145"16,7 0 107-16,6 3 78 0,-7 1-117 0,8 3-135 15,-2 0-128-15,8 4-112 0,-7-1-77 16,13 5-52-16,-6 3-33 0,5 0-22 16,-5 7-3-16,6 0-2 0,0 8 2 0,1 3 4 15,-9 8 3-15,9 4 19 0,-7 5 26 16,6 6 15-16,-1 6 2 0,1 9 4 0,-6 3-9 16,6 5-206-16,1 7-28 0,-9-1 0 15,2 3 0-15,-7 1 0 0,-7-1 0 0,2-4 0 16,-8-3 0-16,-8-4 0 0,2 0 0 15,0-7-558-15,-14-3 646 0,7-5-90 16,-7-3 16-16,1-7-33 16,6-4-42-16,0-4 65 0,-7-7 23 15,14-7-120-15,-7-4-223 16,0-8-85-16,6-3-503 0,-5-3-844 16,-8-8 364-16,0-7-816 0</inkml:trace>
  <inkml:trace contextRef="#ctx0" brushRef="#br0" timeOffset="40205.6">3972 2960 21 0,'-6'-12'286'0,"6"2"53"0,-6 3 30 16,-2 3-69-16,8 0-51 0,-6 4-42 0,6 4-27 16,-6 7-10-16,6 8 24 0,-6 1 45 0,6 10 52 15,0 4 25-15,0 9 7 0,0 5-6 16,0 4-19-16,6 9-35 0,-6 6-43 15,12 6-29-15,-4 1-21 0,-2 6-18 0,7 4-13 16,0 4-12-16,0 3-2 0,-1 1-6 16,-4-1-7-16,4-3-7 0,2 1-12 0,-1-9-3 15,-7-3-16-15,7-4-9 0,0-6-10 16,-7-9-9-16,1-3-6 0,6-8-11 16,-6-3-4-16,-1-4-10 0,0-7-6 0,1-8-1 15,0-2-3-15,-7-4-9 0,6-5-22 16,-6-7-36-16,6-7-50 0,-6-3-62 0,0-8-75 15,0-7-89-15,0-4-89 0,0-8-86 16,0-7-93-16,0-3-95 0,-6-7-48 0,0-5 31 16,-1-6 74-16,0-8 106 0,1-1 131 15</inkml:trace>
  <inkml:trace contextRef="#ctx0" brushRef="#br0" timeOffset="41494.43">3966 3128 102 0,'0'-36'274'0,"-6"7"24"0,-2-5 5 0,2 5-37 16,6 3-71-16,0-3-38 0,0 7-21 15,0-3-8-15,0 3-13 0,6 3-2 0,-6 1-4 16,8 3-5-16,-8 4-1 0,6 0-11 16,0 0-13-16,1 4-12 0,-1 0-8 0,8 3-2 15,-2-3 6-15,2 4 10 0,5 3 10 0,1-5 4 16,6 5-4-16,0-4 2 0,6 4 1 15,1 0 1-15,6-3 9 0,7 3 9 0,5-3 7 16,8-1-7-16,6 4-7 0,7-7-8 16,6 2-19-16,7-1-17 0,6-1-10 0,7-2-2 15,-1-1-9-15,14-1-3 0,13-1-9 16,0 2-2-16,-1-1 0 0,14-4 3 0,0 1 5 16,6 3-6-16,7-4 2 0,6 0 7 0,0 0-6 15,8 4-4-15,-2-3-8 0,7 3 2 16,1 0 9-16,6-4 0 0,-1 4-4 0,1 1-1 15,0-2 10-15,0 1 3 0,6 0-10 0,0 1-4 0,7-2-4 16,1 1 6-16,-1 0-5 0,6 3 1 0,0-2 4 16,1 3 7-16,-1-1 3 0,0 1 1 0,1 0-3 15,-1 3 2-15,-6-3-2 0,7-1-4 16,-1 2-3-16,-7 1-5 0,1-2 3 0,0 0-3 16,-7 3-2-16,1-4-2 0,-7 5 6 15,6-5 4-15,-13 1-1 0,7 4-5 0,0-5-1 16,-7 1-3-16,-6 0 3 0,0 0 2 15,-13 2-1-15,7-2 6 0,-8 0 7 0,-6 3 5 16,1-3 1-16,-14 0-3 0,0 3 0 0,-6 1-1 16,-1-5-7-16,1 5-9 0,-7-1-3 0,-5 0-6 15,-2 1 0-15,-6-1-6 0,-6 4 1 16,-7-4 9-16,0 1-3 0,1 3-1 0,-15-4-5 16,2 4 8-16,-2-5-4 0,-10 5-3 15,-10-2 3-15,-4 2-3 0,-7 0 1 0,-14-4 1 16,-6 4 16-16,0 0 11 0,-6 0 9 15,-8 0 7-15,-5 0 7 0,0 0-6 0,-1 0-9 16,0 0-11-16,-6 0-14 0,8 4-7 0,-8-2-4 16,0 3-2-16,-8 2-8 0,8 1 2 15,-6 3 3-15,0 3 1 0,6 1 2 0,-7 6 2 16,0 2 5-16,1 3-1 0,0 2 0 16,-7 6 1-16,6 2 8 0,0 4 8 0,-5 1 17 15,5 6 8-15,0 5 8 0,1-1 8 0,-7 4-3 16,6 0-3-16,7 7-7 0,-6-3-5 15,6 7 2-15,0 3-2 0,0 5 1 16,0 0 2-16,6 2 1 0,-6 0 2 0,7 5-8 16,0-7-4-16,-1 2-3 0,0-2-2 15,1-5-5-15,6 1 2 0,-7-3 7 0,1-6 7 16,0 2 4-16,-7-2 3 0,6-5-1 16,-6-5-5-16,0-4-5 0,0-7-8 0,0-3-9 15,0-3-5-15,-6-5-3 0,6-4-4 16,-7-2-5-16,0-5 2 0,1 0-2 15,0-3 1-15,-8-1 0 0,2 1 1 0,-8-3 3 16,1 2 1-16,-7-3-5 0,-1-1 0 16,-11-2-1-16,-2 3-3 0,1-3-6 0,-14-1-1 15,-4 1 3-15,-9-5 0 0,-6 4-1 16,-5-3 0-16,-14-1 1 0,-1 1-1 0,-12 0-4 16,-7 3 4-16,7-3 0 0,-14-1 0 15,-6 1 1-15,1 0 0 0,-1-1-1 0,-6 1 0 16,0 0 0-16,-6-1 0 0,-2 0-1 15,-12 6 0-15,0-6 7 0,2 0 0 16,-10 1-4-16,-4 3-4 0,-7-2-2 0,-1 1 6 16,-12-1-4-16,-1 2-7 0,-6-4 1 15,1 5 8-15,-7-5 4 0,-1 5-5 0,1-5-1 16,-8 4 4-16,8-2 2 0,-6 2-5 16,-1-4-3-16,-1 5-1 0,2-5 6 0,6 5-3 15,-8-1-1-15,8-4-2 0,-7 5 7 16,7-1 2-16,-7 0-6 0,7 1-2 0,-1-4 4 15,7 6 5-15,-6-2-6 0,6-1 0 16,0 1 1-16,7-1 5 0,0-3-4 0,5 3-2 16,1 0 1-16,7-3-1 0,13 3 2 15,0-4 0-15,6 2 0 0,6-2 1 0,8 4-1 16,6-3 0-16,6 0-3 0,1-4-2 16,11 3 2-16,15-3 2 0,6 4 2 0,6-4 2 15,7 0 1-15,12 0 0 0,15 0-1 16,-2 0-1-16,15-4-3 0,11 4-1 0,1 0-12 15,6 0-30-15,8 0-54 0,-1 0-74 16,6 0-95-16,0 0-115 0,1 0-137 16,6 0-134-16,0 0-130 0,6 0-125 0,8 4-10 15,-1-4 59-15,7 0 119 0,12-4 148 16,1 1 176-16</inkml:trace>
  <inkml:trace contextRef="#ctx0" brushRef="#br0" timeOffset="42893">15187 4454 271 0,'-6'-7'317'16,"0"3"50"-16,6-7-35 0,-8 8-9 0,2-5-45 15,6-3-21-15,-6 4-15 0,6-4-29 16,6 4-40-16,-6-5-24 0,6 2-14 0,2 3-14 15,4-1-1-15,2-4 11 0,5 6 11 0,1-1 10 16,6 3 1-16,6 0-9 0,1 0-17 16,-1 4-27-16,1 4-18 0,6 0-16 15,-1 7-15-15,2-5-5 0,-1 10-5 0,0-1-3 16,1 3 2-16,-1 4-1 0,-1 0 3 0,-5 3 7 16,6 5 0-16,-13 3 11 0,0 3 3 15,0 4 1-15,-6 1-1 0,-7 3-7 16,-1 4-3-16,-4 3-3 0,-2 4-5 0,-6-3 3 15,0 6-3-15,-6-3 1 0,-2 3-6 16,2 4 2-16,0 1 3 0,-1-1-1 0,1 5-2 16,-1 2-2-16,-6-4 1 0,7 5-8 15,0 1-9-15,-2-2-5 0,-4 0-1 16,5 1 4-16,0-1 4 0,1 1 7 0,0 3 5 16,-7 1-2-16,6 2-1 0,-6 1-5 15,0 1-5-15,0-2-11 0,0 5-3 0,0-5 3 16,0 5-1-16,-1 3 2 0,-4 1 0 15,4 2 3-15,-5 1-3 0,5 1 2 0,2-2-3 16,-2 5 3-16,2-3-2 0,-1 1 2 16,-1 2 3-16,8 4-5 0,0-1 4 0,-8-4-5 15,8 4 4-15,0 1 5 0,-1-1-1 16,1 0 6-16,6 4-1 0,-7 4 1 16,7 0-2-16,-7-1-2 0,7 0 4 0,-6 1 4 15,6-1-1-15,0 2-2 0,0-3 2 0,0 6 1 16,6-1-2-16,-6 5-2 0,7-5 6 15,-7-4 6-15,7 4-4 0,-1 0-1 16,1 0-6-16,5 1-5 0,-4-1-5 0,-2 0 1 16,6 0 1-16,-5 1 0 0,6 3 2 0,-6-3 4 0,5 2-4 15,-4-6-3-15,4 3 1 0,2-4 1 0,-8-3-1 16,7 4 1-16,-7-5 0 0,8 2-3 0,-8-1-6 16,6-1-3-16,2-6 0 0,-1 3 1 15,0-7 2-15,0 4 2 0,0-4-1 16,6 0 2-16,-5-1-2 0,5-2-4 0,1-1 1 31,6-3-1-31,-7-4 3 0,7-1 1 0,0-2-2 16,0-1 1-16,7-4 0 0,0 5 3 0,-1-4-2 15,7-5 2-15,-7 1 1 0,8 0-1 16,5-3-2-16,-6-5-1 0,7 1 0 16,7-5 1-16,-8 2-2 0,7-8-2 0,-7 3 1 15,8-4-3-15,-1-3-4 0,-1 0-1 0,-4-4-2 16,4-2 4-16,1-1-2 0,-6-5 3 15,-7-3 0-15,6 0-2 0,-5-3 0 16,-7-4-4-16,-1 0 0 0,-6-7 0 0,-7-1-2 16,-5 1-1-16,-1-5-5 0,-7-2-14 15,-6 1-34-15,-6-3-54 0,-7 1-65 0,-1-3-76 16,-12-4-88-16,7 0-122 0,-7 0-128 16,-6-4-137-16,-1 0-135 0,0 1-68 0,1-1 17 15,-1 2 95-15,1-3 141 0,-1 1 179 16</inkml:trace>
  <inkml:trace contextRef="#ctx0" brushRef="#br0" timeOffset="43238.57">16308 14489 82 0,'0'10'489'15,"-7"-1"121"-15,7-3 92 0,0 2 77 0,0-5-108 16,0 1-112-16,7 3-93 0,-1-3-76 16,1 3-58-16,13-3-49 0,-8 3-31 0,14 1-28 15,1 3-26-15,5-4-18 0,1 4-8 16,-1-4-11-16,7 5-19 0,7-2-16 16,-7 1-13-16,6 0-17 0,-5-3-18 0,5 3-15 15,-6-4-13-15,7 0-11 0,-14 1-13 16,7-2-8-16,-13-2-5 0,1 1-6 0,-1-2-4 15,-7 0-8-15,-6-3-20 0,-6 0-46 16,-1 0-68-16,-6 0-89 0,0-3-122 0,-6 0-157 16,-1-9-159-16,7 5-155 0,-6-8-121 15,-1-3-11-15,0 0 70 0,14-8 135 0,-7 0 164 16,13-3 190-16</inkml:trace>
  <inkml:trace contextRef="#ctx0" brushRef="#br0" timeOffset="43504.11">17363 14133 140 0,'19'-14'581'0,"-6"3"142"16,-6 0 99-16,-1 0 65 0,0 3-147 16,-6 1-169-16,8 7-160 0,-8 0-94 0,-8 3-54 15,2 6-19-15,-7 5 5 0,0 0 14 16,-6 8-3-16,5 4-18 0,-11-1-18 16,5 9-18-16,-6-1-24 0,6-1-24 0,-5 9-16 15,5-4-15-15,0-1-15 0,1 4-15 0,-1-3-9 16,0 0-12-16,8-5-11 0,-8 2-64 15,14-9-1-15,-7 2 0 0,6-6 0 0,0-3 0 16,1-3 0-16,0-5 0 0,-1-1 0 16,7-3 0-16,0-2 0 0,-7 0-101 15,7-8-190-15,7 0-151 0,-7 1-213 0,13-9-270 16,0 2-183-16,0-5-42 0,13-3 46 16,1-3 117-16,5 1 198 0,7-2 284 15</inkml:trace>
  <inkml:trace contextRef="#ctx0" brushRef="#br0" timeOffset="43963.11">18580 14877 279 0,'-12'-18'470'0,"5"-4"82"0,-6 3 102 0,6-2 15 15,1 3-109-15,0-1-68 0,6 4-40 16,0 4-51-16,-7 0-86 0,7 4-88 0,0 3-60 15,0 4-39-15,0 4-21 0,0 7-1 16,0 11 26-16,0 3 25 0,7 5 30 0,-7 6 18 16,0 1 3-16,6 4-3 0,-6 2-18 15,6 1-21-15,-6 0-20 0,0 0-21 0,0 0-19 16,0-4-22-16,0 5-16 0,7-9-11 16,-7 1-11-16,0-5-14 0,0-1-12 0,-7-3-7 15,7-6-4-15,0 0-7 0,0-7-16 16,-6-1-41-16,6-7-67 0,-6 1-88 0,-1-8-108 15,0-3-140-15,1-2-160 0,0-5-167 16,-1-5-167-16,0-7-49 0,1 1 36 16,6-9 107-16,0-3 152 0,0-4 195 0</inkml:trace>
  <inkml:trace contextRef="#ctx0" brushRef="#br0" timeOffset="44484.01">18503 14918 228 0,'0'-19'486'0,"-7"4"103"16,7-3 92-16,-7-1 15 0,14 1-125 0,-7 0-96 15,7 4-71-15,-1-4-84 0,7 3-73 16,6-4-47-16,1 8-39 0,-1-4-26 0,14 4-29 16,-7 0-11-16,13 1-15 0,1 6-17 15,-2-3-14-15,1 7-16 0,7-4-10 16,-7 8-5-16,7-1-8 0,-13 5-4 0,-1 2-5 16,1-2-1-16,-14 6 2 0,-6-3-1 15,-6 4 3-15,-7 4 2 0,-13-1 0 0,-1 0 1 16,-12 0-1-16,0 4-3 0,-7-3 6 15,1 3-2-15,-7-4-3 0,0 4-3 0,-1-4-1 16,8-3 3-16,-1 3-6 0,8-7-1 16,-1 0 4-16,6 0 2 0,8-4 2 0,-2 1-3 15,8-5 1-15,6 1 0 0,0-4 1 16,6 4 0-16,8-4-2 0,4 3 5 0,9-3 1 16,-1 4 2-16,0-1 5 0,7 2 13 15,5 3 12-15,-5-5 13 0,6 8 10 16,-6-4 12-16,6 4 6 0,-6 4 2 0,-7-1-3 15,0 1-5-15,-1 3-7 0,-11 0-4 16,-2 4-4-16,2 1-6 0,-14-1-1 0,-7 3 5 16,0 1 5-16,-5-1 4 0,-8 1 5 15,-6-3 2-15,7-2 1 0,-14 1 0 0,7-4-1 16,-6 0-5-16,5-3-3 0,-5-5-2 16,-1 2-1-16,7-4-9 0,-6-1-7 0,5-3-6 15,-5-4-8-15,6-4-10 0,-1 4-10 16,1-7-12-16,7 4-38 0,-1-5-67 15,8-4-100-15,-2 5-141 0,8-4-200 0,6-3-236 16,14-1-225-16,-2 1-77 0,8-1 22 16,5-4 100-16,8 4 180 0,0-2 232 0</inkml:trace>
  <inkml:trace contextRef="#ctx0" brushRef="#br0" timeOffset="44718.32">19231 15118 245 0,'14'-6'701'0,"-14"2"131"15,6-3 90-15,-6 3 53 0,0 0-157 0,0 1-271 16,-6-1-183-16,6 4-102 0,0 4-51 16,0 3-17-16,0 0 2 0,0 7 5 15,0 1-5-15,0 4-6 0,0-1-21 0,0 0-23 16,6 5-26-16,-6 2-23 0,7-3-23 16,0 0-23-16,-7 0-17 0,6-3-12 0,-6-2-13 15,0 3-20-15,0-6-41 0,0-3-61 16,0-1-83-16,0-2-124 0,-6-4-187 0,6-4-235 15,-7-4-231-15,7-4-86 0,-7-2 6 16,1-5 84-16,6-4 165 0,0-3 237 0</inkml:trace>
  <inkml:trace contextRef="#ctx0" brushRef="#br0" timeOffset="44843.29">19284 14921 154 0,'0'-14'518'15,"-7"-2"73"-15,7 2 38 0,-6 3 7 0,6 0-232 16,0 3-253-16,0 1-240 0,-6 0-208 15,6 7-176-15,6-4-80 0,-6 4-9 0,6 0 45 16,1 0 99-16</inkml:trace>
  <inkml:trace contextRef="#ctx0" brushRef="#br0" timeOffset="45740.11">19505 14950 336 0,'0'8'604'0,"0"-1"94"16,0-4 72-16,0 1 0 0,0 4-142 15,7-1-136-15,-7 3-113 0,0 2-57 0,7-1-32 16,-1 7-32-16,-6 1-28 0,6-1-26 16,1 4-24-16,-7 3-19 0,7 1-25 0,-7 0-19 15,6-1-11-15,-6 1-11 0,0-3-7 16,0 2-8-16,0-3-11 0,0-5-8 16,0-2-9-16,0 1-7 0,0-1-7 0,0-9 5 15,0 5 14-15,0-7 15 0,0 0 8 16,-6-1 4-16,6-3-2 0,0-3-10 0,-7-5-17 15,7 1-18-15,-7-3-10 0,7-5-6 16,0-1-5-16,0-5-1 0,0-1-4 0,0 0-3 16,7-4-3-16,0 1-3 0,5 2 0 15,-5 1 2-15,6 4-5 0,0-3-1 0,7 6-1 16,-1-4-2-16,1 5 3 0,0 3-8 16,5 0 4-16,-5 0 1 0,6 3-1 0,-6 1 4 15,-1 3-3-15,1 0 1 0,-8 4 1 16,2 4-2-16,-2 0 2 0,2 3-3 15,-8 1 2-15,7 3 0 0,-7 3 1 0,2 1 0 16,-2 3 0-16,-6 0 0 0,6 1 1 16,-6-1 2-16,6 0 1 0,-6 4 2 0,0-3 1 15,7-1 2-15,0-3 0 0,-1-1 0 16,1 1 1-16,6-4-1 0,0 0 0 0,-1-4-2 16,8 0-4-16,0-2 1 0,-1-2 1 15,1-3 0-15,6-3 0 0,-7 3 0 0,7-9 5 16,-6 6-3-16,6-8-4 0,-7 0 1 15,1 1 3-15,0-2-1 0,-7-5 1 0,7 2 2 16,-8-4 0-16,2-4 1 0,-8 6-1 16,0-5 3-16,1 0-1 0,-7 4 1 15,-7-1 0-15,1 5 0 0,0-1-2 0,-8 5-3 16,-6-3-2-16,8 6-2 0,-8 4 0 16,1 3-2-16,-1 0 2 0,0 3 0 0,1 1-2 15,6 7 4-15,-6 0-2 0,5 4 0 16,2 0-1-16,5 3 1 0,1 4-5 0,-1-4 0 15,0 4 4-15,7-4 2 0,0 1 1 16,0-1 1-16,7 0 4 0,0-7 0 0,6 4-1 16,-7-4-1-16,7-4-2 0,0-3 0 15,0 3 1-15,0-7-1 0,6 0 2 16,-5-3 9-16,6-1 7 0,-8-3 12 0,1 0 9 16,0-1 10-16,0-3-33 0,-7 1-19 15,8-5 0-15,-8 4 0 0,1-4 0 0,0-1 0 16,-1 2 0-16,-6 3 0 0,6 4 0 15,-6 0 0-15,0-1 0 0,0 5 0 0,0-1 0 16,0 0 0-16,0 4 0 0,0 0 0 16,0 4 0-16,0 3 0 0,0 1 0 15,0 2 0-15,0 5 0 0,0-1 0 0,0 2 0 16,0 2 0-16,0-3 0 0,7 3 0 0,-1 1 0 16,1-1 0-16,0-4 0 0,-1 4 0 15,7-2 0-15,-6-1 0 0,6-5 0 16,-1 1 0-16,2-4 0 0,6 0 0 0,-8-2 0 15,1-2 0-15,0-3-28 0,0-3-308 16,1-2-79-16,-2 2-69 0,1-4-70 0,0-1-76 16,-6-3-78-1,-1-4-64-15,1 1-38 0,0-5-10 16,-7-2 40-16,0-1 99 0,-7 3 134 0,7-2 152 16,-7-1 177-16</inkml:trace>
  <inkml:trace contextRef="#ctx0" brushRef="#br0" timeOffset="46508.34">20508 15170 83 0,'-6'-15'215'0,"-1"-3"80"0,1 3 75 0,-7-3 26 16,7 4 20-16,-2 3 37 0,2-4 27 0,0 5 6 15,6-6-19-15,0 5-37 0,0 0-57 16,0 0-83-16,6 0-67 0,0 4-41 0,2 0-28 16,4-1-20-16,1 4-6 0,0 1-3 15,0 3 4-15,1 0-3 0,5 0-1 0,0 3 1 16,-6 1-2-16,7 0 1 0,-6 3 0 16,4 1-1-16,2 3-5 0,-7 3-8 15,7-3-9-15,-8 3-8 0,8 5-10 0,-7-4-10 16,1 3-8-16,-8 1-6 0,6 2-3 15,-4-2-2-15,-8 3-1 0,6-5-1 0,-6 3 0 16,0-2 7-16,0-4-1 0,-6 5-2 16,-2-4-1-16,2-1-1 0,-6-3 3 0,5 3-5 15,-6-3 2-15,0 0-3 0,-1-3-52 16,2 4 0-16,-2-9 0 0,2 0 0 0,-1 1 0 16,6 0 0-16,-6-4 0 0,7-4 0 15,0 0 0-15,-2-2 0 0,2-3 0 16,6-2 0-16,-6 0 0 0,12-4 0 0,-6 1 0 15,6-4 0-15,2-4 0 0,4 0 0 16,1-3 0-16,7-1 0 0,0 0 0 0,-2 4 0 16,9 0 0-16,-7 4 0 0,6 4 0 15,-7-1 0-15,7 4 0 0,-12 8 0 0,4-2 0 16,2 5 0-16,-7 5 0 0,1 1 0 0,-2 5 0 16,-6 4 0-16,1 0 0 0,6-1 0 15,-13 1 0-15,7 3 0 0,-1-4 0 16,0 1 0-16,2 4 0 0,-2-4 0 0,0-4 0 15,8 0 0-15,-8-4 0 0,7 1 0 16,0-5 0-16,0 0 0 0,-1-6 0 0,2 3 0 16,-1-8 0-16,0 1 0 0,0-4 0 15,0 0 0-15,0-4 0 0,0-3 0 0,-6-1 0 16,6-2 0-16,-1 2 0 0,-5-2 0 16,6 3 0-16,-7 3 0 0,2 1 0 0,-2 1 0 15,-6 3 0-15,6 2 0 0,-6 5 0 16,0-1 0-16,0 4 0 0,7 4 0 15,-7 7 0-15,0 4 0 0,0 3 0 0,0 4 0 16,6 7 0-16,-6 0 0 0,0 8 0 0,0 4 0 16,0 2 0-16,0 1 0 0,-6 8 0 15,-1-1 0-15,1-4 0 0,-8 5 0 0,2-8 0 16,-2 0 0-16,2-4 0 0,-8-6 0 16,7-5 0-16,-7-1 0 0,8-6 0 15,-1-3 0-15,-1-4 0 0,2-4 0 0,-2 0 0 16,-5-4 0-16,6 1 0 0,-14-1 0 15,1-4 0-15,-6 1 0 0,-1 0 0 16,-12-4 0-16,-1 0 0 0,-5-4 0 0,4 0 0 16,-4 1 0-16,-1-4 0 0,6-1 0 15,-6 1 0-15,12-1-155 0,2 1-585 0,11-5-354 16,8 2-173-16,6-1-26 0,7-3 68 16,12-2 151-16,14-2 257 0,6-4 366 0</inkml:trace>
  <inkml:trace contextRef="#ctx0" brushRef="#br0" timeOffset="47092.83">22429 14877 106 0,'-6'-11'499'0,"6"-3"121"15,-6 2 93-15,-1-6 68 0,0 4-124 16,7-5-140-16,-12 1-102 0,5-1-96 15,-6 1-71-15,0 0-55 0,-7-1-46 0,1 5-30 16,-7 3-25-16,-6 4-20 0,5 3-15 0,-5 4-5 16,-1 0-3-16,1 4-4 0,6 3-4 15,-1 4-1-15,1-1 0 0,7 2 2 16,6 2-2-16,6 6 1 0,1-3 5 0,6 1 6 16,0 5 9-16,13-2 11 0,0 1 14 15,12 0 12-15,2 4 12 0,5-1 13 16,1 1 9-16,6 0 2 0,0 0 0 0,6-1-3 15,-5 0-8-15,-7 2-11 0,-1 2-17 16,-6-4-10-16,1 1-10 0,-15 0-9 0,1-4-3 16,-13 0-6-16,0 0-1 0,-13 0-4 15,1-4-4-15,-8 0-2 0,-6-4-5 0,-1-2-3 16,1-1-4-16,-6-3-8 0,-1-5-6 16,1 0-6-16,-1-3-4 0,1-3-3 0,-1 0-6 15,1-5-5-15,5-3-37 0,-5-1-67 16,12 2-69-16,-5-5-89 0,11-3-104 0,8 3-121 15,6 1-124-15,6-4-87 0,8 0-100 16,5-1-89-16,7 4-30 0,6-3 59 16,7 3 122-16,1 0 134 0,5 1 158 0</inkml:trace>
  <inkml:trace contextRef="#ctx0" brushRef="#br0" timeOffset="48206.85">22456 15083 231 0,'26'3'427'0,"0"1"107"16,-13 3 129-16,0 0 2 0,0 1-48 15,0 2-55-15,-6-2-51 0,5 3-66 0,-5 0-95 16,0-4-63-16,-1 4-50 0,0-4-24 15,1 1-21-15,6-5-18 0,-6 0-17 16,5 2-25-16,2-5-23 0,5 0-24 0,-6 0-24 16,6-5-19-16,-5-1-15 0,5-2-7 0,-6 1-2 15,0-4 2-15,1 0 5 0,-2 0 7 16,-5-4 5-16,0-3 1 0,-7 0-5 16,0-4-5-16,0 4-9 0,-7-5-9 0,-6 5-4 15,-1 0-6-15,2-1 3 0,-8 5 1 16,1 3 2-16,-1 1 2 0,-6 1 3 0,7 6 2 15,-7 3 4-15,6 0 2 0,-6 8 4 16,0-1 7-16,6 4 4 0,-6 0 5 16,6 7 4-16,1 0 4 0,6 4 5 0,0 0 3 15,1 4 6-15,4 0 7 0,2-1 9 16,6 4 11-16,6-3 6 0,2 0 3 16,4 0 2-16,1-5-1 0,13-2-4 0,-6-1-90 15,12-3-4-15,1-1 0 0,-1-2 0 0,7-6 0 16,7-1 0-16,-1-2 0 0,2-6 0 15,4-2 0-15,8-1 0 0,-7-3 0 0,1-5 0 16,-2 0 0-16,1-1 0 0,-6-3 0 16,0-4 0-16,-8 0 0 0,-5-4 0 0,-1 0 0 15,-12-2 0-15,0 2 0 0,-7 0 0 16,0 5 0-16,-13-2 0 0,0 1 0 16,-13 4 0-16,0 3 0 0,-7 4 0 0,0-4 0 15,-5 8 0-15,-7 0 0 0,5 4 0 16,1 6 0-16,0 0 0 0,0 5 0 0,0 3 0 15,-1 3 0-15,9 1 0 0,-2 3 0 16,7 4 0-16,-1 0 0 0,8 0 0 0,0 0 0 16,6-3 0-16,0 2 0 0,0 1 0 15,6-3 0-15,8-2 0 0,-2-1 0 0,1-5 0 16,7 0 0-16,-8-4 0 0,8-3 0 16,0-4 0-16,-1 0 0 0,1-7 0 15,-7-1 0-15,7 1 0 0,-8-4 0 0,2-5 0 16,-2-1 0-16,-4-2 0 0,-2-3 0 15,0 1 0-15,1 2 0 0,-7 1 0 0,0 0 0 16,6 2 0-16,-6 6 0 0,0 2 0 16,0 1 0-16,0 0 0 0,0 3 0 0,7 4 0 15,-7 4 0-15,0 3 0 0,0 0 0 16,7 8 0-16,-1 1 0 0,0 1 0 0,0 2 0 16,8-1 0-16,-1 4 0 0,7 0 0 15,-8 0 0-15,8-5 0 0,0 6 0 0,-1-1 0 16,7-4 0-16,-6 1 0 0,6-5 0 15,-7-3 0-15,7-3 0 0,-6-2 0 16,-1-2-309-16,-5-4-164 0,5 0-59 0,-6-7-42 16,0 4-38-16,0-8-25 0,-6-4-7 15,-7 0-5-15,6-2 34 0,-6-2 69 0,0-3 98 16,-6-8 111-16,6 5 122 0,-7-5 133 16,-6 1 123-1,6 4 109-15,1-5 113 0,-7 8 125 0,6-3 79 16,1 6 38-16,0-3 2 0,-1 8-25 15,0-4-60-15,7 2-96 0,0 5-71 16,7 1-58-16,0-1-41 0,-1 3-24 16,7 5-12-16,0 3-5 0,6 0 3 0,1 7 7 15,0 0 13-15,6 4 5 0,-7 7 1 0,7-2-6 16,-6 5-13-16,-1 1-11 0,-5 4-21 16,5-1-16-16,-12 1-10 0,5 0-3 0,-12 3-1 15,0-4-1-15,0 5 3 0,-6-4 0 16,-7-1 0-16,0 1 0 0,-1-3 1 15,2-6 6-15,-1 2 10 0,-7-5 22 0,14-3-12 16,-8 1-92-16,8-9 0 0,0-3 0 0,-1 0 0 16,1-8 0-16,-1 1 0 0,7-4 0 15,7-7 0-15,-1 0 0 0,1-4 0 0,5-7 0 16,2-1 0-16,-1-3 0 0,6 0 0 16,0 1 0-16,8-2 0 0,-8 1 0 15,1 8 0-15,-1-1 0 0,1 4 0 0,-7 3 0 16,7 5 0-16,-8 0 0 0,2 6 0 15,-2 4 0-15,-5 1-125 0,6 3-403 16,-6 7-167-16,5-4-186 0,-4 5-198 0,4 3-49 16,2-3 37-16,-2 3 97 0,1-4 167 15,1 4 233-15</inkml:trace>
  <inkml:trace contextRef="#ctx0" brushRef="#br0" timeOffset="48909.8">24410 14943 70 0,'6'-14'660'0,"1"3"164"0,-7-8 111 0,0-3 82 16,-7 4-33-16,1-4-253 0,-1 3-208 16,-6 1-127-16,0 4-80 0,0-1-53 0,-7 4-38 15,-5 3-29-15,5 1-18 0,-6 7-17 0,-1 0-10 16,1 7-8-16,-6 5-9 0,13 6-4 16,-7 4-2-16,-1 7-102 0,7 4-26 15,2 0 0-15,4 7 0 0,8 1 0 0,-1 2 0 16,7-2 0-16,7-1 0 0,6 4 0 15,0-7 0-15,-1 0 0 0,15-5 0 16,-7-2 0-16,6-5 0 0,0-2 0 16,7-6 0-16,-1-2 0 0,1-7 0 0,5-1 0 15,-5-7 0-15,6 0 0 0,-7-7 0 0,8-1 0 16,-8-2 0-16,-5-6 0 0,-2 2 0 16,1-8 0-16,0 0 0 0,-6-7 0 0,-7-4 0 15,7-4 0-15,-8-3 0 0,2-4 0 16,-8-4 0-16,7 1 0 0,-6-1 0 0,-7 1 0 15,6 6 0-15,-6-3 0 0,0 8 0 16,-6 2 0-16,6 5 0 0,-7 3 0 0,7 1 0 16,-6 7 0-16,6-1 0 0,0 8 0 15,-7 1 0-15,7 2 0 0,0 0 0 0,0 8 0 16,0 0 0-16,0 11 0 0,7 1 0 16,-7 10 0-16,6 3 0 0,1 9 0 0,-1 5 0 15,1 6 0-15,-1 2 0 0,0 1 0 16,8 4 0-16,-1-2 0 0,-7 1 0 15,1-2 0-15,-1-2 0 0,1-3 0 0,-7-4 0 16,0 0 0-16,0-7 0 0,-7-4 0 16,7-2 0-16,0-9 0 0,0-4 0 0,-6 1 0 15,6-7 0-15,0-5 0 0,0-3 0 16,6 47 0-16,-6-16-630 0,7-14 797 16,-1-9-182-16,0-67 87 0,8 4-178 15,6 0 108-15,-8 7-57 16,8 4 79-16,6 5-59 0,0 5 65 15,0 8 8-15,0 4-102 0,7 12 43 16,-1 2 38-16,1 8-16 16,-1 8 39-16,-6 7-6 0,1 2-28 15,-7 9 47-15,-2 0-162 0,-4 3 81 16,-8-3 14-16,1 3 33 16,-1-3-66-16,-6-5 26 0,0-2-314 15,-6-1-583-15,-1-3-1068 16,1-4 565-16</inkml:trace>
  <inkml:trace contextRef="#ctx0" brushRef="#br0" timeOffset="49768.98">26878 14665 598 0,'0'-41'825'0,"-13"-11"89"15,-6-2 53-15,-8-5 32 0,-11-3-354 16,-2 0-289-16,-12-1-156 0,0 1-88 16,0 4-52-16,-13-1-31 0,0 7-15 0,0-2-4 15,-14 6-4-15,-5 0 1 0,-14 1-7 16,-6-1-3-16,-7 0-1 0,-13 5 1 0,-12-1-2 15,-14-1 5-15,-13 1 19 0,-13 0 28 16,-13 1 21-16,-6-1 22 0,-20 4 21 0,0 3 20 16,0 4 12-16,-13 4-4 0,6 4 3 15,1 6-9-15,-6 4-12 0,-2 5-24 0,2 2-18 16,-8 4-20-16,-6 4-26 0,-7 0-10 0,-12 7-6 16,-7 5-7-16,-1-2-2 0,-4 12-2 15,4 0-1-15,-5 4-10 0,5 7 5 16,8 0 1-16,-1 8-6 0,8-2 4 0,-8 9 1 15,14 0 8-15,6 6-4 0,12 5 10 0,14 5 8 16,14 0 6-16,12 6 9 0,13 7 9 16,20-4 14-16,20 1 4 0,5 2 8 0,20 2 1 15,7 2 0-15,20 4-7 0,-1 0-11 16,20 8-9-16,6 0-17 0,7 7-9 16,13-4-4-16,13 8-2 0,13 3-4 0,13-1-7 15,6 2 2-15,21 3 1 0,5 0-1 16,13-4 5-16,14 0 2 0,12 1 6 0,20-1-3 15,14 0-3-15,19 0-4 0,12-3-7 16,14-5 5-16,13-2 7 0,7-5 7 0,12-5 15 16,7-6 10-16,12 1-23 0,8-9-22 0,-1 2 0 15,14-8 0-15,-1-4 0 0,7-3 0 16,0-8 0-16,7 0 0 0,6-7 0 0,-1-7 0 16,1-1 0-16,7-6 0 0,-7-4 0 15,20-5 0-15,-1 2 0 0,7-9 0 0,7-3 0 16,-8-7 0-16,14-1 0 0,-12-6 0 0,5-8 0 15,-5 0 0-15,-2-4 0 0,1-7 0 0,-7-7 0 16,-5 0 0-16,-7-8 0 0,-7-3 0 0,-7-4 0 16,-6-8 0-16,-13-3 0 0,-1-3 0 15,-18-5 0-15,-7-2 0 0,-7-1 0 0,-13-8 0 16,-13-3 0-16,-6-7 0 0,-12 0 0 16,-15-4 0-16,-13-3 0 0,-11 2 0 0,-28-6 0 15,-6 1 0-15,-26-10 0 0,-13-3 0 16,-19-1 0-16,-20-10 0 0,-26-3 0 0,-26-7 0 15,-33-7 0-15,-26-5 0 0,-32-3 0 16,-33 1 0-16,-26 2 0 0,-32 5 0 0,-27 10 0 16,-19 0 0-16,-19 16 0 0,-2 6 0 0,-11 15 0 15,-7 11 0-15,0 7 0 0,-7 16 0 16,-6 6 0-16,0 11 0 0,0 15 0 0,-1 8-248 16,7 14-499-16,14 7-299 0,7 8-181 15,11 6-30-15,26 5 59 0,15 0 142 0,19 7 251 16,25-4 316-16</inkml:trace>
  <inkml:trace contextRef="#ctx0" brushRef="#br0" timeOffset="69038.84">7756 3466 2 0,'7'-7'185'0,"-7"-1"19"15,6 0-35-15,-6 1-37 0,6 0-27 16,-6-1-18-16,8 6-16 0,-2-7-12 16,-6 6-11-16,6-2-8 0,1 2-8 0,0 0-5 15,-1 3-6-15,0 0-1 0,7 3-3 16,-6 0 3-16,0 2 3 0,5 2 4 15,-5 4 2-15,0 3-2 0,5 1 2 0,-5 4-3 16,0-1-4-16,-1 4-6 0,1 0-3 16,-7 0-2-16,6 3-2 0,-6 2-2 0,6-2 1 15,-6 4 1-15,0-3-3 0,0-1 1 16,0 1 0-16,0 0 4 0,-6-1 0 0,6-3 4 16,-6 4 3-16,-1-8 6 0,-6 1 0 15,6-1 5-15,1 1 7 0,-7-4 3 16,6-5 8-16,-5 0 2 0,-2 2 4 0,8-5 0 15,-7-3-3-15,0-1-1 0,6 1-5 16,-5-4-3-16,4 0-4 0,2-7-5 0,-7 3-8 16,7-3-6-16,-1-5-7 0,0 2-4 15,7 0-5-15,0-2-2 0,0-3 0 16,7 8-2-16,0-3-1 0,-1 2-1 0,1 0 0 16,5 4 1-16,2 1-1 0,-1 3 0 15,0 3 4-15,6 1 0 0,-5 4 0 0,5 0 0 16,-6 2 0-16,0 1 2 0,0 0-1 15,6 4-1-15,-5-1 1 0,-2-2-1 0,2 2 2 16,-1-3 0-16,-1 3 0 0,2-3-1 16,-2-3 0-16,2-2 1 0,-1 2-1 15,0-3 0-15,0-1-1 0,-1-4-1 0,2 0-17 16,-1-4-33-16,0-1-67 0,0 2-84 16,0-2-113-16,-6-1-60 0,5-2-15 0,-5 2 15 15,6-6 59-15</inkml:trace>
  <inkml:trace contextRef="#ctx0" brushRef="#br0" timeOffset="70069.83">13070 3748 125 0,'8'3'186'15,"-8"5"-9"-15,0-1-49 0,6 0-37 0,-6 4-14 16,0 0-11-16,0 1-2 0,6-2-5 16,-6 1-3-16,0 0 2 0,7 0 0 0,-7 0 8 15,0-1 2-15,6 3 1 0,-6-6 3 16,0 0 5-16,0 0-2 0,0-3-4 0,7 0 4 15,-7-1 13-15,0 1 15 0,0-4 15 16,0 3 18-16,0-3 8 0,0 0-2 0,0 0-16 16,-7-3-21-16,7-1-27 0,0-3-22 15,0 3-17-15,-6-3-14 0,6-4-5 16,0 3-2-16,0-3-2 0,0 0-5 0,6 0-4 16,-6-3 1-16,7 3-5 0,-1 0-1 15,1-1-3-15,-1 2 0 0,1 2-3 0,0 1-2 16,-1 4 6-16,7-4 0 0,0 7-2 15,-7-4 4-15,7 4 1 0,1 4 0 16,-2 3-3-16,2-4-2 0,-2 8 1 0,2-4-4 16,-8 4 3-16,7 0 0 0,-7 4-2 15,2-4 2-15,-2 4 1 0,0-5 1 0,0 5-3 16,1-3 1-16,0-2-1 0,-7 2 2 16,6-2 4-16,-6-2-3 0,7-1-6 15,-7 0-21-15,0-4-28 0,0 2-61 0,0-1-90 16,0-4-129-16,-7 0-100 0,7 0-36 15,-6-4 1-15,-1-4 43 0,0 1 78 0</inkml:trace>
  <inkml:trace contextRef="#ctx0" brushRef="#br0" timeOffset="76100.39">19480 1444 140 0,'0'-8'332'0,"0"0"47"0,0 5 42 15,-7-5-38-15,7 2-32 0,0 2-47 0,-7-1-18 16,7 2-20-16,0-1-37 0,0 1-51 0,0 3-39 15,0 0-43-15,0 3-26 0,0 1-11 16,0 4 7-16,7-1 13 0,-7 4 6 0,7 3 10 16,-7 1 0-16,6 7-9 0,0-4-10 15,-6 8-6-15,7 0 2 0,-7-1-11 0,6 0 1 16,-6 5-5-16,7-4-8 0,-7-1-15 16,0 1-6-16,7-4 8 0,-7-1 6 0,6-1 3 15,-6 2 8-15,0-8 8 0,0 1 10 0,0-5 7 16,0-2 9-16,0-1 25 0,6 1 19 15,-6-8 20-15,0 3-6 0,0-3-6 0,-6-3-17 16,6-5-26-16,0 1-26 0,-6-4-22 0,6-4-14 16,-7 1-5-16,7-4-11 0,-7-4-4 15,7 0-6-15,-6-1-1 0,-1-2-4 0,7-1-8 16,0 0-2-16,0 1 7 0,0 0-1 0,0 3-1 16,7-4 4-16,-7 4 1 0,6 0 7 15,1 0-7-15,0 4 0 0,5-5 3 0,-5 6-2 16,6-2 1-16,0 1-2 0,7 2-4 15,-8-1 0-15,8 2-4 0,-7 4 5 16,7 0 1-16,-8 1-1 0,8 2 12 0,0 0-5 0,-7 4-8 16,7 4-3-16,-8 0 1 0,8 0 1 15,-7 4-7-15,7 4 2 0,-8 2 13 16,8 2-5-16,-7-1-2 0,0 3 2 0,-6 1 4 16,5 3 3-16,-4 0 0 0,-2 0 2 0,0 1 10 15,0 4 6-15,1-2 1 0,-7 2-2 16,7-2 2-16,-7 1 9 0,6-1-1 0,-6 2-3 15,0-2 2-15,0-2 0 0,0-1-6 16,0 1-1-16,0-1-4 0,0-3-3 0,7-1 1 16,-7-3-3-16,0 0 0 0,0 1-3 0,0-5 3 15,0-3 5-15,0 3 3 0,0-3 12 16,0-1 15-16,0 1 10 0,0-4 9 0,0 4 11 16,0-4 0-16,0 0-4 0,0 0-9 15,0 0-11-15,0 0-13 0,0 0-17 0,0 0-8 16,0 0-8-16,0 0-7 0,0-4-1 15,0 4-4-15,0 0-3 0,0 0-1 0,0-4 4 16,0 4 1-16,0 0 2 0,0-3-1 16,0 3 1-16,0 0-1 0,0 0 1 0,0 0 1 15,0 0-9-15,0 0 6 0,0-4 2 0,0 4-4 16,0 0-3-16,0 0-6 0,0-5 0 16,6 5 2-16,-6 0 0 0,0-2 2 0,0 2 4 15,0 0 5-15,0-4 3 0,0 4-1 0,0 0-1 16,0-4 0-16,0 4-9 0,0 0 2 15,0 0 0-15,7-3-4 0,-7 3 2 16,0 0 6-16,0 0 4 0,0 0-1 0,0 0-1 16,0 0-5-16,0 0 4 0,0 0-6 0,0-4-7 15,0 4 1-15,0 0 7 0,0 0 4 16,0 0-4-16,0 0 3 0,0 0 4 0,0 0-2 16,0 0-6-16,0-4-1 0,0 4 2 15,0 0-1-15,0 0 2 0,0-4 4 0,0 4 2 16,0 0 0-16,0 0-2 0,0 0-3 0,0-2 1 15,0 2 0-15,0 0 1 0,0 0-2 16,0 0 0-16,0 0 0 0,0 0 3 16,0 0 1-16,0 0-8 0,0 0 4 0,0 0 0 15,0 0 1-15,0 0-1 0,0 0-4 0,0 0 7 16,0 0-3-16,0 0-4 0,0 0 1 16,0 0-2-16,0 0 5 0,0 0 0 0,0 0 1 15,-7-5 0-15,7 5 0 0,0 0 1 0,0 0-5 16,0 5-1-16,0-5 0 0,0 0 2 15,0 0 2-15,0 2-4 0,0-2 4 0,0 0 1 16,0 0 1-16,0 0-1 0,0 4-2 16,0-4 1-16,-6 0-1 0,6 0 0 0,0 0 0 15,0 0 1-15,0 0 0 0,0 4 0 0,0-4 1 16,0 0-2-16,0 0 1 0,0 0-1 16,0 0 3-16,0 0-6 0,0 0 5 15,0 0 2-15,0 0 0 0,0 0-1 0,0 0-7 16,0 0 7-16,0 0-6 0,0 0-4 0,0-4-19 15,0 4-23-15,0-4-36 0,0 2-44 16,0 2-57-16,0-5-65 0,6 1-64 0,-6 1-92 16,0-1-113-16,0 4-134 0,7-4-136 15,-7 4-94-15,0 0-2 0,7 0 67 0,-7 0 128 16,0 4 166-16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44:06.39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1953 1187 9 0,'0'-4'236'16,"0"4"47"-16,-6-3 17 0,6-1-15 0,0 4 17 15,-7-5-6-15,7 3-5 0,0-3 7 0,-6 2 25 16,6 3 12-16,0-3-5 0,-6-2-13 0,6 5-16 15,-8-3-22-15,8 3-48 0,-6 0-43 0,6 0-29 16,0 0-27 0,0 0-21-16,0 0-26 0,-6 0-1 0,6 8 4 15,0-2 9-15,-7 1 13 0,7 9 15 0,-6-2 16 16,6 5-8-16,-7-1-6 0,7 4-9 0,0 0-9 0,-6 4-11 16,6-1-11-16,-7 0-14 0,7 1-8 0,0 1-14 15,-6 1-12-15,6-2-5 0,0 0-8 16,-7-4-2-16,7 0-10 0,0 0-2 0,-7-4-2 15,7-4-3-15,0 1-2 0,0 0-1 0,0-4 0 16,0-3-2-16,-6-1 0 0,6 0-2 16,0-3 1-16,0-1-5 0,0 1-5 0,-6-4-4 0,6 0-8 15,-7 0-36-15,7-4-62 0,-7 4-85 16,7-7-112-16,0 3-142 0,-6-3-152 0,6-1-132 16,0 1-126-16,0-4-14 0,6 0 65 0,-6 1 115 15,0-6 146-15,7 2 162 0</inkml:trace>
  <inkml:trace contextRef="#ctx0" brushRef="#br0" timeOffset="333.34">1947 1198 220 0,'-7'-4'319'0,"1"-3"41"0,0 3 9 0,-8-3-53 0,8 2-43 15,-1 3-30-15,1 2-12 0,-1-5-9 0,1 5-7 16,-1-3 0-16,1 3 2 0,6 0 2 0,0 0-5 16,-7-3 6-16,14 3-7 0,-7 0-17 15,6 0-20-15,1 0-19 0,6 0-12 0,0-5-27 16,7 2-24-16,-1 3-21 0,7-4-15 0,0 2-9 16,0-3-8-16,0 2-13 15,0-6-6-15,6 6-2 0,-6 0-7 0,1-5-4 0,-1 5-3 16,-6 0 1-16,6-2-1 0,-7 2-1 0,-6-1-2 15,0 0-6-15,0 4-4 0,-6 0-6 0,-1 0-5 16,0 0-25-16,-6 4-64 0,-6 0-101 0,6-1-111 16,-6 2-125-16,-8 1-121 0,8-2-92 15,-7 6-54-15,0-1 40 16,0-1 82-16,-7 1 110 0,8-1 116 0</inkml:trace>
  <inkml:trace contextRef="#ctx0" brushRef="#br0" timeOffset="598.12">1947 1374 40 0,'-7'7'300'0,"1"0"53"16,-8-3 47-16,8-1-23 0,6 1-41 15,-6-1-10-15,-1 2 8 16,7-5 10-16,0 4 10 0,0-1-6 0,0-3-23 0,0 0-39 16,7 0-55-16,-1 0-47 0,0-3-45 0,8 3-34 15,-8-4-20-15,14 4-14 0,-7-5-11 0,7 2-12 16,-1-1-7-16,1 1-7 0,6-1-9 15,-7 0-6-15,1 1-6 0,-8 3-9 0,8-4-4 16,-6 1-3-16,-2 3-3 0,1 0-8 0,-6-4-7 16,-1 8-7-16,1-4-48 0,-7 0-99 0,0 3-124 15,-7 1-134-15,1-1-130 0,-7 5-154 16,0-5-41-16,-1 4 55 0,2 2 99 0,-8-3 127 16</inkml:trace>
  <inkml:trace contextRef="#ctx0" brushRef="#br0" timeOffset="848.33">1875 1601 169 0,'-6'11'349'0,"-1"-8"45"0,7 5 50 0,0-1-57 0,0-4-62 15,0 2-29-15,7-2 8 0,-1 4 11 16,1-3 2-16,6 0-6 0,0-1-20 0,7-3-28 16,-1 4-42-16,1-4-37 0,6 0-35 0,-7 0-22 15,7 0-13-15,0 0-7 0,0-4-11 0,0 1-6 16,-7-1-9-16,8 0-10 0,-8 1-16 15,0-1-17-15,-5 1-9 16,-1-2-12-16,0 5-9 0,-7-3-6 0,1-1-11 0,-7 4-6 0,6-3-8 16,-6 3-21-16,0 0-56 0,0-4-95 0,-6 4-104 15,6 0-124-15,0 0-131 0,-7 0-111 16,7 0-79-16,0 0 22 16,0-4 76-16,0 4 109 0,0-3 127 0</inkml:trace>
  <inkml:trace contextRef="#ctx0" brushRef="#br0" timeOffset="1146.26">2539 1439 205 0,'7'-7'421'0,"-7"-4"58"0,7 4 53 0,-7 0-14 16,6-1-79-16,-6 1-59 0,0 3-36 0,0 0-29 16,0 1-37-16,0-1-68 0,0 4-54 0,-6 0-57 15,6 0-51-15,-7 0-20 16,7 4-13-16,-7 3 11 0,1 0-1 0,-7 0 15 0,7 5 26 15,-8 2 6-15,8 2 9 0,-7 2 7 0,0 0 3 16,0 0-8-16,7 0-15 0,-8 4-9 0,2-3-12 16,4 2-6-16,-4-3-10 0,5 1-13 15,1-1-4-15,-1-3-2 0,0 0 0 0,7-1-7 16,-6-3-5-16,6 0 2 0,0-3-2 0,0-1-5 16,0-2 0-16,0-3-3 15,0-2-9-15,0 0-58 0,0 0-95 0,0-2-117 0,0-7-134 16,0 2-142-16,0 0-138 0,0-7-59 0,0 2 37 15,0-2 87-15,0-4 118 0,0-1 134 0</inkml:trace>
  <inkml:trace contextRef="#ctx0" brushRef="#br0" timeOffset="1415.58">2350 1428 308 0,'-6'-7'398'0,"6"0"59"0,0 4 35 0,0-6-68 0,0 6-62 0,0-1-45 15,0 4-41-15,0-3-41 0,0 3-35 16,0 3-18-16,6 1-4 0,2-1-11 0,-2 6 8 15,6 1 8-15,-5 1 2 0,6 3-7 0,0 2-23 16,-7-2-12-16,14 4-18 0,-13-3-12 0,6 3-14 16,0 1-22-1,0-1-11-15,-6-4-10 0,5 4-11 0,2-2-13 16,-2-2-6-16,-5 1-6 0,6-4-7 0,-6 0-6 16,-1 0-3-16,0-3 2 0,2 2-7 0,-2-3 1 15,0-3-2-15,-6 3-6 0,6-3-3 0,-6-4-22 0,0 5-58 16,7-3-106-16,-7-2-124 0,0 0-137 0,7 0-150 15,-1 0-128-15,-6-2-59 0,7 2 41 0,-1-5 93 16,8 5 123 0,-2-4 146-16</inkml:trace>
  <inkml:trace contextRef="#ctx0" brushRef="#br0" timeOffset="1927.21">2930 1578 211 0,'6'-11'393'0,"-6"1"50"0,0-1 38 16,0 0-56-16,0-4-84 0,0 4-49 15,-6-4-28-15,0 4-24 0,6 1-22 0,-6-1-21 0,-1 0-22 16,0 4-37-16,1-1-34 16,-1 0-21-16,-6 1-14 0,6 3-20 0,-5 1-18 0,-2 0-6 15,2 3 1-15,5 0 13 0,-6 0 8 0,0 3 1 16,-1 0 16-16,2 5-1 0,6-1-3 16,-8 5-10-16,1-2-2 0,7 5 6 0,0-1-9 15,-2 1 4-15,8 3-1 0,-6 1 2 0,6-5 0 16,0 4-4-16,6 1 0 0,-6-4-2 0,0 3 1 15,8-4-7 1,-2-2-3-16,7 2-4 0,-7-3-3 0,8-4-2 0,-8 1 4 0,6-1 1 16,2-3-3-16,-1-1 4 0,0-3-2 0,0-3-6 15,7 3-8-15,-8-8-1 0,2 5 1 0,-1-5-1 16,-7 1 4-16,8 0 4 0,-8-4 7 0,0 0 1 16,0-4 0-16,2 4 7 0,-2-3 5 15,0-1 6-15,-6 0 3 0,7 5 3 0,-7-5 4 16,0 7-3-1,0-3-7-15,0 4-3 0,0 0-6 0,0 3-5 0,0 0-6 0,0 1-2 16,0-1-8-16,0 4-9 0,0 0-3 0,0 0-6 16,0 4-1-16,0-1-3 0,0 5 1 0,0-1 1 15,0 4 3-15,0 0 1 0,6-1 0 16,-6 2-2-16,7 2 0 0,0-3 1 0,-1 4 0 16,0-4 2-16,0 0-3 15,2 4 2-15,-2-4-1 0,0-4 0 0,1 4-6 16,0-4-4-16,-1 4-6 0,1-3-7 0,-7-5-35 0,12 5-75 15,-5-5-111-15,0 1-142 0,-1-4-141 0,0-4-143 16,1 4-96-16,0-3-65 0,-1-5 42 0,1 1 104 16,-1 0 129-16,-6-4 139 0</inkml:trace>
  <inkml:trace contextRef="#ctx0" brushRef="#br0" timeOffset="2693.72">3139 1571 278 0,'0'-10'359'16,"-7"-2"51"-16,7 5 5 15,0-4-47-15,-7 4-43 0,7-1-35 0,0 1-12 0,-6 0-8 0,6 3-10 16,0 0-20-16,0 1-28 0,0 0-32 15,0 3-35-15,0 0-34 0,6 0-25 0,-6 3-14 16,7 0 7-16,-7 5 15 0,7-1 14 0,-7 4 9 16,6-4 0-16,0 8-7 0,2-5 6 0,-8 5-11 15,6 1-7 1,-6-3-1-16,6 3-5 0,-6-2 1 0,7 1-11 16,-7 0-10-16,0-1-8 0,6-2-12 0,-6 2-3 0,0-3-7 0,0 1-15 15,7-6-4-15,-7 2-3 0,0-1-1 0,0-1 1 16,0-1 2-16,0-1 11 0,0-4 7 15,0 3 2-15,-7-3 4 0,7 0-1 0,0-3-6 16,-6-1-10-16,6-1-9 0,-7-1-7 0,1-5-5 16,0 1-6-16,6-2-2 0,-8-3-3 15,8 0 0-15,0-3 3 0,0 4-4 16,0-1 2-16,0 0 3 0,0 4 1 0,8-7-2 0,-8 3 0 16,6 5 2-16,0-5-2 0,-6 4-2 15,7 0 2-15,-1 3-1 0,7-3 4 0,-6 8-3 0,5-5 0 16,-4 2 1-16,-2 1-4 0,7 5 2 15,-6-3-3-15,5 3 1 0,-5 3 0 0,6-3 3 16,-6 8 1-16,5-5-2 0,-5 8 1 0,6-3 0 16,-7 3 3-1,7 3-3-15,-6-3 0 0,0 4 2 0,-1-1 4 0,0 2 0 0,2-2 2 16,-2 1 7-16,-6 3 4 0,6-7 1 0,1 4 3 16,-7 0 1-16,0-5 3 0,6 1-4 0,-6 0 0 15,0-4 0 1,0 1-4-16,0-1-1 0,0 1-1 0,0-6 5 15,0 3 5-15,-6-5 6 0,6 4 5 16,0-4 1-16,-7 0 2 0,7-4-8 0,-6-1-11 16,6 3-11-16,-6-6-6 0,6 1-3 0,-8-3-2 0,8-2-1 0,0 1 1 15,-6-8-2-15,6 5 2 0,0-1-2 0,6-3-1 16,-6 3-5-16,8 1 5 0,-8-1 7 16,6 4 0-16,0-3-3 0,1 2-5 0,-1 1 8 15,1 0-3-15,6 4 0 0,-7-4-1 16,8 7 0-16,-2-3 2 0,-5 0 0 0,6 4-4 15,0 3-1-15,-7 0 2 16,8 0-1-16,-8 3 4 0,7 0-2 0,-6 5 3 0,5 3-2 16,-5 0 2-16,-1 3 0 0,1-3 1 0,0 7-2 15,-7-2 3-15,6-3 5 0,-6 3 3 16,6 2 1-16,-6-3 1 0,0-1 1 0,8 1 2 16,-8-1-1-16,0-3-5 0,0 4 0 0,0-4-2 15,0-3-3-15,0 3-7 0,0-4-7 16,0 0-3-16,0 1-10 15,0-5-38-15,0 1-59 0,6 0-80 0,-6-4-115 0,0 0-154 16,6 0-145-16,0-4-137 0,1 0-106 0,0 1-46 16,6-5 53-16,-7 1 121 0,8-4 135 15,-8 0 166-15</inkml:trace>
  <inkml:trace contextRef="#ctx0" brushRef="#br0" timeOffset="2967.25">3770 1552 296 0,'-6'-10'434'0,"6"3"68"0,0-1 70 15,-7 1-43-15,7 0-72 0,0 3-61 0,0 0-44 16,-6 1-47-16,6 3-59 0,0 0-57 16,6 3-31-16,-6 1-16 0,7 0 3 0,-7 7-1 15,6-4 16-15,1 8 4 0,0 0-16 0,-1 2-11 16,0 1-11-16,0 5 3 0,-6-1-12 16,8 4-11-16,-8-5-14 15,6 5-16-15,-6 0-17 0,0-4-19 0,6 4-15 16,-6-1-10-16,0-3-3 0,0 0-3 15,0 0-4-15,0-3-3 0,0-4 1 0,0-5-1 0,-6 1-2 16,6 0-5-16,0-4-3 0,0-3-7 0,0 0-23 16,0-1-45-16,-6-3-76 0,6-3-108 0,-8-1-133 15,8-7-159-15,-6 0-143 16,0-4-134-16,-7 1-17 0,6-8 60 16,1 0 110-16,-1 0 152 0</inkml:trace>
  <inkml:trace contextRef="#ctx0" brushRef="#br0" timeOffset="3265.79">3699 1542 264 0,'0'-11'387'16,"0"0"52"-16,6 0 11 0,-6 0-56 15,14 1-55-15,-8 2-36 0,6-3-9 0,2 4 1 16,5 3-3-16,1-3-7 0,0 2-20 0,-1 3-29 16,1 2-36-16,6 0-30 0,-7 0-23 15,1 2-17-15,-8 3-13 0,8-2-7 0,0 5-12 16,-7-1-7-16,0 4 3 0,0 0-2 0,-7 3-1 15,8 1 1-15,-14-4-2 0,6 7 2 16,-6-3-5-16,0-1-3 0,-6 2-8 16,-2-2-15-16,-4 1-10 0,-1-5-12 0,0 5-7 0,0-4-10 15,-7 0-6-15,0-4-6 0,1 4-3 0,-1-3-7 16,1-1-9-16,0-3-4 0,6-1-5 0,-7 1-36 16,6-4-62-16,2 0-95 0,-1 0-144 0,6-4-158 15,1-3-180-15,-1 0-161 0,7-1-40 0,0 2 44 16,0-6 117-16,7-2 146 0,-1 3 175 15</inkml:trace>
  <inkml:trace contextRef="#ctx0" brushRef="#br0" timeOffset="3849.46">4083 1344 294 0,'13'-11'481'15,"-7"-1"73"-15,1 2 70 0,6 3-25 0,-6-1-95 16,-1 1-80-1,-6 4-57-15,6-1-53 0,-6 0-58 0,7 0-59 0,-7 4-44 0,7 4-34 16,-7-4-19-16,6 8-8 0,-6 0-1 16,6-2-1-16,-6 9 1 0,8-4-3 0,-8 7-10 15,0 1 1-15,0-1 10 0,0 3 11 0,0 5-7 16,0 0-2-16,0 0-4 0,0-1-5 16,0 1-3-16,6 0-7 0,-6 0-4 0,0-5-2 15,6 1 0 1,1 0 4-16,-1-3-6 0,1-1-1 0,-1-4-1 0,7 1-4 0,-7-4-2 15,8-3-5-15,-8-1-10 0,8-3-9 16,-8-2-7-16,7 3-7 0,0-10-4 0,0 3-7 16,0-2-1-16,0-3-5 0,0-1-2 15,-7 2 0-15,8-6 1 0,-8 1-1 0,8 0-2 16,-14-4 2-16,6 1 1 16,-6-1 0-16,6 4 0 0,-6-4-2 15,-6 4 0-15,6 3 0 0,-6 1 1 0,-2 1-3 0,2-2 1 0,0 4 3 16,-1 0 0-16,-6 4 0 0,6 0 0 15,-5 0 1-15,5 4 0 0,-6 3 0 0,7 1-1 16,-1 0 1-16,0 2 2 0,1 1-1 16,-1 4 1-16,1-4-1 0,6 0 6 0,0 4 3 15,0-5 4-15,0 1 6 0,0 4 7 16,0-4 8-16,6-4 5 16,1 5 5-16,-1-5 1 0,8-1-2 0,-8-1-1 0,7 2-5 0,0-3-3 15,6-4-3-15,-5 4-7 0,6-4-3 16,-8 0-6-16,8-4-6 0,-1 4-4 0,-5-4-5 15,-2 4-1 1,1-3-4-16,0-1-3 0,0 4-4 0,-6-5-7 0,0 3-23 0,-1 2-62 0,0-4-93 16,-6 0-118-16,7 1-169 0,-7-1-182 0,7 0-177 31,-1-2-153-31,7 1-17 0,0 5 61 0,6-4 142 0,1 1 169 0,6 3 195 16</inkml:trace>
  <inkml:trace contextRef="#ctx0" brushRef="#br0" timeOffset="4271.39">5092 1527 162 0,'7'-11'487'0,"-7"0"88"0,7 4 93 16,-1 0 58-16,0-1-105 0,-6 1-109 0,7 0-78 16,-7 3-54-16,0 1-72 0,0-1-78 15,7 4-57-15,-7 0-40 0,0 0-26 0,-7 7-15 16,7 1 0-16,0 2 11 0,-7 5 4 0,1 0 3 15,0 3 1-15,-1 3-6 0,-6 2-6 0,0-2-8 32,7 2-7-32,-8-1-12 0,2 0-9 0,-2 0-8 0,2 0-7 0,5-4-4 15,0 1 4-15,-6-5 8 0,13 1 13 0,-6-5 19 16,0 2 20-16,6-5 16 0,0 0 7 16,6-3 5-16,0 3-9 0,1-7-12 15,6 4-22-15,0-4-21 0,7 0-13 0,-8-4-19 16,8 4-9-16,-1-3-11 0,7 3-4 0,-6-4-4 15,6 4-3-15,-7-4-1 16,8 4-4-16,-1-3-2 0,-6 3 0 0,-1 0-2 0,0-4-1 16,1 4-2-16,-7 0 3 0,0 0 0 0,-6 0-3 15,-1 0-10-15,1-4-9 0,-7 4-20 0,6 0-48 16,-6 0-74-16,-6 0-85 0,6-3-100 16,-7 3-136-16,1 0-166 0,-1-4-149 15,0 1-152-15,1-2-61 16,0 2 31-16,-1 0 105 0,0-5 162 0,1 1 185 15</inkml:trace>
  <inkml:trace contextRef="#ctx0" brushRef="#br0" timeOffset="4582.75">5236 1652 152 0,'-7'-7'429'0,"1"3"74"16,-1-4 71-16,7 1 39 0,-6 0-48 0,6 3-66 0,-7 1-43 16,7 3-36-16,0-4-42 0,0 4-82 15,0 0-79-15,0 0-55 16,0 4-22-16,0-1 0 0,0 1 4 15,0 7 18-15,0 0 18 0,0 4 19 0,0-1-2 16,0 4-9-16,0 4-8 0,0 1-7 0,0-1-11 0,0 3-21 16,0 1-16-16,0 0-11 0,0-1-12 0,-6 1-13 15,6-4-12-15,0 0-6 0,0 0-10 16,6-4-14-16,-6 0-12 16,0-3-8-16,0-1-6 0,0-2-3 0,0-1-2 15,7-4 3-15,-7 0-6 0,0 0-3 0,0-2-1 0,0-2-1 16,0-3-2-16,0 4-6 0,0-4-2 0,0 0-5 15,0-4-7-15,-7 4-18 0,7-3-43 16,0-5-85-16,-6 4-102 0,0-3-149 0,6 0-198 16,0-4-245-16,0-1-212 0,0-2-51 15,6-1 35-15,0-3 114 0,7 0 187 0,0-1 249 16</inkml:trace>
  <inkml:trace contextRef="#ctx0" brushRef="#br0" timeOffset="4819">5822 1444 466 0,'0'-8'709'0,"-6"0"115"16,6 5 89-16,0-5 19 0,0 5-189 0,-7-4-200 0,7 7-143 16,0-5-103-16,-7 2-83 0,7-1-68 0,0 4-55 15,0 0-44-15,0 0-23 0,0 4-17 16,0-1-14-16,0 6-17 0,0-3-64 0,0 2-97 15,0 3-148-15,0-1-160 0,0 6-175 16,0-2-169-16,0 4-67 0,0 1 31 0,0-1 112 16,0 8 148-16,0-5 169 15</inkml:trace>
  <inkml:trace contextRef="#ctx0" brushRef="#br0" timeOffset="4973.92">5783 1791 64 0,'-6'18'391'0,"-2"-3"89"0,8 3 108 0,0-7 76 15,0 0-21-15,0 1-33 0,0-1-29 16,0-4-16-16,0-3-44 0,0 3-75 15,0-4-62-15,8 2-59 16,-8-5-66-16,6 0-63 0,-6 3-58 0,6-6-50 16,-6 3-38-16,0 0-26 0,7-5-26 0,-7 2-55 0,0-4-94 15,0 3-135-15,0-7-203 0,-7-1-226 0,7 2-235 16,0-5-85-16,-6 1 20 0,6 2 98 16,-6-2 182-16,-2 3 218 0</inkml:trace>
  <inkml:trace contextRef="#ctx0" brushRef="#br0" timeOffset="5176.54">5698 1729 456 0,'0'0'690'0,"0"0"122"0,0-4 93 0,0 4-2 16,6-4-137-16,1 4-151 0,6 0-123 0,0 0-78 15,7 0-52-15,0 0-53 0,5 4-53 16,1-4-41-16,0 0-42 0,1 0-34 0,-1 0-30 16,0 0-21-16,-1 0-19 0,1 0-16 0,-6 0-10 15,0 0-12 1,-7-4-11-16,-1 4-9 0,-4-2-8 0,4 2-13 15,-5 0-15-15,-7-5-41 0,0 5-81 0,-7 0-112 0,1-4-195 16,0 4-246-16,-8-3-308 0,-5 3-128 0,-1-4-12 16,0 0 65-16,-12 1 173 0,-1-1 242 15</inkml:trace>
  <inkml:trace contextRef="#ctx0" brushRef="#br1" timeOffset="10698.09">4051 3098 125 0,'0'-10'302'0,"0"-1"46"0,6 4 2 16,-6-5 2-16,0 2-17 0,0 3-25 0,7-5 5 16,-7 4 23-16,0 2 10 0,0 2-10 15,0-3-22-15,0 3-13 16,-7 0-34-16,7 2-48 0,0-3-50 0,0 5-49 0,0 0-15 0,0 0-16 15,0 5-2-15,0 1 9 0,-6 5 7 16,6 4 23-16,0 3-6 0,0 1-14 0,0 6-23 16,0-3-19-16,6 7-13 0,-6-3-11 15,0 0-8-15,0 3-6 0,0-4-3 0,0 1-3 16,0-1-9-16,0-2-3 0,0-1-3 16,7-4-2-16,-7 0 1 15,0-3 5-15,0-5 0 0,0 2-4 0,6-1-1 0,-6-7-2 16,0-1-14-16,0 1-37 0,-6-4-46 15,6-4-67-15,-7 1-112 0,1-7-144 0,-1-2-156 16,0-3-148-16,1 0-107 0,0-3-15 16,-8 0 67-16,8-4 122 0,-7 4 156 15</inkml:trace>
  <inkml:trace contextRef="#ctx0" brushRef="#br1" timeOffset="10948.1">3822 2989 342 0,'-6'-7'465'0,"0"-1"56"16,6 5 55-16,-8-5-55 0,8 8-122 0,0-3-76 16,8 0-47-16,-8 3-37 0,12-5-39 0,-5 5-30 15,13-4-34-15,-1 4-21 16,7-3-11-16,0 3-1 0,0-4 1 0,0 1-16 0,7 3-12 16,-7-4-8-16,7 1-8 0,-7-1-15 0,0 0-14 15,-1 1-4-15,1-1-3 0,-12 4-10 16,5-3-4-16,-6-2-7 0,-6 5-10 0,-1 0-14 15,0-4-35-15,-6 8-45 0,8-4-79 0,-16 0-97 16,8 5-115-16,-6-2-120 0,6 1-132 16,-6 3-52-16,-1-3 23 15,1-1 70-15,6 1 110 0,-7 3 122 0</inkml:trace>
  <inkml:trace contextRef="#ctx0" brushRef="#br1" timeOffset="11333.61">4721 2923 157 0,'0'-7'377'0,"0"-1"58"0,0 1 61 16,7 0-24-16,-14 3-89 0,7-7-50 15,0 8-25-15,0-4-11 0,-6 2-32 0,6-2-30 16,-7 3-33-1,7 4-26-15,-6-3-40 0,-1 3-35 0,0 0-15 16,-5 3-7-16,6 1-3 0,-8 0-7 0,8 4 3 0,-7 2 1 16,-1 1-4-16,2 7 10 0,-2 1 3 0,2 2 3 15,-2 5 1-15,1 0-3 0,1 7 0 16,5 0-14-16,0-1-3 0,1 2-3 0,0-1-2 16,6 0-2-16,0 0-5 0,0 0-4 15,6-3-8-15,0-1-7 0,1-4-9 16,0 0-3-16,5 1-3 0,1-6-5 15,-6-3-1-15,6-7-6 0,1 3 0 0,-2-3-6 16,1-3-12-16,0-3-36 0,0-4-63 0,7 0-104 16,-8-4-136-16,2 1-151 0,-1-4-157 15,-7-5-156-15,8 4-38 0,-2-6 50 0,-6 3 106 16,2-3 139-16,-2-1 159 0</inkml:trace>
  <inkml:trace contextRef="#ctx0" brushRef="#br1" timeOffset="11898.22">4858 3169 121 0,'7'-12'396'0,"-7"6"67"0,0-1 59 0,0-2 6 16,6 2-107-16,-6 4-80 0,0-1-62 15,0 4-53-15,0-4-51 0,0 4-24 16,6 4-10-16,-6 0-11 0,0 3 0 0,0 0 14 16,8 5 18-1,-8-1-14-15,6-2-13 0,-6 11-3 0,0-6-5 16,0 4-9-16,0 1-11 0,0-1-1 0,-6 4-10 0,6 0-5 15,0-3-6-15,-8 3-6 0,8-4-7 16,0-4-7-16,0 1-2 0,0 0-5 0,0-3-1 16,-6-2-3-16,6 0 6 0,0-3 12 15,0-2 19-15,0-2 21 0,0 2 19 0,0-5 11 16,0 0-3-16,0 0-11 0,0-5-18 16,0-3-30-16,0 1-26 0,0-3-21 15,0 0-13-15,0-7-8 0,0 3-4 0,0-1-7 16,0-2 0-16,0-5-1 0,6 3 1 15,-6 0-2-15,8 1-2 0,-8 0 1 16,6 0-1-16,6 3-2 0,-5 1-1 0,6-1 4 16,0 1-1-16,1 1 1 15,-2 7-1-15,8-5 0 0,-7 3-2 16,0 6 2-16,6-3 0 0,-5 1 0 0,-2 4 3 0,8 4 1 16,-7 1 0-16,0-3-6 0,-6 6-1 0,5 3 2 15,-5 0 2-15,6 1 1 0,-6-2 1 16,-7 8 6-16,6-3 0 0,0 3 0 0,-6 0-1 15,0 1 0-15,0-1 1 0,0 1 2 16,0-1 0-16,0 0-1 0,-6-4-1 0,6 5 1 16,0-9 0-1,-6 7-4-15,6-7 0 0,0 0-1 0,0-3 2 0,0 1-1 16,0 0-3-16,0-4-14 0,0-1-33 0,0-3-62 16,0 0-88-16,-7 0-133 0,7-3-177 15,0-9-208-15,0 4-218 0,-6-6-72 16,6 1 18-16,0-4 94 0,0 0 159 0,6-5 212 15</inkml:trace>
  <inkml:trace contextRef="#ctx0" brushRef="#br1" timeOffset="12239.72">5321 2974 93 0,'6'-11'442'0,"0"-4"73"15,1 5 66-15,0-1 70 16,-1 0-123-16,1 3-108 0,5 4-59 0,-5-2-42 15,6 2-34-15,1 4-46 0,-2 0-43 16,8 0-36-16,-7 4-13 0,7 2-8 0,-8 6-20 0,8-1-8 16,-7 3 4-16,0 8 8 0,0 0-6 0,-7 4 5 15,1 4 20-15,0 2 5 0,-1 5-7 16,-6-1-8-16,6 6-6 0,-6-3-16 0,-6 5-22 16,0-3-14-16,-1-1-7 0,0-4-12 15,1 1-9-15,-7-8-4 0,6 1-2 0,1-5 1 16,-7-2 2-1,6-5 4-15,1-4 9 0,-1 1 11 0,1-4 16 0,0-5 4 0,-2-1 0 16,8-2-4-16,-6 2-13 0,0-5-17 16,-1-5-22-16,7 5-25 0,-6-3-42 0,-1 3-60 15,1-5-77-15,-1-1-89 0,7 3-113 16,-6-5-150-16,0 5-179 0,6-6-194 16,0-1-99-16,0 3-3 0,0-4 63 0,0-1 136 15,6-2 196 1</inkml:trace>
  <inkml:trace contextRef="#ctx0" brushRef="#br1" timeOffset="12693.32">6122 3523 335 0,'-7'0'392'0,"0"0"43"0,7 0 2 0,0 4-77 15,-6-4-65-15,6 0-40 16,0 0-1-16,6 0 10 0,-6 5 11 0,7-5-6 16,6 0-12-16,0 0-28 0,0 0-37 0,0 0-43 15,7 0-38-15,0 0-22 0,-1 0-25 16,0-5-20-16,0 5-13 0,1-4-14 0,0 4-11 15,-7 0-39-15,0-3-38 0,-6 3-72 16,5 0-98-16,-12 0-108 0,7 0-119 0,-7 0-105 16,-7 0-87-16,1 0 11 15,-7 3 61-15,0-3 91 0,0 4 113 0</inkml:trace>
  <inkml:trace contextRef="#ctx0" brushRef="#br1" timeOffset="12911.84">6134 3590 327 0,'-6'3'407'16,"0"0"48"-16,-1 2 33 0,7-2-82 15,0 2-67-15,-7-1-20 0,7-1 9 16,7 0 10 0,-7 1-10-16,7 0-15 0,5 3-31 0,-5-3-41 0,6-4-48 0,0 3-35 15,7-3-18-15,0 4-19 0,-1-4-19 16,0 0-22-16,-6 0-14 0,7 0-23 0,-7 0-15 16,7-4-11-16,-14 4-7 0,7 0-7 15,-6-3-10-15,-1 3-37 0,0 0-74 16,1-4-114-16,-7 4-127 15,0 0-164-15,0-4-175 0,0 4-99 16,0-3 3-16,-7 3 73 0,7-4 110 0,0 4 151 0</inkml:trace>
  <inkml:trace contextRef="#ctx0" brushRef="#br1" timeOffset="13490.27">7346 3329 279 0,'0'-3'375'15,"0"-4"62"-15,0 3 16 0,0-2-20 0,0 1-20 16,0 2 0-16,0-2-3 0,0 3-22 16,0-3-35-16,0 5-60 0,0 0-76 0,0 0-75 15,-7 5-51-15,7-3-28 0,0 6 0 16,0 3 7-16,0 3 7 16,-6 5 14-16,6-1 7 0,0 8 0 0,0 1-7 0,0-7 0 15,-6 7 7-15,6-2-4 0,0-3-5 0,0 0-5 16,0 0-12-16,0-3-11 0,0-2-15 15,0-1-16-15,0-2-9 0,6-3-7 16,-6-4 0-16,0 0-2 0,0 1-3 0,0-4 2 16,0-1-1-16,0-3-10 0,0 0-37 15,0 0-55-15,-6-3-93 16,6-5-137-16,-7 1-161 0,0 0-175 0,1-4-167 0,-7 0-52 16,7-4 35-16,-8 4 104 0,8-3 145 15,-7-5 176-15</inkml:trace>
  <inkml:trace contextRef="#ctx0" brushRef="#br1" timeOffset="13740.21">7124 3315 413 0,'-6'-6'518'0,"6"-2"83"16,-6 3 86-16,6-2-57 0,0 0-137 16,0 3-104-16,6 1-66 0,0-1-60 15,8 0-74-15,-2 4-49 0,8-3-33 0,6 3-15 16,1-4-13-16,-2 4-10 0,7 0-5 15,-5 0-13-15,5 0-4 16,1-3-2-16,-1 3-6 0,-6 0-8 16,1-5-8-16,-1 5 4 0,-6 0-9 0,-1-3-8 0,-6 3-3 0,0 0-8 15,-1-4-23-15,-4 4-51 0,-2 0-77 16,-6 0-113-16,0 0-135 0,0-3-161 0,0 3-166 16,-6 0-52-16,6 0 24 0,-8 0 84 15,2 0 122-15,6-4 159 0</inkml:trace>
  <inkml:trace contextRef="#ctx0" brushRef="#br1" timeOffset="14146.66">7998 3073 65 0,'0'-10'382'0,"6"-1"54"0,-6 0 59 16,0-4 56-16,0 8-89 0,0-5-62 0,0 1-22 15,0 4-12-15,-6 0-25 0,6 2-46 0,0-1-62 16,-8 2-47-16,8 0-44 0,-6 1-37 16,0 3-25-16,-1 0-26 0,1 0-13 0,-1 3-3 15,-6 1 1-15,7 3 5 0,-8 4 3 16,2 0 7-16,-1 8 11 0,-1-1 0 0,2 4 3 16,-2 7 1-16,2 1 7 15,5 7 3-15,-6 3 2 0,0 4-3 16,7-1 8-16,-1 5 7 0,7 3-4 0,0-3 4 15,0 0 3-15,0-4 9 0,7-1-14 0,5-2-13 16,-5-1-7-16,6-4-11 0,0-2-17 0,0-5-15 16,6 1-9-16,-5-9-3 0,-1-2-4 15,-1-1 1-15,2-7-1 0,-2 0 0 0,2-4-4 16,-1-3-3-16,-1-1-14 0,-4-3-37 16,4-3-59-16,-6-1-83 15,2-3-123-15,-2-4-146 0,0 0-176 0,1-7-187 0,-7 3-106 16,6-7-4-16,-6 0 78 0,7-3 125 0,-7-1 175 15</inkml:trace>
  <inkml:trace contextRef="#ctx0" brushRef="#br1" timeOffset="14723.99">8239 3278 375 0,'6'-11'506'0,"0"1"84"0,-6 2 84 0,0 1-48 16,0 0-141-16,7 3-101 0,-7 0-77 0,0 0-78 15,0 4-70-15,0 4-42 0,6-4-24 16,-6 8-12-16,0-1 1 0,7 3 9 16,-7 5 10-16,0 0-3 0,0 4 1 0,0-1 2 15,7 4 1-15,-7 3-1 16,0-3-4-16,0 4 2 0,0-4-6 0,0 1-1 0,0-2-8 16,0-3-3-16,0 1-8 0,0-4-9 15,0-5-2-15,0 1 1 0,0 0 8 0,0-8 12 16,6 6 18-16,-6-6 29 0,0-3 23 15,0 3 11-15,0-3-2 0,0 0-11 0,-6-3-25 16,6-5-32-16,0 1-32 16,0 0-22-16,0-4-20 0,0-3-9 15,0-1-4-15,-7-4-3 0,7-3-2 0,0 0-2 0,0 0 2 16,7 0-4-16,-7 0 0 0,6 0 1 16,-6 8-3-16,6-4-2 0,0 3-1 0,8 0 0 15,-8 5-1-15,7-2-1 0,1 1 1 16,-2 4 2-16,2 0 0 0,5-1 3 0,1 4 0 15,-1 1 2 1,0 3-1-16,-5-4 0 0,5 8 0 0,-6-4-1 16,6 3-1-16,-5 1 1 0,-1 4-1 0,-7-1 1 0,7 4 1 15,-6 0 0-15,-1 4 0 0,0-1 1 16,-6 5 1-16,8-1 1 0,-8 0 2 0,0 4 1 16,6-4-1-16,-6 4 3 0,0-3 1 0,0-1 0 15,0 1-2-15,0-5 1 0,-6 1 1 16,6-5-1-16,0 2 1 0,0-1-3 15,0-4 3-15,0 0-3 16,0 0-3-16,0-2-8 0,-8-2-33 0,8 0-50 0,0-3-74 16,0 0-95-16,0 0-133 0,0-3-171 15,0 0-195-15,0-6-200 0,0 2-61 0,0-3 22 16,8-1 98-16,-2-5 162 0,0 2 212 16</inkml:trace>
  <inkml:trace contextRef="#ctx0" brushRef="#br1" timeOffset="15037.98">8949 3202 144 0,'6'-11'485'0,"0"4"111"15,0-1 110-15,1 1 68 0,-7 0-127 16,7-1-116-16,-7 5-97 0,6 3-97 0,-6-5-104 16,0 5-62-16,0 5-44 0,0 1-23 15,0 2 5-15,0 6 16 16,-6 1 25-16,6 7 16 0,-7 0 10 0,0 4 0 0,1 4-8 15,-6-1-10-15,4 4-15 0,-4-1-17 16,5 1-12-16,-6 5-6 0,6-6-7 0,-5 0-9 16,5-2-13-16,0-1-9 0,1 2-10 15,0-6-13-15,-1-3-9 0,0 0-8 0,7-4-9 16,-6-4-4 0,6 1-6-16,0-4-4 0,-7-3 0 0,7-2 0 15,0-1 1-15,0-1-2 0,0-1-7 16,0-3-29-16,0 4-58 0,0-8-79 0,7 4-100 15,-7-7-151-15,6 2-186 0,1-6-203 0,6 5-178 0,-7-10-49 16,8 6 32-16,-2-5 118 0,8 1 173 16,-1 2 219-16</inkml:trace>
  <inkml:trace contextRef="#ctx0" brushRef="#br1" timeOffset="15460.08">9300 3421 196 0,'6'-7'509'0,"0"-5"121"0,2 6 105 16,-8-2 55-16,0 5-158 0,6 0-134 16,-6-2-102-16,0 1-98 0,0 8-82 0,0 1-55 15,-6-2-22-15,6 8-8 16,-8 3 9-16,2 5 2 0,0-2-1 0,0 6 7 0,-8-1 1 16,8 0-3-16,-7 0-10 0,-1 3-15 15,8-3-12-15,-6 0-17 0,-2 1-19 0,8-5-13 16,-7 0-9-16,6 1 5 0,0-5 10 15,1-3 9-15,0-1 21 0,6-1 24 0,-7-1 23 16,7-5 14-16,0 0 3 0,7-3-4 16,-7 0-11-16,12 0-21 0,-5 0-70 0,6-3-54 15,0 3 0-15,1-3 0 0,-2-2 0 16,8 2 0-16,-1-2 0 0,1 1 0 0,0 1 0 16,-1 3 0-16,1-3 0 0,-2-1 0 15,2 0 0-15,0 1 0 0,-7 3 0 16,0-4 0-16,0 4 0 0,0 0 0 0,-6-4 0 15,-1 4 0-15,1 0 0 16,-1 0-5-16,-6-3-244 0,0 3-93 16,0 0-94-16,0 0-115 0,0 0-127 0,-6 0-142 0,6-4-153 15,-7 4-30-15,1-3 41 0,-1-2 108 0,0 2 159 16,1-1 198-16</inkml:trace>
  <inkml:trace contextRef="#ctx0" brushRef="#br1" timeOffset="15756.26">9404 3579 11 0,'-7'-8'431'0,"7"4"110"0,-6-3 125 16,0 4 103-16,6-1-65 0,0 1-109 16,-8-1-85-16,8 4-83 0,0-4-108 0,-6 4-92 15,6 0-71-15,0 4-44 0,0-4-23 16,0 7-6-16,0 0 5 0,0 0 15 0,0 8 22 16,0-4 17-16,-6 9 13 0,6-6 7 15,0 4 1 1,0 0-8-16,-6 4-14 0,6-4-15 0,-7 5-13 15,7-1-16-15,-7-4-16 0,7 4-14 0,0-3-11 0,0-5-10 16,0 4-17-16,0-3-11 0,0-5-7 0,0 2-6 16,0-1-2-16,0-4-1 0,0 0 0 15,0-3-2-15,0 0-7 0,0-4-11 16,0 4-44-16,0-4-75 0,7 0-97 0,-7-4-135 16,0 0-184-16,0 0-223 0,7-6-206 15,-7-2-59-15,6 1 25 16,0-3 99-16,0-5 172 0,8 1 225 0</inkml:trace>
  <inkml:trace contextRef="#ctx0" brushRef="#br1" timeOffset="16193.59">9736 2898 279 0,'0'-15'491'0,"-6"1"92"0,6-2 111 16,0 2 24-16,-7 2-143 0,7 6-82 0,0-2-59 16,0 1-64-16,0 3-92 0,7 1-72 15,-7 3-47-15,12 0-35 16,-4 3-19-16,4 5-13 0,8-1 2 16,-1 8 7-16,1-1 7 0,6 4-1 0,-7 5 1 0,1 3 4 15,6 6 13-15,-7 0 14 0,1 10 7 0,0-3 5 16,-8 5 9-16,2 8 4 0,-8-1-18 15,7 4-18-15,-13-3-16 0,0-1-7 0,0 0-19 16,-6-3-9-16,-1-1-8 16,-6-6-5-16,-6-1-5 0,5-3-7 15,-5-4-6-15,-1-4-4 0,8-4-3 0,-8-2-3 16,7-1-22-16,0-4-14 0,0-4 0 0,0-3 0 0,6-3 0 16,1-1 0-16,0 0 0 0,-2-3 0 0,8 0 0 15,-6-4 0-15,6 3 0 0,-6-3 0 16,-1-3 0-16,7 3-73 0,-6-4-208 15,-1 0-112-15,7 1-141 0,-6-1-159 0,6-3-173 16,0-1-161 0,-7 1-35-16,14-4 44 0,-7 0 119 15,0 1 178-15,6-5 223 0</inkml:trace>
  <inkml:trace contextRef="#ctx0" brushRef="#br1" timeOffset="16693.59">10746 3304 95 0,'0'-8'463'0,"0"1"93"16,0-4 113-16,0 4 91 15,0 0-116-15,0 0-114 0,0-1-69 0,0 1-61 16,0 3-89-16,0 1-83 0,0 3-61 16,0 0-49-16,0 3-27 0,0 1-15 15,0 3-5-15,0 8 8 0,6-1 19 0,-6 4 20 16,0 5 3-16,0-1 4 0,0 3 2 16,6 5 5-16,-6-1-7 0,8 0-12 0,-8 1-17 15,6-1-18-15,0-3-19 0,-6-1-21 16,7-2-15-16,-1-1-9 0,-6-4-7 0,7-4-4 0,-7 1-6 15,0-4-18-15,6-1-38 0,-6-5-57 16,0-2-76-16,0-3-115 0,0 0-151 0,-6-3-170 16,6-5-173-16,-7-3-120 0,1-4-19 15,-7 1 64-15,7-4 130 0,-2-5 173 0</inkml:trace>
  <inkml:trace contextRef="#ctx0" brushRef="#br1" timeOffset="16929.36">10608 3454 36 0,'-12'-3'480'0,"5"-2"124"0,-6 2 112 15,7-1 82-15,-1 1-89 0,7 3-141 0,0-4-115 16,7 4-97-16,6 0-89 0,0 0-61 16,7 0-35-16,6 0-22 0,-1 4-18 0,1-4-9 15,1 3-8-15,5-3 36 0,1 0-25 16,-1 0-22 0,-6 0-15-16,0 0-18 0,1 0-17 0,-8-3-54 0,0 3 5 0,1-4 2 15,-7 4-7-15,-7-3-7 0,8 3-28 0,-8-4-50 16,0 4-80-16,1 0-122 0,-7-4-158 15,7 4-196-15,-7-2-206 0,-7-3-76 16,7 1 12-16,0 1 86 0,0-2 141 0,0 2 194 16</inkml:trace>
  <inkml:trace contextRef="#ctx0" brushRef="#br1" timeOffset="17411.25">12022 3231 68 0,'-7'-8'459'0,"7"5"86"16,-6-4 81-16,0-1 88 0,6 5-94 0,-6-1-126 15,6 0-90-15,-8 1-71 0,8 3-72 16,-6 0-74-16,6 0-51 0,-6 3-21 0,6 5-9 15,-7-1 5-15,7 7 13 0,-7-2 5 16,7 5-2-16,-6 2-2 0,6 4 3 16,0 2-3-16,0-3-3 0,0 3-8 0,6 1-11 15,-6-4-17-15,7 3-22 0,-7-2-18 16,7-5-16-16,-7 0-10 0,6 1-8 0,-6-4-7 16,6-1-1-16,-6-3-7 0,0-4-6 15,0 0-28-15,0 1-38 0,0-5-65 0,0-3-99 16,-6 0-143-1,0-3-190-15,-1 0-200 0,0-6-128 0,-6-1-24 0,7-5 51 16,-7 0 125-16,0-6 184 0</inkml:trace>
  <inkml:trace contextRef="#ctx0" brushRef="#br1" timeOffset="17661.68">11768 3223 156 0,'-6'-7'562'16,"-1"4"125"-16,0-1 95 0,1 0 68 0,6 1-156 0,0-1-169 15,0 0-145-15,6 1-108 0,1 3-81 0,6 0-55 16,7 0-31-16,-1 0-13 0,7 0-14 16,7 0-16-16,-1 0-4 0,1 0-3 0,-1 0-6 15,8 0-3 1,-1 0-8-16,-1-3 9 0,-5 3-9 16,0-4-10-16,-1-1-6 0,-6 5-9 0,-6-3-2 15,0-2-11-15,-7 5-7 0,-1-2-29 0,-4 2-62 0,-2-4-97 16,0 4-137-16,-6-3-161 0,0 3-181 0,-6-5-152 15,0 5-36-15,-2-3 46 0,2 0 109 16,0-2 149-16</inkml:trace>
  <inkml:trace contextRef="#ctx0" brushRef="#br1" timeOffset="18046.71">12699 3011 382 0,'7'-11'486'0,"0"0"71"16,-1-1 102-16,-6 6-35 0,6-5-126 15,-6 3-75-15,0 1-42 16,0 3-48-16,0-3-86 0,-6 4-76 0,0-1-44 0,6 4-38 16,-7 0-35-16,-6 0-14 0,7 4-10 0,-7-1 7 15,-1 4 5-15,2 4 7 0,-2 8 16 0,-5-1 5 16,6 4 13-16,0 4 4 0,-7 3 8 15,7 3 6-15,-6 5 0 0,6 4 4 16,-1 3-2-16,2 3 4 0,5-2 1 0,0 2 0 16,1-4-4-1,6 1-7-15,0-2-5 0,6-7-16 0,1 2-11 0,0-4-10 0,5-3-7 16,-5-1-8-16,6-4-9 0,0-2-5 16,0-6-6-16,0 0-5 0,1-8-7 0,5-1 0 15,-6 0-10-15,0-4-21 0,-1-4-34 16,2 0-57-16,6-4-78 0,-7-4-123 15,-7-3-164-15,7 0-191 0,0-4-193 16,0 1-99-16,-6-9-3 0,6 2 79 16,-7-1 150-16,7-3 196 0</inkml:trace>
  <inkml:trace contextRef="#ctx0" brushRef="#br1" timeOffset="18596.08">12888 3356 10 0,'0'-15'459'0,"0"3"110"0,0 2 109 0,0 0 89 16,0 2-72-16,7 1-149 0,-7-1-118 15,0 4-94-15,0 4-98 16,0-4-84-16,0 8-48 0,0 0-21 0,6-1-12 0,-6 9 3 16,0-1 6-16,7 3 15 0,-7 1 8 0,0 3 5 15,6 5 5-15,-6-6 3 0,0 5-1 16,0 0 2-16,7 1-6 0,-7-5-11 16,0 4-8-16,0-5-12 0,7-1-6 0,-7-2-4 15,0 0 0-15,0-2-2 0,0-1 4 16,0-5 10-16,0-1 11 15,0 3 12-15,0-4 21 0,0-4 14 0,0 0 7 0,0 0-5 16,0-4-18-16,0-1-25 0,-7 2-31 0,7-8-27 16,0 3-18-16,-7-7-13 0,7 1-5 15,-6-4-1-15,6 0-3 0,0-4-2 16,0-4-1-16,0 0-1 0,6 4 0 0,-6 0-2 16,7 0 3-16,0 1-2 0,-1 3-2 15,0 3-2-15,8 1-2 16,-2-1-1-16,1 3-3 0,1 1 0 0,6 4 3 0,-2 3 0 15,-4-4 3-15,5 8 1 0,1-3 1 16,-7 3 0-16,0 3 2 0,6 2 3 0,-5-2-1 16,-8 4 1-16,7 4 1 0,-6-3-1 15,5 7-3-15,-5-1 2 0,-7 0 2 16,6 5 0-16,1-1 0 16,-7 1 4-16,0-2 4 0,0 6 2 0,7-5-3 15,-7 5 1-15,0-5 2 0,0-4-2 0,-7 5-1 0,7-4-2 16,0-1-1-16,0-3 2 15,0-4-1-15,0 5 0 0,0-6 0 0,0 2-4 0,0-5-10 0,0 0-28 16,0 2-51-16,0-5-80 0,7 0-102 16,-7 0-121-16,6-5-166 0,0 2-185 0,2-3-188 31,-2-5-97-31,6-1 5 0,2 1 74 0,-1-7 150 16,-1 0 196-16</inkml:trace>
  <inkml:trace contextRef="#ctx0" brushRef="#br1" timeOffset="18881.14">13553 3235 207 0,'6'-8'514'16,"-6"1"128"-16,6 0 94 0,-6 3 25 0,0-3-155 15,0 7-131-15,0 0-89 0,-6 0-93 16,6 7-58-16,-6 0-26 0,-1 4 4 0,7 7 9 0,-6 1-1 16,-8 3 3-16,8 1-1 0,0 6 1 0,-8-1-3 15,8 2-13-15,-7-1-8 0,0 5-10 16,6-5-14-16,-5 0-22 0,-2 0-26 15,8 1-22-15,-7-5-24 0,6 1-22 0,1-5-19 32,-1 1-12-32,1-3-7 0,6-1-8 0,-6-8-3 15,6 7-12-15,-8-11-17 0,8 2-41 0,0-2-66 0,8-1-93 16,-8-1-113-16,6-8-145 0,-6 4-184 0,13-8-193 16,-7 0-169-16,1 2-34 0,6-5 47 15,-1-1 120-15,2 1 178 0,-1 0 223 16</inkml:trace>
  <inkml:trace contextRef="#ctx0" brushRef="#br1" timeOffset="19317.52">13611 3579 156 0,'0'-12'511'15,"7"2"128"-15,-7-1 112 0,6 0 67 0,1-1-142 16,-7 2-124-16,7-1-85 0,-1 0-90 16,0 4-80-16,8-1-46 0,-2 1-22 15,-5 0-30-15,6-1-22 0,6 5-22 0,-5-2-17 16,-2-2-14-16,8 7-24 0,-7-3-18 15,0 6-19-15,6-3-17 16,-5 4-14-16,-1 4-12 0,0 0-6 0,-7 2-5 16,1 5 6-16,5-1 7 0,-12 1 6 15,0 4 3-15,0-1 3 0,0-1 5 16,-6 6 0-16,0-4 0 0,-7-1-4 0,0 3-2 0,0-2-4 16,-7-1-5-16,0 0-7 0,1-4-5 15,-1 6-1-15,1-9-2 0,0 0-1 0,6 0 10 16,-1-1 17-16,2-6 28 0,4 3 33 15,2-3 40-15,0-1 38 0,0 1 21 0,-1-4-29 16,7 0-166-16,0 0 0 0,0 0 0 16,0 0 0-16,7-4 0 0,5 1 0 0,-6 3 0 15,8 0 0-15,6-4 0 0,-7 4 0 16,6 0 0-16,0-3 0 0,8 3 0 16,-8 0 0-16,8 0 0 15,5 0 0-15,-7-4 0 0,2 4 0 0,-8 0 0 16,8-4 0-16,-8 4 0 0,-6 0 0 0,6-3 0 0,-12 3 0 15,6 0 0-15,-7-4 0 0,2 4 0 16,-2 0 0-16,0-3 0 0,-6 3-172 16,0-4-307-16,0 1-158 0,0-1-183 0,-6-4-208 15,6 0-80-15,0 2 17 0,0-5 80 16,-6-1 155-16,12 1 216 0</inkml:trace>
  <inkml:trace contextRef="#ctx0" brushRef="#br1" timeOffset="19725.25">14029 2948 481 0,'-8'-17'675'0,"8"-1"104"0,0-1 78 16,0 4-4-16,8-3-216 0,-2 7-173 0,0 0-107 0,1-1-76 15,-1 6-53-15,7 2-43 0,0 0-31 0,1 8-17 16,5 0-12-16,0 2-3 0,8 9-5 15,-1 0 1-15,-1 7-2 0,1 0-6 0,0 4-5 16,-6 7-5-16,7 3 22 0,-9 5 21 16,2 3 18-16,-1 7 13 0,1 1 2 0,-6 2-1 15,-2 4-27 1,1 2-57-16,-6-6-91 0,-7 2 0 0,0-5 0 0,-13-4 0 16,6 2 0-16,-5-6 0 0,-8-3 0 0,6-2 0 15,-5-6 0-15,-1-3 0 0,2-7 0 16,4 0 0-16,1-7 0 0,0-1 0 0,0-3 0 15,7-3 0-15,-1-1 0 0,0-3 0 16,1-1 0-16,0 1 0 16,6-4 0-16,-7 0 0 0,7 0 0 15,0-4 0-15,0 4-237 0,-7-3-237 0,7-4-153 0,7 3-164 16,-7-4-179-16,7-3-101 0,-1 0 3 0,0 0 64 16,1-7 148-16,6 0 200 0,0-1 247 15</inkml:trace>
  <inkml:trace contextRef="#ctx0" brushRef="#br1" timeOffset="20349.58">15363 3132 63 0,'0'-7'422'0,"0"-4"101"15,0 4 120-15,-6-2 86 0,6 6-71 16,-7-4-94-16,7 3-78 0,0 1-80 16,-7-1-102-16,7 8-80 0,-6-4-46 0,0 7-21 15,0 3-5-15,-2 2 11 0,2 6 8 16,0 0 0-16,6 7-3 0,-7 2-10 0,1 2-8 16,6 1-18-16,0 2-18 0,0-2-18 15,0 3-19-15,6-3-17 0,-6-2-16 16,7-2-13-16,-1-3-9 0,-6-2-8 0,6-3-6 15,-6-3-5-15,8-1-2 0,-8-2-4 16,0-5-16-16,6 0-33 0,-6-3-57 0,0-1-75 16,-6-3-93-16,6 0-134 0,-8-3-150 15,2-4-149-15,0-1-141 0,-7-2-64 0,6-2 20 16,0 1 99-16,-5-3 144 16,-2-1 172-16</inkml:trace>
  <inkml:trace contextRef="#ctx0" brushRef="#br1" timeOffset="20580.25">15129 3373 392 0,'-13'-7'542'0,"7"0"137"0,-2 4 101 0,2-5-48 16,0 5-112-16,6-1-103 0,0 1-99 0,0 3-120 16,6 0-88-1,8-4-64-15,5 8-34 0,-6-4-25 0,12 0-6 16,2 3-2-16,-1 1 5 0,0-4 2 0,0 3 2 0,7-3 4 16,-1 4-3-16,1-4-12 0,-7 0-8 15,6 0-16-15,-5 0-14 0,-1 0-13 0,-7-4-10 16,-6 4-4-16,6 0-10 0,-5-3-2 15,-8 3-7-15,0 0-27 0,1 0-53 16,0 0-74-16,-7-4-110 0,0 4-145 0,6-3-169 16,-6 3-173-16,0-4-114 15,0-1-14-15,0 5 65 0,0-3 122 16,0 0 164-16</inkml:trace>
  <inkml:trace contextRef="#ctx0" brushRef="#br1" timeOffset="21162.04">16412 3165 10 0,'6'-3'290'0,"-6"-2"57"0,0 2 52 15,6-5-19-15,-6 6-35 0,8-7-30 0,-8 6-5 16,0-4 14-16,6-1 10 0,-6 5 3 16,0-4-8-16,0-2-15 0,0 6-26 0,0-4-46 15,0 0-42-15,-6 3-36 0,6-3-32 16,-8 3-24-16,2 1-19 15,-6-2-7-15,-2 5-10 0,8 0-10 0,-14 5 2 0,1-2-2 16,-1 4-2-16,7 4-4 0,-13 3 0 0,6 2-1 16,1 2-1-16,-1 4 2 0,8 3 7 15,-8 1 0-15,6 0 3 0,-5 3 8 16,13 5 4-16,-7-5 4 0,6 0-1 0,1 1 7 16,6-2 1-16,0-2 6 0,6-3 8 15,1 2 1-15,6-7-5 16,-7 0-8-16,13 1-28 0,-5-5 8 0,6-3 2 0,-1 1 0 15,1-6 2-15,6 2-3 0,-7-5 21 0,7 0-18 16,-6-3-12-16,6 5-7 0,-7-5-7 16,1 0-1-16,-8 0-5 0,8-5-5 0,-7 5-7 15,-6 0-9-15,6-3-4 0,-7 0-5 16,1 3-5-16,-7 0-8 16,7-3-18-16,-7 3-45 0,6-5-64 15,-6 5-83-15,0-3-88 0,0 3-102 0,0-3-124 0,0-2-127 16,0 5-124-16,0-4-120 0,0 1-61 0,0 3 28 15,6-4 97-15,-6 1 148 0,7 3 177 16</inkml:trace>
  <inkml:trace contextRef="#ctx0" brushRef="#br1" timeOffset="21818.12">16686 3502 319 0,'0'-7'596'0,"0"0"134"16,0-1 100-16,0 1 10 0,0 0-136 0,0 0-126 15,0 2-126-15,0 2-104 0,6-2-75 16,-6 2-63-16,0 3-52 0,0-4-42 16,0 4-37-16,0 4-32 0,0-1-13 0,0 5 0 15,0 0 5-15,0 3 13 16,-6 0 10-16,6 0 13 0,0 3 6 0,0 4-2 0,0-3 4 16,0 3-1-16,-7 1 2 0,7-2 1 15,0 3 6-15,0-6 7 0,0 4-4 0,0-3-2 16,0-1-5-16,0-2-3 0,0-1-6 15,0 0-6-15,0-5 2 0,0 3 3 16,0-1 11-16,0-5 10 0,0 0-10 16,0 0-88-16,0-3 0 0,0 0 0 15,0 0 0-15,0 0 0 0,0-3 0 0,0 3 0 0,0-3 0 16,7-5 0-16,-7 0 0 0,0 1 0 0,0-4 0 16,6 0 0-16,-6-4 0 0,0 1 0 15,0-1 0-15,0 1 0 0,0-1 0 0,6 0 0 16,-6-2 0-16,6 1 0 0,-6-2 0 15,8 4 0-15,-2-5 0 0,0 5 0 0,1-1 0 16,6 0 0-16,-6-2 0 16,5 4 0-16,8-1 0 0,-7 1 0 0,7 1 0 0,-1 1 0 15,0 3 0-15,1-3 0 0,0 4 0 16,5 3 0-16,-11-3 0 0,5 4 0 16,1 3 0-16,-8-4 0 0,8 4 0 0,-13 4 0 15,6-4 0-15,0 7 0 0,-7 0 0 16,1 5 0-16,0-2 0 0,-1 8 0 0,0 1 0 15,-6-2 0 1,0 3 0-16,0 2 0 0,0-1 0 0,0 2 0 0,0-2 0 16,0 2 0-16,-6-3 0 0,6 3 0 0,-6-1 0 15,6 0 0-15,-7-3 0 0,7-1 0 16,-7-4 0-16,7 1 0 0,0-1 0 0,-6-6 0 16,6 4 0-16,0-5 0 0,0-4 0 15,0 1 0-15,0-4 0 0,0 3 0 16,0-3 0-16,0 0 0 0,0 0 0 15,0 0 0-15,0-3 0 0,0-1 0 0,0-3 0 0,0-5 0 16,0 6-108-16,-6-5-524 0,6 0-297 16,-7-4-254-16,7 4-72 0,-6-4 41 15,-1 4 108-15,-6-3 202 0,7-5 296 0</inkml:trace>
  <inkml:trace contextRef="#ctx0" brushRef="#br1" timeOffset="81955.62">22820 758 55 0,'0'-3'300'0,"0"-6"49"0,0 7 54 0,0-6-26 16,7 5-39-16,-7-2-27 0,0 2-8 0,0-1 5 16,0 2-10-16,0-3-20 0,0 5-18 15,0-3-31-15,0 3-35 16,0 0-45-16,0 0-39 0,-7 0-33 0,7 0-28 15,0 0-21-15,0 0-11 0,0 3-6 0,0 2 13 16,0-3 18-16,-6 5 15 0,6 1 17 0,-6 2 12 0,6 6 14 16,0-2-6-16,0 2-10 0,0 1-5 15,0 1-5-15,0 1-10 0,6-1-8 0,-6 1-9 16,6-1-4-16,7-3-6 0,-6 2-5 0,6-1-6 16,0-2-2-16,0 0 4 0,0-2 7 0,7-1 4 15,0 0 9 1,-2-3 10-16,2-1 6 0,-1-4 2 0,1-3-4 0,0 4-1 0,-1-8-4 15,7 1-2-15,-6-2-2 0,0-2-1 0,-7 0 1 16,6 0 5-16,0-4 4 0,-5-1 11 16,-1 2 6-16,-1-5 2 0,2 1-4 15,-8-5-5-15,0 1-9 0,2 0-17 0,-2-8-12 16,-6 4-6-16,0 0-8 0,0 4-4 0,0-4-7 16,0 4-4-16,-6 2-3 0,6 2-3 15,-8 3-1-15,8-4-1 0,-6 8 1 0,6 0-4 16,-6-1-3-16,6 1-17 0,0 4-28 0,-7 3-28 15,7 0-36-15,0 0-43 0,-7 3-55 0,7 4-47 16,-6 1-55-16,6-1-86 0,0 0-97 0,0 5-99 16,-6-2-95-16,6 2-81 0,0-1 8 15,0 3 71-15,0-3 114 16,0-4 134-16</inkml:trace>
  <inkml:trace contextRef="#ctx0" brushRef="#br1" timeOffset="82287.95">23387 798 140 0,'7'-3'483'16,"-7"0"129"-16,0-6 94 0,0 6 8 0,6-4-53 15,-6 3-130-15,0-3-108 16,0 3-104-16,0 1-80 0,0 3-63 0,0-4-55 0,0 4-40 16,0 0-29-16,0 0-25 0,7 4-15 0,-7-1-2 15,0 8 6-15,0-4 8 0,6 5 12 16,-6 2 19-16,0 1 13 0,6 3 20 0,-6 4 9 15,0 0 16-15,0 0 5 16,7 4 5-16,-7 3-1 0,7 1-12 16,-7-2-10-16,6 6-19 0,0-5-20 0,2 1-18 15,-2-5-13-15,0 1-12 0,1-1-5 0,-1-3-3 0,1-4-4 16,-1 1-1-16,1-4 0 0,-7-5 0 0,6 1-3 16,-6-3-1-16,0 0-11 0,0-6-29 0,0 2-48 15,0-4-59-15,0-4-81 0,-6 2-108 16,6-6-122-16,-7 0-120 0,1-7-113 0,-1 1-115 15,-6-1-28-15,7-6 52 0,0-5 100 16,-8 0 136-16,8-3 149 16</inkml:trace>
  <inkml:trace contextRef="#ctx0" brushRef="#br1" timeOffset="82568.61">23374 849 219 0,'-6'-14'418'0,"12"3"70"0,-6 0 69 15,0 0-34-15,6 1-51 0,1-2-52 0,0 1-51 16,-1 0-35-16,7 4-39 0,0-5-48 0,6 9-37 15,-5-5-36-15,5 1-21 16,1 7-18-16,0-2-16 0,5 2-15 0,-5 0-14 0,0 2-14 16,-1 2-14-16,0 4-12 0,1-5-13 0,-7 7-10 15,0-1-3-15,0 1-5 0,0 1 1 0,-6 1-3 16,-1-2 3-16,1 5 7 0,-14-4 4 16,7 4 3-16,-6-1 2 0,-8-3-3 0,2 4-3 15,-2-4-7-15,-5 4-8 0,-1-4-5 16,1 0-6-16,0 4-13 15,-1-8-25-15,0 3-39 0,1-2-45 0,-1-5-65 0,7 4-74 16,-6-2-81-16,12-5-77 0,-5 0-78 0,4-5-76 16,2 2-55-16,0-1-43 0,6-3 28 15,0 0 67-15,0 0 99 0,6-4 110 0</inkml:trace>
  <inkml:trace contextRef="#ctx0" brushRef="#br1" timeOffset="82849.63">23654 802 64 0,'13'-7'366'0,"0"4"100"0,-7-1 94 16,8-1-10-16,-8 2 23 0,7-1-52 0,-7 1-61 0,2-1-73 0,-8 0-75 16,6 4-77-16,0 0-58 0,-6 0-37 15,7 4-20-15,-7 0-4 0,0-1 4 0,6 9 19 16,-6-2 10-16,7 1 0 0,-7 4 0 16,0 3 3-16,0 1-2 15,6-1-10-15,-6 4-13 0,0 0-14 0,0 0-21 0,7 3-21 0,-7-3-19 16,0 5-12-16,6-6-8 0,-6 2-7 15,6-2-6-15,-6-3-2 0,8 1-7 0,-8-4-3 16,6-1-5-16,-6-3-1 0,6-1-21 16,-6-1-33-16,0-2-40 0,7 0-49 0,-7-3-77 15,0-4-106-15,0 0-124 0,0-4-133 0,-7 0-145 16,1-3-132 0,6-5-19-16,-6-1 55 0,-2-6 116 0,-4 1 151 0</inkml:trace>
  <inkml:trace contextRef="#ctx0" brushRef="#br1" timeOffset="83849.3">23700 795 320 0,'0'-12'455'15,"6"2"66"1,1 2 38-16,-1-2-19 0,8-1-92 0,-8 3-64 0,13 0-55 0,-6 1-39 16,6 0-34-16,1 0-53 0,0-1-39 0,-1 5-30 15,1-1-18-15,0 0-15 0,-1 4-17 16,1 0-11-16,0 0-16 0,-2 4-13 0,2 0-12 15,-7 2-12-15,1 3-9 0,-2-1-1 0,-6 1 0 16,2 2 2-16,-8 1-4 0,0 2 3 0,0-3 3 16,-8 5 0-16,2-2-1 15,-6 0-3-15,-2 1-1 0,1-1-3 0,-7 1-3 0,2-3-1 16,-2 2-3-16,0-3 0 0,1-4 0 16,-1 4 4-16,7-3 0 0,0-2 3 0,-6-1 1 15,12-1 13-15,-6-1 20 0,7-3 22 0,-2 4 21 16,8-4 16-16,-6 0 7 0,6 0-9 15,0 0-18-15,6 0-25 16,2 0-21-16,-2 0-16 0,7-4-12 16,-6 4 2-16,12 0 10 0,-6 0 12 0,6 4 13 0,1-4 9 0,6 0 14 15,1 0 6-15,-2 0-4 0,1-4-7 16,0 4-10-16,7 0-5 0,-1-3-12 0,1-1-11 16,-7 4-7-16,6-8-7 0,-5 5-2 0,-7-1-2 15,-2 0-3-15,2-2 1 0,0-2 1 16,-7-1 1-16,-1 3 0 0,2-1-1 0,-8-7 2 15,1 2-3-15,-1 1-2 16,-6-3-2-16,0-1 2 0,0 4-1 0,0-3-1 0,-6 2 1 0,-1 1 1 16,1 0-1-16,-8 4-1 0,2 0-1 15,6-1-1-15,-8 0 0 0,1 5-1 0,-7-1-1 16,8 2 4-16,-2 2 1 0,2 0-2 0,-1 0 2 16,-1 2 0-16,8 2 0 0,-7 4-4 0,6-2-1 15,1 1 4-15,0 5-1 0,6-1 3 16,0 3 2-1,0 1 7-15,6 0 13 0,0-1 5 0,1 1 5 0,0 0 6 0,5-1 2 16,2 1-1-16,-1 0-6 0,-1-3 0 0,2-2-1 16,-2 0-3-16,2 2-2 0,5-5-5 15,-5 0-4-15,-2 1-8 0,2-5-5 0,-2 1-4 16,1-1-2-16,1 2-18 0,-8-5-21 16,7 0-29-16,-6-5-31 15,5 2-31-15,-5-1-34 0,0-3-16 0,-1 0-16 16,1-4-4-16,-7-1 1 0,6 2 9 0,-6-5 21 0,6-3 28 15,-6 4 34-15,7-5 28 0,-7 4 35 16,7 0 20-16,-1 1 24 0,-6-1 2 0,6 5 25 16,2-2 24-16,-2 1 16 0,-6 4 17 0,6 0 5 15,1 0 11-15,-1 2-12 0,7 2-12 0,-6 3-17 16,-1 0-13-16,8 0-5 0,-8 8 1 0,7-6 3 16,0 10 2-1,0-1 7-15,-7 0 0 0,8 1-3 0,-2 2-12 0,-5 0-9 16,0 1-9-16,-1-1-8 0,-6 1-4 0,0 0 1 15,0 0 2-15,0-1 2 0,-6 1 0 0,-1-5 3 16,-6 6 1-16,7-6 3 0,-8-2 49 16,8 2-8-16,-7-5 6 15,6 2 15-15,-6-4 21 0,7 1 21 0,0-4-25 16,-2-4 30-16,2 1 15 0,6 0 1 0,-6-9-9 16,6 1-19-16,6 0-21 0,0-3-24 0,2-5-21 0,-2-4-20 15,7 3-13-15,-7-7-8 0,7 5-5 16,0 1-3-16,7 3-3 0,-7-1-1 0,0 1 0 15,0 6-2-15,-7 1-2 0,8 2-3 0,-8 1-15 16,0 4-24-16,1-1-38 0,0 2-48 0,-7 3-60 16,6-3-54-16,1 3-43 0,-7 3-40 15,0-3-43-15,0 0-64 16,0 3-66-16,0-3-105 0,-7 5-118 0,7-5-77 0,-6 0 3 0,6 0 74 16,0 0 104-16,0 0 154 0</inkml:trace>
  <inkml:trace contextRef="#ctx0" brushRef="#br1" timeOffset="84973.83">25309 531 51 0,'0'-4'264'16,"0"4"51"-16,0-3 7 0,0-1-42 0,0 1 40 15,0-1-27-15,0-1-12 0,0 2 4 16,6 0 16-16,-6-1 0 0,0 0-10 0,0 1-25 16,0 3-27-16,0-3-29 0,0-2-38 0,0 2-23 15,0-1-9 1,0 4-4-16,0-5-8 0,0 3-11 0,0 2-9 0,0-4-9 0,0 4-13 15,0 0-11-15,0 0-11 0,0 0-9 0,0-4-8 16,0 4-10-16,0 0-9 0,0 0-4 16,0 0-6-16,0 0-4 0,0 0 0 0,0 0-4 15,0 0-6-15,0 0-3 0,0 0-1 0,0 0-1 16,0 0-5-16,0 0 3 0,0 0 4 0,0 4-1 16,0-4 0-16,6 0 2 15,-6 0 0-15,0 0-3 0,0 0 0 0,0 0 2 0,0 0 1 16,0 0-1-16,0 0 4 0,0 0 8 0,0 0 7 15,0 0 7-15,0 0 6 0,-6 0 8 0,6 0 1 16,0 0-4-16,0 0-4 0,0-4-6 16,0 4-7-16,0 0-6 0,0 0-2 0,0 0-5 15,0 0-4-15,0 0-1 0,0 0 0 0,0 0 0 16,0 0 1-16,0 0 0 16,0 0 3-16,0 0-3 0,0 0-1 0,0 0-3 0,0 0-1 15,0 0-3-15,0 0 2 0,0 0 2 0,0 0-1 16,0 0-3-16,0 4 2 0,0-4 1 0,0 0-5 15,0 0 2-15,0 0-1 0,0 0 0 0,0 0 0 16,0 0 0-16,0 0 2 0,0 0 1 16,0 0 1-16,0 0 1 15,0 0 0-15,0 0 2 0,0 0-2 0,0 0 0 16,0 0 1-16,0 0 0 0,0 0 4 0,0 0-2 0,0 0 1 0,0 0 0 16,0-4-2-16,0 8-1 0,0-4 1 15,0 0-1-15,0 0 2 0,0 0-1 0,0 0-5 16,0 0 0-16,0 0 1 0,0 0-2 0,0 0 0 15,0 0-2-15,0 0 5 0,0 0-2 0,0 0 0 16,0 0 0-16,0 4-1 16,0-4 0-16,0 2 3 0,0 3 1 15,0-1 0-15,0 4 1 0,0-2 2 0,0 2-1 0,0 3 0 0,0 3 2 16,0 1 3-16,0 4 10 0,0-2 8 16,0 1 9-16,0 5 6 0,0-1 2 0,0 4-1 15,0-5-8-15,0 2-6 0,0-1-8 0,6-4-6 16,-6 4-4-16,0-3 0 0,6-5-1 15,-6 0-1-15,0 1-3 0,8-1-1 0,-8-2 1 16,0-4-3-16,6 2 1 16,-6-3-2-16,0-3 1 0,0 0-5 0,0-2-21 0,0-2-38 15,0 0-58-15,0 0-83 0,0-2-113 16,-6-6-122-16,6 1-126 0,-8-1-108 0,2-6-111 16,0 3-10-16,0-3 61 0,-1-1 97 0,0-4 133 15</inkml:trace>
  <inkml:trace contextRef="#ctx0" brushRef="#br1" timeOffset="85505.87">25224 596 88 0,'0'-7'324'0,"0"-1"55"15,0 2 52-15,0-2-61 0,6 5-25 0,0-5-54 16,2 1-29-16,-2 0-6 0,6 3-7 0,2-3-6 16,5 3-8-16,-5-3-12 0,4 4-19 15,2-1-32-15,7-4-27 0,-8 5-25 0,0 3-18 16,8-4-12-16,-8 4-15 0,0 0-15 15,8 4-14-15,-14-4-15 0,6 6-7 0,-5-1-12 16,-2 2-4-16,1 0-7 0,-6 0 1 0,-7 4 5 16,6 0 0-16,-12 0 0 0,6-3-2 0,-7 6 4 15,-6-2-10-15,1-1-19 16,-2 0-18-16,-5-1-15 0,6 2-10 0,-7-2-5 16,7 2 2-16,-7-5 10 0,8 1 13 0,5-5 16 15,-6 0 14-15,6 1 9 0,1 0 16 16,6-4 8-16,-6 0 12 0,6 0 6 0,6 0 7 0,-6-4 8 0,6 0 2 15,1 4 9-15,6-3 2 0,0 0 5 0,0-2 2 16,0 2 4-16,7 3-2 0,-7-4 4 16,6 4 3-16,0 0 4 0,1 0 1 0,0 0-3 15,-1 4-4-15,1-1-9 0,-7 2-5 0,7-2-14 16,-1 8-8-16,-6-5-7 16,0 3-2-16,0 1-1 0,-6 5 1 0,-1-5 2 15,1 6 0-15,-1-2 2 0,-6 2 0 0,0-2-5 0,-6 0-6 16,-1-2-2-16,1 2-2 0,-7-3-4 0,-1 1-5 15,-5-2-1-15,6 1 7 0,-6-7 4 16,-1 3-1-16,6-3 0 0,-5-1 1 0,0 2-3 16,0-5-8-16,-1 0-5 0,0-5-2 15,1 2-3-15,5 3-1 0,-5-9-10 0,6 7-24 16,0-2-42 0,0-3-51-16,6 3-68 0,1-4-89 0,0 6-115 0,6-6-115 0,0 4-103 15,6-4-97-15,0 1-76 0,8 0 10 0,-1-1 84 16,-1 1 119-16,8 0 132 0</inkml:trace>
  <inkml:trace contextRef="#ctx0" brushRef="#br1" timeOffset="85888.06">25816 721 70 0,'14'-2'427'0,"-8"-3"132"0,0 2 100 0,1 3-19 0,-7-4-3 0,7-1-120 16,-7 2-126-16,0 3-122 0,-7 0-93 0,7 0-62 15,-7 0-32-15,7 0-11 0,-12 3 1 16,4 6 10-16,2-6 13 0,0 4 13 0,-1 5 2 15,1-6 0-15,-1 6-5 0,1-1-3 0,-1 3-8 16,7-2-7-16,-6-2-5 0,6 5-10 16,0-4-7-16,6 4-9 15,-6-5-8-15,7 5-5 0,6-3 1 16,-7-5 7-16,7 4-1 0,1-4 8 0,5 0 6 16,0-2 6-16,-6-2-3 0,7 0-2 0,0-3 0 15,-1 0-6-15,1-3-3 0,-8-5 1 16,8 5 9-16,-7-6 15 0,0 3 15 15,0-5 11-15,-7 1 0 0,2-2-6 0,-2-3-14 16,0 0-22-16,-6-3-22 0,0 1-19 0,0-2-13 16,-6-3-7-16,0 7-4 0,-2-2-5 0,-4 0-1 0,5 7-1 0,-13 0-8 15,8 2-20-15,-8 1-30 0,0 3-40 16,7 4-38-16,-6-4-46 0,0 4-45 0,5 4-41 16,-5 0-48-16,6-1-60 0,6 4-73 0,1-2-89 15,0-2-92-15,-2 4-90 0,8 0-50 0,0 1 30 16,8-4 79-16,-2-1 118 0,0 2 135 0</inkml:trace>
  <inkml:trace contextRef="#ctx0" brushRef="#br1" timeOffset="86349.34">26063 714 121 0,'14'-3'467'0,"-8"3"136"0,1-4 103 0,-1-1-6 16,1-1-9-16,-7 2-114 0,7 0-111 0,-7 1-110 15,0 3-87-15,6-3-73 0,-6 3-57 16,0 0-49-16,0 0-36 15,0 0-26-15,0 3-13 0,0 0 0 0,0 1 8 0,-6 3 12 0,6 1 4 16,0-1 11-16,0 4 9 0,0 0 7 16,6-1 3-16,-6 6 4 0,0-5 4 0,6 4-7 15,1-1-8-15,-7 1-12 0,13-5-9 16,-7 2-13-16,1 2-10 0,-1-3-4 0,8-4-3 16,-2 5-4-16,2-5-2 0,-2-3 2 0,2-2 0 15,-1 3-1 1,-1-1 1-16,-4-4 0 0,4-4 6 0,-6 4 12 0,8-5 16 0,-8-1 12 15,1 2 11-15,-1-6 9 0,1 3 1 0,0-5-10 16,-7-3-9-16,6 0-9 0,-6 1-1 16,0-4 1-16,0-1 3 15,0 5 0-15,0-2 2 0,0 3 7 0,0 1 1 0,0 2-2 0,0-2-4 0,0 9-4 16,0-5-9-16,-6 5-11 0,6 0-13 0,0 3-10 31,0 0-6-31,0 0-3 0,0 3 2 0,0 0 0 0,0 8 1 16,0-3 0-16,0 4 0 0,0-3 1 0,0 2-1 0,0 5 3 15,6-2 3-15,-6 0-2 0,6 1-1 16,0 0-1-16,2-1-12 0,-2 1-15 0,0 0-33 16,1-3-45-16,-1 2-64 0,1-3-82 15,0 0-94-15,5 0-128 16,-6-4-138-16,8 0-156 0,-1-4-146 0,-6 2-29 0,6-5 46 16,-7 0 113-16,0-8 149 0,1 5 195 0</inkml:trace>
  <inkml:trace contextRef="#ctx0" brushRef="#br1" timeOffset="86818.85">26500 802 247 0,'0'-10'459'0,"-7"-2"92"16,1 5 82-16,6-4-35 0,-6 4-55 0,6 3-95 16,0-3-73-16,-7 2-72 15,7 2-66-15,0 0-64 0,0 3-46 0,0 0-39 0,0 0-23 16,0 0-18-16,7 3-2 0,-7 0 8 0,6 2 9 16,0 2 15-16,1 4 9 0,-7 0 6 15,7-1-3-15,-1 2-4 16,1 2 3-16,-1 1-3 0,-6 0-1 0,7-1-4 0,-1 4-4 0,-6-3-8 0,7 0-12 15,-1 0-12-15,-6-1-8 0,0 1-3 16,6-4 0 0,-6 0-1-16,0-1-2 0,0-1 2 15,0-6 6-15,0 4 14 0,8-3 21 0,-8-4 29 16,0 3 25-16,-8-3 13 0,8 0 0 0,0-3-14 16,-6-1-23-16,6-3-36 0,-6-5-26 15,-1 2-18-15,1-1-14 0,6-3-2 0,-7-1-2 16,7-4-1-16,0 1-3 0,0-3-1 15,0 1 3-15,7 3-3 0,-7 2-1 0,6 0-2 0,1 1 2 16,-1-1 0-16,0 4-2 0,2 4 1 0,4-2-2 16,1 2-2-16,0 4 0 0,0 0 1 0,1 3 1 15,5 0-1-15,-6 3 0 0,6 0 5 0,-5 4 0 16,5 2 0-16,1-2 0 0,-7 4 2 16,0 4 1-16,-1-5 0 0,2 5 1 0,-1-4-2 15,-7 0 2-15,1 3-3 16,-1-2 2-16,1-2-1 0,-7 2-4 0,6-1-18 0,-6 0-37 15,0 0-56-15,0 0-74 0,0-5-96 0,-6 3-125 16,6-2-144-16,0-4-134 0,0 4-109 16,0-3-105-16,6 0-1 0,0-4 79 0,2 0 134 15,4 0 158-15</inkml:trace>
  <inkml:trace contextRef="#ctx0" brushRef="#br1" timeOffset="87349.69">27087 871 317 0,'0'-10'497'0,"6"2"107"0,-6-3 84 15,0 1-58-15,0-2-86 0,0 1-104 16,-6 0-86-16,6 5-88 0,-8-3-66 0,2 2-47 16,0 0-34-16,-8 0-24 0,8 3-12 0,-7 1-14 15,0-1-10-15,0 4-11 16,1 0-10-16,-2 4-3 0,-6-1-8 0,7 1-7 16,1 3-6-16,-2 0-1 0,2 5-5 0,5-2-2 0,-6 1-4 15,6 4 1-15,1 0-1 0,6-1 4 0,0 2-1 16,0-2-2-16,0-1 2 0,6 4 2 15,-6-7 2-15,7 0 6 0,6 2 9 0,-6-5 14 16,-1 0 9-16,7 1 10 0,0-5 10 16,0 1 6-16,0-4 12 0,0 0 12 0,7 0 10 15,-8-4 9-15,2 1 7 16,-1-5 4-16,-7 1-6 0,8 0-9 0,-8-5-15 0,0-2-15 16,0 0-19-16,2-1-17 0,-8-4-15 0,0 1-14 15,6-3-5-15,-6-2-6 0,0-3-3 16,0 1-3-16,0 3-2 0,0 0-1 0,0 0 1 15,0 4 0-15,0-1 3 0,0 5 4 0,0-1 5 16,-6 4 2-16,6 0 1 0,0 1 0 0,0 2-1 16,0 3-4-1,0 2-6-15,0 0-4 0,0 3-2 0,0-4-4 16,0 4 0-16,0 4 0 0,6-1 2 0,-6 5 2 16,0 0 0-16,0-1 4 0,6 4 0 0,-6 3 3 15,7 1-1-15,-7-1 7 0,0 5 12 0,6-1 12 0,1 4 9 16,-7-3 5-16,7 3 6 0,-7-1-4 0,6-2-9 15,-6 3-10-15,0-4-10 0,0 0-5 0,6 0-7 16,-6 1-2-16,0-4-11 0,-6 3-29 16,6-8-46-16,0 2-61 0,0-1-72 0,0 0-90 15,0-4-111-15,6-4-123 0,-6 2-136 16,7-1-126-16,0-8-96 0,-7-1 3 0,12 2 71 16,-5-4 125-16,-1-4 170 0</inkml:trace>
  <inkml:trace contextRef="#ctx0" brushRef="#br1" timeOffset="87693.88">27294 820 156 0,'7'-14'431'16,"-7"3"89"-16,0-4 86 0,0 4 2 0,0 0-69 0,0-1-91 0,-7 2-94 16,1 2-75-16,0 1-77 0,0 5-68 0,-8-6-49 15,8 8-28-15,-7-4-9 0,6 4-8 16,-6 4-7-16,7-4-7 0,0 3 0 0,-8 4 2 16,14-3 1-16,-6 4 6 0,6-2 16 0,0 1 19 15,6 2 20-15,0-2 17 0,8 4 15 16,-2-4 13-16,2 5 10 15,5-2-2-15,1-3-6 0,-1 4-11 0,1 1-3 0,0-2-6 16,-8 1-7-16,8 0-12 0,-7-4-7 0,0 5-9 16,-6-5-10-16,-1-1-2 0,-6 6-1 0,6-4 4 15,-12-1 8-15,0 0 2 0,-1 1-3 16,-6-4-7-16,-6 3-14 0,5-4-13 16,-5 1-15-16,-1-4-10 0,0 3-6 0,2-3-7 15,-2 0-1-15,0 0-3 16,1 0-4-16,5-3-6 0,-5-1-14 0,6 4-19 0,6-3-34 15,-5-1-38-15,5 1-44 0,0-1-45 0,1-1-54 16,0 2-60-16,6-4-78 0,0 3-92 0,0-2-107 16,0-2-104-16,6-1-105 0,-6 3-14 15,6-5 60-15,8-4 103 0,-2 0 138 0</inkml:trace>
  <inkml:trace contextRef="#ctx0" brushRef="#br1" timeOffset="88271.5">28069 645 140 0,'8'-4'400'0,"-8"1"103"0,6-2 109 0,-6-2-8 16,0 4 16-16,0-5-75 0,0 5-75 15,0-5-70-15,-6 5-86 16,6-2-91-16,0 3-69 0,0 2-45 0,-8-5-30 15,8 5-30-15,0 5-20 0,-6-5-9 0,6 2 0 16,-6 6 2-16,-1 0 6 0,7-1 11 0,-6 0 10 16,6 5 7-16,0 2 7 0,0-3 5 15,6 0 11-15,-6 3 2 0,7 0 9 0,-1-2 8 16,0 2 7-16,8-3 8 0,-1 5 13 0,0-6 10 16,0 1-1-16,7-4-4 0,-1 5 1 15,0-9-2-15,-6 5-11 0,7-5-15 0,0-3-5 16,-1 0-5-16,1 0 1 0,0-3-3 0,-8-5-1 15,8 5 3-15,-7-4 0 0,0-5 3 16,0 1-9-16,-7 1-8 0,8-6-11 0,-8 2-66 16,-6-4-3-16,6 3 0 0,-6-3 0 0,0-1 0 0,0 5 0 15,-6-1 0-15,0 1 0 0,-2 3 0 0,-4-1-79 16,6 4-74-16,-8 2-61 0,1-2-61 0,0 8-55 16,0-3-58-16,7 3-70 0,-8 3-85 15,8 1-97-15,0 0-108 16,-1-1-125-16,7 0-20 0,0 2 56 0,0 3 108 15,0-6 146-15,7 6 169 0</inkml:trace>
  <inkml:trace contextRef="#ctx0" brushRef="#br1" timeOffset="88661.89">28558 638 135 0,'14'0'460'0,"-2"-5"143"0,2 2 124 16,-8-4-1-16,0-1-22 0,1 5-100 15,-1-5-107-15,-6 5-120 0,0-4-107 0,0-1-74 16,0 3-57-16,-6 2-48 15,-1 0-33-15,1-1-24 0,-8 0-16 0,2 1-11 0,-1 3-4 16,0 0-3-16,6 0 0 0,-6 0-2 0,0 3 0 16,0-3-1-16,6 4 1 0,1 0-2 0,0 2 3 15,-1-1 3-15,7 3-1 0,7-1 0 16,-7 0-3-16,12 0 2 0,-5 1-2 0,6-1 2 16,0 4-1-16,7-4-1 0,-7 4 2 0,6 0 0 15,1 1 3-15,-7-6 1 0,7 5 10 0,-8 1 13 16,2-2 12-16,-2 2 7 0,2-1 13 15,-8 3 13-15,1-3 9 0,-1 0 7 0,-6 1 5 16,0-2 9-16,0-3 2 0,0 4 0 0,-6 1-5 16,-7-5-7-16,6 0-3 0,-6-4-11 15,-7 5-9-15,8-8-10 0,-8 4-11 16,7-1-7-16,-7-3-11 16,1-3-7-16,-1-1-6 0,7 4-6 0,-6-8-4 15,-1 5-3-15,7-4-1 0,-7 0-22 0,8-1-32 0,-2-3-52 16,8 0-64-16,0 4-71 0,-1-5-104 0,7 5-111 15,7-4-133-15,-7 1-130 0,12 1-144 0,2 2-40 16,-2-4 47-16,2 4 99 0,5 0 148 16,1-5 172-16</inkml:trace>
  <inkml:trace contextRef="#ctx0" brushRef="#br1" timeOffset="88882">28786 655 63 0,'13'0'532'15,"-7"4"162"-15,2-4 110 0,4 0 34 16,-12 0-54-16,7 0-160 0,-7 4-175 0,6-4-127 0,-6 4-68 0,7-1-31 15,-7 4-11-15,0 1 5 0,6 3-1 0,-6 0-8 16,0 1-12-16,0 2-19 0,7-3-19 0,-7 3-23 16,0-3-19-16,0 3-23 0,0-2-23 15,6-1-21-15,-6 0-14 0,0-4-7 16,0 1-28-16,0-1-46 0,6 0-69 0,-6 0-78 16,0-3-90-16,0 0-132 0,0-4-161 0,0 0-168 15,0-4-181-15,0 0-60 0,0-3 23 0,0-4 87 16,0-4 159-16,0 4 201 0</inkml:trace>
  <inkml:trace contextRef="#ctx0" brushRef="#br1" timeOffset="89005.99">28832 571 413 0,'-7'-7'582'0,"1"-1"88"16,6 1 46-16,-6 3-82 0,6-3-168 0,0 7-160 0,0-4-136 16,0 4-115-16,0 4-100 0,0-4-110 0,0 4-126 15,6-1-132-15,0 1-144 0,1 3-65 16,-1-2 6-16,1 1 57 0,-1-2 101 0</inkml:trace>
  <inkml:trace contextRef="#ctx0" brushRef="#br1" timeOffset="89520.79">28981 619 112 0,'7'4'426'0,"-7"-1"129"0,6 1 108 16,-6-4-32-16,0 0-19 0,7 3-87 0,-7 2-98 15,7-5-96-15,-1 3-75 0,0 4-40 0,-6-3-20 16,8 3-6-16,-2 1-10 0,0 2-8 15,1-2-9-15,-1 6-3 0,1-2-3 0,-7 2-4 16,6 0-3-16,-6 2-6 0,7 2-1 16,-1-3 3-16,-6 3-6 0,0-4-16 0,6 5-16 15,-6-5-16-15,0 2-18 0,0-2-24 0,8-3-18 16,-8 0-9-16,0-3-4 0,0 2-4 16,0-6 4-16,0 2 11 0,0-1 19 0,0-1 19 15,0-4 25-15,-8 0 20 0,8 0 12 16,0 0-3-16,0 0-13 15,0-9-31-15,-6 3-78 0,6-2 0 0,0-3 0 16,-6-1 0-16,6-1 0 0,0-1 0 0,0-6 0 0,6 3 0 0,-6-2 0 16,6 4 0-16,-6 0 0 0,8 1 0 15,-2 3 0-15,0-3 0 0,7 6 0 0,-6-3 0 16,6 5 0-16,0-2 0 0,0 4 0 0,7-1 0 16,-1 2 0-16,1 3 0 0,0 0 0 0,-2 3 0 15,2-3 0-15,-7 9 0 16,7-6 0-16,-8 4 0 0,2 0 0 0,-1 1 0 15,-7 2 0-15,8 2 0 0,-8-5 0 0,0 4 0 0,0 1 0 16,2-2 0-16,-8 1 0 0,6 0 0 16,-6 1 0-16,0-5 0 0,0 3 0 0,-6-2-22 15,6 4-110-15,0-5-72 0,-8 3-83 0,2-2-86 16,6-1-99-16,-6 0-116 0,6-2-113 16,0 1-105-16,-6-6-117 0,12 4-20 0,-6-4 64 15,6 0 124-15,8-4 152 16,-2 4 169-16</inkml:trace>
  <inkml:trace contextRef="#ctx0" brushRef="#br1" timeOffset="89958.8">29633 857 38 0,'13'-8'410'0,"-6"-2"155"0,5-2 150 0,-6 2 27 15,2-5-8-15,-8 8-102 0,0-5-107 0,0 5-137 16,0 0-135-16,-8 0-76 0,2 3-50 16,-6 1-34-16,-2-1-18 15,1 4-12-15,1 4-8 0,-8-1-15 0,0 4-9 0,1 1-8 0,5 2-4 16,-4 2-6-16,4-1-6 0,1 3-2 15,0-2-1-15,6 2-1 0,1-3-1 0,6 3-1 16,0-2 1-16,0-1 2 0,6-4-2 16,1 5 1-16,6-6 0 0,0-2-1 0,1 0-1 15,-2-4 2-15,1 0-2 0,7 0 2 0,-8-4 0 16,2 0 1 0,6-2 9-16,-14-2 14 0,7 4 25 0,0-3 29 15,-6-1 37-15,-1 1 36 0,0-1 28 16,0 6 12-16,-6-6-3 0,8 4-20 0,-8 4-33 0,0-4-36 0,0 4-36 15,0 4-23-15,0-4-7 0,0 7 3 16,0 0 13-16,0 8 13 0,0-5 15 0,0 7 12 16,-8 0 5-16,8 2-1 0,0 2-6 15,-6 1-6-15,0 0-5 16,0 4-3-16,-1-3-74 0,0-2-2 0,1 2 0 0,-7-3 0 0,7-1 0 16,-8-1 0-16,2-2 0 0,4-2 0 15,-4-3 0-15,5 0 0 0,-6 0 0 0,6-4 0 16,-5-3 0-16,-2 3 0 0,2-7 0 15,-1 4 0-15,-1-8 0 0,-6 4 0 0,8-3 0 16,-8 3 0-16,7-4 0 0,-7-3 0 0,2 3 0 16,4 0-166-1,1-3-188-15,-7 4-79 0,8-5-88 0,-2 1-142 0,2-1-184 0,-1-2-145 16,6-6-34-16,-6 2 37 0,7 0 93 16,0-5 177-16,6 4 239 0</inkml:trace>
  <inkml:trace contextRef="#ctx0" brushRef="#br1" timeOffset="90709.11">30440 890 254 0,'-6'-11'331'0,"-1"1"47"0,7-6-25 16,-6 2 14-16,6 2 4 0,0-2 13 15,0-4 13-15,0 3 20 0,0 4-6 0,0-3-11 16,6-2-11-16,-6 5-22 0,0 2-27 0,0-3-28 16,0 4-23-16,0 1-37 0,0 3-59 15,0 1-55-15,0 0-41 0,0 3-37 0,0 3-28 16,-6 0-7-16,6 8 2 16,-6 4 10-16,6 4 9 0,-8 3 15 0,8 3 13 0,-6 1 1 15,6 0-4-15,-6 3-8 0,6 0-13 0,0 0-14 16,0 1-15-16,0-2-8 0,0-2-8 15,0 0-5-15,0 0-13 0,0-8-30 0,6 0-43 16,-6 1-50-16,0-8-56 0,0 0-55 16,0-4-54-16,0 0-62 0,6-3-93 0,-6-4-109 15,0-4-111-15,0-3-127 16,-6-5-34-16,6 2 40 0,-6-5 107 0,6-3 145 0,-6-3 161 16</inkml:trace>
  <inkml:trace contextRef="#ctx0" brushRef="#br1" timeOffset="91427.42">30342 835 135 0,'-6'-15'383'0,"0"4"80"0,0-3 78 0,-2 2 5 0,8 2-1 16,-6-1-55-16,6 0-44 0,0-1-51 0,6 6-58 16,2-6-86-16,-2 5-68 0,6 0-44 15,2-1-23-15,-1 5-10 0,7-5 2 0,-2 5 0 16,9 3-3-16,-7 0-7 0,6 0-13 0,-7 0-16 16,7 0-15-16,-6 3-9 0,6 5-7 0,-7-2-9 15,7 3-4-15,-6-1-3 0,-1 6-4 0,-5-3-4 16,-2 0-7-16,-6 3 1 0,8 0-2 0,-14 1-4 15,0 0 3-15,0-1 0 0,-6 1-1 0,-8 0-1 16,2-3 0 0,-2 2 2-16,-5-3-2 0,-1 3-2 0,0-3-2 0,-5-3 0 0,5 3 0 15,-6-4 4-15,7-3-1 0,5 3 2 16,-6-7 2-16,8 3 2 0,-1-3 2 0,0 0-1 16,6 0-2-16,1-3 1 0,0 3 7 0,6-4 5 15,0 1 5-15,-8 3 2 0,8-4 5 16,8 4-2-16,-8-3-4 0,0 3-7 0,6 0-8 15,0 3-4-15,1 1-2 16,6-1 4-16,-6 4 0 0,5 1 9 0,2-1 11 0,-8 1 10 16,14 2 4-16,-7 1 5 0,-1 0 7 0,8 1-6 15,-7 2-6-15,7-3-5 0,0 1-5 0,-2-2-4 16,-4 1-5-16,5 0-3 0,1-4-2 16,0 1-5-16,-1-1-1 0,1-3-1 0,-1-1-4 15,-6 0 0-15,7-3-1 0,-1 0 1 0,-6-3 3 16,0 0 5-16,7-1 5 15,-7 0 5-15,-7-2 2 0,7-6 2 0,0 5-3 0,-7-4-3 16,2-3-4-16,-2 2-6 0,0-6-3 0,1 4-4 16,-7-2-4-16,0 2-5 0,0-5 0 15,-7 8-2-15,1-3-2 0,0 2 2 0,-2 2 0 16,2 0 2-16,-7 2 1 0,7-3 0 0,-7 7 1 16,0-3-1-16,-1 3-1 0,8 1 0 0,-7 3-1 15,6 0 1-15,-5 0 0 16,-1 3 2-16,6 1 0 0,0 3 2 15,-5-1 0-15,5 3 2 0,0 2 9 0,1 3 8 0,6-2 12 0,-6 2 12 16,6 0 11-16,0 5 11 0,6-5 5 0,-6 2 3 16,6 2-1-16,1-4-1 0,0 1-6 0,-1-1-4 15,7 1-3-15,0-3-4 0,0-2-4 16,0 0-2-16,0-1-2 16,7-1-2-16,-1-2-8 0,-6-3-8 0,14 2-8 15,-8-5-6-15,7 3-7 0,-6-3-6 0,6 0-16 0,-7 0-27 16,1-3-38-16,0 3-55 0,-8-5-64 0,8 2-75 15,-14-1-74-15,7 2-80 0,-7-6-90 0,2-1-90 16,-2 3-105-16,0-2-99 0,-6-3-71 16,7 0 22-16,-1-3 83 0,1 0 120 0,-7 2 157 15</inkml:trace>
  <inkml:trace contextRef="#ctx0" brushRef="#br1" timeOffset="92131.24">31235 905 329 0,'0'-9'455'16,"0"3"107"-16,-7 2 73 0,7-3-2 0,0 4-80 15,-6-4-78-15,6 2-72 0,0 5-97 0,-6-3-98 16,6-1-69-16,-7 4-34 0,7 4-8 16,-7-1 0-16,1 2 2 0,0-3 5 0,-1 3 6 15,0 2 2-15,1 0-1 16,-7 4-2-16,13-4 3 0,-7 4 0 0,1 3-4 0,-1-2-7 16,7-1-11-16,-6 3-6 0,6 2-7 0,0-2-5 0,0-3-7 15,6 4 1-15,-6-1 0 0,7-3-1 0,-1 1 1 16,1-2 0-16,-1 1 2 0,7 0 0 15,-6-4-3-15,6-2-4 0,0 1-8 0,0-6-7 16,6 4-10-16,-5-4-15 0,-2-4-5 0,8 4-3 16,-7-3 0-16,0-5 4 0,0 1 3 15,-7 0 9-15,8-1 2 0,-8-3 2 0,7 0-1 16,-6-3-5-16,-1-1-2 0,-6 0-8 0,7 1-4 16,-1-4-6-16,-6 3-3 0,0 0 0 15,6 1-2-15,-6 3 2 0,0 0-2 0,0 0 0 16,0 7-2-16,-6-3-1 15,6 3-2-15,0 0-2 0,0 1-1 16,0 3 1-16,0 0-1 0,-6 0 1 0,6 3 1 16,0 5 0-16,-7-6 3 0,7 7 1 0,0 2 0 0,-6 0 1 0,6 0 1 15,0 3 3-15,0 1-1 0,0-5 0 0,0 5-3 16,0 0 1-16,6-3 1 0,-6 2-2 0,7-3-1 16,-7 0 2-16,6 0 3 0,0-4 2 15,2 0-1-15,-2 1 2 0,0-1 1 0,8-3 1 16,-8-4-2-16,7 3-3 0,0-3-1 0,0-3 0 15,-7 3 0-15,14-4-1 16,-14-3-1-16,8 3 1 0,-1-3-1 0,-1-4 0 0,-4 3-2 16,-2-2 0-16,0-1 0 0,0-5-1 0,-6 2 0 15,7-1-1-15,-7 0 1 0,7 5-1 16,-7-5-2-16,0 5 1 0,0 1 0 0,-7 3 0 16,7-2-1-16,0 2 1 0,0 1 0 0,0 2-2 15,0 3 0-15,0-4-2 0,-7 4 1 0,7 0 1 16,0 4 0-16,0-4 2 15,-6 8 2-15,6-2 2 0,-6 2-1 0,6-2 1 0,0 6 0 0,-6 2 0 16,6-3-1-16,0 5 0 0,0-2 0 16,0 0 0-16,6 1 1 0,-6-4-1 0,0 4 0 15,6-1-8-15,-6-3-13 0,6 0-31 0,1 0-55 16,0 0-65-16,-1 0-81 0,1-3-88 16,-1-4-104-16,8-1-99 0,-8 2-96 0,0-5-98 15,8 0-102-15,-8-5-14 16,0 2 59-16,-6-6 100 0,7 3 131 0,-1-5 158 0</inkml:trace>
  <inkml:trace contextRef="#ctx0" brushRef="#br1" timeOffset="92662.58">31678 952 218 0,'-7'-10'424'0,"1"1"99"15,6 3 112-15,-7-2-18 0,7 2-54 16,0-2-78-16,0-1-70 16,7 7-80-16,-7-2-100 0,6 0-72 0,1 1-45 15,6 3-21-15,-7 0-6 0,8 0-5 16,-2 3 5-16,1 1 0 0,1 0 7 0,-2 3 7 15,2 0 6-15,-2 1-2 0,2-1-1 0,-1 3-5 16,-1 2-10-16,-5-1-10 0,0 3-13 0,-1-2-5 16,0 2-9-16,-6-3-7 0,0 3-3 15,0 2-8-15,0-5-1 0,-6-1-6 0,0 1-2 16,-1-3-3-16,0 3-2 0,1-4-1 0,0-3-3 16,-1 4 0-16,1-5-1 0,6 0 4 0,-7-3 5 0,7 0 0 15,0 0 4-15,0 0-4 0,0-3-2 0,0-5-7 16,7 1-8-16,-7-4-6 0,6 0-5 0,7 1-1 15,-7-5-4-15,8 0 0 0,-8-4-1 0,8 1-1 16,-2-1 1-16,1 5 1 0,-6-4 2 16,6 3 0-16,-7 1 1 0,0 3 2 0,2 0-1 15,-8 0 1-15,6 4-2 16,-6 2-2-16,6 3 0 0,-6-3-3 0,0 2-1 0,0-1 1 0,0 4-1 16,0 4 2-16,7-1 3 0,-7 2 1 0,0-3 2 15,6 3-4-15,1 2 4 0,-7 0 4 0,7 4 10 16,-1-4 12-16,0 4 13 0,1 0 23 0,-7 1 16 15,7-2 19-15,-1 5 9 0,0-5 10 16,1 5 14-16,0 0 8 0,-1-1-5 0,1 2-9 16,-1-2-14-1,0 1-16-15,-6-4-25 0,7 3-17 0,-7-3-13 0,0 0-11 16,0 0-8-16,-7-3-3 0,7 4-2 0,-6-6-8 16,0 2 0-16,-1-5-4 0,1 5-4 0,-8-6-24 15,8 3-44-15,-7-5-56 0,0 0-70 0,0 0-82 16,6-5-99-16,-6 3-118 0,1-3-138 15,4-1-145-15,2-6-149 0,0 2-66 16,6-5 26-16,0 1 96 0,0-5 158 16,6 0 190-16</inkml:trace>
  <inkml:trace contextRef="#ctx0" brushRef="#br1" timeOffset="92871.65">32147 886 462 0,'6'0'679'0,"1"0"120"0,-1 0 82 16,-6 0-60-16,7 4-117 0,-1 0-146 0,-6 3-154 15,7 0-79 1,-1 4-50-16,-6 0-37 0,6 4-30 0,2-4-31 16,-8 3-25-16,0 2-29 0,0-2-27 0,0 0-19 0,0-2-23 0,0 2-19 15,0-3-17-15,0 1-35 0,0-2-52 0,-8-3-71 16,8 1-83-16,-6-5-107 0,6 1-148 0,-6 0-147 16,6-4-154-16,-7-4-122 0,1 0-19 15,6-3 55-15,-7-4 120 16,1 1 157-16,6-2 193 0</inkml:trace>
  <inkml:trace contextRef="#ctx0" brushRef="#br1" timeOffset="93004.92">32133 765 270 0,'-6'-7'379'0,"6"4"38"0,0-1-13 16,0-1-75-16,0 5-97 0,6 0-81 0,2 5-83 16,-8 2-97-16,6-3-109 0,7 7-146 0,-7-4-87 15,1 1-48-15,-1 2-2 0,1-2 47 0</inkml:trace>
  <inkml:trace contextRef="#ctx0" brushRef="#br1" timeOffset="93645.75">32616 952 294 0,'0'0'480'0,"0"0"106"0,0 0 112 15,0-3-30-15,0-1-45 0,-7 1-86 0,1-1-77 0,-1-1-79 16,-6 2-85-16,1 0-69 0,-2-1-39 0,1 4-20 15,0-4-12-15,0 4-6 0,0 0-9 16,-6 0-13-16,5 0-16 0,1 4-20 0,1 0-15 16,-2-1-16-16,2 5-11 0,4-4-8 0,-4 6 0 15,5 1 1-15,1 0 4 0,-1 4 3 0,7-1-1 16,0 4 0-16,0 1-5 16,0-4-3-16,7 3-4 0,-7 0-3 0,6 1 0 0,1-5 1 0,-1 1 2 15,0-4 2-15,2 3 3 0,-2-2 7 16,7-5 7-16,-6 0 8 0,-1 1 6 0,0-5 6 15,1 1 5-15,-1-4 2 0,1 0-1 0,0 0-5 16,-1-4-5-16,0 4-8 0,1-7-10 0,0 0-12 16,-7 0-12-1,6-4-10-15,0-5-9 0,-6 2-5 0,7-4-4 16,-7-1-3-16,7-3-1 0,-1 0-1 0,-6-3 1 0,7 3 1 16,-1 3-1-16,0-3 0 0,2 8 0 0,-2 0 1 15,6 2-4-15,-5 1 0 0,0 5-1 0,-1-2 1 16,1 4-2-16,-1 4 0 0,8 0 1 0,-2 4 1 15,-6-1 5-15,8 5-1 0,-1 3 0 16,0 0-1-16,-6 3 2 0,5 1-3 0,-6 0-2 16,2 3 1-16,-2-4 2 15,-6 5-1-15,0-4 1 0,6 0 2 0,-6-1 0 0,-6 0 1 0,6 2 4 16,0-10 2-16,-6 5 2 0,6-3 5 0,-8-4 5 16,2 4 7-16,0-6-8 0,6-2-18 15,-6 0 0-15,-1 0 0 0,7-2 0 0,0-6 0 16,-7-1 0-16,7-1 0 0,0 0 0 0,7-6 0 15,0-2 0-15,-1 0 0 16,6 0 0-16,2-5 0 0,-1 5 0 0,0 4 0 16,0-1 0-16,0 0 0 0,6 5 0 0,-5 1 0 0,-1 6 0 15,-1 0 0-15,2 6 0 0,-2 0 0 0,2 6 0 16,-1 1 0-16,-7 5 0 0,8 4 0 0,-8-2 0 16,-6 6 0-16,6-5 0 0,-6 7 0 0,0-3 0 15,-6 0-83-15,6-3-324 0,-6 2-146 16,-1-3-163-16,-6-2-179 0,0-2-166 0,-1-7-28 15,-5 1 45-15,0-1 120 16,-8-3 177-16,-5 0 227 0</inkml:trace>
  <inkml:trace contextRef="#ctx0" brushRef="#br1" timeOffset="95193.15">28604 1465 197 0,'-6'-7'309'16,"-2"0"54"-16,2 0-21 0,0-1-10 0,-7 4 42 16,13 0-2-16,-7-3 15 0,1 3 11 15,-1 1 0-15,1 0-17 0,6 3-37 0,-7-4-49 16,7 4-62 0,-7 0-50-16,7 0-27 0,0 4-14 0,-6 2-1 0,6-2 21 15,-6 7 28-15,6 1 31 0,0 6 11 0,-7 0 4 16,7 4-5-16,7 0-19 0,-7 3-25 0,0 4-26 15,6 1-20-15,0 0-21 0,-6 2-21 16,7-3-22-16,0 5-18 0,-1-1-19 0,1-1-14 16,-1-3-13-16,1 1-7 15,-7 0-13-15,7-9-25 0,-7 1-33 16,0-3-45-16,0-8-38 0,6 0-55 0,-6 0-53 0,-6-8-54 0,6 1-61 16,0-8-76-16,0 1-93 0,-7-5-97 15,0-3-73-15,1-3-41 0,-1-5-15 0,1 2 41 16,-8-2 94-16,8 1 128 0,-7-1 146 0,6 4 181 15,-5 0 185-15,5 5 147 0,-6-1 94 0,6 0 74 16,1-1 44-16,0 6-9 0,-2-5-27 16,8 3-19-1,-6 1-9-15,12 0 3 0,-6-1-9 0,8 1-8 0,-2 3-12 16,0-2-16-16,8-3-16 0,-1 6-21 0,-1-1-17 16,8-3-18-16,0 3-16 0,-1 0-12 0,1 4-10 15,0-3-12-15,-1 3-11 0,1 0-17 16,-2 3-14-16,2 1-16 0,0 0-13 0,-1 3-14 15,1 0-14-15,-7 2-5 0,0-3-5 16,0 5-4-16,0-1-2 0,-6 2-7 0,-1-1 3 16,-6 3 2-16,6-2 1 0,-6-1 2 0,0 0 0 15,0-4 7-15,-6 4 0 0,6-4 0 16,-6 1-1-16,6-1 5 0,-7-3 8 0,7-1 7 16,-7-3 10-16,7 0 2 0,-6 0 4 0,0-3-4 15,-1-1-9-15,7-3-12 0,-6-1-12 16,6 1-9-16,-7-8-9 15,7 4-6-15,0-7-4 0,0 4-3 16,0-5-4-16,7 1-1 0,-1 3 0 0,1 0 1 0,5 4 0 0,-5 0 2 16,6 0-2-16,-7 8 1 0,8-4-2 0,-1 7-1 15,0-4 1-15,-7 8-2 0,7-4 0 16,-7 7 0-16,8 1 3 0,-1-2 1 0,-6 9 1 16,5-4 1-16,-5 4 1 0,-1 0 2 15,1-1 0-15,6 1-2 0,-7-5 1 16,8 5 1-16,-8-4-6 0,7 0 3 0,-7 1 0 15,1-5 5-15,6-4-1 0,-7 1 3 0,8 0 4 16,-1-4-2-16,-7 0-1 0,7-4-1 16,0-3-1-16,1 0-2 0,-2-1 1 0,1-3-2 15,-6 0 1-15,-1 0-3 0,7-3 0 0,-13-5 1 16,7 5-1-16,-7-5-2 0,0 1 1 16,-7-1-1-16,7 5 1 0,-6-1-2 0,-1 1 0 15,1 7 2-15,-1-5-2 16,-6 5 0-16,7 3 0 0,-8 1-2 0,8-1 0 0,-7 4 1 15,0 4-1-15,7-1 3 0,-7 1-1 16,-1 3 1-16,8 5 2 0,-7-2 0 0,0 1 0 16,6 4 1-16,1-1 0 15,0 5 0-15,-1-1 3 0,0 1-3 0,7-1 1 16,0 3 3-16,0-2 6 0,7-1 4 16,0 4 4-16,-1-3 4 0,0-4 3 15,1 3 4-15,6-4 3 0,0-3 8 0,1 0 12 0,5 0 12 0,0-3 12 16,0-5 4-16,8-3-3 0,-1 0-7 0,6-3-14 15,1-1-16-15,-1-3-15 0,-6-1-10 16,7-3-6-16,-7-3-3 0,0 3-4 16,1-7-1-16,-9 3 3 0,-4-7-4 0,-1 3 3 15,0-3-1-15,-6 1 1 0,-1 2-1 0,-6 1-3 16,0-1 2-16,0 5-2 16,-6-1-2-16,-1 5 1 0,-6 2-3 0,0-3 1 0,-7 7-1 15,8-3 1-15,-8 7-2 0,7-4 3 0,-7 8-1 16,8-4-1-16,-8 7 1 0,7-3 1 15,-1 7 0-15,2-3-1 0,-2 6 3 0,8-3 3 16,0 7 5-16,-1-3 6 0,7 3 11 16,0 1 13-16,7-1 17 0,-1 4 15 15,0-4 9-15,8 4 7 0,-2-3 3 16,2-1-2-16,-1-4-70 0,-1 1-17 0,8-4 0 0,0 0 0 16,-1-4 0-16,7-3 0 0,0 0 0 0,1-1 0 15,5-3 0-15,-6 0 0 0,1-3 0 16,-2 3 0-16,1-4 0 0,0 0 0 0,-6 1 0 15,-1-1-41-15,1 0-282 0,0 1-73 0,-8-1-84 16,2 0-115-16,-1-3-151 0,6 3-160 16,-6 1-100-16,7 0-3 15,-7-2 73-15,13 2 136 0,-6-1 203 0</inkml:trace>
  <inkml:trace contextRef="#ctx0" brushRef="#br1" timeOffset="95959.46">30375 1795 112 0,'14'-12'587'0,"-8"2"140"0,0-1 100 0,0 0 83 16,-6 0-97-16,0-4-195 0,0 4-167 0,-6 0-120 15,6 4-85-15,-6-1-67 0,0 2-54 16,-8 1-33-16,8-2-21 0,-7 7-14 0,-7-3-8 0,8 3-9 0,-8 0 1 16,0 0 4-16,1 3 7 0,-1 1 3 15,0-1-1-15,7 5 2 0,-6-1-1 0,0 4-7 16,5 0-9-16,1 0-7 15,0 4-5-15,7 0-1 0,-1-1-4 16,7 5-2-16,0-5-2 0,0 1 1 0,7 0-2 0,-1-1 0 16,1-3-1-16,6 3-1 0,0-6-1 0,0 3 0 15,0-3-1-15,6-5-3 0,-6 1 2 16,7-4-1-16,0-4-1 0,-1 1 13 0,1-1 15 16,0-3 14-16,-8-1 16 0,1-2 13 0,0-2 13 15,0 1-6-15,-6-3-7 0,6-1-10 16,-13-4-13-16,6 1-14 15,0 0-12-15,-6-8-8 0,0 4-9 0,0 0-2 0,0 0 0 16,0 0 4-16,0 4 7 0,0 0 5 0,-6 2 4 16,6 6 0-16,0-1-3 0,-6 3-5 15,6 2-9-15,0-3-5 0,0 6-6 0,0 0-4 16,0 3-3-16,0 0-3 0,0 0 1 16,0 0 2-16,0 6-2 0,0-1 3 0,0 2 0 15,0 4 2-15,0 0 0 0,0 4 3 0,0-1 4 16,6 1 5-16,-6 3 5 0,6 1 2 15,-6 2 4-15,8-2 0 0,-2 3-2 0,0 0-2 16,1-4-5-16,-1 1 3 0,8-1-8 0,-8 0-10 0,0-3 0 16,8-1 0-16,-8-3 0 0,7 1 0 0,-6-1 0 15,-1-8 0-15,7 5 0 0,-7-8 0 0,2 3 0 32,-2-3 0-32,6-3 0 0,-5-1 0 0,0 0 0 15,-1-3 0-15,7 0 0 0,-7-5 0 0,-6-2 0 0,8 3 0 16,-2-8 0-16,0 5 0 0,-6-4 0 0,0 3 0 15,0 4 0-15,0-5 0 0,0 6 0 0,0 3 0 16,0-3 0-16,0 5 0 0,0-2 0 16,0 3 0-16,0 0 0 0,0 4 0 0,0-3 0 15,0 3 0-15,0 0 0 0,0 3 0 0,0 1 0 16,0 0 0-16,0 3 0 16,0 4 0-16,0-3 0 0,0 5 0 0,0 3 0 0,0-5 0 0,0 4 0 15,6 3 0-15,-6-4 0 0,0 1 0 0,8-4 0 16,-8 4 0-16,0-5 0 0,0 2 0 0,6-5 0 15,-6 1 0-15,0-1-84 0,0-4-215 16,0 2-68-16,6-5-88 0,-6 0-113 0,0-5-152 16,7 2-176-16,-7-4-117 15,0-4-11-15,0-5 72 0,0 2 140 16,6-4 194-16</inkml:trace>
  <inkml:trace contextRef="#ctx0" brushRef="#br1" timeOffset="96083.25">30642 1538 133 0,'-6'-7'473'0,"0"0"118"15,6-1 95-15,-8 5 0 0,8-1-74 0,0 0-155 16,-6 4-129-16,6 0-113 0,6 0-108 0,-6 8-102 16,8-1-108-16,-2 0-116 15,0 4-131-15,1 0-142 0,-1 1-135 0,1 2-36 0,0-3 32 16,5 4 78-16,-6-1 113 0</inkml:trace>
  <inkml:trace contextRef="#ctx0" brushRef="#br1" timeOffset="96974.21">31137 1842 5 0,'7'-3'447'0,"-7"-1"108"15,6-4 105-15,-6 1 92 0,0-4-70 0,0 0-208 16,0-4-63-16,-6 1-53 16,-1 3-69-16,7-3-64 0,-12 3-54 0,4-3 66 15,-4 2-67-15,-1 4-38 0,0-3-20 16,0 5-14-16,-7 1-5 0,7 2-7 0,-6-1-4 15,-1 4-7-15,1 0-9 0,5 4-8 0,-5-1-6 16,6 5-6-16,-6-1-3 0,5 4-3 0,8 0-2 0,-7 4-2 16,6 0 1-16,1 3-4 0,6-3-2 0,0 3-3 15,0-4-2-15,6 4-1 0,1-3 1 0,-7 0 1 16,13-3 2-16,-7-2 4 16,0-2 4-16,8-1 4 0,-1 0 0 0,0-3 1 0,0-4-3 15,0 0-3-15,6 0-2 0,-5-4 1 0,-1 1 3 16,-1-1 1-16,2-3 8 0,-2-4 2 0,2 4 4 15,-8-5 1-15,7-3 1 0,-6 0 0 16,-1 1 1-16,1-1 3 0,-1 5 3 0,0-1 0 16,-6 0 1-16,8 0-1 0,-8 7-8 0,0-3-11 15,6 3-15-15,-6 0-13 0,0 4-10 0,0 0-7 16,-6 0-2-16,6 8-1 0,0-6 4 16,0 10 1-16,0-4 1 0,0 6 3 0,0-3-1 15,0 4 2-15,6-1 3 16,-6-2 2-16,6 2 3 0,7 1 5 0,-6 0 2 0,6-1 3 0,0-3 0 15,0 1 1-15,0-2-2 0,6-3-1 16,1-3-5-16,-1 3-16 0,1-7 0 0,6 4 0 16,-7-4 0-16,7 0 0 0,-6-4 0 0,-1 1 0 15,1-5 0-15,0 1 0 0,-7 0 0 0,7-4 0 16,-8 0 0-16,2 0 0 0,-2-3 0 16,-5-2 0-16,0 2 0 0,-1-1 0 15,1 0 0-15,-7 4 0 0,0 1 0 0,-7-1 0 0,7 0 0 16,-13 7 0-16,6-3 0 0,-5 3 0 0,-2-1 0 15,-5 5 0-15,6 0 0 0,0 0 0 0,-1 5 0 16,2-1 0-16,-2 3 0 0,8-3 0 16,-7 3 0-16,7 0-1 0,-8 4-3 0,8-4-1 15,6 1 0-15,-6-1-1 0,6 4 2 0,0-3 0 16,0-1 4-16,0 0 1 16,0 0 3-16,6 1 1 0,-6-5-1 0,6 2 1 0,1 2 0 15,0-4 0-15,-1 1-5 0,1 0 0 0,-1-4 0 16,0 3 0-16,2 1 0 0,4 0 0 0,-6-1 0 15,2 1 0-15,-2 4 0 0,0-5 0 0,1 4 0 16,-1 0 0-16,1 4 0 0,0 0 0 16,-1 0 0-16,0 3 0 15,1 1 0-15,0 0 0 0,-1 7 0 0,-6-3 0 16,6 3 0-16,-6 0 0 0,0-1 0 0,0 1 0 16,0 0 0-16,-6 1 0 0,0-5 0 0,-1 0 0 0,0 0 0 15,-5-3 0-15,-2-4 0 0,1 0 0 0,-7-4 0 16,8 1 0-16,-8-5 0 0,7 2 0 0,-7-5 0 15,2 0 0-15,-2-5 0 0,7 2 0 0,-7-1 0 16,7 0 0-16,-6-3 0 0,5 0 0 0,1 0 0 16,1-1 0-16,-2 1 0 15,8-4 0-15,0 3-187 0,-1-2-202 0,0-1-92 0,7-4-127 16,0 4-152-16,7-8-169 0,6 6-100 0,-7-7 2 16,8-2 70-16,5 1 143 0,1-2 196 0,-1-2 229 15</inkml:trace>
  <inkml:trace contextRef="#ctx0" brushRef="#br1" timeOffset="97354.61">31476 1788 295 0,'6'-11'548'0,"1"3"132"0,0-3 105 0,-1 4-33 15,0 0-51-15,1-1-129 0,6 1-119 0,0 3-108 16,-7 0-80-16,14 2-61 0,-7 2-39 0,0 0-24 16,6 0-13-16,1 6-7 0,0-2-7 15,-1 3-7-15,1 1-3 0,0 3-7 0,-1 0-9 16,-6 3-9-16,6 1-11 0,-5-1-9 0,-2 1-16 15,2 3-13-15,-8 1-9 16,1-4-6-16,-7 3-4 0,0-4-3 0,0-3 0 0,-7 4 5 0,1-4-1 16,-1 0 5-16,-6-4 6 0,7 1 9 15,-8-2 12-15,8-1 18 0,-7-2 20 0,6 1 14 16,-6-4 15-16,7 0 17 0,0-4 11 0,-2 1 6 16,8-2 5-16,-6 2-20 0,6-4-130 15,0-4 0-15,0 0 0 0,6 0 0 0,2-7 0 16,-2 3 0-16,7-3 0 15,0-1 0-15,0 5 0 0,0-4 0 0,0 3 0 0,7 0 0 0,-7 4 0 16,-1 0 0-16,8 4 0 0,-6 0 0 16,-2 3 0-16,1-3 0 0,0 3-234 0,0 4-135 15,1 0-85-15,-2-5-114 0,8 5-143 0,-7 0-161 16,7 0-127 0,-1 0-18-16,-6 0 54 0,6 0 122 0,1 0 181 15,-6 0 220-15</inkml:trace>
  <inkml:trace contextRef="#ctx0" brushRef="#br1" timeOffset="97803.33">32232 1762 87 0,'6'0'450'0,"-12"-4"135"0,6 1 122 0,0-1 23 16,-7-1-1-16,0-1-111 0,1 2-107 0,0 1-105 15,-2-5-97-15,-4 4-71 0,5 2-51 0,-6 2-35 16,0-5-19-16,1 5-11 0,-8 5 1 0,7-5-5 16,-7 2-4-16,8 6-6 15,-8-4-6-15,6 3-10 0,2 4-13 0,-1 0-3 0,-1 0-5 16,8-1 0-16,-7 5 2 0,13-4-1 0,-7 4-5 15,1 0-8-15,6-1-4 0,0 2-5 16,6-2-6-16,1-3-6 0,-7 0-5 0,13 0-3 16,-7-4-7-16,8 0-2 0,-1 1-7 0,-1-5-5 15,8 5-2-15,-6-8-2 0,5 0 1 16,-6 0-2-16,6-4 0 0,-5 0 3 0,-2-3 9 16,1 3 10-16,0-7 10 0,0 5 9 0,-7-9 7 15,8 4 5-15,-8-7-4 0,1 2-4 0,0 2-2 16,-1-1 6-16,0 0 6 0,-6 1 10 15,0 7 12-15,7-4-72 0,-7 3-9 0,0 1 0 0,0 3 0 16,0 1 0-16,0 3 0 0,0 0 0 16,0 0 0-16,0 3 0 0,0 5 0 0,-7-1 0 15,7 3 0-15,0 2 0 16,-6 2 0-16,6 1 0 0,0 3 0 0,0-3 0 0,6 4 0 16,-6-5 0-16,7 4 0 0,-1-3 0 0,1 0 0 15,0-1 0-15,-1-6 0 0,0 3 0 0,8-5 0 16,-8 2-52-16,7-4-285 0,0-1-87 0,0-3-109 15,1 0-133-15,-2-3-144 0,1-4-132 0,0-1-68 16,-6-3 22 0,5-3 100-16,-4-1 158 0,-2-6 191 0</inkml:trace>
  <inkml:trace contextRef="#ctx0" brushRef="#br1" timeOffset="98436.2">32453 1736 28 0,'0'-15'426'16,"-6"4"123"-16,6 0 122 0,0 0 69 0,-7 5-10 0,7 1-100 15,0-2-105-15,-7 4-101 0,7-1-107 0,0 4-100 16,0-4-74-16,0 8-44 0,0 0-21 0,0-1-1 15,7 4 9-15,-7 1 12 0,7 3 16 16,-7 3 15-16,6 1 15 16,0 0 13-16,1 0 6 0,-7 3 4 0,6 0 2 0,1 4-3 0,-7-3-7 15,7-1-12-15,-7 3-6 0,6-2-3 16,-6-1-4-16,0-3-3 0,6 0-4 0,-6-1-6 16,0 1-75-16,0-5-46 0,7-2 0 0,-7-1 0 15,0 1 0-15,0-5 0 0,0 1 0 0,0 0 0 16,0-4 0-16,0 0 0 0,0 0 0 0,0-4 0 15,-7-3 0 1,7-1 0-16,0-2 0 0,-6-1 0 0,6-4 0 0,0-3 0 0,-6-1 0 16,12-2 0-16,-6-6 0 0,0 6 0 0,6-2 0 15,1 2 0-15,0 3 0 0,-1-1 0 0,0 5 0 16,1 3 0-16,6 0 0 0,-6 3 0 16,5 2 0-16,2-3 0 0,5 9 0 0,-6 0 0 15,6 0 0-15,-5 4 0 0,6 1 0 0,-8 5 0 16,1-3 0-16,1 8 0 15,-2-4 0-15,2 7 0 0,-8-3 0 0,0 3 0 0,1 4 0 0,-1-4 0 16,-6 5 0-16,7-9 0 0,-7 4 0 16,0-3 0-16,-7-4 0 0,7 0 0 0,0 0 0 15,-6-4 0-15,6 1 0 0,-7-5 0 0,7-3 0 16,-6 3 0-16,6-3 0 0,-6-3 0 16,-2 0 0-16,2-5 0 15,6-3 0-15,-6 0 0 0,6-3 0 0,0 0 0 16,6-9 0-16,0 2 0 0,2 2 0 0,-2-4 0 0,7 2 0 0,0 3 0 15,-6 3 0-15,5 4 0 0,2 0 0 16,5 0 0-16,-6 7 0 0,0 1 0 0,7 3 0 16,0 0 0-16,-8 7 0 0,8 4 0 0,-1 0 0 15,1 4 0-15,-7-1 0 0,7 4 0 0,-14 0 0 16,7 1 0-16,0-1 0 0,-7 1 0 0,-6-1 0 16,7-3 0-16,-7-1 0 15,7-3 0-15,-7 4 0 0,0-8 0 0,-7 4 0 0,7-3 0 16,0-5 0-16,0 4 0 0,0-3-136 0,-7-4-286 15,7 4-107-15,-6-4-123 0,0-4-156 0,-8 0-185 16,8-3-62-16,-7-4 32 0,0 0 81 0,0 0 148 16,-1-3 210-16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44:03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7619 5052 93 0,'0'0'299'0,"7"0"49"0,-7 0 6 15,7 0-8-15,-7 0-37 0,0-4-30 0,6 4-18 16,-6 0-1-16,0 0 9 0,0 0 20 16,0 0 18-16,6-4 1 0,-6 4-10 0,0-3-14 15,7-2-24-15,-7 3-35 0,0-3-30 16,7 2-14-16,-7 0-11 0,0-5-10 0,0 0-13 15,0 2-12-15,0-3-18 0,0 3-15 16,0-5-8-16,-7 3-10 0,0-3-10 0,1 4-8 16,-7 0-9-16,6-1-9 0,-6 5-14 15,-6 3-12-15,0 0-6 0,-1 0-5 0,-6 7-4 16,-1 0-2-16,2 4-3 0,-1 4-2 16,-7 0 0-16,1 3-1 0,6 4 0 15,-7 0 1-15,7 3 2 0,0 1 2 0,6 3 3 16,1 2 0-16,5-4 4 0,2 4 8 15,5-2 7-15,0 0 13 0,7 0 15 0,7 1 19 16,0-1 15-16,5-3 11 0,2-1 7 16,5-3 0-16,7 1-1 0,0-5-8 15,1 0-10-15,5-3-11 0,1-1-7 0,-1-6-12 16,1 2-10-16,-1-5-5 0,1 1-2 16,-1-6-7-16,-6 4-7 0,0-4 3 0,1-4 0 15,-8 4-4-15,-6-3-4 0,7 0 1 16,-14 3-2-16,7-5-1 0,-7 2-4 15,-6-1-5-15,8 1-14 0,-2-1-32 0,-6 0-56 16,0 1-72-16,0-1-84 0,0 0-98 0,0 1-120 16,6-4-142-16,-6 2-134 0,0 2-126 15,0-1-96-15,0 1 5 0,6-1 81 0,-6 0 143 16,7 1 174-16</inkml:trace>
  <inkml:trace contextRef="#ctx0" brushRef="#br0" timeOffset="3258.36">7965 5411 87 0,'0'-4'116'0,"0"-3"-32"16,0 3-26-16,0 0-25 0,-7 1-12 0,7-5-8 15,0 5 0-15,0-1 7 0,0 0 6 16,0 1 14-16,0-1 7 0,0 0 11 0,0 1 2 15,0 0-1-15,0-2 4 0,0 2 3 16,0-1 5-16,0 1 7 0,0 3 8 16,0-4 9-16,0 0 11 0,0 1 14 15,7-1 11-15,-7 4 14 0,0-4 16 0,0 1 18 16,0 3 12-16,0-5 17 0,0 3 23 16,0 2 28-16,0-5 25 0,0 5 14 0,0-3 2 15,0 3-14-15,0 0-28 0,0-4-41 16,6 4-44-16,-6 0-43 0,0 0-35 0,0 0-26 31,0 4-22-31,0-4-14 0,0 3-11 0,0-3 3 16,0 7 5-16,7 5 7 0,-7-1 11 15,6 0 16-15,-6 3 3 0,6 1-1 0,-6 0 2 16,8 3 0-16,-8 0 3 0,0 0-4 16,6 0 10-16,-6-2 6 0,0 2 5 15,6-3 4-15,-6 3-5 0,0-4-4 0,0 1-1 16,0-4-10-16,6 5 0 0,-6-10 0 15,0 5 1-15,0-3 7 0,0-1 1 0,0-3 6 16,0-1 8-16,0 1 9 0,0 0 6 16,0-4 5-16,0 3 9 0,0-3 9 15,0 0 2-15,0 0-6 0,0 0-9 0,0-3-12 16,0-1-23-16,0-3-29 0,0-2-56 16,0 3 0-16,-6-5 0 0,6 1 0 0,0-6 0 15,0 5 0-15,0-4 0 0,0 1 0 16,0-1 0-16,0 5 0 0,0-5 0 15,0 0 0-15,6 1 0 0,-6 3 0 0,8-5 0 16,-2 1 0-16,0 5 0 0,1-1 0 16,-1-4 0-16,1 4 0 0,6 0 0 0,-1 5 0 15,-4-6 0-15,4 5 0 0,1 0 0 0,1-1 0 16,-8 5 0-16,7-2 0 0,0 3 0 16,0-3 0-16,0 5 0 0,-6 0 0 15,5 5 0-15,-5-3 0 0,0 3 0 0,5 2 0 16,-4 0 0-16,-2 1 0 0,0-1 0 15,1 4 0-15,-1 0 0 0,1 0 0 0,-7 0 0 16,7 3 0-16,-1-3 0 0,-6 4 0 16,6-1 0-16,-6 2 0 0,6-2 0 15,-6 4 0-15,0-3 0 0,0 0 0 0,0-4 0 16,0 4 0-16,8-5 0 0,-8 1 0 16,0 0 0-16,0-4 0 0,0 1 0 0,0-1 0 15,0 1 0-15,0-6 0 0,0 3 0 0,0-5 0 16,0 4 0-16,0-4 0 0,0 3 0 15,0-3 0-15,0 0 0 0,0 0 0 16,0 0 0-16,0-3 0 0,-8-1 0 0,8-1 0 16,-6 3-112-16,6-6-525 0,-12 1-320 15,5-3-237-15,-13-2-76 0,8 1 36 0,-8 0 115 16,-6-4 233-16,6-3 314 0</inkml:trace>
  <inkml:trace contextRef="#ctx0" brushRef="#br0" timeOffset="8914.84">27164 4260 137 0,'0'-7'309'0,"7"3"50"0,-1-3-3 15,-6 3-19-15,0-2-36 0,7 2-30 16,-7-4-5-16,7 4 9 0,-7-3 25 0,0 0 16 16,0 3 7-16,6-8-9 0,-6 10-17 15,0-9-28-15,-6 3-47 0,6 5-32 16,0-5-34-16,-7 0-21 0,7 4-29 0,-7-2-25 16,1 2-18-16,-7 0-16 0,7 1-9 15,-8 3-6-15,2-4-2 0,-2 8-2 0,1-4-3 16,1 3-1-16,-2 5-4 0,2-2-5 15,-8 6-2-15,7 2-2 0,-1 2 2 0,2 2 0 16,-2 0 4-16,2 4 6 0,-2 0-1 16,1 0 9-16,7 3 5 0,-7 0 3 15,6 6 0-15,7-6 0 0,-6 4 8 0,6 4 5 16,0-3 4-16,6 3 4 0,1 0 4 16,0-4 4-16,-1 3-4 0,7-2 0 15,0 0-4-15,0-1 1 0,7-3-1 0,-1-4-2 16,7 0 1-16,-6 0-2 0,6-8-1 0,0 4-2 15,7-7 5-15,-8-4 4 0,1 1 3 16,7-4 6-16,-1-4 6 0,-6-4 8 0,7-4 6 16,-1-2 4-16,1-1 13 0,-7-4 3 15,0-3 16-15,1-4 9 0,-1 0 6 0,-7 0-71 16,1-8-72-16,-7 5 0 0,0-8 0 16,-1 3 0-16,-4 2 0 0,-2-6 0 15,-6 1 0-15,0 4 0 0,-6-4 0 0,-2 0 0 16,-4 4 0-16,-8 0 0 0,7-1 0 15,-7 5 0-15,1 2 0 0,-7 2 0 16,6 2 0-16,-6 1 0 0,7 3 0 0,-7 5 0 16,6-1 0-16,-6 3 0 0,7 0 0 0,-1 5 0 15,0 3 0-15,1 3 0 0,-1 2 0 16,8 1-9-16,-2 1-424 0,2 5-86 0,5-1-111 16,0 0-142-16,7 1-140 0,7-2-105 15,0-3-5-15,5 4 64 0,2-7 133 16,12-1 193-16,-7 1 211 0</inkml:trace>
  <inkml:trace contextRef="#ctx0" brushRef="#br0" timeOffset="9336.91">28024 3992 26 0,'6'-14'426'0,"1"0"81"0,0 3 80 0,-1-4 78 15,-6 5-76-15,0-2-105 0,0 1-60 16,0 4-44-16,0-4-49 0,0 8-54 16,-6-5-59-16,6 3-47 0,-7 2-41 0,0 3-34 15,1 0-24-15,0 0-21 0,-8 3-11 16,2 5-7-16,-2 0-10 0,-5 3 3 0,-1 0 1 16,8 8 9-16,-8-2 13 0,7 9 11 15,-7-1 15-15,8 8 12 0,-2 1 21 0,1 6 10 16,0-1 11-16,7 3 15 0,-1 2 12 15,1 3 5-15,0-3-6 0,6 4 9 16,0-1-7-16,0 5-10 0,0-5-13 0,6 1-12 16,0 0-13-16,1-4-21 0,6 0-14 15,-7-1-13-15,7-2-9 0,1-5-6 0,-2 1-4 16,2-7-4-16,-2-1-7 0,1-8-7 16,1 1-5-16,-2-7-5 0,2 0-6 0,-8-4-8 15,7-4 0-15,0-4 0 0,-6 1-44 16,5-4-75-16,-4-4-93 0,4 1-109 0,-6-9-142 15,8 2-175-15,-8-5-183 0,1-3-179 16,5-3-59-16,-4-2 28 0,4-3 99 16,-5-3 168-16,6 0 208 0</inkml:trace>
  <inkml:trace contextRef="#ctx0" brushRef="#br0" timeOffset="9947.34">28219 4429 355 0,'0'-15'555'0,"0"0"117"16,0 1 100-16,0-1-20 0,0 4-108 15,-6 4-106-15,6 0-93 0,0-2-89 16,0 7-89-16,0-2-69 0,0 0-60 0,0 4-46 16,0 0-38-16,0 0-24 0,0 8-14 15,0-1-6-15,0 4 2 0,6 0 4 16,-6 4 13-16,0 3 16 0,8 3 15 0,-8 2 16 16,6 3 16-16,-6-1 12 0,6 1 13 0,-6-1 4 15,0 0 6-15,0 1 5 0,6-3-2 16,-6-1-4-16,0-3-5 0,0-2-3 0,7-2 0 15,-7-4 1-15,0-4 4 0,0 0 13 16,0 1 20-16,0-4 26 0,0-1-145 0,0-3-37 16,7 0 0-16,-7-3 0 0,0-1 0 15,-7-4 0-15,7 1 0 0,0-3 0 0,-7-2 0 16,7-2 0-16,-6-4 0 0,6-1 0 16,-6-4 0-16,6 2 0 0,-6-2 0 15,6 2 0-15,0-1 0 0,-8 1 0 0,8 2 0 16,0 1 0-16,8-1 0 0,-8 4 0 0,6 0 0 15,0 1 0-15,7 0 0 0,-6-2 0 16,12 6 0-16,1-1 0 0,-1 0 0 0,1 0 0 16,6 0 0-16,0 3 0 0,0 1 0 15,-1-1 0-15,2 5 0 0,-7-1 0 16,6 4 0-16,-7-3 0 0,-6 6 0 0,7-3 0 16,-7 4 0-16,-1 4 0 0,-4 0 0 15,4 2 0-15,-5 5 0 0,-1-1 0 16,1 5 0-16,-7 3 0 0,7-1 0 0,-7 1 0 15,6 5 0-15,-6-2 0 0,6-3 0 16,-6 4 0-16,0-1 0 0,6-3 0 0,-6 0 0 16,0-4 0-16,8-7 0 0,-8 4 0 15,0-3 0-15,0-2 0 0,6 1 0 0,-6-4 0 16,0 0 0-16,6 1 0 0,-6-5 0 16,0 1 0-16,0-4 0 0,0 4 0 0,0-8 0 15,0 4 0-15,0-4 0 0,0-2 0 16,0-2 0-16,0-3-215 0,0 0-549 0,0 1-239 15,0-6-188-15,0-2-33 0,7-1 62 16,0-3 124-16,-1-3 211 0,1 0 263 16</inkml:trace>
  <inkml:trace contextRef="#ctx0" brushRef="#br0" timeOffset="10353.49">28838 3923 448 0,'0'-14'652'0,"0"-4"114"0,-6 3 87 0,6 3-37 16,0-2-146-16,0 6-137 0,6-2-133 16,-6 2-88-16,7 5-69 0,-1-5-46 0,1 5-40 15,5 3-27-15,2 3-10 0,6 1-1 0,5 3 6 16,1 8 5-16,0 0 3 0,1 7 6 16,-1 3-1-16,0 8 25 0,-1 4 33 15,2 7 25-15,-1 4 20 0,0 3 6 0,-6 0-205 16,-8 7-42-16,-5-3 0 0,-1 3 0 15,-6 2 0-15,-6-5 0 0,-1 3 0 16,-5-3 0-16,-8-3 0 0,0-1 0 0,1 0 0 16,-1-3 0-16,0-8 0 0,1 1 0 0,0-4 0 15,6-8 0-15,-1-4 0 0,2-3 0 16,-2-4 0-16,8-4 0 0,-1 1 0 0,1-7 0 16,0 0 0-16,6-2 0 0,-7-1 0 15,7-5 0-15,0 0 0 0,0 0 0 16,0-8 0-16,0 0 0 0,0-3 0 0,0 1 0 15,0-5-587-15,0-3-595 0,0-4-170 16,-7 0-15-16,7 0 86 0,-12-8 172 0,5 1 288 16,-6-4 385-16</inkml:trace>
  <inkml:trace contextRef="#ctx0" brushRef="#br0" timeOffset="15168.34">7548 5722 217 0,'12'0'259'16,"2"-4"-2"-16,-8 4-31 0,8-3 9 0,-8 3-15 16,0-4-16-16,1 4-13 0,-1-4-5 15,1 4-2-15,-7 0-3 0,7-3-3 0,-7 3-8 16,6 0-7-16,-6 0-9 0,0 0-16 16,0 3-14-16,0-3-11 0,0 4-4 15,0 0 6-15,-6-1 18 0,6 5 21 0,-7 2 14 16,0 6 17-16,1-2 10 0,-7 1 2 15,0 7-15-15,0 0-16 0,-13 3-12 0,0 4-14 16,-1 1-15-16,-5 3-13 0,-7 3-10 16,0 5-6-16,-7-4-5 0,1 3-8 0,-7 0-4 15,-1 4-5-15,8-1-3 0,-7-2 7 16,7 4 0-16,-2-1 9 0,2-5 4 0,7-2 3 16,-2 0 5-16,1 0-7 0,6-5-2 15,1-2-9-15,6-4-6 0,-1-1-8 0,1 1-4 16,1-4-7-16,5-4-3 0,7-3-7 15,0-1-5-15,0-3-3 0,6 1-2 0,1-5-3 16,-1-4-2-16,1 1-3 0,0 0-3 16,6-1-3-16,0 1-4 0,-7-4-6 15,7 0-16-15,0 0-32 0,0-4-70 0,7 4-91 0,-7-3-123 32,0-1-168-32,6-3-204 0,0 2-223 15,-6-2-112-15,7 0-6 0,-7 3 71 0,6-3 144 16,-6 3 201-16</inkml:trace>
  <inkml:trace contextRef="#ctx0" brushRef="#br0" timeOffset="15881.7">5425 7425 4 0,'0'-3'278'16,"0"-1"49"-16,0-3 37 0,0 3-21 0,0-3-25 0,6 4-24 15,-6-2-17-15,0 1-8 0,0 4-8 16,0-3-16-16,0 3-23 0,-6 0-33 15,6 0-37-15,0 0-24 0,0 0-5 0,0 7 7 16,0-2 5-16,6 5 17 0,-6 5 19 16,0-1 13-16,0 5 2 0,0 4-6 0,0 2-3 15,0 0-8-15,0 1-5 0,0 2-17 0,0-2-15 16,0 4-18-16,0 0-14 0,0-5-16 16,0 0-20-16,0 1-7 0,0-4-13 15,0 0-9-15,0 0-11 0,0-7-9 0,0-1 1 16,0 1-6-16,0-4-3 0,0-4 0 15,0 1 3-15,0-5 1 0,0 0-2 16,0-3-9-16,0 0-22 0,0-3-47 0,-6-4-67 16,-1 0-96-16,7-5-135 0,-6 2-144 15,0-9-146-15,-2 4-128 0,2-6-64 0,0 3 26 16,6-4 100-16,-7-1 134 0,0-2 155 16</inkml:trace>
  <inkml:trace contextRef="#ctx0" brushRef="#br0" timeOffset="16132.23">5248 7429 261 0,'-6'-7'421'16,"0"3"66"-16,-1 0 68 0,1 1-32 0,6-1-73 15,-7 4-50-15,7-3-42 0,0 3-50 16,7-4-60-16,-1 4-66 0,1 0-64 16,13-3-44-16,-8 3-28 0,14 0-12 0,1 0-7 15,5 0-4-15,1 0-3 0,-1 0-7 16,7 0-6-16,-6 0 0 0,6 0-5 0,-6 0-1 15,-1 3 1-15,-5-3-3 0,-2 0 1 16,-5 4-1-16,-8-4-7 0,2 0-14 0,-8 3-31 16,0 1-63-16,-6-4-90 0,0 3-118 15,0 1-118-15,-6-4-130 0,0 4-80 16,0-4 3-16,6 0 59 0,-8 0 100 0,2 0 117 16</inkml:trace>
  <inkml:trace contextRef="#ctx0" brushRef="#br0" timeOffset="16715.46">6031 7194 145 0,'0'-3'225'0,"-7"-4"8"0,7 7-52 16,-7-4-74-16,7 4-49 0,0-3-30 15,-6 6-17-15,6-3-11 0,0 4-7 16,0 0-3-16,0-1-3 0,0 0 1 0,6 2 4 16,-6-1 4-16,0-1 3 0,7 1 4 15,-7-1 10-15,0 1 13 0,0-4 14 0,0 3 15 16,0 1 15-16,0 0 17 0,0-4 8 15,0 0 3-15,0 3 3 0,0-3 3 16,0 0 4-16,0 0 4 0,0 4 10 0,0-4 11 16,0 0 12-16,0 0 11 0,7 0 8 15,-7 0 8-15,0 0 10 0,0 0 12 0,0-4 8 16,0 4 2-16,0 0-1 0,0 0-15 16,0 0-19-16,0 0-27 0,0 0-28 0,0 0-22 15,0 0-18-15,6 0-8 0,-6 0-9 16,0-3-2-16,0 3-4 0,0 0-5 15,0 0-2-15,0 0-6 0,0 0 4 0,0-4-10 16,0 4-1-16,6 0 0 0,-6-4 3 16,0 4-1-16,0 0-7 0,0 0 0 0,0-3-4 15,0 3-5-15,0 0-6 0,6 0-11 16,-6 0-1-16,0 0-2 0,0-4 1 0,0 4-5 16,0 0-18-16,-6 0-25 0,6 0-46 0,0 0-55 15,0 0-65-15,0 0-56 0,0 0-38 16,0 0-17-16,0 4-1 0,0-4 12 15,0 0 17-15,0 3 5 0,0-3-2 0,0 4-17 16,-6-4-63-16,6 4-17 0,0-4 13 16,-6 0 36-16,6 0 49 0</inkml:trace>
  <inkml:trace contextRef="#ctx0" brushRef="#br0" timeOffset="17326">5757 7495 267 0,'0'0'324'0,"0"0"38"16,0 0-16-16,0-3-38 0,0 3-39 16,0-8-21-16,0 5 1 0,0 0 1 0,6-1 8 15,-6-4 7-15,0 3 5 0,0-1-8 16,6-2-15-16,-6 2-15 0,-6-3-24 0,6 6-25 16,0-4-26-16,0-1-13 0,-6 5-17 15,0-4-21-15,-2 3-19 0,2 1-24 0,-7-2-15 16,0 1-10-16,0 1-7 0,1 3 3 15,-8 0 2-15,0 3 3 0,1 1-1 0,-7 1 0 16,6-2-1-16,-6 4-1 0,0 4-5 16,6-4-6-16,-6 4 1 0,6 0-3 0,1 3 0 15,0 3-4-15,0-3 4 0,-1 4 6 16,0 0 10-16,7 1 12 0,0 2 7 16,0 2 8-16,7-1 8 0,-1 3 4 0,0-3-5 15,7 4-15-15,0-5 2 0,0 5 2 16,7-4-3-16,0 1 4 0,-1-2 6 0,7-2 17 15,0 2-5-15,6-6-3 0,7 3-2 16,-6-4-4-16,13-1-8 0,-7-3-10 0,6-6-8 16,7 3-7-16,-6-3-12 0,-1-4-7 15,8-4-6-15,-7 4-5 0,-1-7-2 16,-7 3-2-16,9-2 1 0,-9-3-2 0,1 1 0 16,-6 2 2-16,-7-2 0 0,7 5-2 15,-14-5 1-15,8 4-4 0,-8 1-14 16,-6-1-45-16,6 1-67 0,-6-1-95 0,-6 0-142 15,6 1-194-15,-6-1-215 0,-2 0-195 16,2-2-59-16,0-3 25 0,6 3 105 0,0-2 179 16,0-3 219-16</inkml:trace>
  <inkml:trace contextRef="#ctx0" brushRef="#br0" timeOffset="17753.61">6180 7247 24 0,'7'-27'425'0,"-7"6"75"0,0-4 73 0,-7 2 104 15,7 1-48-15,-7 0-110 0,7 3-51 16,-6 1-32-16,0 4-46 0,6-1-78 0,-7 4-72 16,1 3-56-16,-1 2-48 0,0 1-40 15,7 5-26-15,-6 0-27 0,-7 5-20 0,6 5-10 16,1 5-3-16,0 3 0 0,-7 8 3 15,-1 3 12-15,8 4 11 0,-8 8 17 0,8-1 20 16,-6 4 19-16,5 8 22 0,0-5 14 16,1 7 11-16,-1 2-1 0,1-2-6 15,0 2-7-15,6-2-10 0,0 1-3 0,0 0-13 16,0 0-9-16,6 0-10 0,0-7-9 16,7-1-12-16,-6-3-12 0,6-4-8 0,-1 1-9 15,2-8-4-15,-1-4-7 0,7 0-3 16,-8-6-7-16,8-1-2 0,-7-8-3 0,7 1 1 15,-8-4 2-15,8-8-3 0,-6 1-15 16,5-4-33-16,-6 0-56 0,0-7-78 0,-7-1-94 16,8-2-129-16,-8-9-165 0,0 1-176 15,-6-4-169-15,7-4-84 0,-7-7 8 0,6-4 82 16,-6-2 156-16,7-3 198 0</inkml:trace>
  <inkml:trace contextRef="#ctx0" brushRef="#br0" timeOffset="18270.75">6343 7488 364 0,'-6'-10'502'0,"6"-7"86"0,-7 11 101 16,7-5-21-16,-7 3-128 0,7 4-94 0,0-3-74 15,0 7-75-15,-6-3-99 0,12 3-79 16,-6 3-40-16,0 4-16 0,7 5-4 16,0-1 3-16,-1 3 6 0,0 1 9 0,1 7 2 15,0 0 3-15,-1 0 3 0,1 0-5 16,-1 0 6-16,0 3 3 0,-6-2-3 0,7-2-5 15,0-2-4-15,-7-4 4 0,0 3-2 16,6-7-1-16,-6-1 7 0,0-2 18 0,0 0 19 16,0-5 27-16,0 1 17 0,0 0 7 15,0-4-6-15,0-4-18 0,0-3-29 0,0-1-38 16,-6-3-30-16,6 0-20 0,-7-7-14 16,0 0-8-16,1 0-3 0,6-5-1 15,-6 2-2-15,6 2-1 0,0-4-2 0,0 6-2 16,0-1 0-16,6-1 1 0,0 4 0 15,8-3-2-15,-8 4 0 0,14-1 1 0,-7 0-3 16,6 5-2-16,0-6 2 0,1 9 0 16,0-4 1-16,-7 4-1 0,7 4 2 0,-1-2 0 15,-6 5-3-15,6 0 3 0,-5 5-4 16,-2 2 2-16,2 0 1 0,-2 4 1 0,-5-1 0 16,6 5-1-16,-6-1 3 0,-1 6 0 15,0-2 0-15,2 0-3 0,-2 0 4 16,0 1 1-16,-6-1 2 0,6 1-1 0,1-2-1 15,-7-1 3-15,0 2-4 0,0-7 0 16,0 4-1-16,-7-8-15 0,14 4-35 0,-7-8-64 16,0 5-94-16,0-5-158 0,0-3-227 15,0-3-244-15,0-5-191 0,-7 1-57 16,7-3 29-16,7-9 125 0,0 4 210 0,-1-7 248 16</inkml:trace>
  <inkml:trace contextRef="#ctx0" brushRef="#br0" timeOffset="18554.5">7014 7253 7 0,'0'-3'560'0,"0"-5"149"0,0 4 87 15,-6 1 53-15,6-1-77 0,-8 1-216 16,8 3-207-16,0 3-115 0,-6 4-56 0,6 5-21 16,-6-1 14-16,6 11 28 0,-6-1 30 15,-2 9 6-15,2-1 2 0,0 8-6 0,-1 4-20 16,-6 2-24-16,6 1-29 0,-5 4-21 0,-2-5-17 15,8 6-8-15,-7-10-9 0,0 6-6 16,0-5-13-16,7-4-13 0,-8 1-11 16,8-3-15-16,0-5-15 0,-8-8-10 0,14 2-5 15,-6-9-2-15,-1 1-4 0,7-5-5 16,-6-2-32-16,6-5-67 0,0-3-100 0,0-6-124 16,0-3-184-16,0-5-225 0,6 0-220 15,1-8-131-15,-1 0-4 0,8-4 64 0,-2-3 156 16,8 3 212-16,0-3 243 0</inkml:trace>
  <inkml:trace contextRef="#ctx0" brushRef="#br0" timeOffset="18905.72">7235 7561 243 0,'13'-4'605'0,"-6"1"110"0,-7 3 65 0,7-4 35 16,-7 4-160-16,0 4-153 0,0-1-118 15,-7 5-63-15,0-1-24 16,1 3-8-16,-1 5-17 0,-5 1-23 15,-2-1-28-15,8 2-31 0,-14 1-29 0,7 5-35 16,0-5-34-16,0 0-25 0,0 4-20 16,6-3-12-16,-5-1-8 0,5-3-2 0,0-1 1 15,1 1 10-15,-1-4 12 0,7-4 14 16,-6 0 16-16,12-3 14 0,-6-1 8 0,13-3 1 16,-6 0-6-16,12-3-14 0,1-1-15 15,6 1-18-15,0-5-14 0,1 5-14 16,-2-5-10-16,1 5-3 0,0-4-5 0,1 2 1 15,-8 2-4-15,7-4 1 0,-6 7 2 16,-1-4-3-16,-6 1-9 0,0 3-22 0,0-4-40 16,-6 4-57-16,-1 0-76 0,1-4-87 15,-7 4-102-15,0 0-126 0,-7 0-140 0,1 0-136 16,-1 0-108-16,1 0-52 0,-8-3 34 16,8 3 108-16,0-4 159 0,-1 1 183 15</inkml:trace>
  <inkml:trace contextRef="#ctx0" brushRef="#br0" timeOffset="19155.71">7365 7686 181 0,'-6'-11'530'0,"6"4"116"0,-6-5 96 0,6 5 63 16,-7 0-111-16,7 0-131 0,0 3-99 0,-7 1-95 15,7 3-83-15,0-4-78 0,0 4-67 16,0 4-43-16,0-1-14 0,0 4 7 16,0 8 18-16,7 0 22 0,-7 6 22 0,7 5 12 15,-1 0-6-15,0 3-12 0,1 4-14 16,0 0-18-16,-7 3-21 0,6 1-20 0,1-3-16 15,-7-2-15-15,0 0-16 0,6-1-9 16,-6-6-5-16,0-3 0 0,0 0-7 0,0-7 0 16,6-1 1-16,-6-3-2 0,0-4-6 15,0-3-33-15,0-1-65 0,0-6-87 16,-6-1-128-16,6-7-179 0,0-3-228 0,0-4-238 16,-6-8-78-16,6-3 6 0,0-11 87 15,0-4 159-15,0-4 219 0</inkml:trace>
  <inkml:trace contextRef="#ctx0" brushRef="#br0" timeOffset="19501.74">7320 7166 182 0,'-13'-26'533'0,"6"0"117"16,7 4 76-16,-6 0 69 0,12 5-167 0,-6-2-145 16,13 4-103-16,-6 0-95 0,12 4-61 15,-5 0-57-15,5 8-37 0,7-1-28 0,0 4-18 16,0 4-10-16,0 6-2 0,1 1-1 15,5 8 7-15,-7 6 15 0,2 5 12 0,5 3 7 16,-6 7 8-16,0 7 22 0,1 6 17 16,-1 1-2-16,0 5-1 0,-1 3 6 0,2 0-3 15,-1 1-21-15,-6 3-29 0,-8-1-17 16,2-2-14-16,-8-1-16 0,0-4-9 0,-6-2-4 16,-6-9-2-16,0 0-3 0,-1-7 1 15,-6-3-2-15,0-3-8 0,0-5-5 0,0-6-5 16,0-6-2-16,0-2-5 0,-1-4-6 15,2 0-6-15,-1-7-20 0,-1-4-45 16,2-4-73-16,-8-3-94 0,14-1-118 0,-7-4-174 16,6-5-212-16,0-1-214 0,1-5-113 15,6-2-6-15,0-5 67 0,0-2 150 0,6-5 216 16</inkml:trace>
  <inkml:trace contextRef="#ctx0" brushRef="#br0" timeOffset="20190.38">7893 5810 92 0,'-13'-11'244'16,"0"0"29"-16,6 1-8 0,-5 2-14 0,-2-3-8 15,8 4-1-15,-7-4-4 0,7 4 7 16,-8-1 7-16,8 0 16 0,0 5 27 0,6-1 14 15,-8 0 0-15,8 1-18 0,0 3-36 16,0 0-48-16,0 0-57 0,0 3-31 16,8 1-11-16,4 3 8 0,8 9 20 0,-1-3 17 15,14 10 13-15,0-1-8 0,6 3-8 16,6 5-14-16,1 2-14 0,5 9 0 0,2 3 12 16,-1 3 15-16,1 1 4 0,4 7-1 15,9 3-5-15,-8 1-14 0,14 0-24 0,0 4-23 16,-1-5-17-16,1-3-11 0,0 0-4 15,-7-4-5-15,-7-4-5 0,1 1-3 16,-6-4-6-16,-8-7-6 0,-7 0-2 0,-5-9 0 16,-7-2 1-16,0-4-3 0,-6-4-1 15,-7-3-3-15,1-3-3 0,-8-5-2 0,0 0-2 16,0-4-1-16,-6 2-2 0,0-2-4 0,0-6-24 16,-6 3-57-16,0-5-92 0,0 2-131 15,-2-4-205-15,-4 0-266 0,5 3-246 0,-6-4-87 16,6 0 13-16,1 6 90 0,0-3 184 15,-1-2 258-15</inkml:trace>
  <inkml:trace contextRef="#ctx0" brushRef="#br0" timeOffset="20768.3">9651 7088 196 0,'0'-10'333'16,"0"2"65"-16,-6 1-3 0,6-3-4 0,0 1-4 16,-7 1-2-16,7 2 2 0,-6-2-11 15,6 2-13-15,-6-1-28 0,-1 2-41 16,0-2-52-16,1 3-56 0,-8 4-44 0,2-4-31 16,5 4-20-16,-12 4-11 0,0 3-6 15,-1 2-4-15,0 1 1 0,1 1 4 0,-7 8 3 16,6 2 7-16,-6 5 5 0,7 3 6 15,5 0 8-15,-5 8 7 0,6-4 14 0,6 4 2 16,1-5 3-16,6 5 3 0,0-4-3 16,6-4-8-16,1 4-16 0,6-3-9 0,6-4-13 15,1 3-9-15,6-7-11 0,0 0-10 16,7-4-9-16,-1 1-8 0,7-5-8 16,-6-6-6-16,13 3-6 0,-7-7-2 0,0-1-3 15,-7-3-4-15,7 0 2 0,-13-3-3 16,0-1 0-16,0-1-3 0,-13 2 0 0,7-5-7 15,-14 5-22-15,8-5-46 0,-14 2-69 16,0-3-90-16,0 3-125 0,-7-2-172 0,0-3-193 16,1 1-168-16,0-2-96 0,-1-2 4 15,0 3 79-15,7-4 154 0,0 1 199 16</inkml:trace>
  <inkml:trace contextRef="#ctx0" brushRef="#br0" timeOffset="21133.37">10160 7019 90 0,'6'-19'526'0,"-6"1"120"15,0-1 83-15,-6 2 70 0,6-1-103 16,-7 3-149-16,7 0-120 0,-7 3-87 0,1 2-62 16,-1-1-54-16,1 5-52 0,0 1-45 15,-2-2-39-15,-4 7-33 0,6 3-17 0,-8 1-10 16,1 7-3-16,7 3-3 0,-14 5 7 15,8 6 14-15,-2 5 19 0,1 3 18 0,0 7 18 16,0 4 17-16,7 3 14 0,-8 5 14 16,14-1 0-16,-6 4-4 0,6-3-5 0,0 3-3 15,6-5-8-15,8 2-13 0,-8-1-7 16,7 0-9-16,7-6-10 0,-8-1-15 16,8-4-14-16,0 0-12 0,-1-7-14 0,1-3-9 15,0-1-6-15,-1-7-3 16,1-5-1-16,0 3-4 0,-2-9-1 0,-4-4-5 15,5 0-14-15,-5-3-40 0,-2-8-77 16,1 1-93-16,-6-5-119 0,6-6-168 0,-7-1-202 16,8-7-183-16,-8-4-129 0,0-4-17 15,0 2 64-15,2-8 140 16,-2-2 198-16,0-1 215 0</inkml:trace>
  <inkml:trace contextRef="#ctx0" brushRef="#br0" timeOffset="21633.28">10387 7327 88 0,'-6'-19'485'0,"6"1"109"0,-6 3 114 16,6-3 93-16,-7 3-86 0,7 4-123 0,0 0-85 16,-7 4-82-16,7 4-97 0,0-4-90 15,0 3-76-15,0 4-61 0,0 0-39 16,0 7-16-16,7 0-4 0,-7 8 7 0,7-1 12 16,-1 8 18-16,0 0 10 0,0 0 5 15,2 4 3-15,-2 0-6 0,-6-1-1 0,6 1-5 0,1-1 3 0,-7-3-1 0,7 1-2 16,-1-1 2-16,-6-4-6 0,0-4-2 0,7 1-5 15,-7-4 5-15,0-4 13 0,0 1 26 16,6-2 27-16,-6-2 18 0,0-4 4 0,0 0-6 31,-6-4-105-31,6 1-56 0,0-8 0 16,-7 0 0-16,7-4 0 0,-6-3 0 0,-1 0 0 0,7-4 0 0,-7-1 0 0,7-2 0 16,0 0 0-16,0-1 0 0,7 1 0 15,-7 3 0-15,7-5 0 0,6 9 0 0,-1-3 0 16,2 2 0-16,-2 4 0 0,8-3 0 15,0 8 0-15,-1-1 0 0,1 0 0 0,-1 3 0 16,1 5 0-16,0 3 0 0,-1 0 0 31,1 0 0-31,-8 3 0 0,2 5 0 0,5 3 0 0,-6 3 0 0,-6 1 0 0,5 4 0 16,-5-2 0-16,6 2 0 0,-7 2 0 31,2 2 0-31,-2-1 0 0,0-4 0 0,1 3 0 0,-1-2 0 0,1-1 0 0,-7-2 0 0,6 1 0 16,-6-6 0-16,7 1 0 0,-7-1 0 15,6-4 0-15,-6 0 0 0,0-3 0 0,0-1 0 16,0 1-190-16,0-4-127 0,0-4-156 31,0 1-197-31,6-4-219 0,-6-4-190 0,0-3-35 0,8-6 46 0,-2-2 118 0,0-3 187 16,8-1 240-16</inkml:trace>
  <inkml:trace contextRef="#ctx0" brushRef="#br0" timeOffset="21930">11111 7009 406 0,'6'-12'577'0,"0"4"113"0,-6 1 72 16,7 0-54-16,-7 4-163 0,0-2-138 15,0 5-98-15,0 0-75 0,0 8-37 0,0 3-3 32,-7 7 24-32,7 4 32 0,0 8 21 0,-6 2 9 0,0 5 1 0,-1 7-7 0,0 0-22 15,1 4-28-15,-1-1-28 0,-6 1-22 0,0 0-15 16,1-5-18-16,4 5-11 0,-4-8-9 15,-1 1-9-15,-1-1-33 0,8-7-79 16,-6 0 0-16,4 0 0 0,2-7 0 0,-7-4 0 16,13-7 0-16,-7-1 0 0,7-3 0 15,-6-1 0-15,6-5 0 0,0-1 0 16,0-4-193-16,0-4-252 0,6-4-227 0,1-3-253 16,6 0-205-16,-7 1-50 0,14-5 45 0,0 4 128 15,-1 0 209-15,1-1 262 0</inkml:trace>
  <inkml:trace contextRef="#ctx0" brushRef="#br0" timeOffset="22461.12">11241 7613 55 0,'-7'-5'544'16,"-6"-1"136"-16,6-2 93 0,1 0 74 0,0 1-73 16,6-4-160-16,-6 0-148 0,6 1-103 15,0-2-68-15,0 1-47 0,0 0-40 0,0-3-36 16,6 3-26-16,-6 1-20 0,6-2-19 15,0 1-22-15,8 3-21 0,-8-3-19 16,7 4-15-16,1 0-12 0,-2-1-7 0,1 1-5 16,0 4-1-16,7-1 1 0,-7 1-3 15,7-2-3-15,-8 5 1 0,8 5-1 0,-7-2 0 16,7 1-4-16,-8 6 5 0,2 1 7 16,-1 0 7-16,-1 8 15 0,-5-5 16 0,0 9 16 15,-1-2 12-15,-6 1 7 0,0 0 2 16,0 3-2-16,-6 1-2 0,-1-3-6 0,0 2-7 15,-5 1 0-15,-8-1-1 0,7-3-1 16,-7 1-4-16,1 3 0 0,-1-8 7 0,0-1 1 16,2 2 6-16,4-4 12 0,-5-5 15 15,5 2-8-15,8-5-93 0,-6 0 0 16,4-4 0-16,2 2 0 0,0-2 0 16,6-3 0-16,-7 0 0 0,7 5 0 0,0-5 0 15,0-5 0-15,7 5 0 0,-1 0 0 16,0-3 0-16,8 3 0 0,5-5 0 0,1 5 0 15,6-3 0-15,6 0 0 0,1 3 0 16,-1-4 0-16,-5 4 0 0,5-4 0 0,1 4 0 16,-7 0 0-16,0 0 0 0,0 0 0 0,-1 0 0 15,-5 0 0-15,0 0 0 0,-1 0 0 16,-5 0 0-16,-2 0 0 0,2 0 0 0,-8-3 0 16,1 3 0-16,-1 0 0 0,-6 0 0 15,0 0 0-15,0 0 0 0,-6-4 0 16,-1 4 0-16,1-4-71 0,-1 0-550 0,0 1-204 15,-5-4-210-15,-2-4-132 0,8 0-4 16,-7-1 76-16,7-5 149 0,6-1 224 16,-7-5 265-16</inkml:trace>
  <inkml:trace contextRef="#ctx0" brushRef="#br0" timeOffset="22960.99">11352 6675 274 0,'-8'-11'443'0,"2"0"62"16,0 0 60-16,0 3-14 0,6 2-85 16,0-3-50-16,-7 1-29 0,14 6-25 0,-7-5-34 15,0 2-58-15,12 2-54 0,-6 3-36 16,8 0-23-16,5 0-19 0,1 3-6 0,6 2-6 15,0 2-5-15,0 3-8 0,7 2-5 16,-1 2-2-16,1 5-2 0,-1-1-5 16,7 4-4-16,-6 3 1 0,-1 5 25 0,7 6 34 15,1 1 32-15,-1 7 21 0,0 3 17 16,7 9-2-16,-1 1-24 0,1 7-35 0,-7-3-32 16,6 6-21-16,-5-2-18 0,-8 2-78 15,1 2-15-15,-7-3 0 0,-7 0 0 0,-6-3 0 16,0-1 0-16,-13-4 0 0,0-3 0 15,-6-4 0-15,-7 2 0 0,-7-10 0 0,0-3 0 16,1-4 0-16,-1-7 0 0,1 1 0 16,0-8 0-16,-1-3 0 0,7-5 0 15,-1-3 0-15,8 0 0 0,0-3 0 0,0-5 0 16,-2 2 0-16,2-3 0 0,6-2 0 16,-6 0 0-16,6-2 0 0,0-3 0 0,0 2 0 15,0-2 0-15,0 2 0 0,-7-4-235 16,7-1-753-16,0 1-272 0,0 0-86 0,-6-4 31 15,6-4 124-15,6 0 228 0,-6-6 339 16</inkml:trace>
  <inkml:trace contextRef="#ctx0" brushRef="#br0" timeOffset="35028.76">8381 4114 6 0,'-12'7'312'0,"5"-7"49"0,0 4 47 16,-5-4-4-16,5 0-54 0,0 0-51 0,7 0-34 15,-6 0-16-15,6-4-26 0,0 4-36 16,13 0-17-16,-6 0-11 0,12-4-5 16,7 4-5-16,6 0 2 0,8-3 20 0,5 3 0 15,14 0-7-15,12-4-9 0,8 4-20 16,6 0-14-16,6-3-24 0,6-1-12 0,1 4-20 15,6-4-21-15,1 0-7 0,-8 1-2 16,1 3-6-16,-7-4-14 0,-13 1-3 0,-6-1 1 16,-14 4 1-16,-12-3-2 0,-7 3 7 15,-13-5 5-15,0 5 4 0,-13-3 2 0,0 3-3 16,-7-4-15-16,-6 4-41 0,0 0-84 16,-6 0-144-16,0 0-190 0,-8-3-246 0,8-1-120 15,-7 0-36-15,0-3 40 0,-6 0 120 16,5 0 173-16</inkml:trace>
  <inkml:trace contextRef="#ctx0" brushRef="#br0" timeOffset="35705.54">12790 4139 64 0,'0'0'204'0,"-6"0"-6"0,6 0 14 0,0 3 18 16,6-3-1-16,8 4 1 0,5 1 7 15,7 3 0-15,7-5-13 0,13 0-21 16,5 0-6-16,8 5-6 0,6-5-10 0,1 2-1 16,11-3 9-16,2-2 6 0,-1 5-12 15,0-5-11-15,6 4-10 0,-5-4-15 0,-1 0-28 16,0 0-19-16,-13-4-22 0,-13 4-18 16,1 0-12-16,-14-5-6 0,-13 5 5 15,0-2-5-15,-13 2-9 0,-7-5-12 0,-6 5-54 16,-6-3-120-16,-7 3-178 0,-7 0-239 15,-6 0-130-15,-7 0-66 0,1 0 10 0,-7 0 91 16,-7 0 151-16</inkml:trace>
  <inkml:trace contextRef="#ctx0" brushRef="#br0" timeOffset="37008.26">6682 8536 168 0,'6'-8'297'0,"0"1"29"0,2-1-7 16,-8 5-8-16,0-4-41 0,6 3-43 0,-6 0-37 15,0 1-29-15,0-1-31 0,0 4-24 16,-6 0-12-16,-2 0-4 0,2 7 16 16,-7 1 29-16,0 2 30 0,0 2 15 0,0 2 12 15,-6 4 16-15,-8 4-9 0,1 4-17 16,0 4-13-16,-13 3 6 0,0 3 1 0,-7 4-9 15,1 4-12-15,-13 0-12 0,-1 4-15 16,0 0-18-16,-6 3-24 0,-6 4-17 0,6-4-12 16,-8 4-6-16,8 0 5 0,-6 4-5 15,-1-5 2-15,7 6-1 0,6-10 2 0,1 1-5 16,12-2-11-16,1-5-6 0,5 0-6 16,8-7-6-16,-1-5-3 0,14 0-5 15,-7-2-4-15,13-8-1 0,-6 0-3 0,11-3 1 16,-4-5-5-16,-1-3 4 0,6 1 0 15,1-6 0-15,6 2-2 0,-7-5-1 0,7 0 3 16,0-3-1-16,0 5-1 0,0-5-17 16,0-5-40-16,7 2-69 0,-1-4-108 15,1 3-135-15,6-2-158 0,-7-6-163 0,8 5-136 16,5-4-25-16,-6 0 56 0,0 0 107 0,0 4 143 0</inkml:trace>
  <inkml:trace contextRef="#ctx0" brushRef="#br0" timeOffset="38948.24">3802 10440 158 0,'0'4'241'16,"0"-4"8"-16,8 5-12 0,-8-5-15 0,0 0-8 16,0 0-2-16,0 0-2 0,0 0 0 15,0 0-13-15,0 0-43 0,0-5-2 16,0 5-12-16,0 0-14 0,0 0-14 0,6-4-12 15,-6 4 22-15,0 0-26 0,0 0-12 16,0-3-11-16,0 3-8 0,0 0-7 0,0 0-7 16,0 0-6-16,0 0-5 0,0 0-1 15,0 0-1-15,0 0-1 0,0 0 1 0,0 0 5 16,0 0 1-16,0 0-1 0,0 0 1 16,0 0-1-16,0 0 1 0,0 0-5 15,0 0-3-15,0 0-2 0,0 0-2 0,0 0-3 16,0 0-8-16,0 0-4 0,0 0-4 15,0 0-1-15,0 0-5 0,0 0-5 0,0 0-1 16,0 0 1-16,0 0 0 0,0 0-2 16,0 0 2-16,0 0 0 0,0 0 2 0,0 0 0 15,0 0-2-15,0 0-2 0,0 0 0 16,0 0 3-16,0 0 0 0,0 0 5 16,0 0-5-16,0 0-1 0,0 0-3 15,0 0-1-15,0 0 2 0,0 0-6 0,-6 0 3 16,6 0 3-16,0 0 3 0,0 0 1 15,0 0-3-15,0-4-2 0,0 4-1 0,0 0-3 16,-8 0 6-16,8-4-2 0,0 4-2 16,0 0 4-16,-6 0 4 0,6 0-1 0,0 0-4 15,0-3 1-15,0 3 4 0,-6 0-7 16,6 0-2-16,0 0 3 0,0-4-1 16,0 4-2-16,0 0-2 0,0 0 4 0,0 0-2 15,0 0 4-15,0 0-2 0,0 0 2 16,0 0-4-16,0 0 2 0,0 0 6 0,0 0-6 31,0 0-1-31,0 0 3 0,0 0 3 16,0 0 0-16,0 0-6 0,0 0 5 0,0 0 3 15,0 0-2-15,0 0 6 0,0 0 9 16,0 0 10-16,0 0 13 0,0 0 11 0,0 0 12 16,0 0 6-16,6 0-3 0,-6 0-4 15,0 0-11-15,6-3-11 0,-6 3-8 0,8-4-9 16,-8 1 3-16,6-2 1 0,-6 2 5 15,6-1 9-15,-6 1 9 0,7-5 8 0,-7 5 4 16,0-1 3-16,0-3-5 0,7 3-4 16,-7 1-9-16,-7-2-10 0,7 2-8 0,0-1-7 15,-7 1-4-15,7-1-7 0,-6 1 0 16,0-1-3-16,-2 0-2 0,2 4-3 16,0 0-1-16,0 0 4 0,-8 0-3 0,1 0 1 15,1 0 4-15,-2 4 2 0,2 0 2 16,-8-1 5-16,7 4 2 0,-1 0 4 0,-4 1-2 15,-2-1 0-15,7 4 2 0,-7-3-2 16,8 7 4-16,-8-5 2 0,6 1 2 16,1 5-1-16,1-3 2 0,5 1 9 0,-6 3 1 15,7 0 3-15,-1 1 7 0,0 1 1 16,7 3-2-16,0 0-7 0,0 4-4 16,7-5-8-16,0 1-5 0,-1 0 3 0,0 0 7 15,8-2 4-15,-2-3-1 0,1 5 2 16,7-7-1-16,0 0 0 0,-1-1-1 0,1 1-2 15,0-5 0-15,5-2-1 0,-5-1 1 16,6-3-3-16,-6-1-5 0,-1 1 7 0,1-4 3 16,-2 0 3-16,-4 0 6 0,-1-4 2 15,-6 4 2-15,-1-3-5 0,7-1-1 0,-13 4-6 16,6-4-7-16,-6 4-6 0,7-3-6 16,-7 0-14-16,0 3-36 0,0-5-67 0,-7 1-76 15,7 1-109-15,-6 0-150 0,6-5-185 16,-6 5-202-16,6-1-141 0,-7-3-32 15,7-4 50-15,0 3 121 0,7-3 175 0,-1 0 225 16</inkml:trace>
  <inkml:trace contextRef="#ctx0" brushRef="#br0" timeOffset="39432.5">4317 10192 350 0,'0'-16'411'0,"0"6"54"0,0-5 26 16,0 4-42-16,-6 0-58 0,6 0-23 0,-6 4-17 15,-1 0-17-15,0-1-28 0,1 0-42 16,-1 5-52-16,-5 0-42 0,5 3-34 0,-6 3-24 15,-1 0-13-15,2 2-6 0,-1 6-7 16,0 0-4-16,0 6 3 0,-7 2 5 16,7 4-2-16,-6 2 2 0,6 8 8 0,-7 0 10 15,7 3-2-15,0 1 1 0,0 7 0 16,0-4 0-16,0 8-3 0,7-5 1 16,-2 6 0-16,2-2-6 0,0 1-6 0,6 2-6 15,0 2-4-15,0-4-8 0,6 3-6 16,0 0-4-16,2-3-7 0,-2-4-6 0,7 3-10 15,-6-6-6-15,6-4-6 0,-1-1-3 16,8-3-3-16,-7-3-2 0,0-5-4 0,0 1-7 16,7-8-2-16,-8 0-1 0,2-4-1 15,-1-1-3-15,0-3 3 0,6-6 1 16,-5 0-7-16,-8-4-20 0,14-4-43 0,-14-3-66 16,7 0-83-16,0-9-106 0,-6 5-141 15,5-7-158-15,2-4-159 0,-8-3-156 0,0-4-33 16,7 0 41-16,-6-5 112 0,6-6 160 15,-7 3 194-15</inkml:trace>
  <inkml:trace contextRef="#ctx0" brushRef="#br0" timeOffset="39979.25">4447 10510 53 0,'-6'-17'412'0,"0"0"82"15,-1 7 76-15,1-5 42 0,6 4-14 16,-7 4-97-16,7-4-70 0,-6 8-59 0,6-4-66 15,0 2-83-15,-7 5-80 0,7-3-56 16,0 6-39-16,7 2-10 0,-7 2 2 16,0 0 9-16,6 4 17 0,1 3 17 0,-7 1 12 15,6 3 4-15,-6 1 6 0,7 3 3 16,-7-4 0-16,6 4-3 0,-6 0-1 0,0-3-5 16,6 3-9-16,-6-4-7 0,8-4-8 15,-8 4-9-15,0-3-2 0,0-4 1 16,0 0 7-16,0-2 7 0,6-3 16 0,-6 1 23 15,0-3 21-15,0-1 21 0,-6-3 10 16,6 5-3-16,0-10-15 0,0 2-27 0,-8-5-32 16,8 1-34-16,-6-4-21 0,6 0-17 15,-6-6-10-15,6 1-4 0,-7-5-3 16,7 2-2-16,0-3-3 0,0 0-1 0,0 4-2 16,7-4-1-16,-7 3 1 0,6 1-2 15,8 4-1-15,-2-6 1 0,1 6 1 0,0 3 0 16,7-3 0-16,-1 3 1 0,1 0 0 15,-1 3-1-15,7 1 3 0,-6 4-1 0,0-1 1 16,-1 4 0-16,1 0 2 0,-1 4-1 16,-6 3-1-16,0 1 2 0,1 2 0 0,-2 1 0 15,-6 5 0-15,8-6 0 0,-8 7 2 16,1 3-3-16,-7-3 1 0,6 2 0 0,1-1 2 16,-7 1-1-16,0-1 1 0,7 1 2 15,-7-1-2-15,0 1 0 0,0-2 0 0,0-2-1 16,6-3-1-16,-6-2-12 0,0-3-27 15,0 1-44-15,0-5-65 0,0 1-87 16,0 1-111-16,0-10-153 0,0 1-154 0,0 1-155 16,6-8-165-16,-6-3-36 0,6-2 48 15,2 2 129-15,-2-9 164 0,7 1 191 16</inkml:trace>
  <inkml:trace contextRef="#ctx0" brushRef="#br0" timeOffset="40276.06">5080 10331 80 0,'6'-7'458'0,"0"-1"111"0,-6 4 106 16,7-3 55-16,-7 3-66 0,0 2-139 16,7-3-106-16,-7 5-84 0,0 0-62 15,-7 5-46-15,7 1-17 0,-7 5 4 0,1 4 15 16,-7 3 5-16,0 4-7 0,0 4-10 16,-1-1-12-16,2 9-14 0,-1 3-11 0,-7 2-7 15,8 1-12-15,-2 5-12 0,-6 2-8 16,8 1-11-16,-1-1-13 0,-7 1-15 0,8-1-12 15,-2 0-14-15,1-2-15 0,0-4-10 16,0-4-9-16,7-2-10 0,-2-5-28 16,2-4-4-16,0-4 0 0,0-4 0 0,-1-4 0 15,7-2 0-15,0-4-8 0,0-2-104 16,0-6-93-16,0 0-111 0,7-6-150 0,-1-2-198 16,6-7-202-16,2 0-185 0,6-7-41 15,-1 0 41-15,1 0 114 0,6-4 188 16,-1-2 229-16</inkml:trace>
  <inkml:trace contextRef="#ctx0" brushRef="#br0" timeOffset="40572.87">5223 10707 276 0,'6'-6'569'0,"-6"2"122"0,0-3 97 16,0 4-4-16,0-2-96 0,0 1-134 15,0 1-137-15,0 3-109 0,0 0-88 0,0 0-51 16,7 3-29-16,-7 1-14 0,0 7 5 15,6 3 17-15,0 3 21 0,-6 0 9 16,8 5-3-16,-8 4-5 0,0-1 2 0,0 4-10 16,0 2-10-16,0-4-4 0,0 7-10 15,0-5-17-15,0 1-23 0,-8-5-20 16,8 1-15-16,0-7-24 0,0 2-17 0,0-6-11 16,0-4-4-16,0 0-2 0,0-1-4 15,0-5-10-15,0-2-38 0,0 1-57 0,0-4-78 16,0-4-91-16,0-4-122 0,0-2-157 15,8-1-161-15,-2-4-168 0,0-3-115 0,1-4-9 16,-1-3 69-16,1-1 138 0,6-4 181 16,0 1 220-16</inkml:trace>
  <inkml:trace contextRef="#ctx0" brushRef="#br0" timeOffset="41010.26">5451 10704 337 0,'6'-7'448'0,"-6"-3"82"0,6 1 26 16,2-1 27-16,-8 6-48 0,6-3-60 0,-6 3-54 15,0 1-55-15,6-1-70 0,-6 1-74 16,0 3-53-16,0 0-26 0,0 3-12 0,0 1 6 16,0 3 9-16,0 4 19 0,0 3 6 15,-6 1-2-15,6 3-8 0,-6 4-13 0,-2 4-7 16,2 0-6-16,0 3-14 0,-1 0-14 16,7 4-8-16,-6-4-11 0,-1 5-9 15,7-5-11-15,0-4-8 0,0 2-4 16,7-3-4-16,-1-4-4 0,1-3-3 0,-1-2-1 15,8-4-3-15,-8 0-2 0,7-7-3 16,6-1-2-16,-6-3-3 0,1-3-8 0,5-5-8 16,-6-3-3-16,6 0 5 0,-5 0 11 15,-2-6 16-15,-4 2 16 0,4-4 20 0,-6 4 16 16,-6-3 4-16,0 4-17 0,0-1-83 16,-6 4 0-16,0-4 0 0,-8 4 0 15,2 4 0-15,-8 3 0 0,1-2 0 0,-1 6 0 16,0 0 0-16,1 0 0 0,-1 3 0 15,0 0 0-15,8 1 0 0,-1 3-48 0,-7-3-190 16,14 3-86-16,0-3-96 0,-2 3-131 16,2-3-158-16,6-4-181 0,0 3-127 0,6-6-19 15,-6-1 54-15,8-3 134 0,4-4 191 16,1 0 231-16</inkml:trace>
  <inkml:trace contextRef="#ctx0" brushRef="#br0" timeOffset="41432.03">5568 10324 222 0,'0'-19'482'0,"-6"4"104"0,6 1 104 0,0 0-6 16,0 2-59-16,6-3-115 0,0 8-86 16,1-3-83-16,-1 5-84 0,8-2-64 0,6 7-41 15,-8 0-25-15,8 3-17 0,5 6-10 16,1 1-7-16,-6 5-6 0,7 4-2 15,-1 1 0-15,-1 6 12 0,-5 4 21 0,6 0 13 16,-6 2 12-16,-1 5-1 0,1 0 0 0,-8 7-2 16,8 0-11-16,-7 0-6 0,1 3-12 15,-8 1-1-15,6 2 1 0,-4-1-9 16,-8-2-9-16,0 1 0 0,-8 0 9 0,2-4 6 16,-6-5 3-16,-8-1 4 0,7-6 2 15,-7 1-117-15,0-4 0 0,8-3 0 16,-8 0 0-16,1-8 0 0,5 1 0 0,2-4 0 15,5-1 0-15,-6-7 0 0,6 0 0 16,7 0 0-16,-6-3 0 0,0 0 0 0,6 0 0 16,-8-4 0-16,8 3 0 0,0-3 0 15,0-3 0-15,0 3 0 0,8-4 0 0,-8 0 0 16,6 0 0-16,-6-3 0 0,6 4 0 0,1-5-210 16,-7 5-269-16,6-5-129 0,1 2-147 15,-7 1-183-15,7-5-126 0,-7 2-9 0,-7-3 62 16,7 1 134-16,-7-2 193 0,1-2 248 15</inkml:trace>
  <inkml:trace contextRef="#ctx0" brushRef="#br0" timeOffset="42930.48">6903 8356 138 0,'-6'-3'210'0,"6"-1"-7"15,0 4-11-15,-7-4-4 0,7 4 0 16,0-3 16-16,-6 3 27 0,6 0 42 0,0-4 11 16,-7 4 8-16,7 0 21 0,0-4 15 15,0 4 3-15,0 0-7 0,0-3-18 0,0 3-30 16,0 0-42-16,0 0-39 0,0 0-34 16,0 0-35-16,0 0-34 0,0 0-22 15,0 0-11-15,7 3-2 0,-1 5 9 0,1-1 14 16,5 4 16-16,2 0 14 0,-2 3 3 0,8 5 0 15,-7-1 5-15,13 4 7 0,0 8 9 16,1-1 14-16,5 7 6 0,7 4 7 16,0 5-5-16,7 2-13 0,-7 8-16 0,7-3-25 15,-7 6-17-15,6 0-14 0,1 1-13 16,-7 4-4 0,7-5-7-16,-8 0-4 0,1-2-6 0,0 2-4 15,-6-3-3-15,0-3-3 0,0-1-5 16,-1-4 3-16,-7-2 4 0,2-9 8 0,-8 1 13 15,1-7 17-15,-1-5 21 0,-5-3 18 16,-2-5-45-16,-5-1-61 0,6-5 0 16,-6-1 0-16,-1-6 0 0,0-1 0 0,-6 2 0 15,8-5 0-15,-8 0 0 0,6 0 0 16,-6 0 0-16,6-5 0 0,-6 5 0 0,0-3 0 16,0-1 0-16,0 1-339 0,0-1-177 0,-6 1-158 15,6-1-215-15,-6 0-187 0,-2-3-46 16,8 0 39-16,-6 2 105 0,0-1 178 15,-1-2 261-15</inkml:trace>
  <inkml:trace contextRef="#ctx0" brushRef="#br0" timeOffset="48042.47">7489 10107 142 0,'6'-3'376'0,"2"-1"50"16,-8 0 50-16,6 1-18 0,-6-5-88 15,0 1-51-15,0 0-10 0,0 4-5 0,0-6-21 16,-6 1-32-16,6 2-39 0,-8 2-36 15,2 0-44-15,-7-2-28 0,7 6-17 0,-7-5-6 16,-7 5 0-16,7 5 1 0,-7-2-3 16,1 4-4-16,-1 3-5 0,-6 2-2 15,7 7 0-15,-7-1-2 0,6 4-1 0,1 0 2 16,-1 8 5-16,8-1 3 0,-2 0 0 16,14 1-2-16,-6-2-2 0,12-2 0 0,-6 4-2 15,14-5 1-15,-2 1 0 0,1-4 0 16,7-4-1-16,0 1-9 0,-1-1-7 15,7-8-5-15,0 2-9 0,-6-1-7 0,5-8-4 16,1 0-4-16,-6-3-3 0,6 0-4 16,-7-3-2-16,1 0-5 0,0-5-2 0,-7 5-2 15,-1 0 0-15,-4-2-1 0,-2 1-1 16,0 1-8-16,-6-2-34 0,0 3-60 16,0-2-94-16,0 0-145 0,-6 4-188 0,6-4-191 15,-6 1-163-15,-2 0-43 0,8-4 37 16,-6-2 117-16,6 2 172 0,6 0 190 0</inkml:trace>
  <inkml:trace contextRef="#ctx0" brushRef="#br0" timeOffset="48526.46">7965 10012 2 0,'6'-15'329'0,"1"5"59"16,-1-5 55-16,0 0 34 0,-6 4-91 0,8-4-44 16,-8 5-6-16,0-2-8 0,6 2-11 15,-6-2-17-15,0 1-10 0,0 0-17 0,-6 3-32 16,6 2-33-16,0-5-29 0,-8 8-20 16,8-5-25-16,-6 0-28 0,0 5-19 0,-1 3-5 15,1-4-5-15,-8 4-4 0,2 4-8 16,-2-1-2-16,2 1-1 0,-8 8-3 15,1-2 7-15,-1 8 1 0,0 1 0 0,1 3 7 16,-1 3-1-16,0 8 6 0,1 4 4 16,-1 3 2-16,8 4 2 0,-8 8-3 0,7 3 2 15,7-1-4-15,-1 1-11 0,0 4-1 16,1 0 0-16,6 3 1 0,6-4-8 16,-6 2-6-16,14-2-7 0,-8-3-10 0,7-4-12 15,1 0-5-15,4-7 0 0,2-1 0 16,7-1 2-16,-8-10 3 0,7 1-1 15,0-7-1-15,-6-1-5 0,6-10 0 0,-7 0-5 16,7-4-3-16,-6-4-1 0,-7-3-3 16,7-4-1-16,-8 0-3 0,2-4-1 0,-8 0-4 15,0-3-14-15,-6 0-40 0,0-4-30 16,0 1-93-16,-6-5-101 0,0-1-130 16,-2 3-158-16,8-6-158 0,-6 1-180 0,0-5-67 15,6 5 16-15,0-4 84 0,0-3 149 16,0 0 184-16</inkml:trace>
  <inkml:trace contextRef="#ctx0" brushRef="#br0" timeOffset="49145.84">8160 10422 33 0,'6'-15'351'0,"1"5"66"0,0-5 76 0,-7 1 47 16,0 2-41-16,6 2-31 0,-6 2-26 15,0-4-20-15,0 5-39 0,0 4-53 0,0-5-76 16,0 5-68-16,0 3-48 0,0 0-39 16,0 0-29-16,0 3-15 0,0 5 7 0,0 2 7 15,0 2 13-15,0 3 13 0,7 3 9 16,-7 0 2-16,0 5-7 0,6-2-4 0,-6 2-9 16,0 2-5-16,0-3-4 0,6 3-4 15,-6-3 2-15,0-3 0 0,0 3 2 16,0-4-1-16,7-3-4 0,-7-1 1 0,0-6 1 15,0 3 6-15,0-4 18 0,0-3 17 16,0-1 14-16,0 1 2 0,0-4-3 0,0-4-11 16,0 1-21-16,0-5-24 0,0 1-20 15,0-3-14-15,-7-2-13 0,7-2-9 0,-6-2-4 16,6-2-5-16,-6 0-3 0,-1 0-2 16,7-1-1-16,0-2-1 0,-6 2-2 0,6 1 0 15,0-1-1-15,6 5 3 0,-6-1 0 16,7 0 0-16,5 1 1 0,-5 3-1 15,6 0 0-15,1 0-2 0,-2 0-1 0,1 4 3 16,7 3-1-16,-8-3 1 0,2 2 0 16,5 5 0-16,-5 0 0 0,-2 5-2 0,2-2 2 15,-2 5-2-15,2-1 1 0,-1 4-1 16,-7 0 1-16,7 4 3 0,-6-1-1 16,-1 1 0-16,0-1 0 0,-6 6 1 0,7-7 0 15,-7 6-2-15,7-4 0 0,-7 2 3 16,0-2-2-16,0 0 1 0,6-1 1 0,-6 1 2 15,0-4-1-15,0 0-2 0,-6 1 4 16,6-6-1-16,0 2-2 0,0 0 0 16,0-5-2-16,-7 4-11 0,7-7-42 0,-7 5-77 15,1-5-99-15,0 0-118 0,-1 0-166 0,0-5-204 16,1-2-200-16,0 0-120 0,-1 0-4 16,7-4 61-16,-6-4 138 0,6 0 199 0,0 1 234 0</inkml:trace>
  <inkml:trace contextRef="#ctx0" brushRef="#br0" timeOffset="49489.52">8603 10326 259 0,'13'-10'455'0,"0"-5"88"0,0 1 103 0,-6 3 3 15,5 0-86-15,-5 3-69 0,0 1-65 16,-1 0-74-16,0 3-87 0,-6 4-71 0,7 0-40 16,0 7-12-16,-7 1 7 0,6 6 13 15,-6 5 20-15,0 2 7 0,-6 5-2 0,6 3-2 16,-7 5-2-16,0 2-3 0,-5 1-4 15,-2 6-3-15,8 1-2 0,-7 5-4 0,-7-2-2 16,8 1-2-16,-2 0 1 0,2-1-1 16,-2 0 0-16,1-3-108 0,0 1-58 15,0-5 0-15,1-7 0 0,4-1 0 0,2-1 0 16,0-10 0-16,-1 1 0 0,1-7 0 16,6-1 0-16,0-3 0 0,-7-4 0 15,7 1 0-15,0-5 0 0,0-3 0 0,0 0 0 16,7-3 0-16,-7-1 0 0,0 0 0 0,6-3 0 15,-6 0 0-15,0 3 0 0,0-4 0 16,0 2-198-16,0 2-410 0,0-3-181 0,0-1-177 16,0 4-151-16,0-3-16 0,-6 0 61 15,6 0 133-15,0-4 203 0,0-1 235 0</inkml:trace>
  <inkml:trace contextRef="#ctx0" brushRef="#br0" timeOffset="50831.36">8974 10671 104 0,'7'7'288'16,"-7"-3"44"-16,6 4 24 0,1-5-27 15,-7 1-29-15,6 0-11 0,0-4 9 0,-6 3 16 16,8-3 20-16,-2 0 12 0,0-3-1 16,0-1-9-1,-6 0-24-15,8-2-36 0,-2 1-40 16,0-2-40-16,-6-4-28 0,7 4-24 0,-7-4-18 15,0-1-11-15,0-2-17 0,0 0-14 16,0 2-11-16,-7-2-13 0,1-1-5 0,0 0-7 16,-2 1-5-16,2 3-4 0,-6-1-7 15,-2 6-1-15,1-2-7 0,-7 5-8 0,8 3-6 16,-8-3-8-16,0 6-1 0,1-3-1 16,6 7 1-16,-6-3 0 0,5 2 1 15,8 6 3-15,-1-5-2 0,1 4 0 0,6 3 1 16,0-2 2-16,6 2 1 0,7 2 0 15,1 2 4-15,5-4 2 0,0 1-3 0,1 3 0 16,7-4 0-16,-9 5-5 0,9-4-1 16,-7 3 0-16,-2-4 3 0,2 1-1 0,0 4 4 15,-7-4 9-15,-1 3 8 0,-4-4 5 16,-2 1 11-16,0-1 14 0,-6-3 14 0,-6 4 7 16,0-4 3-16,-8 4-6 0,2-3-8 15,-8-6-12-15,1 5-13 0,-1-3-3 16,-6-5 6-16,-1 1 9 0,9-4 12 0,-2 0 10 15,-7 0 10-15,8-4 8 0,6-3 8 16,-7 3 5-16,7-7 2 0,1 5 2 0,5-6-6 16,0 1-15-16,7-4-15 0,0 4-16 15,0-4-22-15,7 1-37 0,6-1 0 16,0 4 0-16,7-3 0 0,-1-1 0 0,7 0 0 16,-6 1 0-16,6-1 0 0,0 4 0 0,-7 0-47 15,7-1-100-15,-6 2-98 0,-7 0-117 16,0 1-168-16,0 2-210 0,-1 0-231 15,-4-4-119-15,-2 4-4 0,-6-5 65 0,0-2 150 16,0 0 221-16,0-1 266 0</inkml:trace>
  <inkml:trace contextRef="#ctx0" brushRef="#br0" timeOffset="51361.3">8759 9663 223 0,'-13'-14'382'0,"7"0"54"16,-8-4 57-16,8 7-39 0,0-5-57 15,-1 2-22-15,1 3-5 0,-1 0 0 0,7 0-18 16,-7 4-31-16,7-1-51 0,0 5-53 15,0-4-44-15,7 2-43 0,0 2-25 16,6 3-9-16,7 0 4 0,-1 3 15 0,7 5 12 16,6 3 11-16,7 0 5 0,1 3-8 15,-1 9-15-15,6-2-11 0,1 4-12 0,-1 2-10 16,7 6 0-16,-6 7 3 0,0 1 6 16,-1 3-3-16,1 7 10 0,-7 4 6 0,7 3 3 15,-14 8-4-15,7 0-8 0,-6 3-6 16,-7-2-12-16,-6 2-7 0,-8 1-8 0,-5-3-4 15,-1 2 2-15,-12-4 5 0,-1-2 3 16,-5 3 8-16,-8-8 4 0,0 4 11 0,1-7 7 16,-1-3-99-16,0-1-4 0,8-10 0 15,-8-1 0-15,7-8 0 0,-1-6 0 0,2-4 0 16,-1-4 0-16,6-3 0 0,1-4 0 16,6-3 0-16,-7-5 0 0,7-3 0 0,-6 0 0 15,6 0 0-15,0-3 0 0,-6-5 0 16,6 5 0-16,0-8 0 0,0 3 0 15,-8 1 0-15,8-4 0 0,0 0-648 0,-6-4-531 16,0 1-161-16,0-1-14 0,-8-3 89 16,1 0 171-16,-7-1 274 0,2 0 385 15</inkml:trace>
  <inkml:trace contextRef="#ctx0" brushRef="#br0" timeOffset="53066.29">12048 8279 42 0,'14'-11'294'0,"-8"0"46"0,6-3 40 15,-5 3-52-15,6-4-18 0,-6-1-40 16,-1 3-8-16,1-1 4 0,0 1 15 0,-1 3 18 15,-6 2-3-15,0 1-15 0,0 3-31 16,0 1-45-16,0-1-45 0,-6 8-42 0,-8-1-28 16,1 8-12-16,-7 0 3 0,2 9 13 15,-9 5 19-15,1 4 14 0,-6 4 12 0,-7 3 8 16,-1 9 1-16,1 2-3 0,-6 8-10 16,-7 4-15-16,-7 6-18 0,0 2-18 0,1-5-8 15,-1 4-11-15,0-4-5 0,8-4-4 16,-2-3 1-16,8-3 3 0,5-4 3 15,8-8 9-15,-1 0 5 0,1-7-2 0,12-8-3 16,1 0-1-16,-1-5 0 0,8-6-4 16,5-3-3-16,-6 0-2 0,6-7-4 0,7 3-9 15,-6-3-15-15,6-4-25 0,-7 0-44 16,7 0-70-16,0 0-88 0,7-4-121 0,-7 4-166 16,6-3-207-16,1-1-221 0,-1 0-90 15,1 1 7-15,6-1 74 0,-7-3 146 0,8 2 206 16</inkml:trace>
  <inkml:trace contextRef="#ctx0" brushRef="#br0" timeOffset="53628.67">11038 9865 133 0,'0'-8'342'0,"0"2"53"0,0-2 37 16,0 2-45-16,0 1-39 0,-6-2-47 0,0 3-27 15,-1-3-13-15,-6 4-8 0,0 3-7 16,-7-4-10-16,1 4-9 0,-1 4-18 0,-6 3-23 15,7 0-22-15,-7 5-17 0,6-2-12 16,-6 5-16-16,7 7-9 0,-1 0-1 16,0 3 8-16,8 1 8 0,-2-1-1 0,8 1 7 15,6 3 8-15,6 2-5 0,-6-6-16 16,14 4-19-16,-2-4-15 0,2 2-18 0,5-6-19 16,1-3-10-16,0 1-8 0,6-1-9 15,-1-6-4-15,1-2-4 0,0-6-3 0,1-1 0 16,5 0-1-16,-6-6 1 0,-7 0-2 15,7-1-2-15,-6 0-1 0,-7 1-1 0,1-5-3 16,-8 5-21-16,0-5-50 0,1 5-81 16,-7-5-136-16,0 1-181 0,-7 0-187 0,1-1-204 15,6-2-70-15,-6-1 19 0,-1 0 102 16,7-1 164-16,0-2 181 0</inkml:trace>
  <inkml:trace contextRef="#ctx0" brushRef="#br0" timeOffset="54021.97">11482 9722 245 0,'6'-15'440'0,"0"-2"70"16,1-2 79-16,-7 5-6 0,7-5-96 0,-14 7-62 15,7-2-50-15,-7 3-49 0,-5 4-56 16,5 0-52-16,-12 3-45 0,6 1-35 0,-13 6-17 15,6 1-9-15,0 3-4 0,-5 5-6 16,5 6-4-16,-6 1 5 0,6 6 4 16,1 7 6-16,-1 1-1 0,1 8-1 0,5 3-1 15,2 3-3-15,6 1-4 0,-2 7-3 16,2-4 3-16,6 4 1 0,0 0-3 0,6 0 0 16,2-4 0-16,4 1-8 0,1-8-9 15,0 0-12-15,6-7-11 0,1 0-7 0,0-5-16 16,-1-3-12-16,1-3-5 0,6-5-4 15,-7-2-5-15,1-4-6 0,-8 0-1 0,8-9 2 16,-6-1-2-16,-1-2-1 0,-1-3-2 16,2-3-7-16,-8-5-28 0,0 0-54 15,-6-2-71-15,7-1-94 0,-7-4-133 0,0 0-170 16,0-3-168-16,0 4-182 0,0-8-68 16,7 0 19-16,-7-1 94 0,6-6 154 0,1 0 187 15</inkml:trace>
  <inkml:trace contextRef="#ctx0" brushRef="#br0" timeOffset="54579.78">11632 9851 295 0,'0'-14'496'0,"0"-2"88"0,0 6 91 16,0-1-9-16,-8-1-120 0,8 9-96 15,0-4-90-15,0 3-82 0,0 4-85 0,0 0-62 16,0 4-37-16,-6 3-8 0,6 4 5 15,0 4 11-15,0 3 12 0,6 4 3 0,-6 1-4 16,0 2-5-16,0 0-6 0,8 1-5 31,-8-1-3-31,0-3-5 0,0 5 0 0,6-6-2 16,-6-3-4-16,0-3-3 0,0 3-5 16,0-7 5-16,0-3 12 0,0 2 13 0,0-6 10 15,0-1 10-15,0 2 1 0,0-5-9 16,0-5-25-16,0-2-22 0,-6 0-24 0,6 0-17 15,-8-4-12-15,2-4-6 0,6 1-2 16,-6-6-5-16,-1 3 0 0,7-2-3 0,-6-2 0 16,6 2 1-16,0 1 0 0,0-4-1 15,0 4-1-15,6 2 0 0,1-1 0 16,-1 2-1-16,8 0-1 0,-2 1 0 0,2-1-1 0,5 4-1 16,-6 0 1-16,13 4 0 0,-6-4 0 0,-1 7 2 15,0 1 2-15,1-1 1 0,-7 4-2 0,7 0 0 16,-8 4 1-16,2-1-2 0,-1 1 0 15,0 7-1-15,-7 0 2 0,1 3 1 16,-1 2 1-16,1 1 1 0,0 3-2 0,-7-3-1 16,0 1 0-16,6 1 0 0,-6-1 0 15,0 0 1-15,6 0 0 0,-6-3 0 0,0 0-1 16,0-3-1-16,0 1 1 0,0-5-3 16,0 3-16-16,0-8-33 0,0 6-54 0,0-6-83 15,0-3-122-15,0 0-160 0,0-3-179 16,0-2-148-16,0-2-151 0,0-4-29 0,0-3 60 15,0-2 132-15,7 2 176 0,0-5 175 16</inkml:trace>
  <inkml:trace contextRef="#ctx0" brushRef="#br0" timeOffset="54894.72">12139 9733 291 0,'7'-11'431'15,"0"4"75"-15,-7-1 68 0,6 1-38 0,-6 4-83 16,6-1-70-16,-6 4-51 0,0 0-40 15,0 4-41-15,0 3-41 0,-6 1-11 16,6 6 3-16,-6 4 7 0,-1 5-3 0,-6 3-1 16,7 2-8-16,-8 5-6 0,8 7-7 15,-7-3-8-15,-1 7-6 0,2 5 0 0,-2-2 3 16,2 0-7-16,-1 1-8 0,6-1-9 16,-6 2-5-16,1-10-15 0,4 2-17 0,-4-1-13 15,5-7-14-15,-6-4-13 0,6-3-19 16,1-8-15-16,6 1-14 0,-6-5-8 15,-1-3-3-15,7-7-4 0,0 3-5 0,0-7-17 16,-7 0-46-16,7 0-76 0,0-7-94 0,0-1-115 16,0-2-161-16,0 2-183 0,7-3-155 15,-7 0-148-15,7-1-23 0,5-2 52 0,-5 3 129 16,6-3 181-16,0 3 192 0</inkml:trace>
  <inkml:trace contextRef="#ctx0" brushRef="#br0" timeOffset="55476.1">12360 10319 258 0,'8'0'340'15,"-8"0"48"-15,6 5-8 0,-6-5-25 0,6-5-26 16,1 5 3-16,-7 0 30 0,6-3 18 15,1-1-3-15,0 0-14 0,-7 1-29 0,6-3-40 16,0-3-56-16,0-2-46 0,2 4-27 16,-8-3-26-16,6-6-22 0,-6 2-21 15,0 0-18-15,0-1-12 0,0 0-10 0,0 1-7 16,-6-2-4-16,-2 2-4 0,-4-1-6 16,6 4-6-16,-14 4-7 0,1 0-7 0,-1-1-8 15,-6 5-6-15,-1 3-2 0,1 0-1 16,7 3 1-16,-7 1 1 0,6 3 0 15,1 1 0-15,6 2 0 0,0 2 1 0,0-2 2 16,13 1-6-16,0 5 3 0,0-2 7 16,13 1 2-16,0 0 3 0,7 2 0 0,6-2 6 15,0 3-3-15,7-4-4 0,-8 5 3 0,8-1 6 16,0 1 6-16,-8-4 6 0,1 3 6 16,0-3 5-16,-12 3 1 0,5 0 3 15,-13-3 2-15,1 4 9 0,-7-5 10 0,0 0 4 16,-13 1 3-16,7-1 0 0,-14-2-4 15,7-1-11-15,-7 0-8 0,1-4-2 0,-1 1 8 16,0-8 6-16,2 3 10 0,-2-6 12 16,0-2 12-16,1 2 5 0,5-4-1 15,2-4 1-15,-1 0 1 0,6-1-6 0,-6-2-8 16,7-1-9-16,6 1-13 0,0-5-17 16,0 1-18-16,6 4-11 0,7-5-9 0,0 5-6 15,0-4-6-15,1 3-2 0,4 0-12 16,2-4-30-16,0 5-57 0,5-1-83 15,-5 4-101-15,7-3-127 0,-9-1-171 0,2 0-193 16,-6 1-195-16,5-1-85 0,-6-3 14 16,-6-1 82-16,5-3 158 0,2 0 209 0</inkml:trace>
  <inkml:trace contextRef="#ctx0" brushRef="#br0" timeOffset="55806.39">12439 9599 316 0,'-14'-16'514'16,"8"-2"105"-16,0 3 95 0,6-3-10 0,0 4-142 16,0 2-105-16,0 2-81 0,6-1-88 15,8 7-73-15,5-1-41 0,1 5-24 16,-1 9-8-16,14 2 1 0,-8 3 2 0,9 4 1 16,-2 8 3-16,1 3-6 0,-1 5-3 0,1 6 1 31,-7 7 2-31,6 5-1 0,-13 3-11 15,1 3-9-15,-7 4-8 0,0 1-11 0,-13 2-13 16,0 1-10-16,-6 1-5 0,-7-9-4 16,0 4-3-16,-7-6-3 0,0-5-2 0,1 0-4 15,-7-8-7-15,6-2-6 0,1-4-10 16,-1-4-10-16,0-7-6 0,8-5-6 0,-8-2-4 16,7-5-4-16,1-6-4 0,4-1-20 15,2-7-47-15,0 0-80 0,-1-4-101 0,0-7-131 16,7 0-186-16,-6-4-220 0,6-3-218 15,6-4-63-15,1-4 25 0,-7-6 89 0,7-5 170 16,-1-3 226-16</inkml:trace>
  <inkml:trace contextRef="#ctx0" brushRef="#br0" timeOffset="56363.13">12413 8243 71 0,'-13'-15'279'0,"-7"4"45"16,8-5 7-16,-8 3-22 0,0-6-20 16,-6 8-22-16,7-4-8 0,5 1 4 0,-5 3 6 15,6 4 11-15,0-4-9 0,1 7-32 0,4 1-34 16,2-2-30-16,6 5-9 0,6 8-4 15,2-1 12-15,10 8 22 0,9 7 25 16,5-1 16-16,7 13-14 0,7-1-15 0,-1 7-9 0,14 8 1 16,-7 7 8-16,13 3 2 0,7 8-3 15,0 4-6-15,6 3-22 0,6 1-33 16,1-1-37-16,-7-1-28 0,7 2-23 0,-14-8-14 16,2 0-13-16,-8-4-7 0,-7-3-6 15,-6-8-5-15,-13-4-2 0,-6-5-8 16,0-6 2-16,-15-7 0 0,-4-3-2 0,-1-9-7 15,-13 2-29-15,0-7-57 0,-7-6-90 16,-5-6-126-16,-2 0-180 0,-6-3-210 0,8 0-255 16,-8-5-92-16,1-3 13 0,5-1 81 15,-5 2 158-15,6 0 205 0</inkml:trace>
  <inkml:trace contextRef="#ctx0" brushRef="#br0" timeOffset="56850.68">14191 9657 319 0,'0'-11'447'0,"6"-4"63"0,-6-4 50 0,0 6-66 16,0-6-105-16,0 8-54 0,0-4-38 15,-6 0-42-15,0 8-41 0,-8-4-27 0,2 8-24 16,-8-5-18-16,0 8-1 0,-5 0 6 16,-2 3 13-16,-5 2 1 0,6 5-7 15,-7 1-10-15,7 7-6 0,0 1-3 0,0 4 8 16,7 2 10-16,-1 0 7 0,7 5 7 15,0-2 3-15,6 2-4 0,7 0-9 0,0-1-12 16,7 0-15-16,6-3-21 0,0-1-17 0,7-2-11 16,5-1-12-16,8-5-13 0,-7 2-9 15,13-8-9-15,-6 3-8 0,6-6-12 0,0-4-6 16,0-1-5-16,-6-3-2 0,-1 0-3 16,-6-3-1-16,0-1-2 0,-6 1-3 0,-8-2-12 15,2 2-45-15,-8-4-71 0,0 3-94 16,-6-3-125-16,0-4-174 0,-6 4-168 0,0-5-153 15,6 5-131-15,-6-4-13 0,-2 4 68 16,8-8 146-16,-6 4 166 0,6 5 186 16</inkml:trace>
  <inkml:trace contextRef="#ctx0" brushRef="#br0" timeOffset="57198.54">14615 9617 431 0,'6'-16'573'0,"0"2"117"15,-6-4 92-15,0 3-41 0,0-3-147 0,0 3-112 16,-6 0-89-16,0 5-97 0,-2-5-75 16,-4 8-50-1,6-1-36-15,-14 5-22 0,7 3-15 0,-1 0-5 16,-4 6-2-16,-2 10-1 0,7 2 1 16,-7 4 8-16,0 7 8 0,8 4 7 15,-8 4 4-15,1 7 9 0,5 3 13 0,2 1-1 16,-2 7-4-16,8 1-3 0,-1-2-8 15,1 0-13-15,6 1-18 0,6-4-15 0,-6 1-11 16,13-4-11-16,1-4-7 0,-2-4-10 16,2-4-9-16,5-2-7 0,1-5-5 15,-2-3-5-15,2-4-6 0,0-4-1 0,-7-4 0 16,7-3-7-16,-8-3-21 0,8-4-47 16,-7-2-76-16,1-4-96 0,-2-2-120 0,-6-4-165 15,8-3-195-15,-8-7-188 0,1 0-120 16,-1-8-6-16,1-3 64 0,0-5 142 15,5-2 199-15,-6-4 224 0</inkml:trace>
  <inkml:trace contextRef="#ctx0" brushRef="#br0" timeOffset="57698.43">14796 9832 380 0,'-6'-14'554'0,"6"-1"105"16,-6 0 91-16,-1 1-16 0,7 3-133 15,-6 4-107-15,-1 0-96 0,7-1-96 0,0 4-84 16,0 4-74-16,-7 0-57 0,7 0-26 15,0 7-9-15,0 5 9 0,0 2 11 0,0 1 15 16,0 3 13-16,0 4 8 0,7 4 3 16,-7-1-4-16,0-2-6 0,0 2-4 15,7 1-5-15,-7-4-5 0,6 0-2 0,-6-4 2 16,0 1 5-16,7-5-1 0,-7-3 4 16,0 1 9-16,0-6 15 0,0-2 13 0,0 0 4 15,0-1-2-15,0-3-8 0,0-3-20 16,-7-1-26-16,7-3-28 0,-6-5-17 15,6 2-10-15,-7-5-13 0,0-4-6 0,7 1-1 16,-6-4-4-16,6-3-1 0,0 3 0 16,0 0 0-16,6-4 0 0,1 3-2 0,6 6 0 15,-6-2-1-15,5 1 2 0,8 3-3 16,-6 1 2-16,11 3 1 0,-5-1-1 0,6 2 0 16,-7 2 0-16,7 5 2 0,0-5-2 15,-6 8 0-15,6-3 0 0,-7 6 1 16,1-3-4-16,-7 8 3 0,7 3-2 0,-8-1 1 15,-4 2 3-15,4 6 0 0,-5 1 1 16,-1-1 1-16,1 4 2 0,-1 0 2 0,1 0-3 16,-1 0 1-16,-6 0-1 0,6 0 2 15,2-4-2-15,-8 1-1 0,0-5 0 0,0 0-1 16,0 2-19-16,0-10-46 0,0 6-74 16,0-5-105-16,0-4-153 0,0-3-204 0,0 0-215 15,0-3-222-15,6-4-65 0,-6-5 27 16,0 1 113-16,13-7 185 0,-6 0 222 15</inkml:trace>
  <inkml:trace contextRef="#ctx0" brushRef="#br0" timeOffset="57948.65">15435 9704 56 0,'6'-11'480'0,"1"4"130"0,0-4 112 0,-1 4 79 16,-6-1-105-16,0 1-155 0,0 3-121 15,0 4-98-15,0 4-72 0,-6 0-38 16,6 7-2-16,-7 3 27 0,0 4 30 0,1 4 19 15,-1 5 2-15,1 5-8 0,0 5-11 0,-2-1-24 16,2 9-29-16,-6-1-27 0,-2 3-21 16,8 0-16-16,-7 4-23 0,-1 1-16 15,-4 0-81-15,4-5-32 0,1-4 0 0,0 1 0 16,6-7 0-16,-5-3 0 0,-2-2 0 16,8-10 0-16,0 1 0 0,-1-9 0 0,0-3 0 15,1 0 0-15,6-8-31 0,0-3-323 16,0-3-167-16,0-4-225 0,6-3-187 15,8-7-173-15,-2-3-24 0,2-3 63 0,5-3 137 16,-6-6 208-16,14-1 212 0</inkml:trace>
  <inkml:trace contextRef="#ctx0" brushRef="#br0" timeOffset="58277.67">15565 10078 274 0,'7'-10'653'0,"6"1"125"0,-7 1 75 15,-6 6 18-15,6-6-171 0,-6 8-181 0,0 0-144 16,0 8-78-16,0-1-31 0,-6 5-1 0,0 5 0 15,-1 2-10-15,1 2-23 0,-8 1-17 16,2 5-26-16,6 2-24 0,-8-4-31 16,1 4-30-16,7-4-26 0,-8 1-26 0,8-3-17 15,0-1-8-15,-2-4 4 0,2-3 15 16,6-4 21-16,-6-1 25 0,6-2 31 0,6-1 25 16,-6-3-66-16,14-1-82 0,-2 1 0 15,2-4 0-15,5 0 0 0,1-4 0 16,6 4 0-16,7-3 0 0,-7-1 0 0,-1 1 0 15,7-1 0-15,-5 1 0 0,-1-2 0 16,0 2 0-16,-6 3 0 0,-1 0 0 16,-6-4 0-16,-6 4 0 0,5 0 0 0,-12 0 0 15,8 0 0-15,-8-3 0 0,0 3-317 16,-8 0-202-16,8 0-123 0,-12-4-121 0,5-3-96 16,-6 3-76-16,7-3-50 0,-7 0 42 15,6-1 124-15,0-6 160 0,1 2 164 0</inkml:trace>
  <inkml:trace contextRef="#ctx0" brushRef="#br0" timeOffset="58511.9">15741 10265 197 0,'0'-11'480'0,"-6"-4"134"16,-1 4 121-16,0 1 44 0,7-2-68 0,-6 1-95 16,6 4-93-16,-7 0-103 0,7 2-100 15,-6 3-78-15,6-3-49 0,-6 10-25 0,6-3 1 16,0 10 16-16,-8 3 27 0,8 3 24 16,0 7 9-16,-6 1-8 0,6 3-19 0,-6 8-15 15,6-4-22-15,-6 0-22 0,-1 3-24 16,0 0-122-16,1-2-13 0,-1-1 0 0,1-4 0 15,0 0 0-15,-2-2 0 0,2-9 0 16,6 0 0-16,-6-4 0 0,6-2 0 0,0-1 0 16,0-8 0-16,0-3 0 0,0 0 0 15,0-7-320-15,0 0-207 0,6-8-204 16,-6-3-213-16,6-5-164 0,2-5-24 0,-8-2 50 16,6-10 126-16,7-3 201 0,-7-10 252 15</inkml:trace>
  <inkml:trace contextRef="#ctx0" brushRef="#br0" timeOffset="58902.41">15643 9412 329 0,'-6'-34'659'0,"0"1"108"0,6 1 82 16,-8 1 66-16,8 3-201 0,8-2-193 0,-8 7-123 15,12 3-77-15,1 1-59 0,1 4-44 16,-2 0-40-16,14 8-28 0,1 0-16 0,-1 7-12 15,6 4-11-15,7 6-11 0,0 5-9 16,1 7-7-16,-2 8 5 0,8 6 12 0,0 8 16 16,-1 8 10-16,-5 3 4 0,5 10-3 15,-6 2 4-15,-7 5-4 0,1 9-12 16,-7-1-9-16,0 6-15 0,-6-2-92 0,-1 3 0 16,-12-2 0-16,-1-4 0 0,-6-5 0 15,-6 0 0-15,-1-5 0 0,-6-9 0 0,-7-3 0 16,1-8 0-16,-1-3 0 0,1-8 0 15,-7-4 0-15,6-5 0 0,1-6 0 0,6-7 0 16,-7-4 0-16,7-2 0 0,0-2 0 16,7-6 0-16,-7 0 0 0,7-1 0 0,-8-6 0 15,8 3 0-15,-7-8 0 0,0 5 0 16,0-4-68-16,-7-1-789 0,7-3-336 0,-6-4-127 16,6 0-3-16,-7-3 95 0,0-4 188 15,7-4 291-15,-6 1 350 0</inkml:trace>
  <inkml:trace contextRef="#ctx0" brushRef="#br0" timeOffset="64149.27">8766 10862 111 0,'0'3'186'0,"-7"1"5"0,7 1-79 16,0-3-47-16,0-2-42 0,0 4-40 0,0 0-64 16,0-4-54-16,0 0-28 0,0 0-15 15</inkml:trace>
  <inkml:trace contextRef="#ctx0" brushRef="#br0" timeOffset="65883.22">8570 3717 21 0,'-6'12'282'16,"-7"-1"38"-16,6 0 28 0,-6-3-62 0,1-1-50 0,4 4-56 0,-4-4-32 0,5 0-22 31,-6 4-14-31,7-3-1 0,-1 3 6 15,1 0 16-15,6-4 44 0,0 4 56 0,0 0 50 0,6-1 33 0,7 3 13 0,7 1-2 32,0-3-30-32,12 3-41 0,1 1-38 0,5 0-27 0,15-1-14 0,-2-3-18 0,14 0-18 31,1 1-12-31,-1-2-14 0,7 0-10 0,-1 3-16 0,-6-6-10 0,7 4-6 0,-7-4-7 31,0 0-11-31,-6 0-6 0,-7 1-9 0,0-1-7 0,-6-3-11 0,-7 3-8 0,-7-3-1 16,1 0-6-16,-13-1-2 0,-1 1-3 15,1-4-1-15,-8 3-3 0,2 1-25 0,-8 0-44 16,0-1-64-16,8 5-101 0,-8-2-124 16,7 11-164-16,0-8-167 0,0 9-155 0,7-2-41 15,6-2 44-15,0-2 94 0,7-2 151 16,12 1 181-16</inkml:trace>
  <inkml:trace contextRef="#ctx0" brushRef="#br0" timeOffset="67068.69">12498 4146 112 0,'-7'5'313'16,"-6"-5"34"-16,7 3 25 0,-1-3-74 0,1 5-69 16,-1-2-38-16,7 0-10 0,-7-3 23 15,7 3 45-15,0 2 69 0,7-2 50 0,0 0 34 16,-1 2 6-16,13-3-16 0,1 3-39 16,6-1-71-16,13-1-55 0,7 1-53 0,-1-4-41 15,14 0-35-15,6 0-26 0,0 0-21 16,14 0-15-16,-2 0-5 0,2 0 8 15,-1-4 14-15,0 4 15 0,-7-3 20 0,2 3 17 16,-8-4 16-16,-7-1 7 0,-6 5-3 0,0-2-7 16,-7-3-3-16,-5 2 0 0,-7 0 0 15,-1 3-3-15,-6-5 0 0,-7 2-1 16,1 0-11-16,0 3-13 0,-14-3-17 0,7 3-12 16,-7-5-11-16,2 5-7 0,-8-3-8 15,6 3-4-15,-6 0-4 0,0-5-5 16,0 5-3-16,0 0-3 0,0 0-2 0,0 0-1 15,-6 0-3-15,6 0-4 0,0 0-2 16,0 0-1-16,0 0 1 0,0 0-1 0,0 0 1 16,0 0 0-16,0 0 0 0,0 0 1 15,0 0-2-15,0 0 0 0,0 0-1 0,0 0 1 16,0 0 0-16,0 0 1 0,0 0 0 16,0 0-1-16,0 0 3 0,0 5 0 15,0-5-3-15,0 0 0 0,0 0 0 0,0 3 0 16,0 2-3-16,0-5 0 0,0 3 2 15,0-3 0-15,-8 3 0 0,8-3 0 0,0 0 1 16,0 3 1-16,0-3-1 0,0 0 0 16,0 5 0-16,0-5 0 0,0 0 1 0,0 0-1 15,-6 0 1-15,6 0-1 0,0 0 0 16,0 0 1-16,6 0 0 0,-6 0-1 0,0 0 0 16,0 0 0-16,0 0 1 0,0 0-1 15,0 0 0-15,-6 0 3 0,6 0-3 0,0 0 0 0,0 0-1 16,0 0 0-16,0 0-1 0,0 0 1 0,0-5 3 15,0 5-1-15,0 0 1 0,0 0-1 16,0 0 0-16,0 0-1 0,0 0 2 0,0 0-1 16,0-3 1-16,0 3 1 0,6 0-2 15,-6 0-1-15,0 0 0 0,0 0 1 16,0 0-1-16,0 0-1 0,0 0 1 0,0 0 4 16,0 0-2-16,0 0-2 0,0 3 1 15,0-3-1-15,0 0 1 0,0 0-6 0,8 0 1 16,-8 0 2-16,0 0 1 0,0 0 0 15,0 0-3-15,-8 5 1 0,8-5-1 16,0 0 3-16,0 0 1 0,0 0-1 0,0 0 4 16,0 3 2-16,0-3-2 0,0 0-2 15,0 0-1-15,8 0 0 0,-8 3-2 0,0-3 0 16,0 0 2-16,0 5 0 0,0-5 0 16,0 0 0-16,0 2-1 0,0-2 1 0,0 0 0 15,0 5-1-15,0-5 3 0,0 4-2 16,0-4 0-16,0 3 0 0,0-3 0 0,0 4 0 15,0-4 0-15,0 3 0 0,0-3-2 16,6 0 2-16,-6 4 0 0,0-4 3 16,0 0-2-16,0 4 0 0,0-4 1 0,0 0-3 15,0 3 0-15,6-3-5 0,-6 0-5 16,0 0-2-16,0 0-9 0,0 0-14 0,0 0-23 16,0 0-34-16,0 0-40 0,-6-3-56 15,6 3-64-15,0-4-80 0,-6 0-110 16,-2 1-123-16,2-4-136 0,-13-4-161 0,-1 0-82 15,0-8 12-15,-12 1 88 0,-1-4 136 16,-12-7 171-16</inkml:trace>
  <inkml:trace contextRef="#ctx0" brushRef="#br0" timeOffset="67777.28">7939 4055 125 0,'0'4'351'0,"0"-4"40"16,0 0 23-16,-6 4-89 0,6-4-68 15,0 0-97-15,0 0-62 0,-8 0-38 0,8 0-21 16,0 0-11-16,0 0-8 0,0 0-11 16,0 0-6-16,0 0-8 0,0 0-9 15,8 0-26-15,-8 3-48 0,6-3-57 0,6 4-64 16,2-1-108-16,5 5-53 0,1-4-7 16,0 3 31-16,5 0 47 0</inkml:trace>
  <inkml:trace contextRef="#ctx0" brushRef="#br0" timeOffset="69309.08">13709 4451 213 0,'-6'3'372'0,"6"2"25"0,0-5 15 15,-7 2-90 1,7-2-125-16,-6 0-88 0,6 0-52 16,0-2-24-16,0 2-15 0,0 0-5 0,-7 0 6 15,7 0 13-15,0 0 17 0,0 0 16 16,0 0 14-16,0 0 5 0,0 0-6 15,0 0-12-15,0 2-14 0,0-2-17 0,0 0-11 16,0 0-10-16,0 0-1 0,0 0 5 16,0 0 5-16,0 0 13 0,0 0 8 0,0 0 12 15,0 0 10-15,0 0-1 0,0 5 1 16,0-5-14-16,0 0 1 0,0 0-3 16,0 0 1-16,0-5 8 0,0 5 4 0,0 0 16 15,0 0-4-15,0 0 4 0,0 0-8 16,0 0-5-16,0 0-6 0,0 0-11 0,0 0 0 15,0 0-11-15,0 0-4 0,0 0-3 16,0 0-2-16,0 0-5 0,0 0-4 0,0 0-3 16,0 0-1-16,0 0-2 0,0 0-1 15,0 0 1-15,0 0 4 0,0 0 5 16,0 0-9-16,0 0 1 0,0 0-2 0,0 0 4 16,0 0-5-16,0 0-4 0,0 0 7 15,0 0-3-15,0 0-2 0,0 0-3 0,0 0 0 16,0 0 3-16,0 0-3 0,0 0-1 15,0 0 3-15,0 0-4 0,0 0-1 16,0 0 0-16,0 0-1 0,0 0-1 0,0 0-4 16,0 0-5-16,0 5 7 0,0-5 0 15,0 0 1-15,0 0 0 0,0 0 4 0,0 3 2 16,0-3-6-16,0 0-4 0,0 4 0 16,0-4 1-16,0 4 4 0,0-4-2 15,0 3 0-15,0-3 1 0,0 4-4 0,0-4 3 16,0 0-14-16,0 4 11 0,7-4 2 15,-7 0 11-15,0 3 7 0,0-3 12 0,0 0 13 16,0 4 2-16,0-4 6 0,0 0-3 16,0 0 4-16,0 0 2 0,0 0 4 0,0 0-5 15,0 0-2-15,0 0 3 0,0 0-5 16,0 0-12-16,0 0-8 0,0 0-3 0,0 0 1 16,0 0-12-16,0 0-5 0,0 0-3 15,0 0-1-15,0 0 0 0,0 0-4 0,0 0 1 16,0 0-1-16,0 0-2 0,0 0 1 15,0 0 0-15,0 0 0 0,0 0 4 16,0 0 3-16,0 0 0 0,0 0-6 0,0 0 2 16,0 0 3-16,0 0-13 0,0 0 0 15,0 3 3-15,0-3 4 0,0 0-3 0,0 0 2 16,0 0 9-16,0 0 6 0,0 0-7 16,0 0-2-16,0 0 2 0,0 0-8 0,0 5 3 15,0-5-9-15,0 0 6 0,0 0 9 16,0 3 0-16,0-3 3 0,0 0-4 15,0 0 3-15,0 0-3 0,0 0-6 0,0 3-2 16,0-3 2-16,0 0 1 0,0 0-2 16,0 4 6-16,0-4-1 0,0 0 2 15,0 4-3-15,0-4 0 0,0 0 3 0,0 0-1 16,0 0 1-16,0 0 0 0,0 0-4 16,0 3 0-16,0-3-2 0,0 0 0 0,6 0-1 15,-6 4 3-15,0-4 5 0,0 0 3 16,0 0 4-16,0 0-2 0,0 0 5 15,0 4-7-15,0-4-6 0,0 0 1 0,0 4-3 16,0-4-3-16,0 0-4 0,0 3 0 16,0-3 6-16,0 0-5 0,0 0 2 0,0 4 2 15,0-4 5-15,0 0 1 0,0 3 1 16,0-3 5-16,0 0-6 0,0 0 2 0,0 4-4 16,0-4 0-16,0 0-3 0,0 0-1 15,0 0 4-15,0 0 0 0,0 0 1 16,7 4-2-16,-7-4-1 0,0 0 1 0,0 0 4 15,0 0-2-15,0 0-6 0,0 0 3 16,0 0-1-16,0 0-5 0,0 0-2 16,0 0 1-16,0 0 4 0,0 0 0 0,0 0 0 15,0 3 3-15,0-3-3 0,0 0-1 16,0 0 0-16,0 0 0 0,0 0-1 0,0 0-3 16,0 0-5-16,0 0-21 0,0-3-40 15,0 3-59-15,0 0-97 0,0 0-115 0,-7-4-128 16,7 0-134-16,-6 4-129 0,-8-3-28 15,2-4 49-15,-8-5 91 0,0 1 124 0</inkml:trace>
  <inkml:trace contextRef="#ctx0" brushRef="#br0" timeOffset="70977.67">7574 8268 107 0,'0'0'273'0,"0"0"33"16,0 0-19-16,0 4-42 0,0-4-50 15,0 0-41-15,0 0-29 0,0 0-19 0,0 0-14 16,0 0-8-16,0 0-13 0,0 0-10 16,0 0-8-16,0 0-7 0,0 0-5 15,0 0-5-15,0 0-4 0,0 0-1 0,0 0 0 16,0 0 2-16,0 0 4 0,0 0 2 15,0 0-3-15,0 0-3 0,0-4-12 16,0 4-33-16,0 0-56 0,0-4-76 0,-6 1-86 16,-2-1-106-16,2 4-75 0,-7-4-19 15,7 4 25-15,-7 0 59 0</inkml:trace>
  <inkml:trace contextRef="#ctx0" brushRef="#br0" timeOffset="71483.24">5073 10400 301 0,'7'7'427'0,"-7"-2"28"0,0-5 16 16,0 3-100-16,0 1-145 0,0-4-100 0,0 0-54 15,0 3-24-15,0-3-12 0,0 0-5 16,0 0-10-16,0 0-2 0,0 0-5 0,6 0-6 15,-6 0-2-15,0 0-6 0,0 0 0 16,0 0-7-16,0-3-20 0,0 3-38 0,6 0-60 16,-6-4-86-16,0 4-110 0,0-3-82 15,7-9-28-15,-7 1 12 0,7-7 47 16</inkml:trace>
  <inkml:trace contextRef="#ctx0" brushRef="#br0" timeOffset="71849.11">7177 8154 213 0,'0'-3'346'16,"0"-1"26"-16,0-3 20 0,0 3-97 15,0 0-100-15,0 1-63 0,0-1-40 0,0 1-25 16,0 3-21-16,0-4-33 0,0 0-40 15,0 4-44-15,0 0-49 0,0 4-58 0,6-4-77 16,-6 7-73-16,0 0-18 0,0 1 11 16,6 3 33-16</inkml:trace>
  <inkml:trace contextRef="#ctx0" brushRef="#br0" timeOffset="72674.19">8486 10741 197 0,'0'0'326'0,"0"3"36"0,0 2-2 16,0-5-65-16,0 0-62 0,0 0-44 15,0-5-30-15,0 5-13 0,0-3-8 0,6-1-2 16,-6 4-3-16,0-4 1 0,0 1 0 15,7-1-5-15,-7 2-9 0,6-3-8 16,-6 1-12-16,6 1-13 0,-6-5-7 0,8 5 6 16,-2-1 10-16,-6-3 12 0,6 4 8 15,1-6 10-15,-1 6-2 0,-6-1-6 0,7 1-11 16,-7-1-10-16,0 4-5 0,6-4-7 16,-6 4-3-16,0-3-14 0,0 3-7 0,0 0-11 15,0 0-9-15,0 0-8 0,0 0-16 16,0 0-5-16,7 0-5 0,-7 0-7 0,0 0-5 15,0 3-1-15,0-3 8 0,0 4 1 16,0-4 0-16,0 4 1 0,6-4 7 16,-6 3-4-16,0 1-5 0,0-4 1 0,0 3 8 15,0-3 10-15,0 0 9 0,0 0 16 0,0 4 9 16,0-4 10-16,0 0 12 0,0 0-5 16,0 0 0-16,0 0-5 0,0 0-1 0,0 0-2 15,0 0-12-15,0 0 1 0,0 0-2 16,0 0-5-16,0 0-1 0,0 0 0 15,0 0-2-15,0 0-3 0,0 0-7 0,0 0-2 16,0 0-6-16,0 0-7 0,0 0-5 16,0 0-4-16,0 0-1 0,0 0-4 0,0 0 0 15,0 0-4-15,0 0 0 0,0 0 0 16,0 0-2-16,0 0-1 0,0 0-6 0,0 0-21 16,0 0-43-16,0 0-59 0,-6 5-87 15,6-5-129-15,0 0-146 0,-7 0-156 0,1 0-162 16,-7 0-52-16,6 0 31 0,1-9 100 15,0 2 134-15,-2-4 167 0</inkml:trace>
  <inkml:trace contextRef="#ctx0" brushRef="#br0" timeOffset="73348.66">11436 7891 273 0,'0'-8'355'0,"0"1"25"0,7 0 17 16,-7-5-122-16,0 5-99 0,6 4-44 16,-6-5-27-16,0 5-14 0,0-1-10 15,0 4-14-15,0-4-16 0,0 4-17 0,0-3-11 16,0 3-16-16,0 3-32 0,0-3-49 15,0 4-69-15,0 3-89 0,-6 1-119 0,6 2-58 16,0 2-6-16,0 2 27 0,-7 2 60 16</inkml:trace>
  <inkml:trace contextRef="#ctx0" brushRef="#br0" timeOffset="73814.67">11912 10104 166 0,'-7'14'382'0,"7"-3"43"16,0-3 29-16,0-1-51 0,-7 4-96 0,7-4-64 16,0 0-30-16,0 0 9 0,0-2 28 15,0 2 25-15,0 0 14 0,0-3 0 0,0 0-2 16,0-1-18-16,0 0-26 0,0-3-30 15,0 4-19-15,0-4-18 16,0 5-15-16,0-5-14 0,0 0-15 0,0 0-10 16,0 0-16-16,0 0-12 0,0 0-12 15,0 3-10-15,0-3-6 0,0 0-12 0,0 0-7 16,0 0-11-16,-6 0-7 0,6 0-14 16,0-3-24-16,-7-2-40 0,1-2-59 0,6 0-97 15,-6-4-145-15,-1-8-189 0,7 1-203 16,-7-8-147-16,1-3-42 0,6-8 42 15,-6-7 117-15,6-7 177 0</inkml:trace>
  <inkml:trace contextRef="#ctx0" brushRef="#br0" timeOffset="74173.47">11788 7591 381 0,'0'-9'455'0,"-6"6"45"0,-2-4 31 16,2 0-124-16,6 3-153 0,-6-3-88 16,-1 3-66-16,7 1-44 0,-7-2-29 0,7 2-9 15,-6 3-8-15,6 0-6 0,0-4-1 16,-6 4-2-16,6 0-2 0,0 0-13 16,6 4-35-16,-6 4-88 0,6-1-118 0,1 7-139 15,6 0-76-15,1 6-31 0,-2 2 18 16,8 3 73-16</inkml:trace>
  <inkml:trace contextRef="#ctx0" brushRef="#br0" timeOffset="75272.67">14334 10213 587 0,'7'12'746'15,"-7"-2"105"-15,0-6 66 0,6 3-60 16,-6-3-205-16,7-4-234 0,-7 4-148 0,6-4-102 16,0-4-69-16,2 4-36 0,4 0-18 15,-6-4-3-15,2 4 16 0,4-3 24 0,-5 3 39 16,-1 0 30-16,1 0 20 0,0 0 13 16,-7-4-7-16,6 8-15 0,-6-4-24 15,0 0-32-15,6 0-25 0,-6-4-26 0,0 4-18 16,0 0-15-16,0 0-9 0,0 0-6 15,0 0-5-15,0 0-3 0,0 0 0 0,0 0 1 16,0 4 0-16,0-4 3 0,0 0-1 16,0 0-1-16,-6 0-1 0,6 0-3 0,0 0-1 15,0 3 0-15,0-3 1 0,0 4 2 16,0 0 0-16,0-4 4 0,-6 3 2 16,6 2-4-16,0-5-1 0,0 3 1 0,0 0 0 15,0 1-2-15,0 0 1 0,0-4 3 16,-7 3 0-16,7 0-2 0,0 2-1 0,0-5 2 15,0 3-1-15,0-3-1 0,0 4 2 16,0-4-1-16,0 0 1 0,0 0 0 0,0 5-1 16,0-5 0-16,0 0-1 0,0 0 2 15,0 0-2-15,0 0 0 0,0 0 0 0,0 0 1 16,0-5 4-16,0 5-4 0,0 0 4 16,0-4-2-16,0 4 1 0,0-3-4 15,0 3 0-15,0-5 0 0,0 5 2 0,0-3-2 16,0 0 0-16,0-1 1 0,0 0-1 15,0 4-1-15,0-3 0 0,0 3 0 0,0-3 1 16,0-2 0-16,0 5 0 0,0-3 1 16,0 3 0-16,0 0-1 0,0-4 0 0,0 4 2 15,0 0 4-15,0 0-4 0,0-4-1 16,0 4-1-16,0 0 0 0,0 0-4 16,0 0-3-16,0 0 4 0,0 0 0 0,0 0 3 15,0 0-3-15,0 0 0 0,0 0-3 16,0 0 3-16,0 0 1 0,0 0-1 0,0 0 3 15,0 0 0-15,0 0 0 0,0 0-2 16,0 0 2-16,0 0-2 0,0 4 2 16,0-4 1-16,0 0 1 0,0 0-2 0,0 0-2 15,0 0 1-15,7 0-1 0,-7 0 0 16,0 0-1-16,0 0 3 0,0 0 1 16,0 0-2-16,0 0 0 0,0 0-2 0,0 0 2 15,0 0 1-15,0 0 1 0,0 0-2 16,0-4-2-16,0 4-1 0,0 0 1 0,0 0-1 15,0 0-1-15,0 0 4 0,0 0 1 16,0 0 0-16,0 0-1 0,0 0 2 16,0-3-2-16,0 3 1 0,0 0-1 0,0 0 0 15,0 0-2-15,0 0-1 0,0 0 1 16,0 0 0-16,0 0 4 0,0 0 0 0,0 0 0 16,0 0 3-16,0 0-3 0,0 0-1 15,0 0-3-15,0 0 1 0,0 0 0 0,0 0 1 16,0 0-1-16,0 0 0 0,0 0-1 15,0 0-5-15,0 0-7 0,0 0-11 0,0 0-13 16,0 0-17-16,0 0-23 0,0-4-33 16,0 4-38-16,0-4-50 0,0 1-71 0,0-1-103 15,0-3-124-15,-7-5-146 0,7 2-167 16,0-5-82-16,0-3 9 0,-7-4 80 16,7 0 131-16,0-7 170 0</inkml:trace>
  <inkml:trace contextRef="#ctx0" brushRef="#br0" timeOffset="94579.74">18424 4700 200 0,'20'-11'249'0,"-7"-4"-5"15,6 1-10-15,-6-1 19 0,7 0 3 0,-7 4-5 16,-6 1 1-16,5-6 1 0,1 5-11 15,-6 1-5-15,6-5 14 0,-7 4 19 16,8 0 4-16,-8 4-2 0,0-4 3 0,1 0-8 16,-7 3-21-16,0 1-26 0,0 0-22 15,0 3-14-15,0-3-21 0,-7 3-15 16,-5 1-26-16,6-2-20 0,-8 5-18 0,-6 0-19 16,1 8-10-16,-7-4-12 0,0 7-3 15,7 3-1-15,-7 1-2 0,-1 4 3 0,1 2 6 16,6 5 0-16,1 4 2 0,-1-1 1 0,8 4 7 15,5-1-2-15,0 1-3 0,7 4 1 16,0-4 1-16,14 0-3 0,-8 0-7 16,13-3-3-16,-5-4-4 0,12-1-4 0,0 0-9 15,-1-2-2-15,9-6-2 0,-9-1-3 16,8-6-1-16,-1 1-2 0,2-3 0 16,-2-5-4-16,1 1-3 0,-8-4-4 0,1 0-16 15,0-4-40-15,-6 1-62 0,-1-1-82 0,1 0-127 16,-8 1-155-16,2-5-163 0,-8 5-164 15,1-4-104-15,0-1-8 0,-1 0 81 16,1-3 131-16,-1 5 166 0</inkml:trace>
  <inkml:trace contextRef="#ctx0" brushRef="#br0" timeOffset="95100.2">18998 4850 260 0,'6'-11'525'0,"-6"7"112"0,0-7 92 15,0 8 21-15,0-5-133 0,-6 5-130 16,6-1-109-16,0 4-96 0,0 0-73 15,0 4-51-15,0 3-31 0,0 4-8 0,0 3 4 16,0 5 2-16,0 4-5 0,6-2-14 16,-6 8-10-16,6-3-8 0,-6 3-4 0,6-3-1 15,-6 3-1-15,8-3-2 0,-8-4-4 16,0 0-8-16,6-4-9 0,-6 1-7 0,0-9 6 16,0 2 23-16,0-1 33 0,0-9 32 15,0 3 19-15,0-1 5 0,0-8-7 0,0-1-29 16,0-1-37-16,0-5-36 0,0-4-24 15,-6-3-17-15,12-1-12 0,-6-2-1 0,0-5-2 16,6-3-3-16,1-1-1 0,0 5-1 16,6-5 0-16,-1 5-2 0,2-1-5 15,5 0 4-15,-6 8 2 0,7-1 2 0,-1 1-2 16,1 7-1-16,-1 1 2 0,1 5-2 16,0 2-3-16,-1 6 1 0,-6 5 1 15,6-1-1-15,-5 8 2 0,-2 7 1 0,2 0 4 16,-8 4-3-16,7-1 4 0,-7 5 6 15,-6 3 6-15,7-4 13 0,-7 0 12 0,7 5 7 16,-7-9 14-16,0 4 7 0,6-7 2 16,-6 4-7-16,0-8-43 0,0-3-21 0,0 0 0 15,0-8 0-15,0 0 0 0,6 0 0 16,-6-7 0-16,0 4 0 0,0-8 0 16,-6 4 0-16,6-3 0 0,0-1 0 0,0-3 0 15,-6 3-36-15,-1 1-328 0,0-5-144 16,1 5-181-16,-1-1-206 0,1 0-185 15,-7 4-40-15,0-3 47 0,7-1 114 0,-8 4 187 16,1-4 241-16</inkml:trace>
  <inkml:trace contextRef="#ctx0" brushRef="#br0" timeOffset="97178.03">28604 6963 72 0,'0'-3'330'0,"0"0"59"0,6-1 44 0,-6-3-54 16,0 3-27-16,0-3-67 0,0 3-42 16,0-4-12-16,0 1-5 0,-6 4-9 0,6-4-3 15,0 3-7-15,0-4-12 0,-6 5-27 16,6-4-22-16,-8 2-30 0,8 2-22 15,0-1-18-15,-6 4-24 0,6-3-9 0,0-1-10 16,-6 4 6-16,6 0-9 0,0 0-5 0,-6-4 9 16,6 4-1-16,0 0 4 0,0 0 3 15,0 0 9-15,0 0 8 0,0-2 7 0,0 2 1 16,0 0-5-16,0 0-9 0,0 0-10 16,0 0-7-16,0 0-12 0,0 0-8 0,0 0-8 15,0-5 1-15,0 5-2 0,6 0-5 16,-6 0-1-16,0 0-2 0,0 0 3 15,0 0-7-15,6 0 3 0,-6 0-1 0,0 0 4 16,0 5-5-16,0-5 0 0,0 0 6 16,6 0 3-16,-6 2 1 0,0-2-1 0,0 0 4 15,0 0-4-15,0 0 0 0,0 4-5 16,0-4-2-16,0 0 2 0,0 0 0 0,0 0 2 16,0 0 1-16,0 0-8 0,0 0 5 15,0 0-2-15,0 0 2 0,0 0 3 16,0 0-2-16,0 0 10 0,0 0-4 0,0 0-5 15,0 4 2-15,0-4-9 0,8 0 5 16,-8 3-13-16,0-3-22 0,0 4-21 0,0-4-37 16,6 3-38-16,-6-3-45 0,0 5-35 15,0-5-22-15,0 0-12 0,6 2 2 16,-6-2 15-16,0 5 25 0,0-5 36 0,0 3 39 16,7-3 33-16,-7 0 32 0,0 0 26 15,0 4 17-15,0-4 9 0,0 0 4 0,6 0 8 16,-6 0 4-16,0 0 2 0,0 0 0 15,0 0 1-15,0 0-1 0,0 0-2 16,0 0-2-16,0 0-4 0,7 0 1 0,-7 0 0 16,0 0 0-16,0 0 0 0,0 0-2 15,0 0-18-15,0 0-31 0,7 0-38 0,-7 0-35 16,0 0-36-16,6 0-36 0,-6 0-20 16,0 4-9-16,0-4-11 0,6 0-46 0,-6 4-22 15,0-4 8-15,0 0 23 0,0-4 30 16</inkml:trace>
  <inkml:trace contextRef="#ctx0" brushRef="#br0" timeOffset="97899.42">28786 6898 150 0,'0'0'338'0,"0"-4"56"16,0 1 29-16,0-4-41 0,0 2-56 0,-7-2-41 15,7 0-24-15,0 3-6 0,-6-3-3 16,6 3 0-16,-6-4 3 0,6 5-11 16,0 0-14-16,-7-5-25 0,7 8-24 0,0-3-30 15,0 0-37-15,0 3-28 0,0 0-21 16,-6 0-22-16,6 6-9 0,0 2 8 0,0 3 15 15,0 3 26-15,0 4 7 0,0 1 6 0,0 3 2 16,0 4-9-16,0-5-10 0,0 5-16 16,0 0-9-16,0-1-5 0,0 5-9 15,0-4-5-15,0-4-4 0,0-1-2 0,0-3 4 16,0-2 2-16,0-2 8 0,0-2 15 16,0-2 22-16,0-6 21 0,0-1 13 0,0 1 9 15,0-8-5-15,0 1-13 0,0-4-26 16,-7-4-26-16,7-4-19 0,0 0-15 15,0-7-8-15,0 0-5 0,0 0-4 0,0-3 0 16,0 0 1-16,7 2 1 0,-1-3 0 16,1 8-3-16,-1-5 1 0,0 6 1 0,8 2 1 15,-2 0-1-15,2 1 0 0,-1 3 2 16,0 4-2-16,6-1-5 0,1 4 1 0,-7 4 1 16,0 0 0-16,0 7-1 0,0-2 1 15,6 5 1-15,-12 5 1 0,6-1-4 0,-7 5 0 16,1-1-1-16,-1 4 1 0,1 0 2 15,0-4 0-15,-7 4 4 0,6 1 3 0,0-5 0 16,-6 0 1-16,8 1-2 0,-8-1-3 16,0-7-2-16,6 4-3 0,-6-7-18 15,0 2-35-15,0-6-51 0,0 2-81 0,0-6-123 16,0 0-171-16,0-3-152 0,6 0-146 16,-6-8-133-16,0 0-18 0,7-4 71 0,-1 0 144 15,1-4 157-15,6 2 170 0</inkml:trace>
  <inkml:trace contextRef="#ctx0" brushRef="#br0" timeOffset="98658.59">29281 6923 113 0,'13'-7'450'0,"-7"0"142"0,2 0 119 0,-2 3 7 15,0 0-48-15,-6 1-123 0,6-2-93 16,-12 10-103-16,6-2-77 0,-6 9-40 0,0 2-11 16,-2 1 7-16,-4 7-8 0,-1 0-8 15,-1 3-15-15,-4 7-17 0,-2 2-20 16,0 3-25-16,7-1-21 0,-7 1-26 0,1 3-21 15,-1-3-21-15,7-1-13 0,0-2-12 16,1-5-8-16,4 0-4 0,-4-7-5 0,5-4 1 16,1 1-4-16,6-8-3 0,-7-5-25 15,7 2-45-15,0-8-59 0,7-3-74 16,-1-2-92-16,7-5-106 0,-7 0-106 0,14-9-97 16,0 1-86-16,-1-4-58 0,7 0-26 15,-6-4 22-15,6 0 82 0,1 4 114 0,-2 0 162 16,-5 0 196-16,0 0 178 0,-2 5 155 15,2 2 122-15,-7 1 110 0,1 1 69 0,-2 3 11 16,-6-1 6-16,2 7 0 0,-2-3-4 16,-6 7-18-16,6 3-33 0,-6 1-30 15,0 7-19-15,0 3-31 0,-6 2-44 0,0 6-40 16,-8-1-33-16,2 1-33 0,-2 3-30 16,1-2-23-16,0-2-18 0,0 6-14 0,1-5-6 15,-2 0-2-15,1-4-6 0,7-4 0 16,-1 1 10-16,0-3 15 0,7-2 13 0,0-3 10 15,0-4 8-15,7 2 0 0,6-2-10 16,0-3-14-16,1 0-19 0,4-3-18 0,-4 3-17 16,5-5-11-16,1 2-9 0,0 3-12 15,-1-3-5-15,1-1-3 0,-2 4-2 16,2-4-2-16,-6 4-14 0,-1 0-30 0,-7-3-48 16,0 3-61-16,2 0-63 0,-8 0-67 15,6 0-74-15,-6 0-80 0,0 0-77 0,-6 0-66 16,6 0-63-16,-8 0-42 0,2-3-23 15,6-2-10-15,-6 1 46 0,-1-3 87 16,7 0 103-16,0-4 128 0,0 1 192 0,0-5 207 16,0 4 182-16,7-4 140 0,-7 0 124 15,0 1 108-15,0-2 24 0,0 2-5 0,6 3-38 0,-6 0-43 16,0 3-59-16,0 2-98 0,0 2-89 16,0 0-70-16,0 4-42 0,0 0-21 0,0 8-3 15,6 3 11-15,-6 7 15 0,0 0 16 16,0 4 0-16,8 1-16 0,-8 2-23 0,0 4-23 15,0 0-28-15,0 1-25 0,0-1-22 16,0 0-18-16,0-3-16 0,0 0-13 0,0-5-4 16,0 1-5-16,0-6-15 0,6-2-30 15,-6-3-53-15,0-3-81 0,6-4-102 16,-6-4-144-16,6-9-166 0,8 2-162 0,-1-7-161 16,-7 0-84-16,8-9 15 0,-2-3 97 0,8-3 154 15,-7-8 175-15</inkml:trace>
  <inkml:trace contextRef="#ctx0" brushRef="#br0" timeOffset="98876.93">29919 6967 463 0,'13'-18'678'15,"-6"0"125"-15,-1 3 89 0,-6 1-32 16,7 3-168-16,-7 4-180 0,0-1-166 0,0 4-96 16,0 4-60-16,0 4-35 0,0 6 0 0,0 2 9 15,0 6 11-15,7 4-6 0,-7 0-17 16,0 4-21-16,0-1-31 0,6 5-29 15,-6-1-26-15,6 1-20 0,-6-5-11 0,7 1-25 16,0 0-39-16,-7-9-60 0,0 2-84 16,6-4-125-16,-6-1-175 0,7-6-185 0,-7-5-190 15,-7 1-94-15,1-8 4 0,-1 1 79 16,0-9 154-16,-5-2 185 0</inkml:trace>
  <inkml:trace contextRef="#ctx0" brushRef="#br0" timeOffset="99033.15">29848 7056 98 0,'-13'-12'528'0,"7"4"148"15,6 2 102-15,0-2 68 0,-8 5-126 16,16-5-172-16,-8 6-135 0,12-3-123 0,-5 1-89 16,6 1-59-16,6 3-34 0,1-4-27 15,6 4-23-15,7 4-22 0,-7-4-11 16,6 0-7-16,1 0-22 0,-1 0-60 0,-5 0-108 16,-2 0-158-16,1 0-179 0,-6 0-214 15,6-4-117-15,-13 0-13 0,7 1 68 16,-8-4 136-16,2 0 165 0</inkml:trace>
  <inkml:trace contextRef="#ctx0" brushRef="#br0" timeOffset="99486.63">30486 6752 516 0,'0'-8'682'0,"6"5"104"16,-6-4 86-16,0-1-49 0,0 4-200 0,0-3-186 15,0 7-142-15,0-4-93 0,0 4-67 16,7 0-21-16,-7 7-11 0,0 1 9 0,7 2 7 15,-7 6 2-15,6 1 0 0,1 6-12 0,-7-2-14 16,0 5-17-16,0 0-12 0,6 0-7 16,-6-1-16-16,0 1-9 0,0-1-9 0,0-3-3 15,0 0-4-15,0-3-2 0,0-5 4 16,0-2 11-16,0-1 22 0,6-4 20 0,-6-3 17 16,0-1 11-16,0-6 0 0,0-1-10 0,0-3-23 15,-6-1-20-15,6-7-18 0,0 1-15 16,0 0-6-16,0-5-3 0,0-3-3 15,0-4-2-15,6 0-3 0,-6 1 4 0,8-1-1 16,-2 4 0-16,6 0-1 0,-5 4 0 0,6 0 1 16,0 4-3-16,-7 2 0 0,8 1-4 15,-2 0 3-15,2 8 1 0,-1-4-2 0,0 7 3 16,6 0 0-16,-5 2 3 0,5 3-1 0,-6 2 0 16,0 4 1-16,0-1-2 0,0 6 1 15,-7 2-1-15,8 1 2 0,-8 1-2 0,1-1 0 16,-1 4 1-16,0-5 4 0,-6 3 1 15,0-2-4-15,0-1-8 0,0 1-37 0,0-5-69 16,-6 2-99-16,0-3-153 0,6-5-216 16,0 3-213-16,0-8-198 0,0 2-58 0,0-5 32 15,0-8 117-15,6 3 197 0,0-5 216 16</inkml:trace>
  <inkml:trace contextRef="#ctx0" brushRef="#br0" timeOffset="99736.67">31092 6769 53 0,'13'-10'579'15,"-7"3"150"-15,0-1 106 0,2 0 68 0,-8 6-96 16,0-6-217-16,6 8-201 0,-6 0-113 16,-6 0-59-16,6 8-25 0,0 2 18 0,-8 5 23 15,2-1 30-15,0 12 6 0,-1 0 0 0,-6 3-6 16,0 8-11-16,1 0-21 0,-8 2-28 16,6 5-32-16,-11 1-35 0,5 2-30 15,0-7-91-15,1 5-15 0,-7-9 0 0,6 1 0 16,7-8 0-16,-6-3 0 0,6-1 0 0,7-6 0 15,-2-5 0-15,2-3 0 0,0 1 0 16,6-9 0-16,0 1-260 0,6-4-169 0,0-4-166 16,8 1-174-16,-1-9-175 0,0 1-133 15,6 0 2-15,1-3 71 0,-1-1 148 0,1-3 187 16,0 3 224-16</inkml:trace>
  <inkml:trace contextRef="#ctx0" brushRef="#br0" timeOffset="100118.76">31196 7143 451 0,'6'-11'631'15,"1"1"117"-15,0-2 89 0,-1-2-44 0,0 3-150 16,1 0-136-16,-1 4-119 0,1-4-87 16,0 4-70-16,5-1-45 0,2 1-35 0,-2 3-30 15,2 0-30-15,-1 4-26 0,7 0-16 0,-8 4-13 16,1 2-11-16,0 2-7 0,-6 7-6 16,5 0-2-16,-12 3-3 0,0 0-1 0,0 4 1 15,-12 0 0-15,-1 4 5 0,-7-3 2 16,0 2 3-16,1 0 1 0,-7-3-1 0,0 4 4 15,0-3 10-15,0-2 14 0,0-3 13 0,13 1 23 16,-7-1 26-16,7-4 33 0,1-3 27 16,4-4 33-16,2 2 27 0,12-3 20 0,2-2 10 15,4-4-46-15,1 4-211 0,13-8 0 0,0 4 0 16,0-4 0-16,7 1 0 0,-1 3 0 16,7-3 0-16,1-2 0 0,-1 1 0 0,0 1 0 15,7 3 0-15,-7-4 0 0,-1 1 0 16,-5 3 0-16,-1-4 0 0,1 4 0 0,-13-4 0 15,0 4 0-15,-8-3 0 0,1 3 0 0,-6-4 0 16,-7 4 0 0,0-3-188-16,-7 3-310 0,-6-4-126 15,1 4-148-15,-8-3-160 0,0 3-126 0,-5 0-16 16,-9-5 70-16,2 1 139 0,-7 1 198 0,0 0 223 16</inkml:trace>
  <inkml:trace contextRef="#ctx0" brushRef="#br0" timeOffset="100338.12">29359 7550 183 0,'-26'11'603'15,"7"-4"88"-15,5-3 57 0,2 0 27 0,-1-1-171 16,6-3-234-16,7 0-172 0,7-3-87 15,-1 3-60-15,1 0-60 0,5-4-92 16,8 0-102-16,6 4-108 0,1-3-123 0,5 3-170 16,1-4-59-16,5 0 26 0,9-3 68 15,-2 4 95-15</inkml:trace>
  <inkml:trace contextRef="#ctx0" brushRef="#br0" timeOffset="100541.12">30961 7521 14 0,'46'0'653'0,"-13"0"155"0,-1 0 99 16,-12-4 82-16,-1 0-19 0,1 4-283 16,-7-3-253-16,0-1-144 0,-7 1-98 0,1 3-74 15,-1-4-48-15,1 0-31 0,-7 4-24 0,7 0-31 16,-7 0-44-16,0 0-96 0,0 0-169 16,0 4-248-16,0 0-246 0,-7-1-111 15,0 1-30-15,1 3 53 0,-7-3 145 0,-7 7 239 16</inkml:trace>
  <inkml:trace contextRef="#ctx0" brushRef="#br0" timeOffset="101287.58">30167 9474 172 0,'7'-11'494'0,"-1"-3"73"0,0 5 42 0,-6-2-20 15,7 4-136-15,-7 3-168 0,0 4-80 16,-7 4-32-16,1 6-3 0,0 7 15 0,-8 0 27 16,1 5 28-16,-6 3 2 0,0 1-8 15,-1 4-12-15,0 2-16 0,1-2-22 0,-1 2-34 16,0-2-30-16,1-1-25 0,-1 0-12 16,8-2-9-16,-2-2 2 0,1-7 11 15,7 1 26-15,-1-5 27 0,7-3 21 0,0-2 18 16,7-3 13-16,-1-2-6 0,14-4-22 15,-1 0-25-15,8-4-29 0,5 0-28 16,1 2-26-16,5-3-22 0,-5 1-12 0,7 1-10 16,-8-2-4-16,1 2-5 0,-1 3-3 15,-6-3 1-15,-7 3-10 0,1-4-25 0,0 4-30 16,-7 0-38-16,-7 0-47 0,1 4-51 16,0-1-56-16,-7-3-53 0,-7 3-59 0,0-3-70 15,1 5-70-15,-1-5-59 0,1-5-40 16,-8 5-17-16,8-3 12 0,0 0 46 15,0-1 76-15,-2-3 98 0,2-4 113 0,6 3 118 16,0-6 128-16,0 3 129 0,0 0 115 16,0-4 100-16,0 4 103 0,0 1 85 0,0-2 35 15,6 1 5-15,-6 0-16 0,0 3-40 16,0 1-81-16,0 4-91 0,0-1-74 0,0 1-46 16,0 6-19-16,0 1-3 0,0 6 12 15,8 2 21-15,-8 6 19 0,0 4 0 0,6 0-21 16,-6 8-22-16,0-1-32 0,6 5-32 15,0 1-29-15,-6-1-27 0,7-2-15 0,0 1-17 0,-1-4-9 16,1 2-10-16,-7-11-1 0,6 3-1 16,-6-9-9-16,7 1-20 0,-7-4-43 15,7-7-55-15,-7-1-76 0,-7-6-94 0,7-1-124 16,-7-3-162-16,1-8-153 0,-1 1-177 16,-6-5-82-16,6-3 11 0,-5-3 85 0,-8-9 155 15,7 1 183-15</inkml:trace>
  <inkml:trace contextRef="#ctx0" brushRef="#br0" timeOffset="101662.39">29333 9331 97 0,'-52'-5'507'16,"0"-2"86"-16,7 4 51 0,-1-5 40 0,7 8-119 15,0-3-162-15,7-1-98 0,5 4-50 16,1 0-23-16,13 0-14 0,0 4-10 15,7-4-7-15,12 0 3 0,7 3 5 0,6-3 4 16,14 0 10-16,13 0 4 0,12 0-1 16,8 0-4-16,11 0 5 0,15-3 3 15,19-1-9-15,5-3-17 0,15 7-28 0,6-4-26 16,6 1-33-16,7-2-34 0,0 5-24 0,-1-3-16 16,1 3 3-16,-19-3 15 0,-1-1 38 15,-20 0-60-15,-5 1-39 0,-14-1 0 0,-20 0 0 16,1-3 0-16,-20 3 0 0,-7 1 0 0,-5-5 0 15,-7 5 0-15,-14-1 0 0,0 0 0 16,-5 1 0-16,-8 0 0 0,1-2 0 0,-7-2 0 16,-7 2 0-16,-6 3 0 0,6-2 0 15,-12-3-171-15,0 3-304 0,5 4-164 0,-5-3-203 16,-7 3-220-16,6 0-76 0,-6-5 20 0,1 3 89 16,-8-3 179-16,0 2 245 0</inkml:trace>
  <inkml:trace contextRef="#ctx0" brushRef="#br0" timeOffset="102321.35">29829 9572 47 0,'0'4'225'15,"0"0"34"-15,-8-1-38 0,8-3-30 0,0 0-15 16,-6-3-48-16,6-1-42 0,0 0-36 15,0-3-37-15,0-1-45 0,0-2-80 0,0-5-93 16,0-4-51-16,-6-2-27 0,-1-5-1 16</inkml:trace>
  <inkml:trace contextRef="#ctx0" brushRef="#br0" timeOffset="104084.13">29099 8532 27 0,'0'-4'279'0,"0"4"56"15,-6-3 26-15,6 3-45 0,0-4 6 0,-8-4-24 16,8 8-22-16,0-3 1 0,-6-1 15 16,6 1 9-16,0-1-2 0,0 0-7 0,-6 1-17 15,6 3-21-15,0-4-25 0,0 4-24 16,0-4-24-16,-7 4-26 0,7 0-28 15,0-3-30-15,0 3-32 0,0 3-22 0,0 1-16 16,0 0-14-16,0 3-3 0,0 4-3 16,-6 4 0-16,6-1 3 0,0 4 4 0,0 4 6 15,0 0 4-15,-7 3 4 0,7 2 6 16,0 2 6-16,0-4 8 0,-6 1 4 0,6-3-1 16,0 2-2-16,0-3-2 0,0-4-6 15,0-3-10-15,0 0-1 0,6-4 8 16,-6-1 10-16,0-2 13 0,0 0 17 0,0-5 19 15,0 0 16-15,0 2 3 0,0-5-2 16,0 0-9-16,0 0-16 0,0 0-18 0,0-5-18 16,0 2-13-16,0 0-8 0,-6-2-5 15,6 2-4-15,0-1-3 0,0-3-3 16,0 4-4-16,0-6-2 0,6 3-4 0,-6-2-3 16,0 1-2-16,0 0-2 0,0 3 1 15,0-3-1-15,0 3 0 0,0-3 1 0,0 3 3 16,0-3 0-16,0 4-2 0,0-2 1 15,0-2-1-15,0 4 0 0,0-5-5 0,0 5 4 16,0-1-1-16,0-3 0 0,0 0-1 16,0 2 2-16,0-2 1 0,0 3-3 0,7 1 1 15,-7-1 0-15,0-3 1 0,0 7-3 16,0-4 1-16,0 1 0 0,0 3 1 0,0-5 0 16,0 5 0-16,0 0 0 0,0-3 1 15,0 3-1-15,0 0 0 0,0 0-2 16,0-4 1-16,0 4 0 0,0 0 0 0,0 0-1 15,0 0 0-15,0 0 2 0,0 0 0 16,0 0 1-16,0 0 0 0,0 0-1 0,0 0 2 16,0 0 0-16,0 0 1 0,0 0-1 15,0 0-2-15,0 0 0 0,0-3 0 16,0 3 0-16,0 0-1 0,6-4-1 0,-6 0 0 16,0 1 1-16,0-1 1 0,0 0 2 15,0-3-1-15,0-1 0 0,0 2 1 0,7-5 0 16,-7 3 1-16,6-4-3 0,-6 2 0 15,6-1 0-15,2 0 0 0,-2-4 1 16,7 4-2-16,-7 0 1 0,7 1 0 0,0-1 0 16,1 3-1-16,5-2 0 0,-6 2 4 15,0 1-3-15,7 3 0 0,-8 0 1 0,2 1-1 16,5 3 0-16,-6 3-3 0,0 1-3 16,1 3 6-16,-2 0 0 0,1 5 0 15,0 2-1-15,-6 1 1 0,6 3 5 0,-6 1-6 16,-7-1-2-16,6 4 3 0,0 0-2 15,-6 3 3-15,0-3 11 0,0 0 11 0,0 5 6 16,0-6 4-16,0-3 4 0,0 1 0 16,0-1-6-16,0-3-8 0,0-1-4 15,0-2-4-15,0-6 0 0,0 2-1 0,0-5-1 16,0 2 5-16,0-2 2 0,0-3 1 16,0 0-4-16,0 0-5 0,0-3-21 0,0-2-45 15,0 2-64-15,0-1-77 0,0-3-87 16,6 0-114-16,-6-4-149 0,8 0-129 0,-2 0-114 15,0 3-119-15,7-6-15 0,1 3 62 16,-2 0 136-16,8-4 153 0,-7 1 165 0</inkml:trace>
  <inkml:trace contextRef="#ctx0" brushRef="#br0" timeOffset="104380.93">29763 8568 95 0,'7'-6'402'0,"-7"-2"88"0,6 1 77 16,-6-1 25-16,0 1-23 0,0 3-77 15,0 1-54-15,0-1-54 0,0 1-59 0,0-2-81 16,0 5-72-16,0 0-52 0,0 5-40 16,0 2-16-16,0 0-2 0,0 4 10 0,0 3 9 15,0 5 11-15,0 4 8 0,0-2-3 16,0 1 3-16,0 7 3 0,0-3 5 16,0-1-2-16,0 2-3 0,7-2-8 0,-7 0-13 15,6-3-21-15,-6 0-18 0,0-8-15 16,0 5-8-16,6-7-9 0,-6-1-4 15,0-4-3-15,7 0-16 0,-7-3-42 0,0-4-65 16,0 0-93-16,0 0-142 0,0-4-166 16,-7-3-170-16,7 0-166 0,-6-4-46 0,-7-1 39 15,7-2 107-15,-1-1 156 0,-6 0 174 16</inkml:trace>
  <inkml:trace contextRef="#ctx0" brushRef="#br0" timeOffset="104568.39">29639 8737 13 0,'-6'0'554'0,"-1"0"141"0,7 0 90 15,-6-4 66-15,6 4-58 0,0-3-193 0,6-1-173 16,1 4-104-16,6-4-55 0,0 1-41 16,-1 3-28-16,8 0-19 0,0-4-21 0,6 4-25 15,-7 0-31-15,8-3-21 0,-1 3-22 16,0 0-20-16,0-5-16 0,-7 5-14 16,7 0-12-16,-13 0-28 0,7 0-44 0,-7-3-59 15,-6 3-79-15,5 0-111 0,-12 0-149 16,7 0-166-16,0 0-168 0,-7 0-73 0,0 0 7 15,0 0 76-15,0-4 136 0,6 1 180 16</inkml:trace>
  <inkml:trace contextRef="#ctx0" brushRef="#br0" timeOffset="105052.65">30336 8642 2 0,'6'-4'497'16,"-6"1"130"-16,0-6 81 0,-6-1 65 15,6 3-69-15,0-3-159 0,-6-2-145 0,6 1-99 16,0 0-61-16,0 0-43 0,0 0-34 16,0 0-26-16,6 0-20 0,7 3-25 0,-6 1-15 15,6 0-15-15,0 0-14 0,0 3-16 16,7 0-9-16,-8 1-9 0,8 3-4 0,-1 0-4 16,1 3-3-16,-7 1-6 0,7 0 3 15,0 3 1-15,-8 0 1 0,1 5 1 16,0-2 1-16,-6 5 9 0,-1-1 1 0,0 5 4 15,-6-1 2-15,-6 1 3 0,0 3-2 0,-7-4 0 16,-1 4-1-16,2 3-5 0,-8-3-4 16,1 0-1-16,-1 4 0 0,0-8-4 0,1 4-2 15,-1-3-1-15,0-1 2 0,2-3 16 16,4-5 19-16,8 1 31 0,-7-3 34 16,6 0 30-16,7-6 24 0,0 3 9 0,0-2 0 15,0 1-10-15,7-4-14 0,-1 0-16 16,7 0-13-16,1 0-18 0,-2 0-12 0,8 0-15 15,6 0-17-15,-1-4-13 0,2 4-11 0,-1-3-8 16,6 3-7-16,1-5-7 0,-7 5-1 16,0-2-2-16,1-3-2 0,-9 2-2 15,2 0-2-15,-6-2-2 0,-1 5-16 0,-1-3-28 16,-5 3-45-16,-7-4-71 0,7 0-81 0,-7 1-109 16,0 0-129-16,0-1-160 0,-7-4-148 15,7 5-161-15,-7-5-41 0,7-3 46 0,-6 0 109 16,6-3 171-16,0 0 183 0</inkml:trace>
  <inkml:trace contextRef="#ctx0" brushRef="#br0" timeOffset="105552.62">30857 8620 55 0,'0'0'572'0,"0"-4"145"0,0 4 88 0,0-3 52 0,0 3-98 16,0 0-219-16,-6-4-200 0,6 8-135 15,0-4-67-15,0 3-23 0,6 5 0 16,-6 3 9-16,7 0 15 0,-7 0 13 0,6 3 4 15,-6 4-9-15,7 5-13 0,-7-2-12 0,6-3-11 16,-6 5-18-16,7-1-17 0,-7-4-15 16,6 0-6-16,-6 1-3 0,0-4-5 0,6-1 2 15,-6-3 5-15,0-3 2 0,8-1 11 16,-8 0 17-16,0-3 17 0,0-1 22 0,0 1 13 16,0 0 8-16,0-4-9 0,0-4-20 0,-8 0-24 15,8 1-26-15,0-8-24 0,-6-1-18 16,6 1-13-16,-6-3-4 0,-1-4-2 15,7-1-3-15,0 1 1 0,0-3-2 0,0-2 0 16,7 2-2-16,-1 2 0 0,0 1-1 0,2-1-3 16,4 4 3-16,1 0-1 0,7 5 0 15,-7-5 0-15,6 8-1 0,1-4 1 0,-1 4 0 16,1 3 1-16,0 0 3 0,-1 4-1 16,1 0 0-16,-8 8 1 0,8-1 1 0,-7 4 8 15,0 4 18-15,0 2 29 0,-6 2 43 0,0 6-48 16,-1 5-51-16,0 0 0 0,-6-4 0 15,0 6 0-15,0-6 0 0,-6 3 0 0,0-3 0 16,6 3 0-16,-7-7 0 0,0 0 0 0,7-4 0 16,-6 1 0-16,6-9 0 0,-7 2 0 15,7-5 0-15,0-1 0 0,0-6 0 0,0 5 0 16,-6-5 0-16,6-5 0 0,0 5 0 16,0-6 0-16,-7 2-5 0,1-3-593 0,-1-1-269 15,1-2-273-15,-8 2-97 0,-5-3 11 16,0-4 90-16,-8 1 173 0,1-1 280 0</inkml:trace>
  <inkml:trace contextRef="#ctx0" brushRef="#br0" timeOffset="107150.61">18828 6879 84 0,'0'5'232'16,"0"-5"39"-16,-7 0-33 0,7 0-28 0,0 0-3 16,-6 0-7-16,6 0-13 0,0 0-8 15,0 0 0-15,0 0-9 0,0 0-3 0,0 0-1 16,0 0 3-16,-6-5 7 0,6 5 8 15,0 0 19-15,0 0 12 0,0 0 7 16,0 0-2-16,0-3-2 0,-8 3-6 0,8 0-15 16,0-4-13-16,0 4-9 0,-6-3-15 15,6-1-16-15,0 0-19 0,0-3-16 0,6 3-21 16,-6-4-22-16,8 5-13 0,-2-4-17 16,0 0-7-16,8-1-9 0,-8 1-3 15,7 0 1-15,7-1-5 0,-8 5 0 0,8-4-2 16,0 3-2-16,-1-4-2 0,1 8 0 15,-1-4-2-15,7 4-2 0,-6 0 0 0,6 0-1 16,-7 4 1-16,1 4-2 0,-7-1 1 16,0 0 0-16,0 4 2 0,0 5 0 0,-6-6 1 31,-7 5 0-31,0 3 0 0,0-4-1 0,-7 5 0 0,-6-1-4 0,0 1 0 0,0-1 1 31,-6 1 1-31,-1-2-2 0,1 3 2 0,-1-3 2 0,0-2-2 0,1-3 1 16,6-2-1-1,-6 1-1-15,5-4 1 0,2-3 1 16,-2-1-2-16,8 1 0 0,-1-4 3 0,1 0 2 16,6 0 4-16,-7 0 3 0,7-4 3 15,0 4 3-15,0-3 2 0,0-4-3 0,7 3-5 16,-1 0-3-16,7 1-1 0,-6-1-2 16,12 0-3-16,-5 1-2 0,-2 0 0 15,8 3 1-15,-7 0 1 0,7 0-3 0,-1 3 1 16,1 4 7-16,-8 0 14 0,8 1 13 15,0 2 17-15,-1 5 6 0,1-1 6 0,0 5-4 16,-8-1-8-16,1 2-14 0,0 0-10 16,-6 3-3-16,-1-2-2 0,0 2 4 0,-6-5-2 15,-6 4 2-15,0 1 2 0,-1-6 2 16,-6-2 12-16,0 0 12 0,-7-1 21 16,8-2 22-16,-8-2 23 0,-6-3 15 0,7-3 8 15,-7 0 1-15,-1-4-3 0,7 0-7 16,-5 0-11-16,5-4-12 0,-6 0-11 15,7 1-10-15,6-1-89 0,-7-3-3 0,7 4 0 16,7-2 0-16,-8 1 0 0,8 1 0 16,0 0 0-16,6 3 0 0,-7-4 0 0,7 0 0 15,0 4 0-15,7-3-127 0,-1-1-212 16,0 0-112-16,1 1-143 0,6-1-168 0,7-3-176 16,-7 3-109-16,7-3-3 0,-2 3 68 15,2-3 144-15,0-1 201 0,-1 0 232 0</inkml:trace>
  <inkml:trace contextRef="#ctx0" brushRef="#br0" timeOffset="107921.22">19779 6963 2 0,'0'0'243'0,"0"4"55"0,0-4 0 0,0 0-15 15,0-4 8-15,0 4-13 0,0-3-23 16,0 0-12-16,0 3-3 0,0-4 8 0,0 0 14 16,6-3 15-16,-6 3 5 0,0-3-3 15,0 4-12-15,0-5-16 0,0 1-28 16,0 0-34-16,-6-1-30 0,6 4-21 0,0-4-20 16,-7 1-19-16,7 4-15 0,-6-4-13 0,0-1-11 15,-2 6-10-15,2-7-3 0,-6 6-7 16,5-2-5-16,-6 5-3 0,0 0-5 15,-7 0-5-15,8 5-2 0,-8 2-4 0,0 0-1 16,1 4 0-16,-1 3 3 0,0 6 0 16,1-3 2-16,6 6 3 0,0-2 5 0,-7 5 5 15,14 3-1-15,-7 2 8 0,7-3 16 16,-1 5 10-16,7-4 13 0,0 5 10 0,7-5 17 16,-1 0 11-16,0 0 2 0,7-3 7 15,1 0 2-15,5-4-4 0,0 0-4 16,8-8-9-16,-1 4-7 0,0-6-9 0,-1-2-8 15,8-2-7-15,-7-1-8 0,6-4-6 16,1-3-8-16,-7 0-8 0,0 0-6 0,1-3-8 16,-7-1-7-16,-2 1-3 0,-4 3-6 15,-1-4-5-15,-7 0-4 0,1 1-6 16,0-1-24-16,-1 1-39 0,-6-1-63 0,0 4-85 16,0-3-105-16,0-2-152 0,0 1-191 15,0 1-195-15,0 3-172 0,0-3-42 0,-6-1 39 16,6-3 121-16,6 3 192 0,-6-3 223 15</inkml:trace>
  <inkml:trace contextRef="#ctx0" brushRef="#br0" timeOffset="108514.73">20091 7184 398 0,'0'-4'649'0,"0"-2"107"15,-6 1 80-15,6-3-29 0,0 6-137 16,0-6-187-16,0 4-156 0,0 4-97 0,0-4-76 15,0 4-50-15,0 4-44 0,0 0-17 16,0 4-9-16,0 2-3 0,0 5-4 0,6 0 6 16,-6 3 9-16,7 3 0 0,-7 2 5 15,0-1 11-15,0 3 21 0,0-3 4 16,7-3 7-16,-7-1 9 0,0 0 5 0,0-3-11 16,0-1-6-16,0-3 1 0,6 0 3 15,-6-3 5-15,0-5 17 0,0 1 26 0,0 0 21 16,0-1 21-16,0-3 10 0,0 0-2 15,0 0-18-15,0 0-27 0,0-3-32 16,0-1-62-16,0-3-50 0,0-1 0 0,0 1 0 16,0 0 0-16,0-4 0 0,-6-3 0 15,6 2 0-15,0-2 0 0,0 3 0 0,0-4 0 16,0 0 0-16,0-4 0 0,0 5 0 16,6 0 0-16,0-2 0 0,1 2 0 0,0-1 0 15,6 1 0-15,-1 3 0 0,2-3 0 16,-2-1 0-16,8 5 0 0,-7-3 0 0,7 3 0 15,-8-1 0-15,8 3 0 0,-6 1 0 16,-2 4 0-16,1-2 0 0,1 5 0 0,-2 0 0 16,-5 5 0-16,0 2 0 0,6 0 0 15,-13 8 0-15,6 0 0 0,0 3 0 0,1 4 0 16,-7 0 0-16,0 3 0 0,7-3 0 16,-7 4 0-16,0-3 0 0,0 2 0 0,0-3 0 15,6-5 0-15,-6 6 0 0,0-9 0 16,6 5 0-16,-6-8 0 0,8 0 0 15,-8 1 0-15,0-6 0 0,0-2 0 0,6 0 0 16,-6-1 0-16,0 1 0 0,0-4 0 16,0 4 0-16,0-4 0 0,0-4 0 0,0 4-159 15,-6 0-254-15,6-4-169 0,-8 1-200 16,2-1-207-16,0 0-123 0,-8 1-4 0,2 0 73 16,-8-6 157-16,1 6 220 0,-1-2 253 15</inkml:trace>
  <inkml:trace contextRef="#ctx0" brushRef="#br0" timeOffset="108905.33">18926 7682 82 0,'-26'7'429'0,"6"-3"62"0,7 3 36 16,0-3-15-16,0-1-76 0,13 1-86 16,-6 0-41-16,12-1 3 0,7 1 21 0,7 0 26 15,-1-1 8-15,14 1-18 0,12-1-24 0,8-3-18 16,5 0-26-16,7 5-30 0,13-5-28 16,1-5-39-16,6 5-38 0,-1 0-32 15,7-3-18-15,0 3-5 0,6-4-4 0,-5 4 6 16,-7-3 6-16,0-1 4 0,-8 4-2 15,-12-4-8-15,1 1-8 0,-14-1-9 0,-6 0-9 16,-7 1-8-16,-7-1-1 0,-6 1-6 16,-6 3-6-16,-7-4-11 0,-1 0-23 15,-4 4-44-15,-8-3-69 0,-8 3-90 0,-4 0-103 16,-1 3-135-16,0 1-174 0,-14 0-190 16,1 3-200-16,1 0-57 0,-8 4 25 0,-6 0 97 15,0-3 166-15,0 6 214 0</inkml:trace>
  <inkml:trace contextRef="#ctx0" brushRef="#br0" timeOffset="109311.42">19811 7993 551 0,'-12'4'747'0,"-2"0"91"0,1-1 49 16,7 0-67-16,-8-3-183 0,8 4-252 15,0 1-145-15,-7 1-70 0,6 2-31 0,-6 3-8 16,7-1-1-16,-8 6 11 0,2 2 5 15,-2 0 2-15,-5 4 0 0,-1 0-11 0,8 0-15 16,-8 4-20-16,7 0-16 0,-7 0-4 0,1-1-4 16,6 0 0-16,-7-3 8 0,7 1 17 15,7-5 10-15,-7 0 10 0,6-7 16 16,1 0 26-16,0 0 31 0,-2-7 23 0,8 3-115 16,0-3-104-16,8-4 0 0,4 3 0 15,2-6 0-15,5 3 0 0,7-4 0 0,0 4 0 16,7-4 0-16,5 1 0 0,1 3 0 15,1-4 0-15,-1 4 0 0,0 0 0 16,7-4 0-16,-7 4 0 0,-7 0 0 0,7 0 0 16,-13 0 0-16,0 0 0 0,1 0 0 15,-9 0 0-15,-4 4 0 0,-1-4 0 0,-6 0 0 16,-1 0 0-16,1 0 0 0,-7 4 0 16,0-4-350-16,-7 3-147 0,1-3-119 0,-1 0-134 15,-6 0-151-15,-1-3-129 0,2-1-9 16,-8-7 65-16,7 0 134 0,-7 0 176 15,8-7 211-15</inkml:trace>
  <inkml:trace contextRef="#ctx0" brushRef="#br0" timeOffset="109586.6">19844 8169 382 0,'-7'-11'717'0,"-5"0"117"0,-2 0 74 0,2 0 18 16,-2 4-134-16,1-4-223 0,7 4-156 0,0 3-95 15,-2 1-41-15,2-2-22 0,0 10-15 16,6 2 8-16,0 7 22 0,0 1 40 0,0 7 22 15,6 3-10-15,0 9-244 0,2-1-78 16,4 6 0-16,-5 3 0 0,6-3 0 16,0 5 0-16,-7 0 0 0,8 0 0 0,-8-3 0 15,7 2 0-15,-6-2 0 0,-1-4 0 0,1-1 0 16,-1-7 0-16,0 0 0 0,-6-6 0 16,8-4 0-16,-8-5 0 0,6 0 0 15,-6-6 0-15,0-1 0 0,0-3 0 0,0-1 0 16,0-3 0-16,0-3 0 0,0-1 0 15,0 0 0-15,0-3 0 0,-6 0-304 0,6-4-580 16,-8 0-300-16,8-4-112 0,-6-3 7 16,0-1 94-16,-1-6 202 0,1-1 297 15</inkml:trace>
  <inkml:trace contextRef="#ctx0" brushRef="#br0" timeOffset="114589.42">24989 12928 262 0,'-7'-7'417'0,"1"-5"70"15,0 6 69-15,6-2-31 0,-6 4-59 16,6-3-41-16,-8 7-30 0,8-7-47 0,0 7-53 15,-6 0-45-15,6 0-40 0,-6 7-30 16,6 0-11-16,-7 1 12 0,7 7 15 0,-6-1-7 16,6 4-7-16,-7 4-7 0,7 0-3 15,0 4-14-15,0-1-14 0,-7 0-16 16,7 6-14-16,0-2-10 0,0-3-14 0,-6-1-9 16,6 1-8-16,6-1-8 0,-6-6-8 15,0 3-5-15,0-8-9 0,0 0-4 16,7-2 6-16,-7-5 11 0,0 0 19 0,0-3 11 15,0 0 6-15,0-4 2 0,0-4-10 16,0 0-18-16,-7-3-20 0,7-4-20 0,0 0-13 16,0-6-5-16,7-2-3 0,-7 1-3 15,7-4-3-15,-1-5-1 0,1 2 1 0,5 3-4 16,-4-3 1-16,4 3 2 0,8 3 0 16,-7-3-1-16,7 5 0 0,-2-3 0 0,9 6 2 15,-7-1-2-15,6 1 1 0,-7 3 0 16,7 4 2-16,-6-1 0 0,-1 8-3 0,1 0 0 15,-8 8 3-15,2 2 0 0,-2 5 0 16,2 4 1-16,-8 2 3 0,1 5 3 16,-1 0 2-16,-6 2 3 0,0 2 1 0,7-1 1 15,-7 0 0-15,7-2-1 0,-1-2-3 16,0 1-5-16,-6-4-1 0,6 1-2 0,2-6-6 16,-8-2-26-16,6-4-43 0,-6 0-62 15,0-4-73-15,0 1-90 0,6-1-108 16,-6-4-134-16,0 1-155 0,-6 0-185 0,6-4-108 15,-6 3-10-15,-2-3 61 0,-4 4 133 16,-1-4 184-16</inkml:trace>
  <inkml:trace contextRef="#ctx0" brushRef="#br0" timeOffset="114862.2">24566 13572 13 0,'-32'19'658'0,"-1"-4"153"0,13-5 80 0,0 2 46 15,8-5-17-15,12-3-304 0,0 0-218 16,12-1-116-16,8 0-54 0,6-3-19 0,7 0-4 16,6 0-10-16,7 0-9 0,5-3-5 15,8 0 0-15,6 3-6 0,7-4-18 16,0 0-26-16,-1 1-29 0,1-1-26 0,0 0-25 16,-7 1-19-16,0-2-12 0,-13 5-8 15,0 0-9-15,-13 0-29 0,-6 0-42 16,-7 0-52-16,-7 0-66 0,-6 5-77 0,-6-2-91 0,-1 1-106 0,-6 0-125 15,-6 3-137-15,-7-3-142 0,6 2-64 16,-12 3 19-16,5-2 91 0,-12-4 143 0,7 4 178 16</inkml:trace>
  <inkml:trace contextRef="#ctx0" brushRef="#br0" timeOffset="115118.26">24950 13833 447 0,'-6'4'591'15,"-7"-4"103"-15,6 0 81 0,0 0-57 0,1 0-148 0,0 3-123 16,6-3-96-16,0 0-55 0,-7 7-40 16,7 1-19-16,0-1 3 0,0 8 16 15,0 4 2-15,0-1-11 0,7 7-15 0,-7 5-15 16,0-2-22-16,0 6-23 0,6 3-23 16,-6-5-21-16,6 5-16 0,-6-1-19 15,7-2-18-15,0-1-21 0,-7-4-16 0,6 0-11 16,1-3-15-16,-7-4-5 0,6 0-5 15,-6-7-18-15,6-1-30 0,-6-3-54 0,0-4-85 16,0-3-100-16,0-1-126 0,0-6-151 16,8-4-167-16,-8-1-158 0,6-3-105 15,0-4 1-15,0-2 74 0,1-3 139 0,6-5 181 16,0 0 204-16</inkml:trace>
  <inkml:trace contextRef="#ctx0" brushRef="#br0" timeOffset="115477.7">25256 13979 378 0,'0'-10'630'0,"6"2"111"16,-6-3 86-16,0 4-6 0,0 0-159 16,-6 4-154-16,6-2-122 0,0 5-75 0,-6 5-51 15,0-2-25-15,-2 8-15 0,2 3-3 16,0 8-9-16,-7 0-13 0,6 4-14 0,7 7-18 16,-7-4-19-16,7 8-20 0,0-3-16 15,7 1-12-15,0-1-16 0,6-2-13 16,-1-3-10-16,2 1-9 0,6-5-7 0,-1-2-6 15,1-5-3-15,-2 0 1 0,2-7 2 0,7-3 2 16,-8-5 0-16,0-6 6 0,1-2 17 16,-1-2 19-16,-5 0 13 0,-2-8-92 15,2 5 0-15,-8-9 0 0,1 4 0 0,-7-3 0 16,-7 3 0-16,1-3 0 0,-8 7 0 16,2-4 0-16,-8 8 0 0,-6 0 0 0,0 0 0 15,0 7 0-15,-6-4 0 0,6 4 0 16,6 4 0-16,-7-4 0 0,15 3 0 15,-2-3-316-15,2 4-90 0,-1 0-63 0,13-4-89 16,0 3-117-16,6-6-126 0,1 3-144 16,5-8-33-16,8 5 36 0,0-8 107 0,6-1 163 15,-1-2 189-15</inkml:trace>
  <inkml:trace contextRef="#ctx0" brushRef="#br0" timeOffset="115718.09">25966 13665 432 0,'14'-22'672'0,"-2"3"114"0,-6 1 97 16,1-1 16-16,0 9-179 0,-1-2-169 0,-6 5-146 16,0 0-97-16,0 7-66 0,0 3-53 15,0 5-27-15,0 2-16 0,0 5-7 16,0 7-11-16,0 1-23 0,0 3-21 0,0-1-31 16,0 4-18-16,0 0-10 0,0 1-13 15,7-1-42-15,-7-3-71 0,6 0-105 0,-6-5-168 16,0 2-221-16,6-5-245 0,-6-8-149 15,0 2-33-15,0-5 51 0,-6-3 140 16,0-1 203-16,-1-6 240 0</inkml:trace>
  <inkml:trace contextRef="#ctx0" brushRef="#br0" timeOffset="115858.63">25921 13782 597 0,'-7'-8'746'0,"0"-2"91"0,1 2 63 15,0 0-34-15,6 1-238 0,-7 5-227 0,7-3-131 16,0 1-82-16,7 1-61 0,-1 3-43 0,7-5-35 15,6 5-16-15,1 0-12 0,-1-3-42 16,7 3-90-16,7 0-149 0,-7-3-205 0,7 3-232 16,-1-4-163-16,1 0-50 0,-1 1 43 15,8-5 123-15,-7 1 194 0</inkml:trace>
  <inkml:trace contextRef="#ctx0" brushRef="#br0" timeOffset="116287.81">26591 13393 109 0,'0'-18'591'0,"0"0"130"0,0 2 94 16,0-2 78-16,0 9-93 0,-6-3-188 16,6 1-168-16,0 3-110 0,0 2-88 0,-7 1-71 15,7 5-43-15,0 5-33 0,0 1-7 16,7 5 15-16,-7 4 22 0,0 7 12 16,6 0-1-16,-6 0-7 0,7 4-20 15,-7 0-25-15,6-1-27 0,-6 0-16 0,7-2-13 0,-1-1-10 16,-6-4-5-16,6-4-5 0,-6 1-1 0,0-4 2 15,8-4 21-15,-8 1 27 0,0-5 20 16,0 1 12-16,0-4 5 0,0-4 0 0,0 1-20 16,-8-5-24-16,8-2-18 0,0-2-10 15,0-2-5-15,0-4-5 0,0-4-4 16,8 0-4-16,-2-3-2 0,0-5-2 0,8 4-1 16,-1-4 0-16,6 9-1 0,-6-2-1 15,7 3 3-15,-1 3-1 0,1 3 3 0,0 3 2 16,-1 4 10-16,0 7 9 0,8 0 11 15,-8 4 9-15,0 4 11 0,1 2 8 0,-1 5-12 16,1 3-54-16,-7 1 0 0,0-1 0 16,0 3 0-16,1 2 0 0,-2-5 0 15,-6 4 0-15,1-4-54 0,-7 4-201 0,7-3-125 16,-7-1-199-16,0-3-244 0,0-1-242 16,0-3-80-16,-7 0 17 0,0 0 84 0,-5 0 181 15,-2-4 258-15</inkml:trace>
  <inkml:trace contextRef="#ctx0" brushRef="#br0" timeOffset="116538.21">26558 13752 525 0,'-32'12'826'0,"6"-2"112"15,0-2 72-15,7-1 61 0,-1-3-261 0,7 3-242 16,7-4-117-16,-2 5-42 0,2-4 5 16,12-4 6-16,8 0-27 0,6-4-48 15,5 4-334-15,8-3-11 0,6-2 0 0,7-2 0 16,6 0 0-16,0 0 0 0,0-4 0 15,-6 4 0-15,5-5 0 0,-5 5 0 0,0-4 0 16,-7 4 0-16,-6-1 0 0,-7 1 0 16,-1 0 0-16,-5 4 0 0,0-5 0 0,-14 8 0 15,1-4 0-15,-1 4 0 0,-12 4-119 0,6-1-350 16,-13 2-122-16,7 1-163 0,-8 5-193 16,2 0-125-16,-2 4-9 0,1-1 62 15,0 1 118-15,6 4 193 0,-5 3 255 0</inkml:trace>
  <inkml:trace contextRef="#ctx0" brushRef="#br0" timeOffset="116944.33">26956 13987 518 0,'0'0'737'0,"-7"-4"119"0,1-3 87 0,0 0-19 16,-1-1-181-16,-6-3-205 0,0 4-152 16,0 0-97-16,-13-1-70 0,7 1-49 15,-8 7-35-15,1-5-23 0,-6 10-19 0,6-2-17 16,-7 6-13-16,13 1-12 0,1 0-11 0,-1 9-15 15,14-4-7-15,0 7-3 0,6-4-4 16,12 4-3-16,2 0 3 0,5 0 2 16,7 0 9-16,0 0 4 0,0 0 10 0,1-4 9 15,-2 4 4-15,1-3 10 0,0-1 5 16,0 0 18-16,1-3 22 0,-8 3 10 0,0-3 7 16,-6-1 7-16,1-3 3 0,-8 3 0 15,0-2-46-15,-6-4-85 0,0-1 0 0,-6 0 0 16,0 1 0-16,-8-5 0 0,8-3 0 15,-7 4 0-15,0-4 0 0,-6-4 0 16,5 1 0-16,8-8 0 0,-7 0 0 0,0-4 0 16,6 0 0-16,7-7 0 0,0 0 0 15,0-3 0-15,7-1 0 0,0 0 0 0,5-3 0 16,1 3 0-16,1-3 0 0,5 3 0 16,0 0 0-16,1 1-86 0,7-1-377 0,-2 0-176 15,7 1-208-15,8 0-229 0,-1-1-77 16,0-4 24-16,13 1 81 0,-7-4 181 0,14 0 249 15</inkml:trace>
  <inkml:trace contextRef="#ctx0" brushRef="#br0" timeOffset="117147.54">27822 13415 109 0,'0'-14'656'0,"0"3"164"0,0-4 119 16,0 4 98-16,-6 4-63 0,6 0-215 15,-7-2-214-15,7 7-125 0,-6 2-77 0,6 0-50 16,0 7-26-16,0 4-2 0,0 3 20 15,0 1-7-15,6 7-77 0,1 0-201 0,-1 3 0 16,7 1 0-16,-6 4 0 0,5-1 0 16,2 0 0-16,-8-3 0 0,-6 0 0 0,7-1-7 15,-7-3-472-15,0-4-226 0,0-2-267 16,-7-2-181-16,-5-3-50 0,4-8 47 0,-4-3 125 16,-1 0 218-16,-7-8 294 0</inkml:trace>
  <inkml:trace contextRef="#ctx0" brushRef="#br0" timeOffset="117303.65">27686 13598 67 0,'-13'-11'673'0,"6"4"162"16,0-4 100-16,7 4 69 0,0-1-39 0,0 1-271 16,14 0-231-16,-8 0-140 0,13 2-88 15,1 2-60-15,6 0-52 0,0-1-42 0,7 4-32 16,6 0-42-16,-7 0-76 0,1 0-130 16,6 0-198-16,-13-4-258 0,6 1-250 15,-6 3-112-15,7-8-4 0,-7 5 83 0,0-6 175 16,1-1 246-16</inkml:trace>
  <inkml:trace contextRef="#ctx0" brushRef="#br0" timeOffset="117728.33">28590 13137 95 0,'-6'-11'644'0,"0"0"150"0,-7-1 98 0,6 2 68 15,1 3-91-15,-1-1-258 0,1 5-225 16,6 3-129-16,-7 0-75 0,7 8-29 0,7 2 1 15,-1 8 12-15,-6 1 20 0,13 10 10 16,-6 1 0-16,6 2-26 0,-7 1-27 0,8 4-30 16,-8-5-28-16,0-2-21 0,1 0-17 15,-1-5-8-15,-6-6-2 0,7-2 2 0,-7-2 8 16,0-3 11-16,0-2 24 0,0-6 20 16,0 0 13-16,-7-4 6 0,1-4 2 15,-1 0-58-15,1-6-65 0,0-2 0 0,6-3 0 16,-8-2 0-16,8-2 0 0,0-6 0 15,0-5 0-15,0 0 0 0,8 1 0 0,4 0 0 32,-5 0 0-32,6 3 0 0,6 0 0 0,1 4 0 15,0 7 0-15,-1 1 0 0,7 0 0 16,0 6 0-16,0 5 0 0,-7 3 0 16,8 3 0-16,-1 5 0 0,-6-1 0 0,-1 7 0 15,0 5 0-15,1-1 0 0,-1 4 0 16,-5 0 0-16,-2 4 0 0,1-1 0 0,1 0 0 15,-8-2 0-15,0 3 0 0,-6-4 0 16,8-4 0-16,-8 4-282 0,0-3-404 0,-8-2-288 16,8-2-205-16,-6 0-55 0,0 0 47 15,-8-4 116-15,8 3 221 0,-7 0 304 0</inkml:trace>
  <inkml:trace contextRef="#ctx0" brushRef="#br0" timeOffset="117978.26">28623 13690 218 0,'-39'12'739'0,"0"-2"156"0,13-6 102 15,0 2 84-15,7 2-81 0,-1-8-253 16,6 4-162-16,8 1-78 0,6-3-31 16,6-2-38-16,8 0-56 0,12 0-256 0,7 0-126 15,6-2 0-15,7 2 0 0,5 0 0 16,2-5 0-16,5 5 0 0,7-4 0 0,0 4 0 16,-6-3 0-16,6-2 0 0,-6 2 0 15,-7-4 0-15,-7 3 0 0,1 1 0 0,-7-5 0 16,-13 5 0-16,1-1 0 0,-9 0 0 15,-11 1 0-15,0 3-16 0,-7 0-442 0,-14 0-128 16,2 0-182-16,-8 7-214 0,-6-3-117 16,-7 4-2-16,1 2 57 0,6 0 122 15,-7 2 206-15,7 6 277 0</inkml:trace>
  <inkml:trace contextRef="#ctx0" brushRef="#br0" timeOffset="118353.18">28878 13869 425 0,'-27'4'776'16,"8"-4"120"-16,0 0 82 0,-1 0 57 0,0 0-217 15,1 4-258-15,-1-4-154 0,0 3-82 16,1 6-39-16,-1 1-18 0,0 5-13 16,2 4-5-16,4-2 6 0,1 9 4 15,7-5-10-15,6 5-94 0,6 3-155 0,1-3 0 16,13-4 0-16,-2 0 0 0,9 0 0 0,5-7 0 16,-6-1 0-16,7-3 0 0,-7 1 0 15,-6-1 0-15,6-4 0 0,-13-3 0 0,-1 3 0 16,-4 1 0-16,-2-5 0 0,-6 1 0 15,-6-1 0-15,-8 5 0 0,-5-5 0 16,-1 1 0-16,-6 0 0 0,0 3 0 0,0-7 0 16,0 3 0-16,0-3 0 0,6 0 0 15,0-3 0-15,2-1 0 0,4-3 0 0,1-4 0 16,7-3 0-16,6-9 0 0,6 2 0 16,1-4 0-16,6-6 0 0,0 2 0 0,7-1 0 15,-1 5 0-15,7-4 0 0,6 3 0 0,-5 1 0 16,5 3 0-16,1-1 0 0,-1 1 0 15,1 4 0-15,6 0-273 0,-6 4-271 16,6-1-186-16,-7 0-235 0,7 1-154 0,0-5-22 16,-6 4 51-16,6 0 119 0,-6-3 204 15,5 4 285-15</inkml:trace>
  <inkml:trace contextRef="#ctx0" brushRef="#br0" timeOffset="118671.36">30291 13408 248 0,'-14'-11'487'0,"-4"0"150"15,4 0 125-15,8 4 13 0,-8-4-51 16,8 4-87-16,-1 3-91 0,7-3-128 0,-6 7-117 15,0 0-70-15,6 2-38 0,-7 7-7 16,0 5 4-16,1 5 16 0,0 2 14 16,-1 5-5-16,7 3-21 0,-7 1-35 15,7 3-35-15,0-4-38 0,7 4-26 0,-7-1-23 16,7-2-29-16,-7-4-36 0,6-1-59 16,0-3-78-16,-6-2-108 0,0-3-149 0,7-7-188 15,-7 2-215-15,-7-8-175 0,1-1-46 0,0-6 39 0,-8-5 115 16,1 0 182-16,-6-2 234 0</inkml:trace>
  <inkml:trace contextRef="#ctx0" brushRef="#br0" timeOffset="118827.49">29932 13602 91 0,'-19'-11'569'0,"6"4"165"15,7-5 119-15,-8 5 85 0,8 0-103 0,6 0-153 16,-7 0-183-16,14-1-155 0,-7 0-109 16,12 5-84-16,2-4-60 0,12 3-44 0,0 1-22 15,7 0-15-15,-1-2-38 0,7 5-79 16,6-3-157-16,-5 3-209 0,5-4-268 0,-6 4-161 15,1-5-57-15,-1-1 29 0,-7-5 131 16,1 1 195-16</inkml:trace>
  <inkml:trace contextRef="#ctx0" brushRef="#br0" timeOffset="119219.7">30610 13191 19 0,'-6'-10'531'0,"6"-5"162"15,-8 1 122-15,2 2 89 0,0 2-58 0,6 2-167 16,-7 1-174-16,1 0-148 0,6 2-113 15,0 2-69-15,-7 6-35 0,7 2-11 0,-7 6 8 16,7 0 21-16,0 6 19 0,0 2 6 16,7 6-7-16,-7 2-11 0,7 2-17 0,-1 1-23 15,1-2-17-15,-1-2-19 0,0 0-17 16,-6-5-18-16,8-2-12 0,-2-1-8 0,-6-3-7 16,6-4 8-16,-6-4 18 0,0 0 33 0,0-3 28 15,0 1 19-15,0-5-95 0,0-5-38 16,0 1 0-16,0-3 0 0,0-7 0 0,0 2 0 15,0-6 0-15,6 0 0 0,2-7 0 16,-2 3 0-16,7-8 0 0,-7 4 0 0,14-3 0 16,-8 3 0-16,2 5 0 0,6 3 0 15,-1-1 0-15,1 4 0 0,-1 0 0 0,7 8 0 16,-6 0 0-16,6 3 0 0,6 4 0 0,-5 4 0 16,-2 3 0-16,1 0 0 0,0 5 0 15,-6-2 0-15,6 9 0 0,-13-4 0 0,7 3 0 16,-14 1 0-16,7 2 0 0,-13 2 0 15,0-3-170-15,0 3-325 0,0-2-185 0,-6 2-256 16,-1-1-184-16,-5 0-48 0,-2 0 37 0,1-4 116 16,-6 5 202-16,-1-3 297 0</inkml:trace>
  <inkml:trace contextRef="#ctx0" brushRef="#br0" timeOffset="119486.46">30564 13766 251 0,'-33'8'815'16,"8"0"178"-16,-1-5 126 0,6 1 97 15,7-4-59-15,0 0-317 0,6 0-190 0,1 0-131 16,6-4-94-16,13 1-219 0,0-1-206 0,6 0 0 16,14-4 0-16,-1 1 0 0,14 4 0 15,-1-5 0-15,8 1 0 0,6 5 0 0,-1-7 0 16,1 6 0-16,0-5 0 0,-1 5 0 16,0-1 0-16,1-3 0 0,-13 4 0 0,-1-5 0 15,1 4 0-15,-13 4 0 0,-7-4 0 0,0 1 0 16,-13 3 0-16,-1 0 0 0,2 0 0 15,-8 0 0-15,-6 0-259 0,-6 3-143 0,0 1-53 16,-2 0-67-16,-4-1-92 0,-8 2-89 0,1 1-84 16,-1-2-74-16,0 3-29 0,-5 4 52 15,5-2 122-15,-6 0 141 0,0 2 152 0</inkml:trace>
  <inkml:trace contextRef="#ctx0" brushRef="#br0" timeOffset="119939.68">30994 13833 231 0,'-26'14'463'0,"0"1"142"15,-6 0 133-15,12-3 15 0,-6-2-46 0,-1 5-66 0,8-1-72 16,0 1-83-16,-1 3-77 0,1 4-46 15,5 0-37-15,-5 0-21 0,6 3-11 16,0 1-7-16,-1 0-9 0,8 0-6 0,0-1-11 16,0 1-58-16,-1-4-203 0,7 0 0 0,7-4 0 15,-1 1 0-15,0-4 0 0,8-5 0 16,5 1 0-16,1-4 0 0,6-3 0 0,0 1 0 16,6-3 0-16,1-2 0 0,-1 0 0 15,1-2 0-15,-7-3 0 0,7-2 0 0,-14 3 0 16,7-3 0-16,-6-1 0 0,-8 2 0 0,-4-2 0 15,4 1 0-15,-12-1 0 0,0-3 0 16,-6 4 0-16,0-4 0 0,-8 4 0 0,1-4-108 16,6 3 16-16,-12 5 19 0,6-2 16 15,0-2 10-15,0 7 7 0,0-3 6 0,0 3 9 16,0 0 12-16,0 3 17 0,7-3 24 0,-8 7 43 16,8-2 57-16,6 2 38 0,-7 8-74 15,1 0-92-15,6-1 0 0,0 4 0 16,0 0 0-16,0 4 0 0,0 0 0 0,0 0 0 15,0 1 0-15,0 2 0 0,0-3 0 0,0 0 0 16,0-4 0-16,0 0 0 0,0 1 0 0,6-1 0 16,-6-7 0-16,0 0 0 0,0 0 0 15,7-3 0-15,-7-1 0 0,0-3 0 0,0-1 0 16,0 0 0-16,0-3 0 0,0 0 0 0,0 0 0 16,0 0 0-16,0-3-9 0,0-4-583 15,0 0-266-15,6-5-286 0,-6-2-104 0,6-1 17 16,2-3 90-16,4-1 190 0,-5-2 270 15</inkml:trace>
  <inkml:trace contextRef="#ctx0" brushRef="#br0" timeOffset="153586.76">28057 16504 332 0,'0'0'451'0,"6"-8"83"0,-6 1 39 0,0-3-6 15,0-2-46-15,0 1-62 0,0 0-39 16,6 0-35-16,-6 0-37 0,0 0-45 0,0 0-25 16,0 3-22-16,0 1-20 0,0 4-33 0,0-4-29 15,0 7-36-15,-6-4-35 0,6 8-26 16,0-1-17-16,0 4 4 0,0 8 13 15,0 3 21-15,0 5 19 0,0 6 8 0,0 0 1 16,0 4-9-16,0 0-14 0,0 3-16 0,6 1-14 16,2 0-16-16,-8-1-14 0,6-2-12 15,0-1-10-15,1-1-9 0,0-2-5 0,-1-4-3 16,0-5-2-16,1 2 0 0,-1-5 1 16,-6-4-2-16,7-3-3 0,0 0-17 0,-7-3-38 15,6-5-55-15,-6 1-67 0,0-4-80 0,6-4-82 16,-6 1-83-16,0-5-76 0,7 1-65 15,0-3-71-15,-1-2-71 0,-6-3-75 0,6 0 3 16,1-3 58-16,-1 0 93 0,1-4 122 16,6-3 143-16</inkml:trace>
  <inkml:trace contextRef="#ctx0" brushRef="#br0" timeOffset="153930.35">28310 16629 232 0,'7'-16'475'16,"0"2"126"-16,-1-1 108 0,-6 0-26 0,0 1-41 15,0-1-78-15,0 4-74 0,0 0-83 16,0-1-71-16,0 6-50 0,-6-5-43 0,6 8-51 15,0-2-43-15,-7 3-33 0,0 4-19 16,7 3-14-16,-6 5-2 0,0 5 8 0,6 3 4 16,-6 4 3-16,6 4-8 0,0 3-7 0,0 4-10 15,6 1-13-15,0 2-13 0,-6-3-10 16,13 4-13-16,-6-5-7 0,6-2-5 0,-7-1-4 16,8 0-1-16,-2-7 0 0,8 0-1 0,-7-3 1 15,0-5 1-15,6-3 7 0,-5-4 7 16,5 1 8-16,-6-8 5 0,6 0 5 15,-5-8 4-15,5 1 5 0,-6-4 3 0,0 0 5 16,1-3 6-16,-2 3 10 0,-6-4 6 16,2 1 0-16,-2 2-7 0,-6 1-9 0,0 0-9 15,-6 1-14-15,-2 2-13 0,2 1-12 0,-6-1-8 16,-8 5-11-16,0-1-27 0,1 0-41 16,-1 4-64-16,-6-3-75 0,7 3-91 0,-7 0-111 15,6 0-132-15,1-4-141 0,5 4-144 16,-5-3-128-16,6-2-17 0,-7 2 60 0,1-4 127 15,5-1 163-15,-5 1 200 0</inkml:trace>
  <inkml:trace contextRef="#ctx0" brushRef="#br0" timeOffset="154336.51">27243 16486 95 0,'-52'0'562'0,"6"3"108"15,0-6 67-15,8 3 28 0,-2-5-143 16,7 3-179-16,7 2-141 0,7-5-51 0,-1 2-20 16,8 3-2-16,5-4 2 0,14-4-7 15,-1 5-21-15,14-4-21 0,5 0-10 0,15-5 12 16,5 5 13-16,14-8 0 0,12 5-5 0,14-5-14 16,12 0-20-16,8 1-15 0,13-1-20 15,12 0-17-15,0 0-19 0,20 4-12 0,-7-3-11 16,6-1-18-16,1 1-11 0,-6-1-10 15,-1 0-6-15,-6 1-11 0,-7-1-4 0,-19 0-3 16,-14 1-1-16,-5-1 12 0,-21 4 21 16,-12-3 24-16,-7 2 15 0,-7 1 14 0,-12 5 6 15,-1-2-14-15,-6-1-78 0,-6 3 0 0,0 3 0 16,-7-1 0-16,-1 0 0 0,-4 1 0 0,-2-2 0 16,0 5 0-16,-6-2 0 0,7 2 0 15,-7 0 0-15,-7 0 0 0,7 0 0 0,-6 0 0 16,0 2 0-16,-2 3-26 0,2-2-206 15,-6 1-105-15,-8 3-133 0,1-3-146 0,-1 3-175 16,0-3-166-16,1-1-88 0,-7 2 9 16,0-5 94-16,-1 0 146 0,1 0 205 0</inkml:trace>
  <inkml:trace contextRef="#ctx0" brushRef="#br0" timeOffset="155289.41">26663 15833 255 0,'-6'-3'374'0,"-1"-4"56"0,7-1-15 0,-7 1 9 16,7-1-26-16,-6 5-11 0,6-5-6 0,-6 5-8 0,6-2-15 0,0 3-37 0,0 2-65 15,-8 0-79-15,8 0-57 0,0 0-36 31,0 2-9-31,8 3 5 0,-8 2 8 0,0 8 16 0,0 0 12 0,6-1 9 0,-6 4-6 16,6 4-8-16,-6 0-5 0,7 0-7 16,-7 4-9-16,7-5-16 0,-1 2-12 15,-6-2-8-15,7-2-7 0,-7-1-8 0,6-3-2 16,0-4 0-16,-6 0 1 0,7-4 10 0,-7 1 20 16,0-5 19-16,0 1 11 0,7-4 7 15,-7-4-2-15,0 1-11 0,0-5-23 0,0 1-22 16,-7-7-17-16,7-2-11 0,-7-2-10 15,7-3-2-15,-6-2-3 0,0 6-2 0,6-6-2 16,0 0 0-16,0 6 0 0,0-1-3 16,6 3-1-16,-6-4 0 0,6 5 1 0,1 3-2 15,0 0 1-15,5 0-1 0,2 4 2 16,-1-1-1-16,0 1 1 0,0 3 1 16,7 1 0-16,-1 3 0 0,-6 0 0 0,6 3 0 15,-5 5 1-15,5-1 1 0,-6 0 5 16,0 5 2-16,0 2 3 0,-6-3 3 0,5 3 4 15,-5 5 0-15,0-4-3 0,-1-1-1 16,0 5-3-16,1-5 0 0,-7 1-2 0,6 0-5 16,-6-1-19-16,0-3-38 0,0 0-52 15,0 0-69-15,0-4-82 0,0 0-99 0,0-3-122 16,7 0-117-16,-7-4-123 0,0-4-124 0,7-3-32 16,-7-4 40-16,6 0 108 0,0-4 135 15,2-2 168-15</inkml:trace>
  <inkml:trace contextRef="#ctx0" brushRef="#br0" timeOffset="155523.73">27145 15752 495 0,'7'-3'668'15,"-1"-5"106"-15,-6 1 61 0,0 3-83 0,6 4-167 16,-6-3-166-16,0 6-128 0,0 1-70 16,7-1-36-16,-7 9-14 0,0-1-2 15,6 3-15-15,-6 1-21 0,7 4-21 0,-7-1-19 16,7 0-16-16,-1 0-17 0,0 4-15 15,2-2-15-15,-2 0-11 0,-6-1-14 0,6-1-30 16,0-2-48-16,1 1-68 0,-7-6-103 0,7 1-122 16,-7-5-137-16,6-4-141 0,-6 1-148 15,0-4-53-15,-6-4 38 0,-1 1 88 0,7-4 125 16,-7-5 155-16</inkml:trace>
  <inkml:trace contextRef="#ctx0" brushRef="#br0" timeOffset="155726.81">27106 15906 435 0,'-7'0'650'0,"1"0"113"0,0 0 82 0,6 0-64 16,-8 0-109-16,8-2-159 0,0 2-146 16,8-5-85-16,-2 5-55 0,7-3-38 0,0 3-28 15,6-4-19-15,-5-1-19 0,11 2-21 16,-5 3-19-16,0-3-18 0,6-1-17 16,-1 0-10-16,-5 1-14 0,6 0-10 0,-6-2-14 15,-7 2-24-15,7-1-36 0,-8 1-50 16,-5-1-73-16,6 4-119 0,-6-4-150 0,-7 1-178 15,6 3-195-15,-6-8-81 0,0 5 5 16,0-1 81-16,0 1 140 0,0-5 188 0</inkml:trace>
  <inkml:trace contextRef="#ctx0" brushRef="#br0" timeOffset="156164.2">27647 15727 51 0,'0'0'560'0,"-8"-4"137"0,2-3 81 16,0 0 57-16,-7 0-91 0,6-2-152 16,1-1-174-16,-1 3-105 0,1-4-56 0,6 2-38 15,-6 0-41-15,6 1-41 0,6-2-37 16,0 2-30-16,1 3-22 0,6-1-19 0,0-2-8 16,-1 8-8-16,8-3-3 0,0 6-3 15,-1 1-3-15,1 0-4 0,0 7 0 16,-7 4 0-16,6-1 0 0,-6 1 5 0,-7 3 2 15,8 1 6-15,-14 2 4 0,6 2 6 16,-12-6 5-16,6 6-3 0,-6-5 1 16,-2 4 3-16,-4 0 0 0,-2-3 0 0,2-2 2 15,-1 3 9-15,-1-6 7 0,8-1 11 16,-7-1 11-16,6-1 14 0,-5-4 12 0,5 0 9 16,7 2 9-16,-6-6-1 0,6-3-6 15,0 0-11-15,0 0-15 0,6 0-13 16,1-3-20-16,-1-1-13 0,7 4-10 0,0-8-9 15,0 4-6-15,7 1-4 0,-1-1-3 16,0-3 1-16,1 3-2 0,6-3 1 0,-7 2 4 16,1-2-2-16,-6 4-1 0,-2 0-9 15,1-1-27-15,1 0-46 0,-8 4-64 0,0-4-88 16,1 4-119-16,-7-2-156 0,0-3-158 16,7 2-156-16,-14-1-121 0,7-1-31 0,0-1 60 15,0 2 129-15,0-6 167 0,0 2 191 16</inkml:trace>
  <inkml:trace contextRef="#ctx0" brushRef="#br0" timeOffset="156695.32">28004 15693 13 0,'0'-6'534'0,"0"-2"168"0,-6 2 103 0,6-2 71 16,0 4-77-16,0-3-131 0,0 3-186 0,-6 1-146 16,6-1-90-16,0 4-51 0,0 0-36 15,6 7-20-15,-6-1-10 0,6 6-1 16,-6 3 3-16,8 0-10 0,-2 3-18 0,0 0-26 15,0 4-22-15,1-4-16 0,0 5-15 16,6-2-9-16,-7-2-7 0,0 3-1 0,2-4-2 16,-2 1-3-16,0-5 2 0,-6 0 0 15,7-2 3-15,0-5 0 0,-7 1 1 0,6-1-4 16,-6-7-11-16,0 3-23 0,6-3-33 16,-6-3-50-16,0 3-45 0,0-7-52 15,0-1-54-15,-6 1-53 0,6-5-49 0,-6 6-24 16,6-6-16-16,-7 5 10 0,0-5 30 15,7 2 60-15,-6 3 70 0,0-4 69 0,-2 0 58 16,2-4 62-16,0 5 64 0,-1-5 69 16,7 4 80-16,-6-7 72 0,-1 2 51 0,7 2 36 15,0-1 10-15,-7-3-13 0,7 4-39 16,7-1-40-16,-7 1-31 0,7-3-30 16,-1 4-19-16,1-1-23 0,5 1-14 0,-4 3-8 15,4-1-5-15,2 3-8 0,-2 1-6 16,1 4-5-16,7-1-8 0,-7 8-8 0,6-1-9 15,-6 1-3-15,7 7-3 0,-6 0-3 16,-2 7-1-16,1-3-5 0,0 2-3 0,0 3-6 16,-7-3-12-16,8 2-8 0,-8-1-6 15,0 1-6-15,8-2-6 0,-14 3-9 0,6-6-22 16,1-3-44-16,-7 4-64 0,6-4-88 16,-6-4-110-16,7 1-163 0,-7-5-184 15,0-3-182-15,7-3-104 0,-7-5-3 0,6 1 66 16,0-4 143-16,8-4 191 0</inkml:trace>
  <inkml:trace contextRef="#ctx0" brushRef="#br0" timeOffset="156898.43">28590 15558 30 0,'8'-10'585'0,"-8"5"172"16,6-1 112-16,-6-2 79 0,0 5-72 16,0-5-181-16,0 8-215 0,0-3-137 0,0 3-76 15,6 3-34-15,-6 5-13 0,7 3-1 16,-1 4-2-16,1-1-13 0,0 4-22 15,-1 0-34-15,0 4-36 0,0-3-30 0,8 3-26 16,-8 0-19-16,1 0-16 0,0-1-9 16,-1-2-13-16,1-5-31 0,-1 4-53 0,-6-6-80 15,6-1-87-15,-6-4-123 0,0 0-165 16,0-2-201-16,0-5-207 0,0 0-66 0,-6-5 13 16,-7-2 82-16,7 0 150 0,-8 0 217 15</inkml:trace>
  <inkml:trace contextRef="#ctx0" brushRef="#br0" timeOffset="157070.24">28558 15716 29 0,'-6'0'608'0,"-1"0"177"0,7-4 120 16,-6 4 77-16,6-3-78 0,0-4-156 15,6 3-239-15,1-4-155 0,-1 1-103 0,8 3-71 16,4-2-51-16,-4-2-41 0,5-1-34 16,7 3-26-16,0-1-27 0,-6 0-51 15,6 0-81-15,0-1-129 0,0 0-170 0,0 1-205 16,0 0-216-16,-6-1-100 0,-1 1 3 15,-5 3 84-15,5-3 149 0,-6 0 192 0</inkml:trace>
  <inkml:trace contextRef="#ctx0" brushRef="#br0" timeOffset="157460.79">29014 15485 78 0,'-6'-6'620'0,"6"-2"154"0,0-1 104 15,0 3 76-15,0-2-91 0,0 1-179 16,0 0-206-16,6 0-123 0,0-1-78 0,2 1-51 15,-2 0-31-15,0 3-28 0,7-4-29 16,0 8-21-16,0-3-18 0,1 3-21 0,5 0-21 16,0 3-18-16,1 5-13 0,-7 3-10 15,7 0-7-15,-1 3-4 0,-6 5 0 16,0-1-6-16,-7 1 1 0,2 3 0 0,-8 0 3 16,-8 3-1-16,2-3 0 0,0 4 6 15,-8-5-4-15,1 2 0 0,-6-1-3 16,6 0 1-16,-7-4-1 0,7 0 0 0,0-3 1 15,0-1-1-15,7-3 5 0,0 1 11 16,-2-5 21-16,2-3 24 0,6 3 29 0,0-3 27 16,0-1 22-16,6-3 12 0,2 4 0 15,4-1-13-15,1-3-31 0,0 0-108 16,0 0 0-16,7 0 0 0,0 0 0 0,5-3 0 16,1-1 0-16,0 1 0 0,-6-1 0 0,7 0 0 15,-9 1 0-15,2-1 0 0,0 0-169 16,-7 1-159-16,-1-4-124 0,-4 2-155 15,4 2-175-15,-5-5-178 0,-1 5-98 0,-6-8 3 16,7 3 80-16,-7 1 154 0,7-4 206 16</inkml:trace>
  <inkml:trace contextRef="#ctx0" brushRef="#br0" timeOffset="157899.79">29456 15522 111 0,'-6'-11'627'15,"6"4"167"-15,-6-1 122 0,6 1 73 0,-6 3-52 16,6-2-185-16,-7 1-201 0,7 5-132 15,0 0-94-15,0 0-57 0,7 5-39 16,-7 1-26-16,6 2-19 0,0 7-19 0,0-1-20 16,8 1-30-16,-8 3-30 0,1 4-29 15,0-4-21-15,-1 3-11 0,1-1-7 0,-1-2-3 16,-6 1-2-16,6-5 4 0,-6 1 5 16,8-5 0-16,-8-2 2 0,0-1 3 15,0 0 9-15,0-4 5 0,0-3-4 0,0 0-36 16,0 0 0-16,0-3 0 0,-8-4 0 15,2-4 0-15,0-3 0 0,6-5 0 16,-7-3 0-16,1 0 0 0,6-7 0 0,-7 3 0 16,7 0 0-16,7 1 0 0,-7 3 0 0,0 0 0 31,6 4 0-31,1 3 0 0,-1 4 0 0,8 0 0 16,-2 0 0-16,1 7 0 0,7 1 0 15,0 3 0-15,-2 3 0 0,2 1 0 16,-7 7 0-16,7 0 0 0,0 3 0 0,-8 6 0 15,2 0 0-15,-1 3 0 0,-7 3 0 16,0-5 0-16,1 1 0 0,0 0 0 0,-7 1 0 16,6-5 0-16,-6-4 0 0,6-3 0 15,-6 0-109-15,7 1-392 0,-7-9-227 0,7-3-266 16,6-3-167-16,-1-6-30 0,2-1 55 16,-2 0 137-16,8-9 221 0,0 1 295 15</inkml:trace>
  <inkml:trace contextRef="#ctx0" brushRef="#br0" timeOffset="158212.2">30434 15448 294 0,'-27'-7'485'0,"9"-4"119"0,-2 0 111 16,0-3-37-16,1-1-44 0,5 0-72 15,2 4-63-15,5 1-78 0,1-1-79 0,-1 3-60 16,7 0-55-16,0 5-45 0,0 3-21 16,0 0-2-16,7 3 10 0,-1 8 14 0,1 5 23 15,5 2 19-15,-4 8 6 0,-2 3-9 16,6 3-18-16,-5 5-25 0,6 0-28 0,-6-1-32 16,-1 1-62-16,1 0-57 0,0-4 0 15,-1-4 0-15,-6 0 0 0,6-7 0 16,-6 1 0-16,0-5-39 0,0-4-180 0,0-2-105 15,0-5-145-15,-6-4-175 0,6-6-176 16,-6-1-156-16,6-7-84 0,-14 0 19 16,8-7 102-16,-7-5 167 0,-1-3 206 0</inkml:trace>
  <inkml:trace contextRef="#ctx0" brushRef="#br0" timeOffset="158399.67">30232 15621 28 0,'-20'-5'584'0,"8"5"173"0,-2-3 121 0,8 0 88 15,-7 3-43-15,6 0-169 0,7-4-191 0,-6 4-126 16,12 0-78-16,1 0-50 0,0-4-37 15,12 4-30-15,0 0-30 0,1 4-27 16,7-4-31-16,5 0-30 0,1 0-31 0,-1 0-28 16,1 0-21-16,-1 0-32 0,-6 0-45 0,7-4-69 15,-14 4-82-15,7-3-106 0,-6-5-129 16,-8 4-153-16,2-3-163 0,5 4-166 16,-13-8-106-16,2 3 4 0,-2-2 74 0,-6-1 139 15,6 0 182-15,-6 0 221 0</inkml:trace>
  <inkml:trace contextRef="#ctx0" brushRef="#br0" timeOffset="158837.06">30740 15372 130 0,'0'-4'689'0,"-6"0"185"0,6-2 128 0,0 2 87 16,0-1-99-16,-7 2-217 0,7 0-244 16,-6 3-144-16,6 0-89 0,-7 3-47 0,0 9-20 15,7-6 3-15,-6 9 0 0,0-1-9 16,6 5-14-16,0 3-149 0,-8 0-60 0,16 4 0 15,-8 3 0-15,6 0 0 0,-6-3 0 0,6 3 0 16,8-3 0-16,-8 0 0 0,1-5 0 16,5 1 0-16,-5-7 0 0,6 0 0 0,0-1 0 15,0-7 0-15,6 1 0 0,-5-5 0 0,-2-3 0 16,2 0 0-16,5-3 0 0,-6 0 0 16,0-6 0-16,1 2 0 0,-2 0 0 15,-5-4 0-15,6 1 0 0,-7-5 0 0,-6 4 0 16,7 0 0-16,-7 0 0 0,0 0 0 0,0-1 0 15,6 5 0-15,-6 4 0 0,0-2 0 0,0 2 0 16,-6 0 0-16,6 6 0 0,0 0 0 16,0 5 0-16,-7 4 0 0,7-1 0 15,0 7 0-15,-6 0 0 0,6 4 0 0,0 0 0 16,0 0 0-16,0 0 0 0,-7 0 0 0,14-4 0 16,-7 4 0-16,0-7 0 0,0 4 0 15,6-9 0-15,-6 0-253 0,0-1-120 0,7-6-80 16,-1-3-78-16,1 0-81 0,0-7-65 15,-1-4-57-15,0-3-33 0,8-1-10 0,-8-7 12 16,7-8 73-16,-7 1 95 0,8-12 121 0,-2-2 116 16</inkml:trace>
  <inkml:trace contextRef="#ctx0" brushRef="#br0" timeOffset="159134.13">31085 15591 9 0,'13'-43'257'15,"0"-1"168"-15,1 11 179 0,-2 3 129 0,-5 5 6 16,-1 7-50-16,1 3-72 0,-7 7-80 16,6 5-97-16,1 10-69 0,-1 4-30 0,1 7-24 15,0 4-23-15,5 4-24 0,-5 3-44 0,0 4-33 16,-1 1-31-16,0-2-32 0,-6-3-22 15,0 1-17-15,0-5-10 0,0-3-8 0,0-3-9 16,-6-1-8-16,6-8-6 0,-6-1-8 16,6-6-8-16,0-3-7 0,0-3-3 0,0-9 1 15,0-2 0-15,6-8 4 0,0-8 4 16,7 1 8-16,1-8-7 0,-2 1-34 0,8 3 0 16,0-1 0-16,-1 9 0 0,1 3 0 0,6 4 0 15,-7 3 0-15,1 12 0 0,6-1 0 16,-7 11 0-16,7 1 0 0,-6 6 0 0,0 7 0 15,-1 2 0-15,1 3 0 0,-8 0 0 16,-5-1 0-16,0-3 0 0,-1 4 0 0,-6-7 0 16,7-1 0-16,-7 0 0 0,-7-7-12 15,7 0-509-15,0-5-215 0,0-6-275 0,0 0-164 16,-6-6-23-16,-1-2 57 0,-6-6 132 0,1-1 216 16,-2-6 310-16</inkml:trace>
  <inkml:trace contextRef="#ctx0" brushRef="#br0" timeOffset="160631.23">18965 10246 133 0,'6'8'406'0,"1"0"114"16,-7-5 124-16,0 0-2 0,6 1 16 16,-6-4-61-16,0 0-79 0,0-4-74 0,0 1-91 15,0 0-77-15,7-5-46 0,-7 0-29 16,0 1-9-16,0-4-14 0,0 1-13 15,0-2-18-15,0-2-18 0,0-2-21 0,-7 2-22 16,1 3-22-16,-1-3-17 0,-5 2-13 0,-2 2-11 16,2-1-8-16,-8 7-7 0,-7 0-4 15,1 4-3-15,1 0 0 0,-1 8-1 0,-7-1-1 16,7 0-2-16,0 7 1 0,0 1-1 16,6 7-3-16,1 1 2 0,5-2 0 15,8 1 1-15,0 5-1 0,-1-7 3 0,14 3 2 16,-7-4 1-16,12 3 0 0,2-8 3 15,-2 1 1-15,8-4 1 0,0 0-1 0,5-1 0 16,-5-5-1-16,7-2 0 0,-1-3-2 16,-7-3 1-16,7-2 4 0,0-2 3 0,-6 0 10 15,-1-4 12-15,1 0 16 0,-8-4 12 16,2 1 9-16,-8-4 8 0,7-5 1 16,-6 4-3-16,-7-1-3 0,7-3 0 0,-7 5 2 15,6 0-3-15,-6 7-4 0,0-5-9 16,0 9-12-16,0 0-13 0,6 0-14 15,-6 7-13-15,0 0-6 0,0 3-2 0,0 5-1 16,0 2-1-16,0 6 2 0,0 1 1 16,6 6 10-16,-6 2 14 0,8 0 20 0,-2 5 25 15,0 4 24-15,1-2 5 0,0 2-98 16,-1-2 0-16,7 0 0 0,-7 2 0 0,8-1 0 16,-8-4 0-16,0-2 0 0,1-2 0 15,0-3 0-15,-1 0 0 0,1-8 0 0,-1 1 0 16,-6-5 0-16,7 2 0 0,-7-7 0 15,0 1 0-15,0-6 0 0,0 0 0 0,0-4 0 16,-7-3 0-16,7-5-174 0,0-2-396 16,0-1-197-16,0-3-215 0,7-4-157 15,-1 4-12-15,1-3 63 0,5 2 138 0,2-4 198 0,-1 5 258 16</inkml:trace>
  <inkml:trace contextRef="#ctx0" brushRef="#br0" timeOffset="160994.48">19714 10299 32 0,'13'-12'554'0,"-6"4"156"0,-1-3 110 0,-6 0 81 15,0 0-62-15,0-3-155 0,0 3-173 0,0-1-123 16,-6 2-86-16,-1-1-60 0,-6-1-51 0,6 5-35 31,-6 0-25-31,-6 0-17 0,-1 3-10 0,1 4-9 16,-1 4-9-16,-6-1-9 0,6 5-10 15,-5 0-5-15,5 6-2 0,0 1 6 0,1 7 8 16,-1-1 13-16,8 5 18 0,-2 1 14 16,8 0 14-16,-1 3 6 0,7 0 5 0,0-4-3 15,7-1-84-15,-1 0-57 0,8-3 0 16,5 1 0-16,0-5 0 0,1 0 0 0,6-4 0 16,-7-2 0-16,8-5 0 0,-1 0 0 15,6-3 0-15,-5 0 0 0,-2-8 0 0,1 4 0 16,-6-7 0-16,6-1 0 0,-7 1 0 15,-5-1-38-15,4-2-373 0,-4-5-114 16,-8-4-133-16,8 2-152 0,-8-3-148 0,-6 0-84 16,7-3 15-16,-7 2 79 0,6-5 151 15,-6 8 198-15</inkml:trace>
  <inkml:trace contextRef="#ctx0" brushRef="#br0" timeOffset="161463.14">19884 10282 139 0,'0'-6'498'0,"0"-2"182"0,0 5 132 15,0 0 14-15,0-5-1 0,0 4-123 0,0 4-156 16,0-4-152-16,0 4-97 0,0 4-56 15,0 0-28-15,6 4-11 0,-6 2 3 0,6 0 7 16,0 7-9-16,1 0-14 0,0 1-12 16,-1 4-13-16,1 4-15 0,-1-4-14 15,1 3-12-15,6 2-10 0,-7-2-12 0,0-3-56 16,2 0-45-16,-2 0 0 0,0-4 0 16,-6-3 0-16,7-4 0 0,-7-1 0 0,6 1 0 15,-6-6 0-15,0-2 0 0,0 1 0 16,0-4 0-16,0-4 0 0,0 1 0 0,-6-8 0 15,6 4 0-15,-7-5 0 0,1-3 0 16,0-3 0-16,-2 0 0 0,2-5 0 0,0 6 0 16,6-9 0-16,-6 7 0 0,-1-3 0 15,7 0 0-15,0 1 0 0,7 3 0 16,-1-1 0-16,0 1 0 0,0 3 0 0,8-2 0 16,-1 0 0-16,7 7 0 0,-2 0 0 15,2-2 0-15,0 5 0 0,-1 3 0 0,1 0 0 16,0 8 0-16,-1 0 0 0,-6 3 0 15,6 5 0-15,-5-2 0 0,-1 5 0 0,6 3 0 16,-12 1 0-16,5 3 0 0,-4 0 0 16,4-1 0-16,-5 2 0 0,-7-2 0 0,7 2 0 15,-1-5 0-15,0 1 0 0,-6-2 0 16,7-2 0-16,-7-1 0 0,6 1 0 0,1-4 0 16,-7-4 0-16,0 1 0 0,0-5 0 15,7 1 0-15,-7 0 0 0,0-1 0 16,0-3 0-16,0 0 0 0,0 0 0 0,0 0-218 15,0-3-432-15,-7 3-226 0,7 0-258 16,-7-4-75-16,1 4 34 0,-7 0 99 0,-7 4 184 16,8-4 237-16</inkml:trace>
  <inkml:trace contextRef="#ctx0" brushRef="#br0" timeOffset="161869.04">18750 11026 11 0,'-32'11'587'16,"5"-3"166"-16,7 0 94 0,2-2 63 15,-2 3-63-15,7-6-139 0,-1 0-196 0,14-3-101 16,0 4-33-16,7 0 13 0,6-4 9 15,14 0-4-15,11 0-13 0,15-4-25 16,4 0-59-16,22 1-299 0,6 0 0 0,6-1 0 16,7-1 0-16,13-1 0 0,-7 1 0 15,7-1 0-15,-1 1 0 0,1 2 0 0,-7 0 0 32,-7-2 0-32,-12 3 0 0,-6-6 0 0,-8 4 0 15,-12-3 0-15,-14 3 0 0,-5 0 0 16,-1 1 0-16,-13-1 0 0,-7 1 0 0,-6-2 0 15,0 2 0-15,-7-1 0 0,-6 4 0 16,0-3 0-16,-12 3 0 0,-2 0 0 0,-5 3-141 16,-1 1-476-16,-6-1-267 0,-6 5-261 15,-1-4-83-15,-6 3 22 0,0 0 98 16,0 1 186-16,0 0 276 0</inkml:trace>
  <inkml:trace contextRef="#ctx0" brushRef="#br0" timeOffset="165964.01">19772 11628 41 0,'-12'22'208'15,"-8"0"5"-15,-6-4-34 0,-1-7-45 16,1-4-106-16,-6-7-101 0,-7 0-91 0,0-4-52 16,-7-7-24-16</inkml:trace>
  <inkml:trace contextRef="#ctx0" brushRef="#br0" timeOffset="166529.35">19375 11510 17 0,'0'-11'335'16,"0"1"58"-16,0 2 55 0,0-3 25 0,6 0-14 16,-6-1-27-16,0 6-1 0,0-2-6 15,0 5-16-15,0-5-45 0,0 5-76 0,0 3-77 16,0-4-66-16,8 4-44 0,-8 4-10 16,0 3 2-16,0 4 15 0,6 3 20 15,-6 2 14-15,6 6 9 0,-6 3-13 0,0 4-14 16,0 0-16-16,0 5-18 0,0 3-12 15,7-2-13-15,-7-1-17 0,0 2-11 0,0-2-11 16,0-2-8-16,0-6-7 0,0 0-4 16,0-1 0-16,0-7-3 0,0 1-1 15,-7-4-3-15,7-5-11 0,0 2-36 0,0-9-61 16,7 1-115-16,-7 0-172 0,0-8-189 16,6-3-191-16,1-5-133 0,-7-2-25 0,13-4 69 15,-7-8 144-15,8 0 181 0</inkml:trace>
  <inkml:trace contextRef="#ctx0" brushRef="#br0" timeOffset="166858.84">19734 11499 29 0,'6'-6'417'0,"0"-3"76"16,0 3 49-16,-6 1 33 0,0 2-116 0,0 3-97 16,-6 3-56-16,6 5-35 0,-6 4-12 0,0 2 4 15,-1 0-5-15,-6 8-26 0,6 4-29 16,-6 3-21-16,6 4-17 0,1 0-22 0,6 0-24 15,-6 4-12-15,12-4-8 0,0 0-10 16,1-4-5-16,6-3-1 0,7-5 2 16,-1-2 3-16,7 0 3 0,-6-9 4 0,5-2 5 15,9-5 2-15,-9-3 5 0,-5-3 6 16,6-1 7-16,-6-3 3 0,-1-5 3 0,-13 1-2 16,8-3-7-16,-8-1-17 0,-6 1-19 15,0-1-15-15,-6 4-19 0,-8-4-13 16,2 4-9-16,-8 4-7 0,1 0-9 0,-7 3-14 15,0 4-35-15,6 0-70 0,-7 4-96 16,9 0-128-16,-2 3-193 0,7-4-230 0,-7 5-228 16,8-1-72-16,-2-3 20 0,1 3 88 15,-7-3 173-15,8 0 230 0</inkml:trace>
  <inkml:trace contextRef="#ctx0" brushRef="#br0" timeOffset="167945.62">7613 14277 275 0,'0'-5'432'15,"0"-2"58"-15,6 4 61 0,-6-5-38 0,0 1-71 16,7-4-38-16,-7 3-21 0,0-2-20 15,0-1-22-15,0 0-37 0,0-4-51 0,-7 4-41 32,7-4-31-32,-6 4-21 0,-1 0-22 0,-5 4-22 0,5 0-20 0,-6-1-17 15,-7 8-14-15,1 0-11 0,-7 8-2 0,6-1 0 16,-12 8 9-16,5-1 12 0,-5 8 7 31,6 0 11-31,-7 7 14 0,7 5 17 0,1 2 9 0,5 1 13 0,7 6 8 0,0-2-5 0,6-1-7 16,1 0-15-16,12 1-18 0,1-4-16 15,6-5-14-15,0 5-7 0,13-7-12 16,-7-1-5-16,7 0-4 0,7-7-9 0,-7-4-7 31,6 1-7-31,1-8-6 0,-1 0-2 16,1-8-4-16,-7-3-5 0,7 0-3 0,-7 0-3 0,-6-3-10 0,-1-4-29 0,-6 3-55 31,0-3-80-31,-6-1-98 0,6 1-119 0,-7-4-157 0,-6 4-166 0,6-5-143 0,2 5-137 16,-8-4-17-16,6 0 60 0,0-4 133 15,0 4 174-15,8-3 190 0</inkml:trace>
  <inkml:trace contextRef="#ctx0" brushRef="#br0" timeOffset="168462.16">7834 14572 26 0,'0'-10'436'0,"0"3"106"0,0-5 103 16,-6 2 97-16,6 2-74 0,0-3-104 0,-7 5-80 16,7-3-63-16,0 3-70 0,-6-2-70 15,6 5-61-15,0-2-49 0,0 5-43 0,0-3-37 16,0 6-18-16,6 2-7 0,-6 2 6 15,7 3 19-15,-1 5 19 0,1 4 15 0,0 3 1 16,-1 0-3-16,0-1-8 0,-6 10-10 16,7-6-6-16,0 4-4 0,-1-4-5 15,-6 6-2-15,6-6-1 0,1 0-5 0,-7-3-13 16,7-4-6-16,-1 0-8 0,-6-3-1 16,0-4 9-16,0 0 18 0,7-4 28 15,-7-2 18-15,0-2 13 0,0-3-27 0,-7-3-113 16,7-2 0-16,0-2 0 0,-6-4 0 15,6 0 0-15,-7-7 0 0,7 3 0 16,-7-6 0-16,7-1 0 0,-6-4 0 0,6 5 0 16,0-2 0-16,0-3 0 0,0 8 0 15,6-4 0-15,1 4 0 0,6 0 0 0,0 2 0 16,1-2 0-16,-2 4 0 0,8 3 0 16,-1-4 0-16,1 8 0 0,0-4 0 0,-1 7 0 15,1 0 0-15,-2 4 0 0,2 0 0 16,-7 4 0-16,7 3 0 0,-7 1 0 0,6 6 0 15,-5 1 0-15,-8 0 0 0,7 3 0 16,-7 3 0-16,8-2 0 0,-8 7 0 0,-6-4 0 16,6 3 0-16,-6-3 0 0,8 4 0 31,-8-3 0-31,6-2 0 0,-6 1 0 0,6-4 0 0,-6-3 0 0,0 0 0 0,7-4 0 16,-7-1 0-16,0-5 0 0,6 1 0 31,-6-1 0-31,0-5 0 0,0 0 0 0,0-5 0 15,0 2 0-15,0-5-383 0,0 1-236 16,0-4-214-16,7 0-235 0,-7 1-97 0,0-5 17 16,0 0 86-16,0 1 170 0,0-1 229 15</inkml:trace>
  <inkml:trace contextRef="#ctx0" brushRef="#br0" timeOffset="168900.66">9287 14137 301 0,'-7'-7'497'15,"1"-1"102"-15,6 1 100 0,0 3-40 16,-7-3-104-16,7 7-111 0,0-4-92 0,0 8-67 16,0 0-56-16,0 3-19 0,0 8 0 15,0 2 19-15,7 9 22 0,-7 0 11 0,6 8-1 16,1-5-11-16,0 7-14 0,-1 1-23 15,0 0-26-15,0-1-39 0,2 1-36 0,-2 0-28 16,0-5-27-16,1-3-19 0,-7 0-14 16,0-3-13-16,0 0-16 0,0-7-48 15,0-1-78-15,-7-3-113 0,1-8-189 0,0 0-232 16,-2-7-275-16,-4 0-123 0,-1-7-13 16,0-8 66-16,0 1 162 0,-7-8 221 0</inkml:trace>
  <inkml:trace contextRef="#ctx0" brushRef="#br0" timeOffset="169103.68">9111 14456 370 0,'-6'-4'670'0,"-2"0"106"0,2 1 72 0,6-1 21 16,0 4-202-16,6-4-199 0,2 1-135 15,4-1-85-15,1 1-58 0,7-2-32 16,6 5-25-16,7-3-22 0,5-1-18 0,-5 1-11 16,7-1-9-16,5 0-11 0,1 1-14 15,-1-5-15-15,1 5-9 0,-7 3-8 0,0-4-9 16,-7 1-5-16,1-2-18 0,-13 5-37 15,-1 0-51-15,-6 0-92 0,-6 0-153 0,-7 0-210 16,0 0-247-16,-13 0-105 0,6 0-21 16,-6-3 52-16,-7 0 133 0,7-1 201 15</inkml:trace>
  <inkml:trace contextRef="#ctx0" brushRef="#br0" timeOffset="169778.9">10381 13958 129 0,'-6'-5'407'0,"-1"-1"75"0,0-2 75 0,7 2-8 16,0-3-27-16,-6-1-81 0,12 2-63 15,-6-2-50-15,7-2-51 0,6 5-47 0,-1-4-44 16,2 3-30-16,12 2-16 0,-7-6-8 16,14 5-1-16,0 0-17 0,0 3-15 15,-1 0-12-15,7 1-8 0,0 3-12 0,-7 3-14 16,7 5-4-16,-5 3-5 0,-9 4-1 15,1 2-5-15,-6 3-1 0,0 5-1 0,-14 0-7 16,0 1-1-16,-6 3-2 0,-6 4-4 16,-7-3-6-16,-6-1-3 0,-1 0-1 0,-6 0-3 15,-1-3-6-15,1-5 0 0,1 2 2 16,-1-4-4-16,0-5 1 0,6-3 1 0,7 0 2 16,-1-8-2-16,2 2-3 0,5-5 2 15,7 0 3-15,0-5-2 0,7 2 1 0,5-4 1 16,2-1 3-16,6 1 1 0,5 0 4 15,-5 0 2-15,6 2 5 0,0-2 4 0,1 7 9 16,-2 0 12-16,1 0 12 0,0 4 23 16,0 4 26-16,1-1 20 0,-8 7 9 15,0 1 2-15,1-1 2 0,-1 8-14 0,-5-3-17 16,-8 3-16-16,0 0-7 0,-6 0-8 16,0 3-7-16,-6-3-5 0,-6 0-5 15,-2-4-3-15,-6 4-5 0,1-3 0 0,-1-4-3 16,-6-1-3-16,1-3-3 0,-1-3 0 15,-1-2-3-15,1-6-7 0,-6 0-7 0,6 0-6 0,-7-3-6 16,7-4-5-16,0 0-6 0,-1-5-9 16,8 2-16-16,0-1-47 0,6 0-72 15,-1-1-98-15,8 2-116 0,6-2-146 0,6-1-177 16,14 1-160-16,0 1-167 0,13-3-34 16,-1 2 47-16,7 1 118 0,0-3 174 15,7-1 195-15</inkml:trace>
  <inkml:trace contextRef="#ctx0" brushRef="#br0" timeOffset="170106.88">11436 14119 290 0,'13'-22'543'15,"0"3"105"-15,-7-2 92 0,-6-2 15 0,0 5-129 16,-6-1-108-16,-7 1-89 0,0 4-69 16,0-1-65-16,-7 4-43 0,8 0-39 0,-8 4-26 15,1 2-14-15,-1 5-14 0,7 0-2 0,-7 8-9 16,7 1-6-16,0 1-1 0,-7 8-1 15,14 4 0-15,-7 4 1 0,0 4 5 16,6 2 0-16,1 5-2 0,6-4-1 0,0 3-2 16,0 1-10-16,0 0-10 0,6-5-99 15,1 1-22-15,6-3 0 0,0-1 0 0,1-3 0 16,4-5 0-16,2-2 0 0,0-4 0 16,5 0 0-16,-5-4 0 0,13-4 0 15,-7-3 0-15,0-4 0 0,-7-4 0 0,7 0 0 16,1-4 0-16,-8 2-282 0,0-6-224 15,1-2-128-15,0-1-137 0,-7 0-134 0,-1-3-122 16,2-1-10-16,-8 5 62 0,1-4 131 16,0 3 180-16,-1-2 203 0</inkml:trace>
  <inkml:trace contextRef="#ctx0" brushRef="#br0" timeOffset="170513.03">11664 14254 320 0,'0'-7'487'0,"-6"0"123"0,6 0 117 16,0-1-19-16,-7 4-74 0,7 1-73 15,0-1-73-15,-7 0-99 0,7 4-91 0,0 0-60 16,0 0-34-16,0 8-11 0,0-5 3 15,7 9 12-15,-7 2 6 0,7 1 3 0,-7 3-5 16,6 0-17-16,1 8-14 0,-7-4-10 16,6 4-10-16,0 3-17 0,-6-3-16 15,7-1-12-15,-7 0-12 0,7-3-17 0,-7 1-87 16,0-5 0-16,0 0 0 0,0-4 0 16,0-2 0-16,0-1 0 0,0-8 0 0,-7 1 0 15,7-4 0-15,0-4 0 0,-7-3 0 16,7-4 0-16,-6-3 0 0,6-5 0 15,0-3 0-15,0-7 0 0,0-1 0 0,6-2 0 16,1 2 0-16,6-2 0 0,0 1 0 0,0 6 0 16,0 0 0-16,0 3 0 0,6 4 0 15,1 3 0-15,0 4 0 0,5 0 0 0,-5 7 0 16,0 4 0-16,6 8 0 0,-7-1 0 16,-5 8 0-16,5-1 0 0,-6 9 0 15,0 2 0-15,1 4 0 0,-8 1 0 0,0-1 0 16,0 3 0-16,1-2 0 0,0 3 0 15,-1-4 0-15,1-3 0 0,-7 0 0 16,0-5 0-16,0 1 0 0,0-7 0 0,0-4 0 16,0 0 0-16,0-3 0 0,0-4 0 15,0-4-214-15,-7 0-410 0,1-4-146 0,-1-4-149 16,0 5-160-16,-5-5-20 0,-2 5 57 16,-5-5 119-16,-13 0 163 0,-1 1 204 15</inkml:trace>
  <inkml:trace contextRef="#ctx0" brushRef="#br0" timeOffset="170809.83">10817 14756 270 0,'-39'15'703'0,"7"0"118"16,6-4 64-16,6 0 54 0,7-4-147 0,7 0-206 16,6 0-136-16,6-3-58 0,7 3-11 15,7-3-6-15,6-1-22 0,13 2-31 0,-1-2-36 16,15 1-29-16,-1-4-21 0,13 0-93 15,0 3-143-15,7-3 0 0,0 0 0 0,-1-3 0 16,0 3 0-16,2-4 0 0,-8 1 0 16,0-5 0-16,-7 4 0 0,1-3 0 0,-14 3 0 15,-6-3 0-15,-5 3 0 0,-9-3 0 16,-5 4 0-16,-8-1 0 0,-4 4 0 0,-2-4 0 16,-12 4 0-16,-2 0 0 0,-4 0 0 15,-8 4 0-15,1 0-471 0,-7-1-178 16,0 4-194-16,6-3-239 0,-6 0-73 0,0-1 25 15,-6-3 87-15,5-3 168 0,-5 3 228 16</inkml:trace>
  <inkml:trace contextRef="#ctx0" brushRef="#br0" timeOffset="171512.79">11586 15177 68 0,'0'-3'440'16,"0"-1"74"-16,0 0 59 0,-7-7 41 0,7 4-93 16,-6-4-111-16,0 4-68 0,-2-5-39 15,2 6-35-15,0-2-35 0,-1 1-42 16,-6 3-39-16,7 1-25 0,-7 3-12 0,-1 3 5 16,2 1 11-16,-2 3 12 0,-5 7 12 15,-1 5 8-15,0 3 8 0,-5 7 1 0,-1 1-1 16,0 3-3-16,0 3-14 0,-1 4-10 15,-5-3-19-15,6 0-15 0,-7-1-12 16,14-2-10-16,-7-6-3 0,0 2 2 16,6-4 9-16,7-8 15 0,0-4 25 0,6 1 24 15,1-7 11-15,6-5 3 0,6 0-4 16,1-6-153-16,13 0-17 0,0-5 0 0,6 1 0 16,6-4 0-16,1 4 0 0,12-1 0 0,1 1 0 15,-1 0 0-15,1 0 0 0,-1-1 0 16,-6 1 0-16,1 3 0 0,-8-3 0 15,1 3 0-15,-14 1 0 0,1 3 0 0,-8-4 0 16,-4 4 0-16,-2-3 0 0,-6 3-218 16,-6 0-165-16,-2 0-83 0,-11 0-89 0,6-4-73 15,-6-1-36-15,-1 2-6 0,7 0 15 16,-6-5 44-16,6 2 84 0,-7-7 105 0,7-1 103 16,0-1 108-16,7 1 118 0,-7-4 105 15,-1-4 97-15,8 3 96 0,-8 1 129 16,8-4 100-16,0 4 52 0,0-1 26 0,6 1 0 15,0 3-24-15,0 1-66 0,0-1-62 16,0 8-49-16,0-4-49 0,0 8-46 0,0-2-33 16,0 5-11-16,6 5 0 0,0 5 13 15,0 5 28-15,2 4 31 0,4 2 20 16,-5 8-1-16,6 5-200 0,-6 2-63 0,5 4 0 16,-5 0 0-16,0 5 0 0,-1-1 0 0,0-1 0 15,1-2 0-15,0-1 0 0,-1-3 0 16,-6-1 0-16,7-7 0 0,-7-3 0 0,0-4 0 15,6-3 0-15,-6-5 0 0,0-3 0 16,0-4 0-16,0 1 0 0,0-8 0 16,0-3 0-16,6-5 0 0,-6-7-543 0,0 1-330 15,14-5-284-15,-8-6-92 0,14-9 23 16,-1-6 98-16,7 1 177 0,0-10 248 0</inkml:trace>
  <inkml:trace contextRef="#ctx0" brushRef="#br0" timeOffset="171887.7">12934 14386 248 0,'0'-8'281'15,"0"5"29"-15,-6-4-50 0,-1 3-8 0,0 1-4 16,1-1 13-16,-1 4 45 0,7 0 62 16,-6 0 36-16,-1 4 8 0,7-1-5 15,0 5-14-15,0 3-25 0,0 7-45 0,7 0-22 16,-7 4-9-16,6 8-9 0,1-2-16 16,-1 6-28-16,8 2-27 0,-8-3-38 0,0 4-41 15,1 0-35-15,0-5-28 0,-1 1-22 16,-6 0-17-16,6-3-13 0,-6-8-13 15,0-1-40-15,0-2-66 0,-6-8-97 0,0 0-145 16,-1-11-176-16,0 0-189 0,-5-7-188 16,-2-4-82-16,1-7 20 0,0-1 103 15,0-6 155-15,1-4 183 0</inkml:trace>
  <inkml:trace contextRef="#ctx0" brushRef="#br0" timeOffset="172043.91">12752 14624 330 0,'-7'-8'586'15,"1"6"128"-15,-8-3 88 0,14 2-15 16,-6-1-120-16,6 0-119 0,6 4-123 0,1 0-94 15,6-3-57-15,6 3-41 0,1 0-29 16,13-4-24-16,-1 4-17 0,14-4-12 0,-1 4-15 16,8-3-14-16,-1 3-17 0,0-4-19 15,0 1-21-15,-7-2-21 0,1 5-16 0,-13-3-10 16,-1 0-11-16,-12 3-22 0,-1 0-43 16,-5-4-66-16,-2 4-106 0,-6 0-188 15,-6-4-232-15,-6 4-260 0,0-3-106 0,0-1-13 16,-2 0 65-16,-4-3 163 0,5 0 226 15</inkml:trace>
  <inkml:trace contextRef="#ctx0" brushRef="#br0" timeOffset="172653.15">14647 14189 343 0,'13'-16'459'0,"-1"2"34"0,-4-4 23 16,-8-1-84-16,0-3-134 0,-8 5-62 15,2-6 3-15,-6-3 18 0,-2 4 29 0,-5-3 14 16,5-1 2-16,-12 1-15 0,7 3-38 16,-7-3-23-16,0 2-25 0,7 4-18 0,-7 5-18 15,0 3-28-15,6 4-17 0,-7 3-21 16,1 4-12-16,1 7-12 0,5 4-11 15,-6 7-6-15,7 1-3 0,5 6-2 0,-5 0-4 16,12 6-5-16,-5-2-3 0,5 0-5 16,7 0-6-16,0-3-3 0,7 0-5 15,5-1-2-15,-5-3-2 0,12-8-1 0,-5 3-2 16,11-8 0-16,-5-1-2 0,6 0 1 16,1-8-1-16,-9-5-1 0,9 2-1 0,-7-5 5 15,-2-1 5-15,2-8 7 0,0 3 8 16,-7-4 12-16,7 0 11 0,-8-1 8 0,-5 1 9 15,6-1 10-15,-6 5 10 0,-1-1 9 16,0 5-1-16,-6 2-9 0,8 1-12 0,-8 3-18 16,0 4-20-16,0 4-20 0,0 6-11 15,0 5 4-15,0 7 11 0,0 4 25 16,6 3 27-16,-6 4 28 0,6 4 27 0,-6 3-58 16,6 1-78-16,2 2 0 0,-2-2 0 15,0-1 0-15,1 0 0 0,-7-3 0 0,6-4 0 16,1 1 0-16,0-9 0 0,-7 0 0 15,6-6 0-15,-6-5 0 0,6 1 0 0,-6-7 0 16,0-6 0-16,0-2 0 0,-6 0 0 16,0-7-386-16,6 0-227 0,-14-4-146 0,8 0-130 15,-7 0-136-15,-1 0-43 0,-4 0 45 16,-2 0 117-16,-7 0 173 0,1 0 189 0</inkml:trace>
  <inkml:trace contextRef="#ctx0" brushRef="#br0" timeOffset="172887.46">14067 14540 430 0,'-26'11'706'0,"6"-4"101"16,8 1 66-16,-2-2 3 0,8 2-162 0,6-1-186 16,6 1-122-16,1-1-48 0,6 0-16 15,13-2-14-15,0 2-18 0,13-4-19 0,7-3-23 16,6 5-25-16,6-5-23 0,7 0-24 16,14-5-17-16,-1 5-63 0,7-3-116 15,0-2 0-15,-1 3 0 0,-6-3 0 0,1 2 0 16,-8-5 0-16,-6 8 0 0,-6-3 0 0,-14-1 0 15,-13 4 0-15,2 0 0 0,-15 0 0 16,-13 0 0-16,1 4 0 0,-14-1 0 0,-6 5-150 16,-6 0-330-16,-8-1-197 0,-5 4-212 15,-1 3-212-15,-5-2-53 0,-8-2 40 16,7 5 104-16,-7-5 192 0,0 5 239 0</inkml:trace>
  <inkml:trace contextRef="#ctx0" brushRef="#br0" timeOffset="173387.35">14556 15104 265 0,'-7'-3'327'0,"0"-1"45"0,7-3-31 15,0 0 4-15,-6-1-9 0,6-3-9 16,0 4 26-16,0-4 25 0,0 3 16 0,6-3 14 16,-6 0 1-16,0 0-12 0,0 3-38 15,0 2-40-15,0-2-29 0,0 5-21 0,0-5-28 16,0 4-38-16,0 1-39 0,0 3-37 15,0 0-18-15,0 7-11 0,0 1 10 16,0 6 28-16,0 8 31 0,0 0 31 0,0 4 17 16,7 7 4-16,-7 3-8 0,7 1-105 15,-7 4-106-15,0 2 0 0,6-2 0 0,-6-1 0 16,0 0 0-16,7 1 0 0,-7-5 0 16,0-3 0-16,0 0 0 0,0-8 0 0,0-2 0 15,0-2 0-15,0-6 0 0,0-4 0 16,-7 0 0-16,7-6 0 0,0-5 0 0,0 0 0 15,-6-8 0-15,6-3 0 0,-7-4-7 16,0-3-566-16,7-4-170 0,0 0-155 0,0-3-148 16,7-1-68-16,0-4 39 0,6 1 97 15,-1-1 173-15,2 5 207 0</inkml:trace>
  <inkml:trace contextRef="#ctx0" brushRef="#br0" timeOffset="173746.64">14757 15137 287 0,'7'-10'470'0,"0"-2"99"0,-1 1 113 15,-6 0-5-15,7 4-77 0,-7 0-54 16,0-1-63-16,6 5-77 0,-6-1-98 0,0 4-70 16,0 0-49-16,0 0-34 0,0 7-12 15,0 5 10-15,-6-2 18 0,6 5 6 0,0 4-1 16,-7 6 2-16,7 0 2 0,0 5-3 16,-6 3-12-16,6 0-12 0,0 3-14 15,6 1-16-15,-6 0-17 0,7-1-18 0,-1-3-10 16,7 0-4-16,-6-3 5 0,5-5 8 15,2-3 11-15,5-4-62 0,-6-3-36 0,6-4 0 16,1-7 0-16,0-4 0 0,-1-8 0 16,1 1 0-16,6-8 0 0,-7 1 0 0,-5-4 0 15,6-4 0-15,-8 0 0 0,-5 0 0 16,6-1 0-16,-13 5 0 0,0 0 0 0,-7 0 0 16,1 6 0-16,-7 2 0 0,-1 2 0 15,-5 5 0-15,-7-1 0 0,0 8 0 16,0-4 0-16,0 7 0 0,-1 0 0 0,2 5 0 15,-1-2 0-15,6 1 0 0,0-3 0 16,8 2 0-16,-1-2-243 0,6-1-419 0,0-3-194 16,7-1-187-16,7-3-106 0,6-3 12 15,0-5 80-15,7-3 157 0,6-3 223 0,0-1 253 16</inkml:trace>
  <inkml:trace contextRef="#ctx0" brushRef="#br0" timeOffset="174124.25">15585 14283 320 0,'6'-14'492'0,"0"3"100"0,-6-4 104 15,8 5-23-15,-8-2-106 0,-8 5-77 16,8-4-65-16,-6 4-70 0,0 0-75 15,-7-1-52-15,-1 4-27 0,2 0-11 0,-2 1-11 16,-5 6 1-16,-1 1 1 0,8 0 4 16,-8 11 0-16,-6-4-4 0,13 7 6 0,-7 8 5 15,0 0 2-15,8 2-3 0,-1 8-8 16,-1 1-3-16,8 0-16 0,0 4-19 0,6-4-13 16,0 3-109-16,0-1-23 0,12-2 0 15,-5 0 0-15,13-4 0 0,-8 0 0 0,14-4 0 16,1-4 0-16,-1-2 0 0,0-4 0 15,7-5 0-15,-1-3 0 0,7-7 0 0,-13-4 0 16,7-4 0-16,-7-3 0 0,0-4-270 16,0-4-236-16,-7-3-146 0,1 0-142 0,-7-7-123 15,0-2-120-15,0-2 0 0,0 0 70 16,-6 4 142-16,5-6 178 0,-4 5 189 0</inkml:trace>
  <inkml:trace contextRef="#ctx0" brushRef="#br0" timeOffset="174545.99">15871 14482 313 0,'0'-11'459'0,"0"-1"112"0,-6 1 119 16,6 0-10-16,0 4-54 0,0-1-63 15,0 5-78-15,0-1-90 0,0 1-98 0,0 3-70 16,0 7-46-16,6 1-18 0,-6 2 9 16,0 5 21-16,7 7 15 0,-1 0 7 15,-6 4 4-15,7 3 3 0,-7 4-10 0,6-1-8 16,-6 6-8-16,0-2-8 0,0 1-14 16,0-4-15-16,0 4-4 0,0-8-131 0,0-3-24 15,0-1 0-15,0-6 0 0,0-5 0 16,0 0 0-16,-6-5 0 0,6-3 0 15,0-2 0-15,0-8 0 0,6-2 0 0,-6-6 0 16,0-2 0-16,0-5 0 0,6-7 0 16,2-3 0-16,-2 0 0 0,7-4 0 15,-7 1 0-15,14-2 0 0,-7 5 0 0,6 3 0 16,-5 5 0-16,5 1 0 0,1 2 0 0,-1 7 0 16,1 3 0-16,-1 8 0 0,0 5 0 15,1 5 0-15,-7 1 0 0,7 12 0 16,-14 2 0-16,8 5 0 0,-8 2 0 0,0 5 0 15,1 0 0-15,-7-1 0 0,7 1 0 0,-1-1 0 16,-6 2 0-16,6-9 0 0,1 0 0 16,-7-4 0-16,6-3 0 0,-6-2 0 15,7-6 0-15,0-3 0 0,-7-4 0 0,0-3 0 16,0-4 0-16,0 0 0 0,0-4 0 16,-7-3-143-16,0-1-803 0,1-6-301 0,-7-2-100 15,-7 2 25-15,0-1 118 0,-5-3 215 16,-1 4 318-16</inkml:trace>
  <inkml:trace contextRef="#ctx0" brushRef="#br0" timeOffset="179902.01">18379 15573 387 0,'-14'4'498'0,"8"-1"66"0,-7 1 46 0,6-4-81 16,1 3-114-16,-1 1-65 0,1-4-37 15,0 0-20-15,6 4 5 0,0-4 9 16,6 0-13-16,0 0-24 0,1 4-29 0,13-4-25 15,-8-4-35-15,15 4-35 0,-1-4-30 16,6 0-25-16,1-3-18 0,-1 4-20 0,1-5-14 16,7 5-15-16,-8-5-9 0,1 5-8 0,-8-4-17 15,1 2-37-15,-6 2-56 0,0 0-86 16,-8-1-110-16,1 0-128 0,-13 1-146 16,0 3-144-16,0 0-116 0,-13 0-5 0,1 3 61 15,-8 1 107-15,0 0 145 0</inkml:trace>
  <inkml:trace contextRef="#ctx0" brushRef="#br0" timeOffset="180139.99">18483 15676 322 0,'-13'11'476'0,"7"0"73"0,-1 0 72 15,0 0-28-15,1-4-80 0,0 3-52 0,6-1-32 16,0-3-21-16,0-2-23 0,0 3-37 0,6 1-37 16,7-5-36-16,0 4-34 0,6-2-28 15,1-2-30-15,6-3-26 0,0 0-20 16,7 0-18-16,-7 0-16 0,-1-3-17 0,8-2-16 15,-7 3-15-15,-6-3-17 0,6 2-12 16,-7-2-10-16,-5 2-4 0,-2 3-3 16,-6-3-23-16,2-1-41 0,-2 0-69 0,-6 1-94 15,0 0-140-15,0-6-183 0,-6 2-202 16,6 0-198-16,-8-4-57 0,2 1 27 0,6-5 103 16,-6 1 161-16,6-5 213 0</inkml:trace>
  <inkml:trace contextRef="#ctx0" brushRef="#br0" timeOffset="180500.45">18801 15265 158 0,'0'-11'570'16,"0"5"120"-16,-6-6 79 0,12 1 54 0,-6 0-144 16,8 1-158-16,-2 2-124 0,0 0-86 15,8 1-49-15,-1 0-26 0,-1 7-22 16,8 0-20-16,0 3-22 0,6 5-9 0,-7 3-6 15,7 4-6-15,1 3-15 0,-1 4-11 16,-7 4-5-16,1 3-7 0,-1 3-8 0,0 5-8 16,-5 0-3-16,-8 7-9 0,1-4-11 15,-7 4-12-15,-7-4-10 0,1 1-11 0,-1-1-6 16,-6-3-5-16,-7-5-1 0,8-2 1 16,-1-4 3-16,-7-1 6 0,6-6 7 15,2-5 7-15,6 1 5 0,-8-4 1 0,8-4-2 16,-1 0-7-16,1-4-11 0,6-3-8 15,-14 5-18-15,8-5-28 0,0-5-46 0,-7 5-65 16,6 0-88-16,-6-3-100 0,0 0-115 16,0-1-145-16,7 0-172 0,-1-2-202 0,0-2-83 15,1 1 8-15,0-1 73 0,6-3 141 16,0 1 197-16</inkml:trace>
  <inkml:trace contextRef="#ctx0" brushRef="#br0" timeOffset="182343.38">20378 15122 216 0,'7'5'353'0,"-7"-5"42"16,6 3 13-16,-6-3-76 0,0 0-75 16,0 3-48-16,0-3-30 0,6 0-8 0,-6 0 14 15,0 0 26-15,0 0 28 0,0 0 22 16,8 4 13-16,-8-4 5 0,0 0-6 0,0 0-16 16,0-4-25-16,0 4-21 0,0 0-16 15,0 0-17-15,6-3-18 0,-6 3-15 16,0 0-9-16,0-3-4 0,0 3-3 0,0 0-4 15,0 0 1-15,6 0-5 0,-6-5-8 16,0 5-14-16,0 0-14 0,0 0-9 16,0 0-20-16,0 0-9 0,0-4-10 0,0 4-3 15,0 0-6-15,0 0-5 0,0 0 2 16,0 0-2-16,0 0 5 0,0 0 7 0,0 0 7 16,0 0 7-16,0 0 2 0,0 0-1 15,0 0-7-15,0-3-10 0,0 3-11 16,7 0-10-16,-7 0-3 0,0-3 1 0,0 3 2 15,0 0 3-15,0 0 8 0,0 0 5 0,0 0 5 16,0 0 0-16,0 0-1 0,0 0-4 16,0 0-1-16,0 0-5 0,0 0-6 15,0 0-3-15,0 0 0 0,0 0-4 0,0 0-3 16,0 0 0-16,0 0-2 0,0 0-1 16,0 0 0-16,0 0 1 0,0 0 3 0,0 0-2 15,0 0-1-15,0 0 0 0,0 0 0 16,0 0 0-16,0 0-2 0,0 0 3 15,0 0 0-15,0 0 2 0,0 0 2 0,0 0 8 16,0 0 9-16,0 0 6 0,0 0 4 16,0-4 0-16,0 4-1 0,0-4-4 15,0 1-8-15,0 3-4 0,0-4-1 0,0 0 3 16,-7 1 1-16,7-1 0 0,0-3 1 0,0 3-3 16,-6-3-15-16,6-1-5 0,0 2 0 15,-6-2 0-15,6 0 0 0,0-3 0 0,-8 4 0 16,8-4 0-16,-6-1 0 0,0 6 0 15,6-2 0-15,-7 1 0 0,0-1 0 0,1 5 0 16,0-1 0-16,-1 1 0 0,-6 3 0 16,6 0 0-16,-5 3 0 0,-8 1 0 15,7-1 0-15,0 5 0 0,-6 3 0 0,5-1 0 16,-5 5 0-16,-1 0 0 0,8 4 0 16,-2-1 0-16,1 4 0 0,-6 4 0 0,12-1 0 15,-6 0 0-15,6 4 0 0,1 2 0 0,6-5 0 16,0 3 0-16,0 0 0 0,6 0 0 15,1-3 0-15,6 3 0 0,0-3 0 16,7-1 0-16,0 0 0 0,5-2 0 0,1-4 0 16,0-1 0-16,0-1 0 0,1-5 0 15,5-1 0-15,-6 0 0 0,7-8 0 0,-1 1 0 16,1-8 0-16,-1 1 0 0,-5-5 0 16,5-3 0-16,-6-4 0 0,-7 1 0 0,7-4 0 15,-6-4 0-15,-7-1 0 0,1-2 0 16,-2 0 0-16,-6-8 0 0,1 4 0 0,-7-4 0 15,0-1 0-15,-7-2 0 0,1 7 0 16,-6-5 0-16,-2 5 0 0,-5 0 0 0,-1 3 0 16,0 1 0-16,-6 3 0 0,1 3 0 15,-1 4 0-15,-7 1 0 0,7 2 0 16,-7 6 0-16,7 2 0 0,0 4 0 0,0 0 0 16,0 4 0-16,0 2 0 0,6 2 0 0,1 3 0 15,6 0 0-15,-1 0 0 0,2 5 0 16,5-2 0-16,7 1-399 0,0-1-178 15,13 1-145-15,-7 0-162 0,14-1-171 0,0-3-34 16,-1-4 43-16,1-4 107 0,6 5 176 16,0-8 222-16</inkml:trace>
  <inkml:trace contextRef="#ctx0" brushRef="#br0" timeOffset="184351.23">21160 14536 168 0,'0'-3'352'0,"6"-5"54"0,-12-3 40 0,6 5-49 16,0-3-71-16,-7-1-26 0,7 3 0 15,-6-1-4-15,-8 0 7 0,8 1-4 16,-7 0-16-16,0 3-14 0,0 1-29 0,0 3-23 15,-6 3-18-15,5 1-14 0,-5 3-6 16,6 8-14-16,-6 0-8 0,-1 4-9 0,0 6-3 16,1 4-4-16,-1 4-7 0,0 4-1 15,1 7-2-15,6 3-3 0,-6 1-2 16,5-1-4-16,8 5 1 0,0-1 3 0,-1 0 11 16,7 0 6-16,0 1 4 0,7 3 5 15,-1-4 4-15,0 1 0 0,8-5-11 0,-2 5-13 16,2-9-53-16,-1 5-79 0,-1-5 0 15,2-1 0-15,5-7 0 0,-6 2 0 16,0-4 0-16,1-3 0 0,-2-8 0 0,2 0 0 16,-2-4 0-16,-5-7 0 0,6 0 0 15,0-4 0-15,-7-4 0 0,8-3 0 0,-2 0 0 16,-5-3 0-16,6-1 0 0,-6-3 0 16,-1 0 0-16,0 3 0 0,1-3 0 0,0 0 0 15,-7-1-57-15,6 1-323 0,0 0-43 16,-6-4-118-16,7 2-129 0,0 0-141 0,-1-7-165 15,7 6-46-15,-7-9 34 0,1 4 107 16,6-6 157-16,1 3 193 0</inkml:trace>
  <inkml:trace contextRef="#ctx0" brushRef="#br0" timeOffset="184665.89">21355 14954 378 0,'-7'-21'506'15,"1"-5"104"-15,0 3 106 0,-1 1-35 0,0 0-96 16,1 4-52-16,0 0-48 0,-1 3-58 16,1 5-76-16,6-3-67 0,0 7-66 0,-7 6-54 15,7 0-31-15,0 4-16 0,0 6 3 16,0 9 14-16,0 6 20 0,0 4 19 0,0 8 16 16,7 0 6-16,-7 7-5 0,0 0-3 31,6 4-7-31,-6-4-10 0,7 3-13 0,-7-4-18 15,6 2-124-15,-6-4-15 0,0-6 0 16,0-1 0-16,6-5 0 0,-6-3 0 0,0-4 0 16,0-8 0-16,0 1 0 0,0-5 0 15,0-1 0-15,0-6 0 0,-6-3 0 0,6-3 0 16,0-6-246-16,0-1-174 0,0-1-110 16,6-3-117-16,8-5-121 0,-8 1-119 0,14-4-101 15,-7 0 6-15,6 0 74 0,0 0 135 16,1 0 169-16,0 4 194 0</inkml:trace>
  <inkml:trace contextRef="#ctx0" brushRef="#br0" timeOffset="185056.43">21616 15101 404 0,'0'-8'533'0,"-7"5"102"0,0-4 88 0,1-1-48 16,-1 4-114-16,-5 4-67 0,-2-3-63 16,8 3-60-16,-7 3-51 0,0-3-41 0,0 4-35 15,0 4-37-15,0-5-32 0,7 8-29 16,-8 0-17-16,8-1-18 0,6 5-10 15,-7 4-8-15,7-1-1 0,7 0 0 0,-7 1 0 0,12-1 0 16,-4 5 4-16,4-9 4 0,1 4 5 16,7-3 5-16,0-1-1 0,-1-2 1 15,0-1 2-15,1-5 5 0,-1 2 2 16,1-8 2-16,0 3-29 0,-1-6-92 0,1 0 0 16,-8-5 0-16,8 0 0 0,-7-3 0 15,1-3 0-15,-8-1 0 0,0 1 0 0,1-5 0 16,-7 1 0-16,0-4 0 0,0-1 0 15,-7 2 0-15,1-5 0 0,-7 0 0 0,0 5 0 16,-7-1 0-16,1 4 0 0,-1 2 0 16,-6 9 0-16,7 0 0 0,-14 3 0 0,7 8 0 15,0 0 0-15,6 3 0 0,-6 1 0 16,13 3-108-16,1-4-267 0,-2 8-58 0,8-4-59 16,6 0-90-16,6 3-116 0,8-2-122 15,5-2-125-15,7 1-14 0,0-4 53 0,0 0 124 16,0-3 164-16,7 0 191 0</inkml:trace>
  <inkml:trace contextRef="#ctx0" brushRef="#br0" timeOffset="185587.55">22052 15112 126 0,'12'-8'553'0,"-4"-3"147"16,-2-3 100-16,-6 3 79 0,0-3-116 16,-6 1-141-16,-2 3-136 0,2-1-112 0,-13 3-72 15,6 5-58-15,-6-1-50 0,-1 4-36 16,-6 4-28-16,6 3-27 0,7 0-24 0,-7 4-19 15,8 1-17-15,-1-1-17 0,6 3-11 16,0 1-4-16,14 0-2 0,-7-1-2 16,7 4-1-16,6-3 3 0,-1-4 0 0,8 0 0 15,0 0-2-15,-7-4 0 0,7-4-3 16,-8 2-1-16,8-10-1 0,-7 5-1 0,0-6 1 16,0-2-2-16,-7 1 4 0,0-4 7 15,2 0 16-15,-2-4 15 0,-6 0 16 16,0 1 14-16,-6 0 8 0,6 3 3 0,-8-4-7 15,8 8-11-15,0-4-12 0,-6 6-20 16,6-2-8-16,-6 7-7 0,6 0-8 0,0 4-4 16,0 4-3-16,0 3 8 0,0 0-4 15,0 7-1-15,6 4 1 0,-6 0 8 16,6 7 9-16,2 0 11 0,-2 5 20 0,7-2 32 16,-6 5 27-16,6-1 19 0,-1 1 14 15,2 4-6-15,-2-5-141 0,2 5 0 0,-1-5 0 16,-1-2 0-16,-5-2 0 0,0 0 0 0,-1-5 0 15,0-2 0-15,-6-3 0 0,0-7 0 16,-6 0 0-16,6-1 0 0,-13-2 0 0,6-9 0 16,-5 0 0-16,-8 1 0 0,1-8 0 15,-7 4 0-15,-1-3 0 0,1-5 0 16,-6 4 0-16,-1-3 0 0,1 0 0 0,-1-4 0 16,1 4 0-16,-1-5 0 0,7 2 0 15,0 0 0-15,13-7 0 0,0 4-124 16,6-1-329-16,14-5-113 0,6 0-140 0,6-3-155 15,7 1-176-15,7-1-36 0,-1 0 48 16,8-3 111-16,-7 2 172 0,5-3 213 0</inkml:trace>
  <inkml:trace contextRef="#ctx0" brushRef="#br0" timeOffset="186166">22397 15101 183 0,'6'-15'604'0,"-6"4"136"0,0 0 106 0,0 4 81 16,0-4-139-16,0 3-144 0,0 4-145 15,-6-3-100-15,6 3-79 0,0 4-68 0,0-3-49 16,0 3-42-16,0 0-21 0,0 3-10 16,0 5 2-16,6-1 9 0,-6 9 5 0,7-6 4 15,0 9-3-15,-1-1-4 0,0 3-4 16,2 1 0-16,-2 0 12 0,0 3-84 0,1 2-67 16,-7-2 0-16,6-3 0 0,-6 0 0 15,7 0 0-15,-7-4 0 0,0 1 0 0,0-4 0 16,0-1 0-16,0-3 0 0,0-4 0 15,0 1 0-15,0-1 0 0,6-3 0 16,-6-4 0-16,0 0 0 0,-6 0 0 0,6-4 0 16,0-3 0-16,0-1 0 0,0-2 0 15,-7-1 0-15,7-3 0 0,0-1 0 0,-6-4 0 16,6 1 0-16,0-4 0 0,0 0 0 0,0 3 0 16,0-2 0-16,6-2 0 0,1 5 0 15,-1-1 0-15,7 1 0 0,1 1 0 16,-2-2 0-16,1 4 0 0,7-3 0 0,-7 3 0 15,6 4 0-15,1 0 0 0,-7 0 0 16,7 0 0-16,0 4 0 0,-8 3 0 0,8 1 0 16,-7-2 0-16,-1 10 0 0,2-5 0 15,-2 7 0-15,2 0 0 0,-8 4 0 16,7 0 0-16,1 5 0 0,-8 1 0 0,7-2 0 16,-6 3 0-16,-1 5 0 0,0-2 0 15,1 1 0-15,-1-1 0 0,1 2 0 0,-7-4 0 16,7 2 0-16,-1-2 0 0,0-1 0 0,-6 0 0 15,7-3 0-15,-7-1 0 0,7-3 0 16,-7 1 0-16,6-5 0 0,-6 0 0 16,0-3 0-16,0 0 0 0,6-1 0 0,-6-3 0 15,0-3 0-15,0 3 0 0,0-8-16 16,0 5-587-16,7-8-260 0,-7-4-278 16,0 1-95-16,0-9 15 0,0 1 92 0,7-3 180 15,-1-8 259-15</inkml:trace>
  <inkml:trace contextRef="#ctx0" brushRef="#br0" timeOffset="186587.78">22905 14482 13 0,'0'-23'590'0,"0"5"152"16,7-4 106-16,-7 4 76 0,6-5-36 15,0 6-201-15,8 2-185 0,-8-4-102 0,7 6-70 16,0-3-47-16,6 9-36 0,1-4-33 15,0 8-36-15,6-2-30 0,-1 10-23 0,9 1-13 16,-2 5-8-16,1 4-1 0,-1 3 5 16,7 8 7-16,-6 4 22 0,6 6 28 0,-7 4 19 15,1 4-140-15,-1 4-44 0,-6 7 0 16,1 0 0-16,-8 3 0 0,-6 5 0 0,1-5 0 16,-2 4 0-16,-5 1 0 0,-7-1 0 15,-7-3 0-15,1 3 0 0,0 1 0 16,-8-5 0-16,1-3 0 0,-6 4 0 0,6-8 0 15,-7 0 0-15,0-3 0 0,1-4 0 16,-1-5 0-16,1-1 0 0,0-5 0 0,-1-8 0 16,7 0 0-16,-7-6 0 0,8-4 0 15,5 0 0-15,-6-8 0 0,6 4 0 0,1-7 0 16,6-1 0-16,-6 1 0 0,-2-1 0 16,8 2 0-16,0-5 0 0,0 0 0 0,0 3 0 15,0-3 0-15,0-3 0 0,0 3 0 16,0 0 0-16,0-5 0 0,0-2 0 15,0 4-669-15,0-5-467 0,0-3-178 0,0 1-31 16,-6-3 71-16,-7-1 154 0,-13 3 291 16,0-3 388-16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46:00.88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1875 1395 41 0,'7'-3'302'0,"-7"-1"50"0,0-3 40 0,0 0-56 15,0 3 15-15,0-8-36 0,0 6 0 0,0-2 30 16,6-3 19-16,-6 4-10 0,0 0-4 0,0-4-14 15,0 3-26-15,0 2-41 16,0-2-26-16,0 4-7 0,0 0-19 0,0 0-29 0,0 1-34 16,0-1-36-16,0 4-28 15,0 4-25-15,0-1-10 0,0 5 2 0,0-1 9 0,0 8 20 0,0 0 12 0,0 3 7 16,0 3-2-16,7 5-4 0,-7 4-7 0,0 0-14 16,6-5-12-16,-6 8-12 0,7-8-9 15,-7 5-11-15,6-4-6 0,-6-1-11 0,6-3-5 16,-6 0-6-1,8-4-3-15,-8-3-3 0,6-1 0 0,-6-3-3 0,0 0-1 16,0-3-5-16,0-4-16 0,0 3-25 0,0-3-39 16,-6-4-40-16,6 0-50 0,-14-4-50 0,8 0-57 15,-1-3-65-15,1 3-68 0,-7-7-74 0,6 0-83 16,-6 0-82-16,6-4-78 0,1-3-12 16,0 0 52-16,-1 0 89 15,7-1 117-15,0 1 132 0</inkml:trace>
  <inkml:trace contextRef="#ctx0" brushRef="#br0" timeOffset="239.36">1882 1352 86 0,'0'-8'375'0,"6"1"65"0,-6-4 59 0,0 4 18 0,0-1-81 16,0 5-52-16,0-5-39 0,0 4-37 0,0 2-35 16,7-3-44-16,-7 2-50 0,6-1-41 15,1 4-28-15,-1-4-12 0,8 0-13 0,-2 4-3 0,1-3-4 0,7 3-4 16,-8-4-3-16,8 0-9 0,7 1-6 15,-8 3-7-15,7-3-4 0,0-2-8 0,0 2-11 16,-6-4-5-16,6 3-8 0,-7 4-8 0,1-7-3 16,-7 7-5-16,0-4-22 0,0 0-41 15,0 4-42-15,-6 0-59 0,-7 0-71 0,6 0-73 16,-6 0-65-16,0 0-64 0,-6 4-62 16,-1 0-75-16,-6-1-17 0,0 1 33 0,0 3 64 15,0-3 88-15</inkml:trace>
  <inkml:trace contextRef="#ctx0" brushRef="#br0" timeOffset="474.6">2019 1363 124 0,'-7'7'360'0,"0"0"49"15,7-3 35-15,-6-1-46 0,6 1-89 16,-6-4-60-16,6 4-33 0,0-1-9 0,0-3 13 16,0 4 20-16,6-1 5 0,-6 2-9 15,6-1-18-15,8-1-29 0,-8 0-38 0,7 1-42 16,7-4-32-16,-8 4-25 0,8-4-16 0,-1 3-10 0,1-3-10 15,-6 0-6-15,5 0-3 0,-6 0-5 16,6 0-18-16,-5 0-46 16,-8 0-67-16,7 0-76 0,-6 0-90 0,-1 4-97 15,-6-4-100-15,-6 4-97 0,-1-1-18 0,0 2 30 0,-5 2 65 16,-8-4 90-16</inkml:trace>
  <inkml:trace contextRef="#ctx0" brushRef="#br0" timeOffset="708.55">1928 1623 375 0,'-8'7'527'0,"8"-4"80"16,-6 2 58-16,6-2-65 16,0 1-112-16,6-1-92 0,2-3-75 0,-2 4-51 0,7-4-32 15,0 4-32-15,0-4-37 0,7 3-31 0,-1-3-23 16,7 4-22-16,0-4-18 0,0 0-16 16,0 0-1-16,1 0-10 0,-2 0-1 0,1 0 0 15,-6-4 3-15,6 4 7 0,-7-3-7 0,1 3-1 16,0-4-9-16,-8 4-9 0,1-4-9 0,1 4-12 15,-8-3-20-15,0 3-37 16,2 0-54-16,-8-4-80 0,6 4-101 0,-6 0-118 0,-6-3-129 16,6 3-124-16,0 0-111 0,-8-5-6 0,8 5 56 15,-6-3 92-15,6-1 132 0</inkml:trace>
  <inkml:trace contextRef="#ctx0" brushRef="#br0" timeOffset="1005.94">2624 1462 360 0,'14'-11'525'0,"-2"-1"105"0,-6 1 89 16,1 0-25-16,0 5-122 0,-7-6-93 16,6 8-64-16,-6-3-79 0,7 3-76 0,-7 1-64 15,0-1-56-15,0 4-48 0,-7 0-36 0,7 0-16 16,-6 7 5-16,-8 1 7 0,8-1 7 16,-6 5 14-16,4 2 6 15,-4 0 0-15,-1 1-2 0,-1 4-2 0,2-1-4 16,-2 0-11-16,2 0-6 0,-2 1-6 0,1-1-16 0,1 1-11 15,5-1-7-15,-6-4-6 0,7 1-5 0,-1 0-2 16,0-4 0-16,7 0-3 0,-6-1-13 0,6-2-21 16,-7-5-37-16,7 5-39 0,0-5-48 0,0-3-78 15,0 4-91-15,0-8-98 0,0 4-97 0,-6-7-97 16,6 3-103-16,0-7-37 0,0 1 40 16,0-5 88-16,0 1 116 15,-6-5 128-15</inkml:trace>
  <inkml:trace contextRef="#ctx0" brushRef="#br0" timeOffset="1240.2">2442 1446 152 0,'0'-7'433'16,"0"0"82"-16,0 0 90 16,0-1 43-16,0 2-90 0,0-3-76 0,0 6-53 0,0-1-57 0,0 1-70 15,0 3-80-15,0 0-51 0,7 0-29 0,-1 3-19 16,0 1-5-16,1 4 11 0,6 2 12 16,-6 5 10-16,5-3-3 0,2 6-9 0,-2 0-2 15,8 0-13-15,-7 0-13 0,1 1-16 0,4 3-16 16,-4-4-12-16,-1-4-13 0,-1 5-11 0,2-4-10 15,-2 0-7-15,2-1-6 0,-1-3-6 16,-7 0-6-16,8 0-7 0,-8-4-2 0,0 0-28 16,0-3-39-16,-6 3-50 0,8-3-59 0,-8 1-81 15,0-5-115-15,6 2-124 16,-6-2-146-16,-6-2-156 0,6 2-74 0,0-5 9 0,-8 1 77 16,8 1 132-16,0-1 171 0</inkml:trace>
  <inkml:trace contextRef="#ctx0" brushRef="#br0" timeOffset="1750.92">2983 1571 308 0,'0'-10'498'15,"6"-2"84"-15,0 1 82 0,0-3-9 0,-6 3-130 0,0 0-92 0,0 0-63 16,0 0-52-16,0 4-64 0,-6-4-58 16,6 3-43-16,-6 0-41 0,0 6-24 0,-1-6-24 15,-6 4-16-15,0 0-11 0,-1 1-1 0,2-1 1 16,-1 4-2-16,0-4 3 0,0 8 6 15,-1-4 7-15,-5 4-3 0,6-1-5 0,7 5 1 16,-7 0-1-16,-1 2-5 16,8 5-6-16,0-1 2 0,-2 1 0 0,2 0-5 0,6 3-2 0,0-3-1 15,6 3 5-15,-6 1-2 0,8-6-2 16,4 6 1-16,-5-8-4 0,6 4 0 0,0-4 1 16,0 0-2-16,0-4 3 0,7 0 6 0,-7-2 11 15,7 1 5-15,-8-6 7 0,8 0 8 0,-7 0 10 16,7-3 5-16,-14-5-4 0,6 5 8 15,2-4 4-15,-8-1 0 16,8 1-8-16,-8-4 0 0,1 0-2 0,-7-4-10 16,6 1-9-16,0-1-16 0,-6 0 0 0,0 1-6 15,0 3 4-15,0-4 4 0,0 4 3 16,0 4 7-16,0-1-2 0,0 5-8 0,0-1-12 16,0 0-11-16,0 4-13 0,0 0-6 0,0 0-4 0,7 4-1 15,-7 3 2-15,0 1-1 0,7 3 1 0,-1 0 3 16,0 3 1-16,1-2 2 0,0 2-4 0,-1 0 0 15,1 1 2-15,-1 0-3 0,7-1 0 0,-6 1-15 16,-1 0-30-16,8-4-43 0,-8 0-46 0,0 0-43 16,1 0-72-16,-1-4-74 0,1 4-80 0,-1-3-101 15,1-5-115-15,5 1-130 0,-4 0-129 16,-8-4-20-16,6-4 56 0,0 0 117 0,1-3 142 16,0-3 167-16</inkml:trace>
  <inkml:trace contextRef="#ctx0" brushRef="#br0" timeOffset="2478.11">3269 1589 265 0,'0'-14'449'15,"-7"0"78"-15,7-1 82 0,0 4-13 0,0 0-91 16,-6 3-68-16,6 1-52 0,0 0-47 16,0 3-60-16,0 0-74 0,0 1-57 0,0 3-39 15,0-3-32-15,6 3-15 0,-6 3-6 0,7 0 9 0,-7 5 18 16,6-5 11-16,1 8 18 0,0 0 2 0,-1 0 2 16,0 0-1-1,1 4-7-15,0-1-3 0,-1 2-11 0,-6-2-9 0,6 1-9 16,1 3-10-16,-7-3-5 0,6-1-3 0,1-2 6 15,-7 2 6-15,7-3 3 0,-7 1-4 0,6-2-4 16,-6-3-8-16,0-3-15 0,0 2 2 0,6-1 9 16,-6-1 25-16,0-4 20 0,0 0 15 15,0 0 6-15,0-4-7 16,0 4-17-16,-6-7-27 0,6-1-25 0,-6 1-19 16,6-3-10-16,-7-2-7 0,7-3-4 0,-7 0-2 0,7 1 0 15,0-4 0-15,0-1 0 0,0 5 2 0,0-2-3 16,0 3 3-16,0-3-2 0,7 6 0 0,-7-5-2 15,7 4-1-15,-1 0-2 0,8 4-3 0,-8-1-1 16,7 1-2-16,0 0 2 0,0 4-1 16,7-2 1-16,-8 5 0 0,1 0 2 0,0 0 0 15,0 5 1 1,1 1 1-16,-2 2 1 0,2-1 5 0,-8 8-1 0,7-4 0 0,-7 0 0 16,8 4 0-16,-8-1 0 0,0 5-2 0,2-9 3 15,-8 9 1-15,6-4-1 0,0-1 3 16,-6 1 1-16,6-5 0 0,-6 5 2 0,7-4 1 15,-7 0-1-15,0-4 1 0,0 1 1 0,0-1 1 16,0-3 6-16,0 0 10 0,0-2 14 16,0-2 3-16,-7 0 5 15,7 0 1-15,-6-2-9 0,6-2-10 0,-6-3-11 0,0-1-6 16,-2 2-6-16,2-6-4 0,0-3 1 16,6 0 2-16,-7 1 1 0,7-1-5 0,0-3 0 15,0 3-2-15,0-4 0 0,7 6-4 0,-1-3-3 16,-6 1 0-16,14 5 1 0,-8-5-1 15,6 4 1-15,-5 0 0 16,13 4 0-16,-8 0 6 0,2-1-3 0,5 1-1 16,1 4-2-16,-7 3 0 0,6 0 0 0,-5 3-1 0,5 4 3 15,-6 1 1-15,0 3 1 0,-1 0 2 16,2 0 1-16,-8 7 1 0,8-3-2 0,-8-1 1 16,1 4 1-16,-1-3 3 0,-6 4 0 15,6-1 2-15,-6-3 0 0,7 3 0 0,-7-4-3 16,0 1-1-16,0-4 1 0,0 4-7 0,0-4-18 15,0-5-39 1,0 6-49-16,-7-4-62 0,7-5-66 0,0 5-77 0,0-5-88 16,-6-3-112-16,6 0-125 0,0-3-142 0,-6-1-143 0,6 0-31 15,0-3 48-15,0-4 119 0,0 0 158 0,6 0 196 16</inkml:trace>
  <inkml:trace contextRef="#ctx0" brushRef="#br0" timeOffset="2756.1">3946 1546 252 0,'0'-8'556'16,"0"-3"108"-16,0 4 85 0,-6 0 30 0,6 3-148 16,0-3-151-16,0 3-116 0,0 4-100 15,0-4-79-15,0 4-44 0,0 4-19 0,0 0-2 0,0 3 12 0,6 0 29 16,-6 8 22-16,6-4 14 0,-6 8 3 0,0-2 2 16,0 6-7-16,8-1-12 0,-8 0-11 0,0 3-14 15,0 1-21-15,6 3-24 0,-6-3-20 0,0 3-18 16,6-3-18-16,-6 3-18 0,0-3-13 15,7 0-10-15,-7 0-3 0,0-9-4 16,6 5-3-16,-6-7-3 0,0 0-8 0,0-1-29 16,0-3-28-16,0-4-43 0,0-2-55 0,0-3-70 15,0 3-77-15,0-10-86 0,-6 3-113 16,6-6-135-16,-7 0-147 0,-5-3-118 0,4-4-17 31,2-2 59-31,0-5 112 0,-8-3 162 0,8-1 193 0</inkml:trace>
  <inkml:trace contextRef="#ctx0" brushRef="#br0" timeOffset="3021.87">3829 1578 472 0,'0'-11'599'0,"7"1"81"15,-1-5 61-15,1 4-57 0,5 0-167 0,2 0-122 16,-2 4-86 0,8-4-51-16,-1 8-33 0,1-5-34 0,6 4-13 0,-6 4-23 0,5-3-13 15,2 3-11-15,-7 3-7 0,6 1-7 16,-7 4-7-16,1-2 3 0,-1 2-5 0,-6 3-3 15,1 0-4-15,-2 0 2 0,1 0-2 0,-6 4-4 16,-7-5-1-16,0 5-6 0,0 0-4 16,-7-1-14-16,1-3-12 0,-1 4-14 0,-5 0-12 15,-8-1-9-15,0 1-14 16,1-4-2-16,-1 0-26 0,0 1-34 0,1-6-53 0,-1 5-52 16,0-7-67-16,2 0-73 0,-2-2-81 0,7-2-92 15,-1 0-98-15,2-2-115 0,6-6-127 16,-2 1-46-16,2-3 37 0,6-2 91 0,0-3 130 15,6 0 158-15</inkml:trace>
  <inkml:trace contextRef="#ctx0" brushRef="#br0" timeOffset="3616.12">4259 1374 315 0,'13'-8'631'0,"-7"0"110"0,1 2 86 15,-1-5 40-15,1 3-167 0,0 5-154 16,-1-6-121-16,-6 7-80 0,6-2-70 0,-6 0-59 15,0 1-58-15,0 3-53 0,0 0-46 16,0 0-28-16,0 3-10 16,0 1 10-16,0 0 12 0,7 3 22 0,-7 4 28 0,0 4 22 15,0-4 19-15,0 7-3 0,0 0 2 0,0 4-3 16,0 3-16-16,7 2-19 0,-7-2-20 16,0 1-9-16,0 2-14 0,0-2-12 0,6 4-6 0,0-5-2 15,-6 1-1-15,7-3-2 0,-1-6 0 16,1 3 0-16,0-3 6 0,-1-7 8 15,8 2 11-15,-8-1 10 0,7-3 6 0,0-5 6 16,-7-3-5-16,7 0-56 0,7-3-15 0,-7-1 0 16,0-3 0-1,6-1 0-15,-5-4 0 0,5 2 0 0,-6-1 0 16,0-4 0-16,-7 1 0 0,8 0 0 16,-8-5 0-16,0 4 0 0,-6 0 0 0,0 5 0 15,0-1 0-15,-6 0 0 0,0-1 0 16,-1 6 0-16,0-2 0 0,-6 0 0 0,1 5 0 15,-2 0 0-15,2 3 0 0,-2 0 0 0,1 3 0 0,0 0 0 16,7 5 0-16,-7 0 0 0,7 3 0 0,-2-1 0 16,2 1 0-16,0 0 0 0,6 4 0 0,-7 0 0 0,7-4 0 15,7 4 0-15,-7-1 0 0,6-3 0 16,0 1 0-16,2 2 0 0,-2-7 0 0,7 4 0 16,0-4 0-16,0 1 0 0,0-1 0 0,6 0 0 15,1-4 0-15,-1-3 0 0,7 5 0 16,-6-5 0-16,0 0 0 0,-1 0 0 0,1 0 0 15,-8 0 0-15,2 0 0 0,-1 0 0 0,-7 0 0 16,1-5 0-16,-7 5 0 0,7 0-252 16,-7-3-170-16,0 0-102 0,-7 3-130 0,7-8-147 31,0 5-169-31,-7-1-63 0,7-3 31 0,0 3 85 16,7-3 148-16,0 3 191 0</inkml:trace>
  <inkml:trace contextRef="#ctx0" brushRef="#br0" timeOffset="4177.8">5177 1509 225 0,'0'-7'657'0,"0"-1"120"0,0 5 85 16,0-5 63-16,0 1-152 0,6 4-223 16,-6-1-172-16,0 0-108 0,-6 4-75 0,6 0-60 15,0 0-43-15,6 4-26 0,-6 0-6 0,0-1 2 16,0 9 9-16,8-6 13 0,-8 9 16 0,6 0 8 15,-6-4 1-15,6 3 6 0,-6 1-2 16,0-1-3-16,7 2-9 0,-7-6-16 0,0 1-12 16,6-3-18-16,-6 2-10 0,0-2-7 15,0-4-8-15,0 3 0 0,7-7 10 0,-7 4 17 16,0-1 18-16,0-3 20 0,0 4 24 16,0-4 20-16,0-4-4 0,6 4-12 0,-6-3-21 15,7-1-90-15,-7 0-12 0,6 1 0 16,0-1 0-16,2-4 0 0,4 1 0 0,-5 4 0 15,6-5 0-15,0 5 0 16,0-1 0-16,6 0 0 0,-5 1 0 16,5 3 0-16,-6 0 0 0,6 0 0 0,1 0 0 0,0 3 0 15,-1 5 0-15,1-5 0 0,-7 5 0 0,6-1 0 16,-6 4 0-16,1 0 0 0,-2 0 0 0,2 0 0 16,-8 3 0-16,0 1 0 0,1-4 0 0,-7 4 0 15,0 0 0-15,0-4 0 0,-7 3 0 16,-5 0 0-16,5-2 0 0,-6 2 0 15,-7-3 0-15,7 1 0 0,-6-5 0 16,0 4 0-16,-1-4 0 0,0-3 0 16,1 4 0-16,-1-6 0 0,0 3 0 0,1-2 0 15,6 1 0-15,0-4 0 0,0 4 0 16,0-4 0-16,0 0 0 0,6 0 0 0,1 0 0 0,-1-4 0 16,1 4 0-16,6 0 0 0,-6-4 0 0,6 4-32 15,-8-3-201-15,8-2-97 0,0 3-98 0,0-6-125 16,0 4-147-16,0-7-159 15,8 0-137-15,-8 0-25 0,6 0 50 0,0-4 119 0,1 0 180 16,-1 1 212-16</inkml:trace>
  <inkml:trace contextRef="#ctx0" brushRef="#br0" timeOffset="4465.89">5223 1465 36 0,'-13'-11'546'0,"0"1"151"16,7-2 107-16,-8 1 86 0,8 4-54 0,-1 0-153 0,0 2-149 15,1 2-108-15,6-1-80 0,0 1-72 0,6-1-64 16,1 4-52-16,6 0-41 0,7-4-31 16,-1 4-12-16,1 4-1 0,12-4 11 0,-6 0 8 15,7 4 5-15,6-4 5 0,-7 0 4 16,1 0 1-16,-1 0-1 0,1 0-7 0,0 0-7 16,-7 0-10-16,0 0-16 15,-6 0-12-15,-8 0-16 0,2 0-15 0,-2-4-7 0,-5 4-5 16,0 0-7-16,-1 0-19 0,1 0-29 0,-7 0-44 15,0 0-60-15,0 0-72 0,-7 0-76 16,1 4-88-16,-1-4-104 0,0 3-129 0,1-3-145 16,-6 0-161-16,4 0-42 0,-4 0 38 15,5 0 96-15,0 0 157 0,1 0 194 0</inkml:trace>
  <inkml:trace contextRef="#ctx0" brushRef="#br0" timeOffset="4683.2">5992 1355 401 0,'0'0'789'15,"0"-3"124"1,6-1 91-16,-6 0 67 0,-6-3-207 0,6 3-292 0,0 4-184 0,0-3-113 16,0 3-85-16,0 0-71 0,0 0-55 15,0 0-55-15,0 0-60 0,0 3-63 16,0 1-83-16,0 0-116 0,0-1-167 0,-8 5-183 15,8-2-197-15,0 6-73 0,0-1 12 0,0 0 82 16,-6-1 155-16,6 5 196 16</inkml:trace>
  <inkml:trace contextRef="#ctx0" brushRef="#br0" timeOffset="4865.63">5946 1751 238 0,'-7'22'659'0,"1"-4"136"15,6 0 103-15,0-3 87 0,0-4-139 16,0 4-178-16,0-4-151 0,0-3-88 0,0-1-69 15,0 0-65-15,0-3-61 0,0-1-54 0,0 1-46 16,0 0-43-16,0-4-32 16,0 0-24-16,0 0-44 0,0 0-62 0,0 0-73 0,-7-4-88 15,7-3-126-15,0 3-160 0,-7-8-188 0,7 2-175 16,-6-1-98-16,0 0-4 0,0-4 76 0,-2 4 139 16,2-4 202-16</inkml:trace>
  <inkml:trace contextRef="#ctx0" brushRef="#br0" timeOffset="5052.32">5861 1719 392 0,'0'0'605'0,"0"-5"126"0,0 5 89 0,7 0-44 0,-1-4-100 0,1 4-127 16,5-3-130-16,2 3-91 0,-2 0-59 0,8-4-47 15,-1 4-31-15,7 0-26 0,-6 0-13 16,0-4-14-16,5 4-8 0,-5-3-6 0,7 3-7 16,-8-4-12-16,0 0-15 0,-5 1-20 15,5 0-18-15,-6-2-16 0,-6 5-16 0,5-3-25 16,-4-1-47-16,-2 4-66 15,-6-3-86-15,0 3-124 0,0-4-162 0,-6 0-189 0,6 4-209 16,-14-3-88-16,8-1 1 0,-8 0 78 0,2-3 141 16,-1 4 192-16</inkml:trace>
  <inkml:trace contextRef="#ctx0" brushRef="#br1" timeOffset="10664.98">3966 3377 292 0,'0'-7'482'0,"6"3"94"0,-6-3 91 0,7 0-16 15,-7 0-110-15,0 0-81 0,6-2-54 0,-6 3-51 0,0-2-61 16,0 2-43-16,7 1-24 0,-7 2-25 16,0-2-31-16,0 3-34 0,0-3-28 0,0 5-31 15,0 0-27-15,0 0-16 0,0 5-5 16,0 2 10-16,0 1 20 0,7 6 31 0,-7 1 26 16,0 6 22-16,0 2 19 0,0 2 5 15,0 4 6-15,0 4-7 16,0 0-11-16,0 0-17 0,6-1-12 0,-6 2-13 0,6-1-25 15,-6-4-21-15,6 0-15 0,2-4-12 16,-2 1-9-16,0-3-9 0,1-5-7 0,-7 0-1 16,7-7-2-16,-7 0 2 0,6-3-4 15,-6-1 0-15,0 0 4 0,0-3-12 16,0-4-33-16,0 0-55 0,-6-4-68 0,-1 0-88 16,0-3-93-16,-5 0-128 0,4-4-145 0,-4 1-167 15,6-6-181 1,-8-2-48-16,1-1 21 0,1-1 101 0,4-3 158 15,-4-3 209-15</inkml:trace>
  <inkml:trace contextRef="#ctx0" brushRef="#br1" timeOffset="10933.27">3810 3296 307 0,'-8'-7'575'0,"-4"0"105"15,-1-4 87-15,6 7 33 0,1-3-184 16,-1 4-139-16,1-2-106 0,6 2-87 0,6-1-72 15,1 4-55-15,6 0-34 0,0-3-32 16,13 3-10-16,0 0-13 0,7 0-3 0,-1 0-6 16,1 0-13-16,6 0-8 0,-7 0-7 15,8-4 1-15,-1 4-9 16,-7-3-6-16,1 3-2 0,-7-4-1 0,0 4-6 0,-1-4-5 16,-5 4-3-16,0-4-8 0,-7 4-18 15,-7 0-29-15,1 0-38 0,0 0-56 0,-7 0-76 16,0 4-97-16,-7 0-106 0,0 0-125 15,1 3-132-15,-1-4-79 0,-5 4 4 0,5-2 68 16,0 2 105-16,1 0 140 0</inkml:trace>
  <inkml:trace contextRef="#ctx0" brushRef="#br1" timeOffset="11367.13">4721 3289 129 0,'0'-11'448'0,"0"-3"67"16,-6-5 75-16,6 5 80 0,-7-4-123 16,7 3-100-16,-6 1-49 0,-1-1-26 15,0 3-40-15,1-1-62 0,6 1-52 0,-6 5-38 16,0-1-32-16,-2 5-35 0,2-1-25 0,0 1-26 15,-1 3-16 1,-6 3-1-16,0 1 7 0,7 7 14 0,-8-1 12 16,2 6 21-16,-2 2 15 0,1 1 12 0,1 6 11 0,-2 7-1 15,8 1-3-15,0 4-8 0,-1 4-6 16,0-1-16-16,7 0-17 0,0 0-10 0,0 1-11 16,7-1-5-16,6-4-8 0,-7-2-3 15,8-1-8-15,-2-1-5 16,1-3-4-16,7-2-8 0,-6-5-3 0,-2-1-7 15,8-2-4-15,-7-5 1 0,-1-3-4 0,2 0 0 16,-8-3-14-16,7-5-35 0,0-3-55 0,-6 0-72 16,6 0-84-16,-6-7-113 0,-1-1-138 15,0-2-161-15,0-1-163 0,2-3-116 0,-8-5-15 16,6 1 59-16,0-4 123 0,-6 0 180 16,7-1 209-16</inkml:trace>
  <inkml:trace contextRef="#ctx0" brushRef="#br1" timeOffset="11927.71">4845 3473 1 0,'0'-7'460'0,"7"-5"128"0,-7-3 101 16,0 8 78-16,0 0-34 0,6 1-148 0,-6-3-111 15,0 6-106-15,0-2-90 0,0 2-84 16,0 0-67-16,0 3-41 0,7 3-26 0,-7 0-9 16,6 5 6-1,-6 1 15-15,6 1 12 0,-6 0 11 0,8 2 2 0,-8 3 3 16,6-1 3-16,0 1-3 0,-6 3 5 0,6 1-4 15,-6-1-1-15,7-1-9 0,0 3-7 16,-1-3-10-16,-6-2-8 0,7 0 4 0,-7-1 2 16,6-2 5-16,-6-2 5 0,0-3 15 15,6 1 15-15,-6-1 8 0,0-3 20 16,0 0 26-16,0-4 20 16,0 3 7-16,0-3-107 0,0-3-86 0,0 3 0 0,0-4 0 15,0-3 0-15,-6 0 0 0,6-5 0 0,0 2 0 16,-6-5 0-16,6 0 0 0,0 1 0 15,-7-1 0-15,7-4 0 0,0 4 0 0,0-2 0 16,0 2 0-16,7 0 0 0,-7 4 0 16,6-3 0-16,0 3 0 15,8 0 0-15,-8 0 0 0,8 0 0 0,-2 3 0 16,8 1 0-16,-7 0 0 0,7 3 0 0,-8 0 0 0,8 2 0 16,-7 2 0-16,7 0 0 0,-1 2 0 15,-6 2 0-15,6 0 0 0,-5 3 0 0,-2 0 0 16,2 4 0-16,-1 1 0 0,-7-2 0 15,1 2 0-15,6 2 0 16,-7 1 0-16,0 0 0 0,-6-1 0 16,8 0 0-16,-8 2 0 0,6-2 0 15,-6 0 0-15,0-2 0 0,0-1 0 0,0 0 0 0,0-1 0 0,0 2 0 16,0-5 0-16,6 0 0 0,-6 1 0 16,0-5 0-16,0 1 0 0,0-1 0 0,0-3 0 15,0 4-72-15,0-4-259 0,0 0-102 16,-6-4-142-16,6-3-171 0,-6-1-191 15,-2 1-121-15,8-7-6 0,0-1 66 0,0-3 145 16,0-1 196-16,8-3 233 16</inkml:trace>
  <inkml:trace contextRef="#ctx0" brushRef="#br1" timeOffset="12255.13">5372 3252 12 0,'0'-14'497'0,"0"3"129"0,7 0 104 16,-7 4 69-16,0-4-74 0,7 4-152 15,-7 0-146 1,6 2-99-16,0 2-73 0,8-2-38 0,-1 5-29 0,0 0-23 0,0 0-12 16,7 5-15-16,-8-2-21 0,8 9-24 15,-7-5-11-15,7 8 2 0,-1-1 3 0,-6 8 5 16,0 0 5-16,0 8 7 0,0-2 21 16,-7 9 5-16,2-4-2 0,4 4-9 15,-12 0-10-15,6-1-10 0,-6 1-30 0,0-4-22 16,0 1-17-1,0-6-6-15,-6 1-3 0,0 1 0 0,0-9-2 16,-2 1-3-16,-4-2 0 0,5-6-2 0,0 0-1 16,-6-3 0-16,1 0-4 0,5-3 1 15,-6-5-2-15,0 1-3 0,-7-4-31 0,7 0-52 0,0 0-70 16,7 0-83-16,-8-4-112 0,8-3-149 0,0 0-172 16,6-1-188-16,0-3-126 0,6-3-20 15,0 0 57-15,8-1 120 16,5-4 186-16,1 4 230 0</inkml:trace>
  <inkml:trace contextRef="#ctx0" brushRef="#br1" timeOffset="12475.21">6102 3613 514 0,'6'0'723'0,"1"0"111"16,0-4 60-16,-1 4-80 0,0-5-144 15,1 5-222-15,0-3-163 0,6 3-95 0,-7-5-48 16,7 5-31-16,6-3-25 0,-5 0-22 15,-1 3-19-15,6 0-13 0,0-3-25 16,-5 3-44-16,-1 0-71 0,0 0-105 0,0-5-136 16,-7 5-156-16,1 0-169 0,-7 0-138 15,-7 5-25-15,1-5 53 16,0 3 108-16,-8 0 142 0</inkml:trace>
  <inkml:trace contextRef="#ctx0" brushRef="#br1" timeOffset="12681.88">6134 3714 60 0,'-12'12'512'0,"5"-1"116"15,0-5 83-15,1-1 77 0,0 1-88 16,6-1-130-16,-7-1-110 0,7-1-63 0,7 1-35 16,-7-1-34-16,6 1-24 0,0-1-38 15,8-3-31-15,5 4-41 16,-6-4-37-16,6 0-35 0,1-4-35 0,-6 4-24 0,5-3-21 16,0 3-21-16,-6 0-25 0,1-4-39 15,-8 4-52-15,0 0-71 0,1 0-95 0,-1 0-151 16,-6-3-173-16,0-1-196 0,-6 4-146 15,-1-7-36-15,1 2 39 0,0-1 127 0,-2-2 172 16,-4 2 222-16</inkml:trace>
  <inkml:trace contextRef="#ctx0" brushRef="#br1" timeOffset="13199.19">7131 3286 3 0,'7'0'461'0,"-7"-4"135"0,6 0 99 0,-6-3 62 16,0 3-35-16,6 1-131 0,-6-1-121 15,0 1-109-15,0-2-81 0,0 5-76 16,0 0-59-16,0 0-47 0,0 0-37 15,0 5-13-15,0 2-4 0,0 4 12 0,-6 0 14 0,6 4 22 16,6 3 31-16,-6 4 32 0,0 0 22 16,0 7 9-16,0-2 3 0,0-3-6 0,0 6-21 0,7-1-36 15,-7-4-31-15,7 1-28 0,-7 0-18 16,6-4-16-16,1 0-11 0,-1-4-9 0,0-3-8 16,1-1-12-16,-7-2-28 0,7-2-38 15,-7-2-45 1,0-5-55-16,0-3-73 0,0 0-103 0,-7 0-125 0,0-7-146 15,-5 0-164-15,-1-5-130 0,-1-2-25 0,2-4 62 16,-2 0 124-16,2-8 165 0,-2 1 200 16</inkml:trace>
  <inkml:trace contextRef="#ctx0" brushRef="#br1" timeOffset="13427.48">6955 3275 126 0,'-13'-11'591'0,"0"4"125"0,1-1 84 0,-2 1 74 16,8 0-103-16,-7-1-184 0,13 1-153 15,-7 3-95-15,7 1-70 0,0 3-63 0,7-4-59 16,-1 4-39-16,13 0-30 0,1 0-22 16,6 0-5-16,1 0 0 0,5-4 9 0,7 4-1 15,-7 0-1 1,14-3-3-16,-7 3-4 0,0-4-7 0,-6 0-12 16,5 1-11-16,-5 0-5 0,-7 3-8 0,0-4-15 0,-6-1-30 15,-1 5-40-15,-5-3-58 0,-8 3-66 16,0 0-85-16,1 3-114 0,-7-3-123 0,0 5-131 15,0-5-148-15,-7 4-45 0,7-1 25 16,-6 0 94-16,0 1 131 0,6 0 163 16</inkml:trace>
  <inkml:trace contextRef="#ctx0" brushRef="#br1" timeOffset="13787.24">7783 3209 254 0,'6'-7'594'0,"0"-4"98"0,1-1 86 16,-7 4 66-16,7-1-177 0,-7-2-168 16,0-1-107-16,0 1-68 15,-7 4-65-15,7 0-48 0,-7 3-51 0,7-4-38 0,-6 4-34 16,0 4-28-16,-2-3-22 0,2 3-19 0,0 3-6 16,-1 1-1-16,-6 4 8 0,6-1 10 15,1 8 19-15,-6-1 19 0,-2 5 19 16,8 4 13-16,-7 2 6 0,-1 7 9 0,8-2-4 15,0 7-1-15,-1-1-4 0,0 4-5 16,1 1-2-16,6-4-4 16,0-1-3-16,6 1-10 0,1-5-8 0,0-2-8 15,-1-1-14-15,7-3-10 0,0 0-10 16,-6-8-10-16,5 3-7 0,8-5-2 0,-7-5-12 0,0 0-22 16,0-4-50-16,7-3-69 0,-7-1-88 15,6-3-102-15,-6-3-138 0,7-4-156 0,-7-5-163 16,0 1-166-16,0 0-40 0,-6-7 36 15,-1 3 109-15,7-7 159 0,-7 0 201 16</inkml:trace>
  <inkml:trace contextRef="#ctx0" brushRef="#br1" timeOffset="14365.14">7958 3439 158 0,'-7'-10'549'0,"7"2"122"16,0-3 94-16,-6 3 43 0,6 2-109 15,0 2-158-15,0-3-134 0,0 4-96 0,0-2-78 16,0 5-60-16,0 0-44 0,0 0-32 15,6 0-14-15,1 8-8 0,-7-1 8 16,7 0 14-16,-1 4 18 0,1 0 16 0,5 4 4 16,-12 3-3-16,14-3-7 0,-14 4-10 15,6-1-11-15,0-1-11 0,2 2-10 0,-2-1-1 16,-6 1-1-16,6-5-2 0,-6 6-2 16,7-6-2-16,-7 0-5 0,6-3-6 15,-6 0-5-15,0-4 0 0,7 0-4 0,-7 1 6 16,0-4 9-16,0-1 12 0,0 1 20 15,0-4 22-15,0 4 15 0,0-4-139 0,0 0 0 16,0-4 0-16,0 0 0 0,0 1 0 16,-7-4 0-16,7-1 0 0,0-3 0 0,-6 0 0 15,6 0 0-15,-7-3 0 0,7-4 0 16,0-1 0-16,0 0 0 0,-6 1 0 16,12 0 0-16,-6 0 0 0,7-1 0 15,-1 5 0-15,1-1 0 0,6 0 0 0,-1 4 0 0,2 4 0 16,-1-4 0-16,0 5 0 0,6-3 0 0,-5 1 0 15,5 5 0-15,-6 0 0 0,6-1 0 16,-5 4 0-16,-2 0 0 0,2 4 0 16,-1-1 0-16,0 5 0 15,0-1 0-15,-7 4 0 0,8 0 0 16,-8-1 0-16,0 6 0 0,1-2 0 0,-1 1 0 16,1 0 0-16,-7-1 0 0,7-2 0 0,-1 2 0 0,-6 0 0 15,0-3 0-15,6 0 0 0,-6 0 0 0,0 0 0 16,0-2 0-16,0-3 0 0,7 2 0 15,-7-1 0-15,0 0 0 0,0-3 0 0,0-1 0 16,0 1-307-16,0 0-108 0,0 0-123 16,0-4-150-16,0 0-172 0,0-4-162 15,7 0-38-15,-7-3 39 16,6 0 112-16,7-1 180 0,-6 1 223 0</inkml:trace>
  <inkml:trace contextRef="#ctx0" brushRef="#br1" timeOffset="14568.85">8519 3546 16 0,'6'0'562'0,"-6"-4"169"15,6 4 115-15,-6 0 71 0,0-3-78 16,7 3-178-16,-7 0-199 0,6 0-139 0,1 0-81 16,-1 0-41-16,1 0-10 0,5 3 1 15,2-3 2-15,-1 0 1 0,0 0-2 16,0 0 0-16,0 0-7 0,6 0-11 0,-5 0-18 16,5 0-19-16,-6 0-27 0,6-3-28 15,-5-1-23-15,-1 4-24 0,0-3-32 0,-7-2-44 16,7 5-56-16,-7-4-71 0,2 4-77 15,-8 0-94-15,6 0-102 16,-6 0-124-16,0-3-124 0,0 0-130 16,0-1-118-16,-6-3-8 0,6 3 68 0,0-3 127 0,0 0 159 15,0-1 189-15</inkml:trace>
  <inkml:trace contextRef="#ctx0" brushRef="#br1" timeOffset="14896.88">9091 3338 295 0,'6'-4'692'0,"-6"-4"129"0,0 5 93 0,0-5 47 0,8 5-149 16,-8 0-216-16,0 3-169 0,0-5-102 15,-8 5-78-15,8 0-58 0,0 0-47 0,8 0-31 16,-8 5-13 0,0-2-7-16,0 4 2 0,6 0 11 15,-6 5 13-15,6-2 5 0,-6 5-1 0,7 4 0 16,-7-2-1-16,0 3-5 0,0-3-7 15,6 6-8-15,-6-6-19 0,0 5-14 0,0-3-13 0,7-1-10 16,-7 0-11-16,0-4-9 0,0 1-3 0,0-1-6 16,0-1-5-16,7-3-10 0,-7-2 0 15,0-1 0-15,0-3 0 0,0-1-36 0,0 1-61 16,0-4-67-16,0 0-90 0,0 0-105 16,0-4-136-16,0-3-173 0,-7 0-207 0,7-4-155 15,0-4-29 1,-7 1 48-16,7-9 120 0,-6 1 186 0,6-3 244 0</inkml:trace>
  <inkml:trace contextRef="#ctx0" brushRef="#br1" timeOffset="15240.11">9150 3088 400 0,'0'-11'663'0,"0"4"102"15,0-5 73-15,6 2-25 0,1 3-130 0,6-1-194 0,0 4-131 16,0 1-67-16,0-2-40 0,7 5-26 0,-1 5-16 15,1-2-17-15,6 5-16 0,-6-1-12 0,-1 7-10 16,7 1-8-16,-6 4-12 0,-1 3-1 16,-6-1-1-16,0 9-6 0,0-1 0 0,-6 4-2 15,-1 4-6-15,0 0-9 0,-6 0-6 16,0-2-13 0,-6 6-19-16,0-9-14 0,-1 6-8 0,-6-5-47 0,0-4-2 0,0 1 0 15,-6-5 0-15,5 1 0 0,-5-5 0 16,6-2 0-16,0-4 0 0,-1-5 0 0,8 1 0 15,0-3 0-15,0-2 0 0,-1-2 0 16,0 1 0-16,7-2 0 0,-6-3 0 0,6 5 0 16,-7-10 0-16,1 5-263 0,-1-3-114 15,7-2-128-15,-7 1-143 16,1 1-168-16,0-4-190 0,0-4-57 16,-2 0 28-16,2 0 109 0,0-3 157 0,-1-1 205 15</inkml:trace>
  <inkml:trace contextRef="#ctx0" brushRef="#br1" timeOffset="15771.65">10707 3399 350 0,'0'-7'640'0,"0"-3"115"0,0-6 90 16,0 2-3-16,-7 0-103 0,7 2-178 0,0 1-124 15,0 0-74-15,0 1-55 0,0 2-50 16,0 4-36-16,0 0-33 0,0 1-35 16,0-1-33-16,0 4-32 0,0-4-24 0,0 8-17 15,7 0-12-15,-7 3-2 0,6 7 8 16,1 2 13-16,-1 1 5 15,0 6 6-15,1 2-1 0,0 0 0 0,-1 2-9 0,0-2-7 16,2 1-4-16,-2-4-6 0,-6 3-7 0,6-6-9 16,1 2-7-16,-1-6-6 0,-6 4-4 15,7-7-7-15,-7-2-22 0,0 1-38 16,6-4-49-16,-6-3-59 0,0-1-77 0,-6 1-106 16,6-4-124-16,-7-4-144 15,-6 1-162-15,7-4-156 0,-8-4-40 16,2 0 48-16,-2-1 113 0,-5-2 164 0,6 0 200 0</inkml:trace>
  <inkml:trace contextRef="#ctx0" brushRef="#br1" timeOffset="15990.89">10551 3480 253 0,'-14'-4'612'0,"1"1"137"15,0-1 101-15,7 1 20 0,-1-1-92 0,1 1-153 16,-1-2-163-16,7 5-111 16,7 0-84-16,-7 0-64 0,13 0-39 15,6 0-27-15,8 0-19 0,-2 0-10 0,7 0-3 0,2 5-4 16,-2-5-2-16,7 0-13 0,0 0-10 15,-6 0-7-15,5 0-12 0,-4-5-14 0,-2 5-12 16,-6-3-8-16,-7 3-8 0,1-5-12 16,-1 2-25-16,-5 3-38 0,-2-4-58 0,-5 4-79 15,0-3-111-15,-7 3-150 0,0-4-148 16,0 4-179-16,-7-3-149 16,-6-1-31-16,7 0 53 0,-8-3 125 0,8 3 154 0,0-4 208 15</inkml:trace>
  <inkml:trace contextRef="#ctx0" brushRef="#br1" timeOffset="16453.9">11912 3139 325 0,'0'0'570'16,"6"0"120"-16,0 0 78 0,-6 0-68 15,7 0-106-15,-7 0-158 0,0 5-133 0,0-5-93 16,0 2-46-16,0 6-13 0,-7 3 5 16,7 0 21-16,-6 7 34 0,6 4 21 0,-6 4 11 0,6 3 1 15,0 4-10-15,6 1-17 16,-6-2-35-16,0 0-36 0,6-2-27 0,1 0-17 16,0-1-21-16,-1-7-15 0,-6 0-18 15,6-4-11-15,1-4-13 0,-1 1-8 0,1-7-2 16,-7 3-3-16,7-8-17 0,-7 2-44 15,0-5-61-15,0 0-76 0,0-8-104 16,-7 3-144-16,0-4-162 0,-6-7-178 0,7-2-172 16,-7 0-46-16,-6-8 36 0,5 1 110 15,1-5 160-15,-6-3 206 0</inkml:trace>
  <inkml:trace contextRef="#ctx0" brushRef="#br1" timeOffset="16678.34">11697 3198 123 0,'-14'-7'586'0,"8"0"133"0,0-1 94 0,-1 3 47 15,1-1-111-15,12 3-178 0,-6-2-184 0,13 2-106 16,0 0-75-16,6 3-41 0,8 0-19 16,-1 0-15-16,6 0-9 0,1 0-15 0,-1 3-9 15,7-3-14-15,7 0-12 0,-7 3-17 16,0-3-9-16,1 0-11 0,-2 0-12 0,1 0-5 16,-13 0-6-16,1 0-7 0,-1-3-19 15,-14 3-26-15,2 0-48 0,-1 0-66 16,-7 0-103-16,-6 0-141 0,0 0-164 0,0-3-188 0,-6 3-118 15,-1-5-22-15,1 5 56 0,-1-2 118 16,0-3 167-16</inkml:trace>
  <inkml:trace contextRef="#ctx0" brushRef="#br1" timeOffset="17006.37">12628 3037 296 0,'12'-11'698'0,"-4"0"110"15,-2 0 76-15,0 1 56 0,-6-2-177 0,0 1-262 16,7 3-161-16,-14-3-89 0,7 7-60 16,0-3-46-16,-6 4-43 0,0-1-27 0,-2 4-19 15,2 0-16-15,0 0-6 0,-7 4 2 16,0 3 12-16,0 0 4 16,-1 4 13-16,2 3 17 0,-2 5 12 0,2 4 9 0,-1-1 6 15,-1 3 2-15,2 7 1 0,5-2-7 16,0 4-8-16,1 2-11 0,0-3-8 0,6 3-8 15,0 1-9-15,0-3-7 0,6-6-12 16,-6 2-4-16,13-1-7 0,-6-3-4 0,5-8-5 16,-5 4-8-16,6-7-4 0,0-1-22 15,7-2-38-15,-8-5-56 16,2 0-72-16,-1-7-81 0,7 4-103 0,-8-8-130 0,2 0-132 16,-2-3-146-16,2-1-154 0,-1-6-37 0,-7-1 44 15,7-3 112-15,-6-3 149 0,-1-6 191 16</inkml:trace>
  <inkml:trace contextRef="#ctx0" brushRef="#br1" timeOffset="17521.86">12745 3209 435 0,'0'-11'625'0,"0"1"109"0,0-2 88 0,-6 5-48 0,6 0-133 0,0-1-146 16,0 5-137-16,0-2-98 0,0 3-86 0,0 2-54 16,0 0-48-16,6 0-22 0,-6 2-11 15,0 6 7-15,7 0 14 0,-1 1 17 16,-6 8 24-16,6-3 15 0,1 4 15 0,-7 0 4 15,7 1-1-15,-1 2 1 0,-6 5-3 16,6-4-7-16,2 0-8 16,-8 0-11-16,6 0-4 0,0-4-8 0,-6 1-10 0,7-5-4 15,-7 2 3-15,6-6 3 0,-6 1 2 0,0-3 5 16,0-5 12-16,7 1 18 0,-7-1 16 16,0 1-39-16,0-4-100 0,0 0 0 15,0-4 0-15,0 1 0 16,6-8 0-16,-6 0 0 0,0-3 0 0,0-6 0 15,0 2 0-15,7-4 0 0,-7-4 0 16,0 5 0-16,6-2 0 0,0 3 0 0,-6 0 0 0,8 2 0 16,-2 4 0-16,0-1 0 0,1 4 0 0,6-4 0 15,0 8 0-15,0-4 0 0,0 4 0 16,7 0 0-16,-8-1 0 0,8 3 0 0,-1 5 0 16,-5 0 0-16,5 0 0 0,-6 0 0 15,0 5 0 1,1 3 0-16,-2-1 0 0,1 0 0 0,0 4 0 15,-6-4 0-15,-1 8 0 0,1-1 0 0,0 1 0 0,-1 3 0 16,0-2 0-16,1 2 0 0,-7-1 0 0,7-1 0 16,-7 2 0-16,6-4 0 0,-6 1 0 15,0-5 0-15,0 7 0 0,0-7 0 16,0-3 0-16,6 3 0 0,-6-5 0 0,0 3 0 16,7-5 0-16,-7 1-337 0,0-4-142 0,0 3-158 15,6-6-182 1,1-1-206-16,0-4-75 0,-1 0 17 0,8-2 87 0,-2-1 169 15,1 0 220-15</inkml:trace>
  <inkml:trace contextRef="#ctx0" brushRef="#br1" timeOffset="17755.96">13423 3312 14 0,'0'-3'569'0,"6"3"179"0,-6 0 114 16,0 0 77-1,0 0-72-15,0 0-178 0,0 0-207 0,6 0-150 0,-6 0-82 0,14 0-45 16,-8 3-14-16,0 0-2 0,8-3 2 15,-1 4 3-15,-1-4-4 0,2 0-5 0,-2 0-16 16,8 0-22-16,-7 0-25 0,1 0-26 16,-2 0-26-16,2 0-27 0,-2 0-28 0,1 0-46 15,1-4-65 1,-8 4-85-16,0 0-99 0,0 0-130 16,2 0-165-16,-2 0-186 0,-6-3-187 0,6 0-71 0,-6-2 17 15,0-3 88-15,0 6 154 0,7-6 207 0</inkml:trace>
  <inkml:trace contextRef="#ctx0" brushRef="#br1" timeOffset="18247.8">13794 3162 69 0,'0'-8'615'0,"-7"0"163"0,7 1 107 16,0 0 76-16,-7 3-76 0,7-3-197 15,0 3-202-15,0 1-136 0,7-1-85 0,-7-4-53 16,13 4-36-16,-7 4-23 0,8-3-20 0,-1 0-9 15,0 3-2-15,6-4-4 0,1 4-5 16,-1 0-8-16,1 0-12 0,0 4-14 0,-1-1-16 16,0 0-13-1,1 6-13-15,-7-2-15 0,1 4-6 0,-2-1-5 0,1 6-3 0,0-2-7 16,-6 5-3-16,-7-5 2 0,0 4-3 16,0 1-1-16,-7-2 2 0,-6 2 1 15,0-1 4-15,1 2-3 0,-2-3 2 0,-6 2 1 16,1-1-2-16,-1 1 1 0,1-5 1 15,6 0 1-15,-7-3 3 0,7 0 19 0,7 0 26 16,-8-3 32 0,8-5 37-16,0 2 30 0,-1-2-25 0,7 1-126 0,-6-4 0 15,6 3 0-15,0-3 0 0,6 0 0 0,1 0 0 16,-1 0 0-16,8 0 0 0,-2 0 0 16,1 0 0-16,7 0 0 0,0-3 0 15,-1 3 0-15,7 0 0 0,-6 0 0 0,6 0 0 16,-7-4 0-16,7 4 0 0,-6 0 0 15,-7 0 0-15,6 0 0 16,-6-3 0-16,1 3 0 0,-2 0 0 0,-5-5 0 0,0 5 0 16,-1 0 0-16,0 0 0 0,-6 0 0 0,7-3 0 15,-7 3-85-15,0-5-374 0,0 2-182 0,0-1-202 16,0-3-227-16,-7-4-75 0,1 0 22 16,6-3 90-16,-6 0 172 0,-1-2 230 15</inkml:trace>
  <inkml:trace contextRef="#ctx0" brushRef="#br1" timeOffset="18631.16">14230 2861 378 0,'0'-11'731'0,"0"0"126"0,0-1 79 16,0 2 17-16,0 3-183 0,6-1-264 0,8 5-169 15,-8-5-101 1,7 8-54-16,0 0-24 0,6 4 0 0,1 3 4 0,0 1-4 0,-1 3-8 15,1 3-9-15,6 4-10 0,-7 0-12 16,1 5-13-16,0 3-9 0,-8-1-1 0,8 4 6 16,-13 4 7-16,5 4-3 0,-4 0-3 15,-2-1-6-15,0 1-13 0,-6 0-22 0,-6 3-21 16,0-4-13-16,-8 1-9 0,1 0-3 16,-7-5 2-16,0-3 2 15,-5 1 3-15,-1-3-22 0,6-6-1 0,-6 1 0 0,0-4 0 16,7-3 0-16,-1 0 0 0,1-5 0 0,5 1 0 15,2-3 0-15,5-5 0 0,0 2 0 16,1-2 0-16,0 0 0 0,-1 0 0 0,7-3 0 16,-7 0 0-16,7 5-92 0,0-5-209 15,0-5-130-15,-6 5-184 0,6-6-218 16,0 3-221-16,0-5-67 16,0-4 26-16,0 2 87 0,0-1 179 0,6-3 244 0</inkml:trace>
  <inkml:trace contextRef="#ctx0" brushRef="#br1" timeOffset="19537.58">15520 3144 62 0,'6'-9'426'0,"-6"2"123"0,0-4 115 0,0 1 31 16,6 1 17-16,-6-1-104 0,0-1-75 15,0 0-76-15,0-3-71 0,0 3-64 0,0-1-51 16,0 4-34-16,0 6-41 16,0-6-40-16,0 4-39 0,0 4-38 15,0-3-28-15,0 6-20 0,-6 1-7 0,6 4 8 0,-6 6 18 16,6 1 26-16,-7 7 22 0,7 0 21 0,-6 7 10 15,6-4-2-15,-7 8-13 0,7-3-15 16,0 3-21-16,0 0-18 0,0 1-15 0,0-5-11 16,7-1-7-16,-7 2-9 0,6-5-5 15,1 0-3-15,-7-5-4 0,6-2 0 0,0-4-3 16,-6 1-2 0,8-5-10-16,-8-1-21 0,0-6-36 0,0 1-62 0,0-1-77 0,0-3-101 15,0 0-136-15,-8-3-166 0,2-4-189 16,0-2-172-16,-7-5-47 0,6 0 38 0,-6-1 108 15,7-3 171-15,-8-1 213 0</inkml:trace>
  <inkml:trace contextRef="#ctx0" brushRef="#br1" timeOffset="19797.25">15357 3282 448 0,'-7'-4'677'16,"0"1"122"-16,1-1 84 0,0 4-63 15,6 0-130-15,0-4-188 0,6 4-167 0,7 0-101 16,0 0-68-16,6 4-37 0,1 0-14 15,13-1-8-15,-1 1-6 0,1 0 0 16,7-1-1-16,5 2 0 0,-7-5 2 0,2 2 7 16,-1-2 7-16,-6 0-4 15,-1-2-5-15,1-3-7 0,-7 5-13 0,0-3-16 16,-7-1-17-16,-6 0-14 0,0 1-21 0,-7 3-32 16,2-4-42-16,-2 4-62 0,0 0-74 15,-6 0-91-15,-6 0-102 0,6 0-118 16,-6 0-124-16,-2 0-122 0,2 0-124 0,0-4-14 15,6 4 58-15,-7-3 109 16,1 3 145-16,6-4 169 0</inkml:trace>
  <inkml:trace contextRef="#ctx0" brushRef="#br1" timeOffset="20763.34">17154 3048 21 0,'0'0'252'0,"0"0"58"0,0 4 29 15,0-4-30-15,0 0 5 0,0 0-15 16,0 0-20-16,0-4-27 0,0 4-16 0,0 0-4 16,0-4-8-16,0 4-7 0,0-3-1 0,0-1 1 0,0 4-2 15,0-4-8-15,0 0 0 0,0 1-2 16,0-2-1-16,0 3-3 0,0-6-13 0,0 4-7 15,0 1-11-15,0-1-6 0,0-2-6 0,0 1-7 16,0 1-3-16,-6 1-12 0,6-5-14 16,-6 5-21-16,-2-1-22 0,2-3-18 0,0 4-14 15,-7-2-10 1,0 1-5-16,6 1-2 0,-6-1-5 0,0 4 0 0,-7 4-1 0,8-1-4 0,-8 1 1 16,1 7 3-16,-1-3 7 0,0 6 1 15,1 1 1-15,-1 4 6 0,1 3 2 16,-1 0-2-16,0 3 4 0,8 1 15 0,-8 4 12 15,7-5 1-15,0 4 7 0,0 0 10 16,7 1 1-16,-1-1-2 0,0-3 2 0,7 0 12 16,0-1 14-1,0 0 15-15,7-3-73 0,0 0-57 0,-1-3 0 0,7-1 0 16,7-3 0-16,-1-4 0 0,0 3 0 0,8-6 0 16,-1-2 0-16,0 3 0 0,0-6 0 15,-1 1 0-15,2-1 0 0,5 1 0 0,-6-4 0 16,1 0 0-16,-1 4 0 0,-6-4 0 15,5-4 0-15,-5 4 0 0,-8 0 0 16,2-4 0-16,-1 4 0 0,-6 0 0 16,-1 0 0-16,0 0 0 0,-6 0 0 0,7-3 0 0,-7 3 0 15,-7 0 0-15,7 0 0 0,-12 0-7 16,5-4-470-16,-6 1-211 0,-1-2-254 16,-5 1-202-16,0-2-44 0,6-2 49 0,-7 1 111 15,7 0 199-15,-6 0 273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48:33.0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8726 5374 306 0,'8'-11'435'0,"-2"4"70"15,0-4 44-15,1 0-8 0,-1-4-56 16,-6 5-59-16,0-2-48 0,0-3-36 0,0 5-35 15,0-2-58-15,-6 1-49 0,-1 0-27 16,-5 4-23-16,-2-1-24 0,1 5-27 16,-7 0-16-16,-6 6-15 0,0 5-11 0,-6-1 1 15,-1 7 8-15,-6 4 8 0,7 8 3 16,-7 4 8-16,6 3 7 0,1 3 3 0,6 4-6 16,6 5-4-16,0-1 4 0,7-1 2 15,7 2 4-15,6-6-1 0,6 2 16 16,7-4 12-16,1 0 6 0,12-8 4 0,0 4 3 15,6-8 1-15,7-3-11 0,0-3-5 16,0-1-11-16,7-7-14 0,-1 0-17 0,1-4-13 16,-1-3-15-16,1 0-16 0,0-8-12 0,-7 4-7 15,-6-4-6-15,-1 1-2 0,-5-1-12 16,-9 1-34-16,-4-2-61 0,-1 2-103 0,-7-1-132 16,0 1-190-16,-6 3-235 0,-6 0-262 15,0 0-106-15,-7 0 12 0,-1 3 87 16,-4 1 164-16,-2 4 233 0</inkml:trace>
  <inkml:trace contextRef="#ctx0" brushRef="#br0" timeOffset="396">8701 6169 113 0,'6'-10'604'0,"-6"-6"133"15,0 2 92 1,0-1 74-16,0 0-80 0,0 1-207 0,0 2-166 0,-6-2-110 0,6 7-81 16,-7-1-64-16,-6 5-59 0,0 3-38 0,-6 7-18 15,-1 4-2-15,-13 3 12 0,1 12 19 16,-7 4 22-16,0 7 23 0,-7 6 12 0,-13 9 5 16,1 6-8-16,-14 4-15 0,1 1-19 15,-1 3-17-15,0-1-12 0,1-2-5 0,12-4 0 16,1-4 2-16,12-4 2 0,7-7-28 15,6 0-71-15,7-4 0 0,0-4 0 0,0-6 0 16,13-5 0-16,-7-3 0 0,14-3 0 16,-7-4 0-16,7-5 0 0,-1 2 0 0,0-5 0 15,7-4 0-15,0-3 0 0,0 4 0 16,0-8-112-16,0 4-249 0,7-3-136 16,-7-1-166-16,13-3-189 0,-13 3-199 0,6-3-43 15,1 0 39-15,-7-1 100 0,-7 5 167 16,1-1 226-1</inkml:trace>
  <inkml:trace contextRef="#ctx0" brushRef="#br0" timeOffset="860.15">6239 7788 428 0,'-7'-10'564'0,"7"-2"109"0,-6 1 94 16,6 0-59-16,0 3-95 0,0 5-105 16,-7-4-108-16,7 3-98 0,0 4-70 0,-6 0-43 15,6 7-26-15,-6 0 2 0,6 9 12 16,-8 2 28-16,8 4 15 0,0 8 6 16,-6 2 3-16,6 5-5 0,0 0-7 0,0 3-17 0,-6-1-26 0,6 3-27 15,0-6-27-15,0-3-26 0,0 0-21 16,0-4-16-16,0-3-15 0,0-4-12 0,0-3-9 15,0-2-6-15,0-2-7 0,0-4-8 16,0-4 0-16,0 1 0 0,0-5 0 0,0-3-29 16,0 0-93-16,0-3-102 0,-7-5-120 15,7 1-161-15,-7-4-197 0,1-4-217 16,0-2-148-16,-1-2-18 0,1-8 54 0,-1 0 128 16,0-4 193-16,1-5 247 0</inkml:trace>
  <inkml:trace contextRef="#ctx0" brushRef="#br0" timeOffset="1078.45">5958 7810 406 0,'-12'-3'676'0,"5"-1"108"0,1 4 74 0,-1-4-20 0,7 1-162 15,7 3-209-15,-1-4-149 0,1-3-91 16,13 3-62-16,-2 1-36 0,9-1-28 0,5-4-21 16,1 5-15-16,6-5-14 0,0 5-12 15,0-5-6-15,7 0-10 0,-7-2-7 16,0 2-6-16,-7 5-13 0,-5-5-21 0,-1 5-43 15,-6-1-49-15,-14 1-62 0,7-1-95 16,-13 0-120-16,0 4-137 0,-7 0-136 0,1-3-111 16,-8 3-21-16,8 3 52 0,-7-3 105 15,0 0 149-15</inkml:trace>
  <inkml:trace contextRef="#ctx0" brushRef="#br0" timeOffset="1487.64">6493 7752 231 0,'-6'-8'518'0,"6"5"93"0,-8-9 85 15,-4 5 39-15,5 0-150 0,-6-4-120 0,0 4-75 16,1-1-64-16,-8 1-54 0,0 3-39 15,1 1-29-15,-1 3-21 0,0 0-13 16,1 3-9-16,-7 5-12 0,6 3-15 0,1 3-5 16,-1 4 0-16,0 5 4 0,1 3 4 15,0 6 9-15,6 5 7 0,-1 2 6 0,8 3 0 16,0 2-8-16,-1 0-5 0,14-1-6 16,-1-6-6-16,0-1-10 0,8 1-12 0,11-7-11 15,-5-1-26-15,13-4-75 0,-1-3 0 16,7-7 0-16,1 0 0 0,-1-4 0 0,-1-3 0 15,-5-6 0-15,7-2 0 0,-8-2 0 16,1-6 0-16,-7 4 0 0,-1-3 0 16,-5-1 0-16,-7-2 0 0,0 2-130 0,0 1-225 15,-13-1-161-15,7-3-202 0,-7 1-221 16,0-1-157-16,0-4-23 0,0-1 53 0,0-1 130 16,0-1 202-16,6-5 257 0</inkml:trace>
  <inkml:trace contextRef="#ctx0" brushRef="#br0" timeOffset="1786.08">6942 7619 161 0,'7'-25'658'0,"-7"3"147"16,0 0 98-16,0 0 75 0,-7 0-97 16,0 8-227-16,-5 0-181 0,-2 2-120 0,2 4-74 15,-1 5-54-15,-7 3-41 0,0 3-32 16,1 5-17-16,-1 4-5 0,1 5-4 0,-8 9 5 15,8 7 11-15,6 7 10 0,-6 8 11 16,5 3 6-16,8 5-3 0,0 2-17 0,-1 4-127 16,14-3-22-16,-7-1 0 0,6-3 0 15,8 0 0-15,-2-8 0 0,1-2 0 0,0-1 0 16,6-8 0-16,1-3 0 0,0-8 0 16,-7 2 0-16,13-9 0 0,-13-7 0 15,6-4-309-15,1-7-145 0,-1-7-153 0,1-4-158 16,0-7-153-16,-1-4-125 0,-5-4-6 15,-2-4 67-15,-6-2 132 0,2-5 180 0,-2 0 210 16</inkml:trace>
  <inkml:trace contextRef="#ctx0" brushRef="#br0" timeOffset="2196.73">7027 7935 147 0,'0'-22'548'0,"-7"3"138"0,7 1 103 16,0 3 90-16,-6 1-119 0,6 3-130 0,0 0-120 16,-6 4-109-16,6 2-88 0,0 2-75 15,0 0-55-15,0 6-31 0,0 0-16 16,0 6 7-16,0 5 15 0,6 4 16 0,-6 4 4 15,0 5-6-15,6 1-13 0,-6 5-15 16,0 0-16-16,7 0-13 0,-7 0-12 0,0 0-11 16,0-7-3-16,6 3-10 0,-6-6-5 15,0-6-63-15,0 2-11 0,0-5 0 16,0-3 0-16,0-3 0 0,0-4 0 0,-6-4 0 16,6-4 0-16,-7-1 0 0,7-5 0 15,-6-5 0-15,6-3 0 0,-6-3 0 0,-2-6 0 16,8 2 0-16,0-4 0 0,0-1 0 15,8 0 0-15,-8 4 0 0,6 1 0 0,7 3 0 16,-7 0 0-16,8 4 0 0,4 4 0 16,-4-1 0-16,5 4 0 0,1 0 0 0,6 7 0 15,-6 0 0-15,-1 4 0 0,1 8 0 16,0-1 0-16,-8 8 0 0,8 3 0 0,-7 1 0 16,-7 6 0-16,8 1 0 0,-8-1 0 0,7 4 0 15,-13-3 0-15,6 0 0 0,1 0 0 16,-7-5 0-16,7 1 0 0,-7-2 0 0,0-3 0 15,6-2 0-15,-6-4 0 0,0-4-404 16,6 1-265-16,-6-8-274 0,7-4-209 0,0-3-57 16,5-4 39-16,-5-4 112 0,6-4 220 15,6-3 282-15</inkml:trace>
  <inkml:trace contextRef="#ctx0" brushRef="#br0" timeOffset="2352.94">7495 8022 128 0,'-6'4'700'0,"6"0"171"16,-6-1 109-16,6-3 96 0,-7 0-60 15,7 0-213-15,0 0-230 0,0 0-140 0,0 0-95 16,7 0-86-16,5 0-75 0,2 0-63 16,-1 0-47-16,6 0-28 0,0-3-24 15,8-1-61-15,-8 4-95 0,8-4-134 0,-8 1-199 16,0-5-263-16,1 1-275 0,-1 0-100 16,-5-4 9-16,-2 0 86 0,2-4 177 15,-1 4 248-15</inkml:trace>
  <inkml:trace contextRef="#ctx0" brushRef="#br0" timeOffset="2587.34">7854 7781 515 0,'-6'-3'853'0,"-1"-1"138"15,0 4 98-15,1-4 41 0,-1 4-211 0,1 0-289 16,0 4-165-16,-1 0-85 0,7 6-42 16,-7 5-30-16,7 4-23 0,0 2-32 15,7 5-218-15,-7 4-35 0,7 2 0 0,-7 1 0 16,6 0 0-16,0 0 0 0,-6 0 0 15,7-3 0-15,-7-1 0 0,6-8 0 16,-6 2 0-16,7-5 0 0,-7-3 0 0,7-8-239 16,-7 0-360-16,6-10-244 0,-6-1-261 15,6-7-102-15,-6-8 17 0,7-6 90 0,-7-4 186 16,0-8 249-16</inkml:trace>
  <inkml:trace contextRef="#ctx0" brushRef="#br0" timeOffset="2821.59">7854 7400 302 0,'0'-15'804'0,"-6"1"154"16,6-1 102-16,0 4 66 0,0 0-131 16,0 4-328-16,6 7-196 0,7 0-101 0,6 7-47 15,1 8-9-15,13 10-5 0,-1 5-18 16,1 7-90-16,6 6-201 0,-1 5 0 0,2 2 0 16,-7 6 0-16,-1 3 0 0,-13 3 0 15,1 1 0-15,-6-2 0 0,-8 2 0 16,0-5 0-16,-12-3 0 0,-8-7 0 0,2-1 0 15,-8-6 0-15,1-4 0 0,-7-12 0 16,0-3-454-16,6-4-230 0,-7-10-234 0,9-8-211 16,-2-8-55-16,1-2 39 0,5-9 106 15,2-2 198-15,4-9 262 0</inkml:trace>
  <inkml:trace contextRef="#ctx0" brushRef="#br0" timeOffset="3276.75">8746 6323 9 0,'0'0'546'16,"-6"0"173"-16,6 0 112 0,0 0 63 15,-6 0-99-15,12 0-144 0,-6 0-203 0,13 4-124 16,0 3-59-16,6 7-8 0,7 9 19 15,7 3 44-15,6 11 35 0,7 10 9 0,6 0-14 16,7 9-26-16,6 2-36 0,-7 7-113 16,8 1-175-16,-1 3 0 0,6 2 0 0,-6-5 0 15,7 4 0-15,-7-9 0 0,-6-2 0 0,-1-8 0 16,-6-4 0-16,-13-10 0 0,-7-3 0 16,2-9 0-16,-15-6 0 0,1-4-72 15,-14-8-290-15,0-4-136 0,-6-6-171 0,-6-4-227 16,0-5-181-16,-8-2-44 0,1-4 40 15,-6 3 115-15,0 1 183 0,-1 1 266 16</inkml:trace>
  <inkml:trace contextRef="#ctx0" brushRef="#br0" timeOffset="3716.96">10328 7682 229 0,'-6'-19'459'0,"0"1"82"0,0 1 78 0,-8-6-29 15,1 9-37-15,0-1-93 0,0 4-66 16,1 0-40-16,-8 4-36 0,-7 7-38 0,1 0-20 16,0 7-6-16,1 4-5 0,-8 0-14 15,7 7-10-15,0 1-8 0,6 3-6 16,1-1-10-16,-1 9-5 0,0-1 1 0,14 5 1 16,-7-2-6-16,13 5-13 0,0-1-15 15,7 4-21-15,-1-3-18 0,14-4-23 0,-8 0-56 16,8-4-46-16,7-4 0 0,5-2 0 15,-6-1 0-15,7-7 0 0,-1-1 0 0,7-7 0 16,-6 1 0-16,-1-8 0 0,7 0-180 16,-7-4-165-16,1-3-140 0,-1-4-172 15,2-7-179-15,-9 3-178 0,1-7-58 0,1 0 30 16,-8-3 96-16,0-1 159 0,1 0 217 16</inkml:trace>
  <inkml:trace contextRef="#ctx0" brushRef="#br0" timeOffset="4013.77">10831 7513 149 0,'0'-21'666'0,"-8"3"139"16,8-5 96-16,-6 4 79 0,0 1-76 15,-7 4-234-15,6-1-177 0,-6 4-108 0,1 4-77 16,4 0-64-16,-11 3-48 0,6 4-34 16,0 4-16-16,-7 7 0 0,1 3 9 0,0 8 5 15,-1 3-2-15,1 9-7 0,5 3-16 16,-5 2-20-16,6 5-16 0,0 1-36 15,7 6-63-15,-2 0 0 0,8-3 0 0,8 3 0 16,-2 0 0-16,7-6 0 0,0-1 0 16,6-5 0-16,1-6 0 0,0 1 0 0,5-9 0 15,1-6 0-15,1-1-288 0,-1-11-139 16,6 0-160-16,-6-10-161 0,1-5-156 0,-8-3-141 16,0-7-14-16,1-8 68 0,-7 1 130 15,-7-8 174-15,1-4 204 0</inkml:trace>
  <inkml:trace contextRef="#ctx0" brushRef="#br0" timeOffset="4388.68">10928 7749 65 0,'-6'-20'574'16,"6"-2"144"-16,-7 8 95 0,0-1 79 0,7 0-66 16,-6 5-166-16,0 2-177 0,6 1-116 15,-7 4-74-15,7-1-57 0,0 4-45 0,0 4-16 16,0 3-3-16,0 4 2 0,0 4 8 16,0-1 0-16,0 8-2 0,7 0-15 0,-1 4-21 15,0 0-14-15,-6 3-17 0,7-4-15 16,0 4-15-16,-1-4-14 0,0-2-10 15,-6-4-5-15,7-1 3 0,-7-4-21 0,6-2-36 16,-6-5 0-16,0-4 0 0,-6 1 0 16,6-8 0-16,-7-3 0 0,1-4 0 15,0-4 0-15,-8-3 0 0,14 0 0 0,-6-9 0 16,0 2 0-16,6 0 0 0,0-1 0 16,6 1 0-16,0-1 0 0,8 3 0 0,-8 2 0 15,7 6 0-15,0-3 0 0,6 8 0 0,1-2 0 16,0 1 0-16,-1 7 0 0,1 1 0 15,6 3 0-15,-7 0 0 0,1 7 0 0,0 0 0 16,-1 5 0-16,-6 2 0 0,6 1 0 16,-5 3 0-16,-2 0 0 0,2 1 0 15,-8-1 0-15,7 4 0 0,-7-4 0 0,-6 0 0 16,8 1 0-16,-8-5 0 0,6 5 0 16,-6-8-1-16,0 4-544 0,6-8-269 0,0 0-318 15,1-7-116-15,6 0 5 0,0-3 93 16,7-5 178-16,0 2 258 0</inkml:trace>
  <inkml:trace contextRef="#ctx0" brushRef="#br0" timeOffset="4591.82">11540 7825 207 0,'-7'0'737'0,"1"0"162"16,6 0 113-16,-6 0 95 0,6 0-85 0,-7-3-232 16,7 3-214-16,0 0-132 0,0-4-94 15,7 4-81-15,5-5-76 0,2 5-68 0,-2 0-51 16,8 0-29-16,0-3-25 0,-1 3-67 15,1 0-103-15,0-3-130 0,-1 3-189 0,1-4-250 16,-8 0-282-16,8 1-126 0,-7-1-2 16,0-3 78-16,0 0 163 0,1 3 235 15</inkml:trace>
  <inkml:trace contextRef="#ctx0" brushRef="#br0" timeOffset="4927.95">11827 7624 580 0,'0'-8'761'0,"-7"-3"114"0,7 0 82 15,0-1-43-15,7 2-161 0,-1-1-224 0,0 0-141 16,8 0-92-16,-1 4-63 0,0-4-51 16,6 7-35-16,1-3-32 0,0 7-20 15,-1-4-19-15,1 8-15 0,0 3-11 0,-2 0-13 16,-4 4-8-16,-1 8-7 0,-7-1-3 16,0 4 0-16,-6 0-4 0,0 4-1 0,-6 0-2 0,0-1 0 15,-7 4 0-15,-1-2 5 0,-4-2 13 16,4 0 12-1,-6-2 19-15,7-2 27 0,1-3 30 0,-2-3 24 16,2-5 33-16,5 3 20 0,7-6-75 16,-7 0-120-16,7-7 0 0,0 4 0 15,7-4 0-15,0-4 0 0,5 4 0 0,8-4 0 16,-1 1 0-16,1 0 0 0,6-1 0 16,0-1 0-16,7-3 0 0,-1 5 0 0,1 0 0 15,6-5 0-15,-7 5 0 0,-6-5 0 16,1 4-143-16,-1 1-366 0,-14-4-183 0,8-1-216 15,-7 1-192-15,-6-3-46 0,0-2 37 16,-1 1 100-16,-6-7 189 0,0 3 261 16</inkml:trace>
  <inkml:trace contextRef="#ctx0" brushRef="#br0" timeOffset="5146.54">12315 7360 82 0,'0'-19'735'15,"0"2"184"-15,0 4 105 0,0-1 66 0,7 7-36 16,6 0-286-16,0 7-248 0,7 3-133 15,-1 4-62-15,7 8-9 0,6 7 2 0,1 8-18 16,-1 7-30-16,1 2-187 0,-1 3-83 16,-5 4 0-16,-7 2 0 0,-2 4 0 0,-10-1 0 15,-16 3 0-15,2-2 0 0,-6 3 0 0,-8-8 0 16,-7 1 0-16,1-7 0 0,1-6 0 16,-1-1-164-16,-7-8-547 0,13-8-356 15,-6-7-178-15,7-7-38 0,-1-8 61 0,8-7 137 16,-2-7 251-16,8-8 357 0</inkml:trace>
  <inkml:trace contextRef="#ctx0" brushRef="#br0" timeOffset="5943.49">17473 4989 58 0,'-6'-7'375'0,"6"0"86"0,-7-4 77 31,1 0-2-31,0 0 37 0,-1 0-74 0,0 0-63 16,-5 0-60-16,-2 4-55 0,1-1-65 16,-7 0-71-16,8 8-47 0,-14 0-29 15,6 0-17-15,-6 8-9 0,7 3-7 0,-8 7-1 16,1 1 4-16,6 6 12 0,1 0 15 15,-7 9 10-15,14-1 15 0,-8 4 8 16,7 3 3-16,6-3-7 0,1-1-3 0,6 4-7 16,0-3-11-16,6-4-12 0,7 1-4 15,6-2-5-15,1-3-9 0,0-7-5 0,13 3-3 16,-1-6 3-16,1-1-3 0,5-6-2 16,1-1-5-16,1-4-8 0,-7-3-11 0,5-4-11 15,-5 0-11-15,-7 0-8 0,0-4-6 16,-7 0-2-16,1 1-3 0,-14-1-13 0,8-3-31 15,-8 7-61-15,-6-4-96 0,-6 1-142 16,6-2-203-16,-7 5-262 0,-6 0-216 0,7 5-72 16,-8-5 23-16,8 7 105 0,-7-4 182 15,6 5 263-15</inkml:trace>
  <inkml:trace contextRef="#ctx0" brushRef="#br0" timeOffset="6693.99">17128 7103 392 0,'-6'-3'497'0,"-1"-5"84"0,1 4 84 16,-1-3-13-16,1 0-96 0,-1 0-71 0,1-4-57 15,6 4-59-15,0-1-80 0,0-3-63 16,0 0-51-16,6 3-34 0,1-3-23 0,6 4-16 15,0 0-17-15,7 0-15 0,5 3-15 16,1 1-12-16,0 3-10 0,7 0-8 16,-1 7-7-16,1 0-5 0,-1 4-4 0,-6 3-2 15,7 5 0-15,-7 0-1 0,-6 2 2 16,-7 5 1-16,0 3 3 0,-6 0 4 0,-1 5 2 16,-12-5 0-16,-8 4 0 0,1 0-3 15,-6 0-1-15,-8 0-5 0,-5-4-2 16,-1 0 2-16,8-4 6 0,-8 1 16 0,0-6 23 15,8-3 27-15,-1-2 25 0,6-1 22 16,7-6 22-16,-7-1 14 0,14 1 4 0,-8-5-8 16,14 1-11-16,0-4-21 0,0 0-24 15,8 0-26-15,-2 0-27 0,13-4-20 0,1 4-10 16,0-3-7-16,12 3-3 0,1-5-7 16,5 5-2-16,1-3 1 0,1 3-2 0,-1-4 0 15,0 4 1-15,0-3 2 0,-7 3 2 16,2 0 1-16,-9 0-4 0,1 0-4 0,-6-4-20 15,-8 4-39-15,2 0-61 0,-8 0-86 16,1 0-122-16,-7-4-177 0,0 1-211 16,0-1-242-16,-7-3-111 0,1 0-7 0,6-1 75 15,0-3 155-15,0-4 217 0</inkml:trace>
  <inkml:trace contextRef="#ctx0" brushRef="#br0" timeOffset="7053.22">18105 7081 287 0,'7'-14'605'0,"-1"-4"105"0,-6 3 76 15,0-3 3-15,-6 6-139 0,-1-3-178 0,-6 5-151 16,0-2-93-16,0 5-69 0,0 4-42 16,-6 3-29-16,-1 0-11 0,0 6 5 0,1 6 7 15,-1 2 10-15,0 6 8 0,2 1 7 16,-2 8 3-16,7 4 4 0,6 4 10 0,-6 0 10 15,7 0 13-15,6-2 10 0,0 6 18 16,0-9 7-16,6 6 7 0,7-9 7 0,0 0 2 16,14 0-3-16,-1-7-7 0,-1 1-9 15,15-5-161-15,-1-7-25 0,6 0 0 16,7-4 0-16,-6-3 0 0,6-4 0 0,-6-4 0 16,5-3 0-16,-11 3 0 0,-1-3 0 15,-7 0 0-15,-6-1 0 0,-6 1 0 16,-1 3 0-16,-5-2 0 0,-8 2 0 0,-6-4 0 15,-6 3-438-15,-8 2-371 0,-5 3-326 16,-1-3-131-16,-12 3 4 0,-1 0 93 0,-13 3 177 16,-5 0 263-16,-2 5 341 0</inkml:trace>
  <inkml:trace contextRef="#ctx0" brushRef="#br0" timeOffset="7870.51">7118 8697 194 0,'0'-15'419'0,"6"1"67"0,-6 3 58 15,0 0-52-15,0 0-25 0,0 2-87 0,-6 3-69 16,6 2-48-16,-6 4-16 0,-1 8-15 16,-6 3-23-16,0 3-5 0,-13 12 10 15,0 6 10-15,-7 5-16 0,-12 7-17 0,-1 4-14 16,-6 4-12-16,0 6-11 0,-13 4-6 0,0 8-3 16,-1-1-10-16,-5 8-6 0,-7-4-9 15,6 5-5-15,7-4-4 0,0-5-2 16,6-7 5-16,0 1 3 0,14-9 5 0,-1-2-5 15,14-8-9-15,-1-5-13 0,1-2-18 16,12-12-20-16,1 2-20 0,5-10-14 0,8 2-9 16,-7-8-15-16,7 0-26 0,6-3-45 15,0-5-64-15,0 4-83 0,0-3-105 0,0-4-146 16,6 0-183-16,1 0-213 0,5-4-130 16,-4 1-22-16,-2-4 50 0,0 2 125 15,0-5 189-15,1 6 249 0</inkml:trace>
  <inkml:trace contextRef="#ctx0" brushRef="#br0" timeOffset="9394.18">4396 10591 195 0,'0'-4'351'0,"6"0"70"16,1 1 30-16,-1-5-30 0,-6 1 33 16,7-1-10-16,-7-2-15 0,6 2-18 0,-6-3-18 15,0 4-31-15,0-4-53 0,-6 0-50 16,6 5-45-16,-7-6-39 0,1 5-41 15,-7 3-33-15,-1-4-22 0,-5 8-16 0,-1 4-2 16,1 0 5-16,-14 7 14 0,8 4 14 16,-9 7 14-16,2 3 7 0,7 4 6 15,-2 5 1-15,1 6-2 0,6-4-3 0,1 6-6 16,6-3-5-16,0-2-9 0,13 0-3 16,0 0-2-16,0-10-5 0,13 7-6 0,0-8-6 15,0 0-5-15,13-5-14 0,-7-5-12 16,15-3-8-16,-9 3-8 0,7-10-5 15,-5-1-7-15,5-1-5 0,1-4-2 0,-7 0-4 16,0-4-1-16,0-1 0 0,-6 2-3 16,-1 0-1-16,-5-2-20 0,-8-1-41 0,0 1-63 15,1 2-81-15,-7-5-102 0,0 1-148 16,0 0-175-16,-7-4-198 0,1 0-157 0,6-4-39 16,-6 1 42-16,6 3 117 0,0-4 177 15,0-2 227-15</inkml:trace>
  <inkml:trace contextRef="#ctx0" brushRef="#br0" timeOffset="9675.28">4877 10459 117 0,'14'-22'610'0,"-14"7"127"0,6-3 91 16,-6 0 67-16,0 3-120 0,-6-3-180 0,0 3-189 15,-2 3-105-15,-4 2-73 0,-1 2-57 16,-7 1-36-16,0 7-25 0,1 4-18 0,-1 3-6 15,0 7-1-15,2 6 7 0,-2 5 5 16,0 8 1-16,1 3-11 0,5 5-7 16,8 6-10-16,-7 1-14 0,7 4-12 0,6-2-12 15,0 2-6-15,0-4-5 0,13-1 6 16,-7 2-8-16,8-9-4 0,-2-1-2 16,1-2-4-16,0-8-1 0,0 0-29 0,1-6-38 15,-2-5-57-15,8-4-80 0,-7-6-107 16,0-1-155-16,6-10-166 0,-5-1-171 0,5-11-121 15,1 1-15-15,-8-9 58 0,2-2 128 16,-8-4 171-16</inkml:trace>
  <inkml:trace contextRef="#ctx0" brushRef="#br0" timeOffset="10131.56">4956 10701 25 0,'0'-14'494'0,"0"2"128"0,0-3 100 16,-6 5 76-16,6 3-69 0,0-2-151 15,0 3-139-15,0 2-117 0,-8 0-91 0,8 4-60 16,0 4-43-16,8 3-28 0,-8 5-9 15,0 2 10-15,0 4 13 0,6 4 3 16,-6 5 1-16,6-2-3 0,-6 4-4 0,0 0-5 16,6 1-4-16,-6-5-4 0,8 0-6 15,-8 2-1-15,0-6 4 0,6-3-1 0,-6 1 4 16,0-9 8-16,0 2 19 0,0-1 18 16,0-8 9-16,0 1 1 0,0-4-6 0,0-4-18 15,-6 1-27-15,6-8-32 0,-8-1-24 16,2-2-18-16,0-1-11 0,0-6-9 0,-2 3-3 15,8-9-4-15,-6 2-1 0,6 3 0 16,0-4-3-16,6 1-1 0,-6 3 2 0,8 4-1 31,-2-1-1-31,6 1 1 0,2 3-5 0,-1-4-3 16,0 9-6-16,6-1-2 0,1 0 2 16,0-1-4-16,-7 6 5 0,6-2 4 0,-6 5 3 15,0 3 2-15,0 3 0 0,0 1 2 16,0 3 1-16,0 5 3 0,-7 2 0 15,8 4 1-15,-8 0 2 0,1 1 0 0,6 2 0 16,-7 2-2-16,1-1 2 0,-1 3 1 16,0-3-1-16,-6 0 1 0,8-4 0 0,-2 1 1 15,-6-2 0-15,0 0-1 0,6-7-15 16,-6 1-35-16,0 0-58 0,0-4-80 16,0-3-110-16,0-1-166 0,0-3-202 0,7-3-211 15,-7-1-169-15,6-3-41 0,-6 0 46 16,7-4 132-16,6 0 198 0,-7 4 237 0</inkml:trace>
  <inkml:trace contextRef="#ctx0" brushRef="#br0" timeOffset="10350.27">5392 10851 477 0,'6'3'678'0,"-6"-3"117"0,0 0 86 0,8 0-37 16,-8 0-132-16,6 0-160 0,0 0-137 16,1 0-88-16,6 0-64 0,0 0-54 0,-1 0-41 15,2-3-35-15,5 3-26 0,1 0-23 16,6 0-17-16,-6-4-15 0,5 4-14 15,-5-4-12-15,0 4-9 0,-1-3-6 0,-6 3-5 16,0-3-8-16,-7 3-14 0,2 0-35 16,-2 0-42-16,-6-5-63 0,0 5-95 0,-6 0-128 15,-2 0-155-15,2 0-178 0,0 0-171 16,-1 0-49-16,1 0 33 0,-1-4 102 16,0 4 151-16,1 0 202 0</inkml:trace>
  <inkml:trace contextRef="#ctx0" brushRef="#br0" timeOffset="12243.1">5919 10587 127 0,'0'4'279'0,"-6"-4"59"16,6 0-24-16,-6 0-12 0,6 0 41 0,0-4-16 16,-6 4-18-16,6-4 4 0,0 1 9 15,-8-1 3-15,8 0-3 0,0 1-4 0,-6-4-17 16,6 2-35-16,0-2-32 0,0 4-37 15,0-5-30-15,0 1-31 0,6 0-32 0,2 3-23 16,-8-4-18-16,12 2-6 0,-6-2-5 16,8 2-5-16,-1 1-1 0,-1-2-3 15,2 2-3-15,6 3-3 0,-8-2-6 0,8 0-8 16,-7 4-5-16,-1 4-3 0,2 2 4 16,-1 6 1-16,0-1 1 0,-6 8 5 0,-1-1 4 15,0 0 0-15,1 8-1 0,-14-5 3 0,7 6 0 16,-6-2 1-16,-7 0 0 0,0 1-4 15,0 0-2-15,-7 0-5 0,1-1 1 16,-1 1 1-16,0-5 0 0,2-2 9 0,-2-1 16 16,7 1 26-16,-1-8 32 0,2 0 35 15,6 1 38-15,-2-6 30 0,2-2 17 16,0 0 5-16,6-1-12 0,0-3-24 0,0 4-27 16,6-4-169-16,8 0 0 0,-2 0 0 0,1 0 0 15,7 0 0-15,0 0 0 0,-2 0 0 16,2 0 0-16,7-4 0 0,-1 4 0 15,0 0 0-15,-7-3 0 0,7 3 0 0,-6-4 0 16,-1 4 0-16,1-4 0 0,-8 4 0 16,-4 0 0-16,4-3 0 0,-5 3 0 0,-7-3-295 15,0-1-140-15,0-1-123 0,0-3-149 16,0 2-172-16,-7-5-153 0,7 1-26 0,-6-6 46 16,0 1 119-16,6-6 177 0,0-1 227 15</inkml:trace>
  <inkml:trace contextRef="#ctx0" brushRef="#br0" timeOffset="12524.26">6141 10346 75 0,'-7'-15'563'0,"1"-4"133"15,0 6 85-15,6-4 54 0,0 3-90 0,6 3-180 16,0 0-158-16,8 4-108 0,-1 0-63 16,6 7-31-16,8 0-29 0,-8 7-19 0,13 8-6 15,1 3 0-15,-7 9 13 0,6 0 7 16,1 10 3-16,-1 4-8 0,-5 4-9 0,-1 2-10 15,-6 0-23-15,-14 9-18 0,0-5-14 16,-6 3-9-16,-6 1-11 0,-8 0-7 0,2-4-12 16,-8-2-7-16,1-2-7 0,-7-3-8 15,6-7-8-15,-6-1-6 0,7-7 0 16,-1-4-4-16,7-6-5 0,0-1-3 0,0-3-10 16,-1-7-41-16,8-1-72 0,0-3-98 15,6-4-121-15,-7-4-183 0,7-3-236 16,0-4-248-16,0-1-80 0,7-2 15 0,-1-4 78 15,0-1 160-15,2-3 233 0</inkml:trace>
  <inkml:trace contextRef="#ctx0" brushRef="#br0" timeOffset="13167.9">7150 8928 162 0,'-6'-8'278'16,"0"1"46"-16,-1-5-28 0,0 2 0 15,7-1 33-15,-6-3-5 0,6-1 19 0,-6 4 25 16,6-4 17-16,-7 0-11 0,7 4-8 16,0 0-28-16,0 4-52 0,0 0-65 15,0 3-55-15,7 8-28 0,-1 3-10 0,0 8 10 16,14 7 23-16,0 7 29 0,5 12 23 15,9 6 7-15,-2 5-13 0,7 6-17 0,0 4-25 16,7 5-29-16,-7-3-19 0,6 6-24 16,7 4-14-16,-7-7-10 0,8-3-3 0,5 3-2 15,1-4-3-15,6-6-4 0,-6-1-11 16,0-9-13-16,-1-3-9 0,-5-4-10 0,-8-3-9 16,-13-11-18-16,1-1-26 0,-13-6-40 15,-8-1-64-15,-5-6-77 0,-14-2-104 16,7 1-129-16,-12-5-157 0,-2 2-181 0,2-4-147 15,-2 4-32-15,-5-1 44 0,5 0 112 16,-4 1 164-16,4-1 211 0</inkml:trace>
  <inkml:trace contextRef="#ctx0" brushRef="#br0" timeOffset="13545.14">8114 10499 286 0,'0'-3'563'0,"0"-9"104"0,0-2 80 16,-6 0-12-16,6-5-93 0,-7 1-143 15,-5-1-109-15,4 1-75 0,-4-4-54 16,-8 4-45-16,1 2-35 0,-1 2-25 0,0 3-11 16,-5 0-2-16,-1 3-4 0,6 2-2 15,-6 6-7-15,0 3 0 0,7 5-13 0,-8 6-10 16,8 4-6-16,6 5 1 0,-7 3 5 15,7 3 4-15,0 3 4 0,0 5 3 0,13 4 1 16,-6-5 0-16,12 4-4 0,-6-3-10 16,6 0-7-16,8-4-13 0,5-4-13 0,-5 1-15 15,5-5-13-15,0-3-27 0,8 0-17 16,-8-8 0-16,7 1 0 0,6-4 0 16,-12-4 0-16,13-3 0 0,-13 1 0 0,6-5-73 15,-7 0-93-15,1-5-87 0,-8 1-107 16,8 1-140-16,-7-5-167 0,7 1-190 0,-8-3-164 15,2-2-38-15,-8 1 42 0,7 0 118 16,0-3 182-16,-6 3 230 0</inkml:trace>
  <inkml:trace contextRef="#ctx0" brushRef="#br0" timeOffset="14185.62">8075 10056 109 0,'-6'-11'394'0,"0"3"83"0,-1 2 64 16,0-6-30-16,-6 5 15 0,1-1-65 0,-2 1-51 15,-6 0-38-15,1 4-23 0,-1-2-34 16,-6 5-43-16,1 0-35 0,-1 8-26 0,-7-1-25 15,7 4-20-15,-6 7-18 0,-1 5-15 16,1 6-8-16,-1 4 4 0,7 7 2 0,-7 1 2 16,7 6 9-16,6 4 4 0,0 5-1 15,1-2-5-15,6 2-6 0,7 1-3 16,-1 2-9-16,14 0-8 0,-7-3-12 0,13-2-12 16,-7-2-18-16,13-5-12 0,-5 0-14 15,12-6-14-15,-7-1-9 0,7-3-7 16,0-8-5-16,1-4-17 0,5-2-37 0,-6-5-60 15,1-7-81-15,-1-4-95 0,-1-3-120 16,1-4-156-16,0-7-172 0,1-5-170 0,-1-2-101 16,6-4-1-16,-13-5 70 0,7 1 141 15,1-3 191-15</inkml:trace>
  <inkml:trace contextRef="#ctx0" brushRef="#br0" timeOffset="14669.89">8329 10525 293 0,'0'-12'614'15,"0"-2"119"-15,0 3 88 0,-6-1 18 16,6 2-126-16,0 3-169 0,-7 4-144 0,7-2-91 16,-6 3-61-16,6 4-47 0,-6 6-36 15,-2-1-16-15,2 3-5 0,6 7-7 16,-6 0-9-16,6 5-11 0,0 0-9 0,0 4-15 16,0 0-14-16,0 2-16 0,0-2-6 15,0 1-3-15,6-2-1 0,-6-4 6 16,6-3 7-16,-6 1 8 0,0-4 11 0,0-4 10 15,0 0 15-15,0-4 5 0,0 1 1 16,0-8-6-16,0 0-7 0,0-4-17 0,-6 0-22 16,6-7-19-16,-6 1-44 0,6-5-1 15,-6 0 0-15,-1-7 0 0,7 0 0 0,0 0 0 16,0 0 0-16,0 0 0 0,0 0 0 16,7 0 0-16,-1 4 0 0,6-4 0 0,2 3 0 15,-1 5 0-15,0-1 0 0,6 1 0 16,-5 0-6-16,5 2-8 0,1 1 5 0,-1 3 2 15,-6 2 3-15,7 1 1 0,-7 5 0 16,0 0-1-16,0 8-2 0,-1-1 3 16,-4 3 0-16,4 2 2 0,-5 7 2 0,6-5 4 15,-7 8 2-15,1-3 2 0,-1 2 3 0,0-3 1 16,8 1-4-16,-8 4-2 0,1-9-7 16,-7 4 0-16,7-3 0 0,-7-4-32 0,6 0-78 15,-6 1-92-15,6-6-110 0,-6-3-174 16,0 1-235-16,7-4-251 0,-1-4-131 15,1 1-16-15,6-8 54 0,0 4 144 0,0-4 224 16,0 0 281-16</inkml:trace>
  <inkml:trace contextRef="#ctx0" brushRef="#br0" timeOffset="14841.7">8811 10612 93 0,'0'0'668'0,"0"0"167"16,0 0 92-16,0-3 82 0,7 3-75 15,-7-3-187-15,7 3-236 0,-1 0-138 16,0-5-75-16,1 5-68 0,6 0-63 0,0-2-54 15,7 2-42-15,-8 0-27 0,8-5-24 16,-1 5-51-16,1 0-76 0,-7-3-118 16,7 3-166-16,0-4-208 0,-2 0-237 0,-4-3-153 15,-1 0-31-15,0 3 60 0,-6-4 133 16,5-2 192-16,-6 2 234 0</inkml:trace>
  <inkml:trace contextRef="#ctx0" brushRef="#br0" timeOffset="15249.16">9117 10389 91 0,'-6'-11'606'16,"0"1"145"-16,6-2 99 0,0-2 71 0,0-2-89 16,6 2-198-16,-6 1-187 0,13 1-116 15,-7-3-78-15,8 5-57 0,-2-2-42 0,8 5-34 16,0-1-29-16,-1 5-25 0,1-1-18 16,-8 4-14-16,8 0-11 0,-7 7-10 0,1 1-6 15,-8-1-6-15,0 8-2 0,0-1 0 16,-12 1-1-16,0-1 1 0,-7 2-1 0,0 2 0 15,-7 0 0-15,1-3-2 0,-1-1-2 16,1 1 2-16,5 0 1 0,2-5 3 0,-2-2-1 16,8 4 2-16,0-10 3 0,6 3 7 15,0-2 11-15,6 4 11 0,7-3 14 0,-6-4 9 16,12 4 9-16,-6 3 6 0,6-4 3 16,1 6 7-16,6-6 7 0,-6 8 9 15,5 0 4-15,-5-1 6 0,7 5 3 0,-9-1-5 16,-4 1-3-16,-1 4-6 0,0-1-7 15,-6 4-8-15,-7-3-9 0,0 2-6 16,-7 1-7-16,-6-3-8 0,0-1-5 0,-7 1-30 16,-6-1-16-16,1-4 0 0,-1 1 0 15,-1-4 0-15,1 0 0 0,-6-4-32 0,5-4-170 16,1-3-125-16,0-3-177 0,1-4-224 16,-1-4-242-16,6-7-145 0,7-1-13 0,-7-7 66 15,14-3 144-15,0-4 212 0,6-6 267 0</inkml:trace>
  <inkml:trace contextRef="#ctx0" brushRef="#br0" timeOffset="15485.53">9196 10071 241 0,'19'-26'685'0,"7"0"126"0,-6 8 89 15,6-1 70-15,-1 5-132 0,8 7-241 16,-7 3-147-16,7 8-80 0,-1 7-35 16,1 11-19-16,0 3-7 0,0 12-5 0,5 3 0 15,-5 8-5-15,-1 7-27 0,-5 0-82 16,-8-1-190-16,-6 6 0 0,-6-6 0 0,-7 5 0 15,-7-4 0-15,1-4 0 0,-14 0 0 16,0-7 0-16,1 0 0 0,-1-3 0 0,-6-12 0 16,7 0 0-16,-1-7 0 0,0-4 0 15,1-3 0-15,6-8-126 0,-6-3-419 0,5-4-247 16,2-7-290-16,-2-3-119 0,8-6-2 16,0-2 74-16,-1-4 157 0,7-3 246 0,0-1 326 15</inkml:trace>
  <inkml:trace contextRef="#ctx0" brushRef="#br0" timeOffset="16018.99">11774 8671 154 0,'14'-18'462'0,"-1"7"119"0,0-5 110 16,-7 6 9-16,1-1-44 0,-1 0-128 0,-6 8-107 16,0-1-96-16,0 8-80 0,-6 6-59 15,-7 5-17-15,0 11 8 0,-6 7 15 16,-8 11 12-16,1 4 10 0,-6 6 5 0,-1 8-8 15,1 5-7-15,-8 2-12 0,1 5-18 16,7-1-16-16,-7-1-13 0,13 3-9 0,-7-13-4 16,7-5-7-16,0-4-5 0,7-10-15 15,-1-2-14-15,0-11-21 0,7-3-21 16,0-4-16-16,6-9-13 0,1 2-25 0,0-9-57 16,0 0-83-16,-2-7-98 0,2 0-111 15,0-3-171-15,6-1-211 0,-7-3-252 16,7-4-93-16,0 3 5 0,0 1 62 0,7 0 142 15,-7-1 217-15</inkml:trace>
  <inkml:trace contextRef="#ctx0" brushRef="#br0" timeOffset="16603.23">11064 10353 349 0,'7'-7'490'0,"0"-1"94"0,-7-4 100 15,6-2-35-15,1 3-83 0,-7-3-69 0,0 3-62 16,0 0-66-16,-7 0-81 0,1 0-72 15,-8 3-53-15,2 5-33 0,-2-1-21 0,-5 8-10 16,-1-1-1-16,-6 5-2 0,7 6 0 16,-7 1-5-16,6 3 4 0,-6 8-9 0,7 0 1 15,-1 3 5-15,8 0 5 0,-2 0 5 16,8 4 1-16,6-2 12 0,0 1 5 16,6-7 2-16,8 5-3 0,-2-4 0 0,8-4-13 15,-1-4-13-15,7-4-12 0,7 1-14 16,-7-3-13-16,6-6-13 0,1-6-9 0,-7 4-9 15,0-4-7-15,1-4-8 0,-8 1-5 16,0 0-26-16,-6-2-45 0,-6 1-65 0,6 1-89 16,-13-4-106-16,6-1-155 0,-6 5-177 15,0-8-200 1,-6 3-143-16,6-2-23 0,-6-1 49 0,6 0 125 16,0-4 183-16,6 0 236 0</inkml:trace>
  <inkml:trace contextRef="#ctx0" brushRef="#br0" timeOffset="16899.97">11514 10250 32 0,'13'-18'517'15,"-7"-5"151"-15,1 6 97 0,0-1 84 16,-7-1-67-16,0 1-139 0,0-1-141 0,-7 5-122 16,0-2-75-16,-5 6-64 0,5 3-51 15,-13-1-38-15,1 4-29 0,0 4-10 0,-1 4-11 16,-7 1-8-16,9 9-7 0,-2 0 0 15,1 12 1-15,-1 3-4 0,0 4 2 16,7 8 2-16,0 2 1 0,6 1-8 0,1 0-5 16,0 0-2-16,12 0-3 0,-6-4-6 15,6 1-6-15,8-1-6 0,-1-6-9 0,0-2-11 16,6-3-10-16,-5-2-10 0,5-7-7 16,1-1-27-16,6-4-49 0,-7-5-73 0,1-5-87 15,-1-2-113-15,0-3-155 0,1-8-165 16,-1 1-175-16,1-7-136 0,0-1-22 0,-7-7 54 15,0 0 126-15,-7-6 170 0,7 2 214 16</inkml:trace>
  <inkml:trace contextRef="#ctx0" brushRef="#br0" timeOffset="17368.62">11723 10308 200 0,'0'-7'575'0,"0"-4"103"16,0 3 85-16,0 2 29 0,0-2-139 15,0 5-160-15,-7 0-154 0,7 3-72 0,0 3-56 16,0 4-25-16,-7 0-6 0,7 8 4 15,0-1 0-15,-6 4-9 0,6 5-7 0,0-1-16 16,0 4-20-16,6-1-19 0,-6 2-20 16,0 0-16-16,7 0-18 0,-7-5-12 15,0 3-4-15,7-6 2 0,-7-1 7 0,6 1 8 16,-6-8 12-16,0 0 20 0,7-5 18 16,-7 3 7-16,0-9 1 0,0 3-1 15,-7-6-11-15,7-2-24 0,0-2-26 0,-6-4-17 16,-1-3-13-16,7-1-11 0,-7-4-9 15,1-3-1-15,0 0-3 0,-1-3-1 0,7-2-3 16,0 7 0-16,0-7-3 0,0 5 0 16,7 1-4-16,5-2-4 0,-5 6-4 0,6 2-6 15,0 0 1-15,7 0-1 0,0 4 3 16,-1 3 4-16,0 5 3 0,0 0 7 0,1-1 2 16,0 8-1-16,-7-1 3 0,0 5-1 15,0 4 2-15,0 1 0 0,-6 1 0 0,5 6 1 16,-5-3 0-16,-1 2 1 0,1 3-1 15,0 0 7-15,-1 1 1 0,0-6 5 16,2 5 2-16,-2-3 0 0,0-5 1 0,-6 1-4 16,6-1 0-16,1 1-9 0,-7-8-36 15,0 4-60-15,7-3-84 0,-7-5-107 0,0 2-168 16,6-5-216-16,1 0-222 0,-1-5-151 16,0-2-29-16,2 0 49 0,4-4 134 0,8-1 204 15,-7 2 246-15</inkml:trace>
  <inkml:trace contextRef="#ctx0" brushRef="#br0" timeOffset="17571.68">12283 10470 88 0,'0'0'597'0,"0"4"141"15,0-2 105-15,0-2 81 0,0 0-93 0,0 0-177 16,0 0-187-16,6 0-109 0,0 0-80 16,8-2-59-16,-1 2-38 0,0 0-31 0,0-4-25 15,7 4-22-15,-8-4-19 0,8 4-19 16,-7-4-19-16,7 4-14 0,-14-3-12 0,7 3-26 15,-6 0-38-15,-1-3-55 0,1 3-75 16,-7-5-106-16,0 5-155 0,0-2-173 0,0-3-180 16,-7 1-122-16,7 1-19 0,-6-5 56 15,6 5 127-15,0-4 175 0</inkml:trace>
  <inkml:trace contextRef="#ctx0" brushRef="#br0" timeOffset="18400.43">12752 10218 140 0,'-7'3'260'0,"7"1"43"0,0-1-44 16,0-3-33-16,0 4-8 0,-6-4-38 15,6 0-33-15,0 3-32 0,0-3-23 0,0 0-3 16,0 0 3-16,0 0 13 0,0 0 20 16,0 4 19-16,0-4 21 0,-7 0 15 0,7 0 8 15,0 0 3-15,0 0 3 0,0 0 4 16,0 0 4-16,0 0 1 0,0 0-3 15,0 0-8-15,0 0-13 0,0 0-17 0,0 0-25 16,-7 0-26-16,7 0-19 0,0 0-19 16,0-4-17-16,0 4-9 0,0 0 0 15,-6 0 1-15,6 0-3 0,0 0 8 0,0-3 1 16,-6 3 6-16,6 0 4 0,0 0 8 16,0 0 2-16,0-4-4 0,0 4 3 0,-7 0-5 15,7-3-6-15,0-1-10 0,0 1-2 0,0-2 2 16,-7 1 0-16,7 1 1 0,0-4-1 15,0 3 2-15,0-3-1 0,7 0-3 0,-7 2-5 16,0-2-5-16,7 0-1 0,-1 0-6 16,0-1-5-16,8 1-7 0,-8 4-5 15,7-5-4-15,0 4-3 0,6 1-4 0,-5-1 0 16,5 4-1-16,-6-3 1 0,6 6-3 16,-5 1-3-16,5-1-2 0,-6 4 0 15,0 1-1-15,-6 3 1 0,0 0 1 0,-1 3 2 16,-6 2 0-16,0-2 1 0,0 5 3 15,-13-1 0-15,6 1-1 0,-6-2 0 0,0 3 1 16,-6-3-1-16,5 1-3 0,2-3 1 16,-8-1 1-16,7 1 0 0,7-4 3 0,-8-3 1 15,8-1-1-15,6-4 0 0,-6 2 0 16,12-2-1-16,-6-3 0 0,14-3-1 0,-8 3 7 16,7-5 5-16,6 2 11 0,0 3 1 15,1-4 8-15,0 4 8 0,-1 0 3 0,1 4 7 16,0-1 4-16,-1 5 13 0,1-1 15 15,-8 4 12-15,8 0 7 0,-7 1-2 16,-6 2-2-16,6 4-9 0,-13 1-14 0,0-5-12 16,0 4-6-16,-13 0-6 0,-1 1-5 15,2-1-5-15,-8-3-8 0,0 4-20 0,1-4-15 16,-7-5 0-16,0 1 0 0,0 0 0 16,-1-4-17-16,-5-2-128 0,-1-5-103 0,1-5-117 15,6-2-173-15,0-4-220 0,0 0-242 16,6-8-100-16,0-3 8 0,14-3 65 0,-6-5 148 15,12-2 221-15</inkml:trace>
  <inkml:trace contextRef="#ctx0" brushRef="#br0" timeOffset="18634.75">12908 9950 310 0,'20'-15'695'16,"-1"8"112"-16,0 0 76 0,1 3 67 0,-1 0-176 15,7 8-223-15,1 7-131 0,-1 4-60 16,0 3-20-16,0 8 4 0,0 6 5 15,6 8 7-15,-6 5-1 0,7 6-20 0,-7 0-39 16,-6 8-230-16,-1 0-66 0,-12-1 0 16,-1 0 0-16,1 1 0 0,-14-1 0 0,-6-3 0 15,0-3 0-15,-7-4 0 0,1-4 0 16,-7-7 0-16,6-2-10 0,-6-5-365 0,1-8-105 16,-1-3-138-16,6-9-157 0,0-1-178 15,1-9-101-15,-1-9 1 0,1-1 69 0,5-9 145 16,2-7 200-16,-8-3 242 0</inkml:trace>
  <inkml:trace contextRef="#ctx0" brushRef="#br0" timeOffset="19103.41">12433 8605 194 0,'-20'4'600'0,"7"-4"110"0,0 4 59 0,6-4 9 16,1 0-140-16,6 0-185 0,6 3-150 15,1 1-79-15,13 2-30 0,6 3-1 0,0 2 14 16,13 6 15-16,6 6 32 0,7 6 29 16,13 5 25-16,7 5 10 0,6 5 0 0,13 7-14 15,7 4-30-15,-7 8-38 0,7-1-31 16,-1 7-31-16,-6 0-142 0,-6 2-32 0,0-1 0 15,-7 0 0-15,-12-8 0 0,-8-4 0 16,-6-7 0-16,-13-3 0 0,-7-8 0 16,-5-7 0-16,-8-4 0 0,-6-6 0 0,1-5 0 15,-8-4-204-15,0-2-262 0,-6-9-231 16,0-6-304-16,-6-1-168 0,0-4-36 0,-1 1 63 16,7-4 145-16,0 0 226 0,0 3 314 15</inkml:trace>
  <inkml:trace contextRef="#ctx0" brushRef="#br0" timeOffset="19509.54">14504 10071 97 0,'-7'-8'601'0,"1"-4"130"0,6-2 81 15,-7 1 51-15,0 1-117 0,7 1-197 0,-6 0-210 16,0 3-126-16,-2 5-75 0,-4 3-49 16,-1 3-27-16,-7 5 1 0,0 3 21 0,-6 3 35 15,1 5 37-15,-1 3 37 0,0 7 28 16,6 1 16-16,1 6 2 0,5 1-6 15,8 0-12-15,0 0-15 0,6-5-16 16,0 0-20-16,6-2-22 0,7 0-23 0,6-9-20 16,1 1-24-16,7-2-19 0,5-7-17 15,-7 1-13-15,9-6-12 0,-2 1-19 0,1-6-37 16,-1-3-69-16,1 0-91 0,-7-3-109 16,-1-2-157-16,1 1-206 0,1-6-226 0,-7 2-172 15,6-7-36-15,-7 1 41 0,-6-4 123 16,0-4 192-16,7 0 254 0</inkml:trace>
  <inkml:trace contextRef="#ctx0" brushRef="#br0" timeOffset="19759.48">15005 9997 588 0,'6'-15'775'16,"-6"1"109"-16,0-1 82 0,0 0-36 16,0 5-174-16,-6-1-246 0,0 3-142 0,6 5-97 15,-13-2-62-15,-1 5-38 0,2 8-17 16,-8 0 2-16,0 6 6 0,1 5 25 15,-7 3 22-15,6 7 3 0,1 1-10 0,-1 7-18 16,0-1-24-16,14 7-32 0,0 2-119 16,-1-2-9-16,7 1 0 0,7 1 0 0,5-6 0 15,2-2 0-15,-2-4 0 0,8 0 0 16,0-6 0-16,-1-7-236 0,1-1-123 0,-1-4-130 16,7-8-148-16,0-7-149 0,1-4-139 15,-1-3-95-15,0-8 11 0,-7-3 79 16,1 1 142-16,0-10 186 0,-1-2 205 0</inkml:trace>
  <inkml:trace contextRef="#ctx0" brushRef="#br0" timeOffset="20165.65">15187 10218 304 0,'0'-23'517'0,"0"4"101"0,0 5 90 0,-6-1-4 15,6 5-110-15,-6-2-110 0,6 5-100 16,0 4-81-16,-8-1-57 0,8 4-43 0,0 4-12 16,0 3 11-16,0 0 30 0,0 8 24 15,0 3 4-15,8 1-6 0,-8 6-20 16,6 4-28-16,0 1-36 0,1-1-30 0,0 1-28 15,-1-5-25-15,0 4-20 0,1-3-13 0,-7-4-8 16,6-4-4-16,-6 0 1 0,7-6 10 16,-7-2 10-16,0-1 12 0,0-6 1 15,-7-3 2-15,7 0-8 0,-6-8-18 0,-1-4-15 16,1-2-16-16,0 1-16 0,-1-10-5 16,7-3 0-16,-7-3 0 0,14 0 0 0,-7-5 0 15,7 2 0-15,5 2 0 0,1 2 0 16,1 5 0-16,-2 2 0 0,8 2 0 15,0 4 0-15,-7 4-1 0,13 4-1 0,-7 3 0 16,1 1 0-16,0 6 5 0,-2 4 1 16,-4 0-4-16,5 8 0 0,-5 4 0 0,-2 3 0 15,2 3 0-15,-2 1 0 0,-5 0 0 16,0-1 0-16,6 1 0 0,-7 0 0 0,-6 0 0 16,6-5 0-16,-6-3 0 0,8 1 0 15,-8-5 0-15,6-3-470 0,-6-3-263 0,6-1-316 16,7-7-151-16,-6 0-20 0,6-7 66 15,7-3 140-15,-2-2 230 0,2-3 313 0</inkml:trace>
  <inkml:trace contextRef="#ctx0" brushRef="#br0" timeOffset="20337.47">15787 10287 82 0,'-7'0'670'0,"0"3"190"0,7-3 132 16,-6 0 99-16,6 0-69 0,0-3-175 15,0 3-261-15,0 0-170 0,0 0-121 16,13 0-92-16,-6 3-71 0,6-3-56 0,-1 4-33 15,8 1-19-15,0-5-13 0,-1 0-31 16,7 0-61-16,-6 0-88 0,-1-5-133 0,7 1-177 16,-6 1-210-16,0-5-202 0,-1 1-119 15,1-3-11-15,-8-2 80 0,8-3 151 16,-7 1 196-16</inkml:trace>
  <inkml:trace contextRef="#ctx0" brushRef="#br0" timeOffset="20666.7">16151 10107 46 0,'7'-11'577'0,"-7"0"180"16,0 4 129-16,-7 3 91 0,7-2-65 0,-6 6-144 15,-1 0-184-15,1 3-126 0,6 4-80 16,-6 3-43-16,-2 6-20 0,2 2-7 0,6 4-13 16,0 0-19-16,0 4-28 0,6 0-177 15,-6-1-71-15,8 0 0 0,-2-3 0 0,0 0 0 16,1-3 0-16,-1-1 0 0,7-7 0 16,-6 0 0-16,5-4 0 0,2-3 0 15,-1-4 0-15,0-4-267 0,6 1-75 0,-5-9-4 16,-2-2 18-16,8-1 45 0,-7-3 57 0,0 1 60 15,0-3 46-15,-7-2 48 0,8 8 49 16,-8-4 49-16,0 6 42 0,1-2 38 16,-7 7 24-16,7-1 5 0,-7 5 4 0,0 3-4 15,0 3-10-15,6 5-14 0,-6 3-3 16,7 4-2-16,-7 2-13 0,6 2-22 0,-6 3-23 16,6 3-20-16,-6-2-46 0,8-1-65 15,-2 0-81-15,-6-4-110 0,0 0-179 16,0-3-225-16,0-5-242 0,6-6-115 0,-6 0-15 15,0-4 61-15,0-8 151 0,0 1 215 16</inkml:trace>
  <inkml:trace contextRef="#ctx0" brushRef="#br0" timeOffset="20869.79">16471 9880 371 0,'-7'-33'818'0,"7"7"152"0,0 1 92 0,-7 7 53 15,14 3-187-15,-7 8-315 0,7 2-188 16,5 10-112-16,2 6-54 0,5 7-16 15,1 8 3-15,0 10-10 0,5 4-24 0,1 8-29 16,0 4-28-16,-6 6-113 0,-1-3-42 16,-5 3 0-16,-8-3 0 0,-6 0 0 0,-6-4 0 15,-1-7-193-15,-13-3-114 0,8-5-118 16,-2-6-160-16,-6-4-189 0,1-4-212 16,6-8-91-16,-6-3 5 0,-1 0 74 0,7-8 158 15,-7-3 221-15</inkml:trace>
  <inkml:trace contextRef="#ctx0" brushRef="#br0" timeOffset="21802.37">18079 9847 238 0,'6'-4'349'0,"-6"1"76"16,7-5-12-16,-7 1 26 0,7 0 27 15,-7 0-4-15,6-1-16 0,-6 1-37 0,7-1-35 16,-7 5-43-16,0-4-55 0,6 3-50 16,-6 0-41-16,0 4-18 0,0-3-21 0,0 3-11 15,0 0-10-15,0 3-2 0,-6 1 7 16,6 3 5-16,-13 5 10 15,6 2-2-15,0 4 2 0,-5 4 3 16,-2 0-3-16,2 3-11 0,-1 5-4 0,-1-1-3 16,2 0-9-16,-2 1-12 0,-5 3-12 15,6 0-1-15,-6 0-3 0,5-4 4 0,-5 0 5 16,6-3 6-16,0 0 7 0,-1-4 8 16,2-3-77-16,5-2-43 0,0-6 0 15,1 0 0-15,0-4 0 0,6 1 0 0,0-5 0 16,12 2 0-16,-5-5 0 0,12 0 0 15,1 0 0-15,7-5 0 0,5 5 0 0,1-3 0 16,5-1 0-16,1 0 0 0,7 1 0 16,-1-1 0-16,1-3 0 0,-7 3 0 0,7 1 0 15,-7-2 0-15,-6 2 0 0,-1 0 0 16,-6-1 0-16,-7 4 0 0,1-4 0 16,-13 4 0-16,6 0 0 0,-13 0 0 0,0 0 0 15,0 0 0-15,-6 0-83 0,-8 0-340 0,2 0-101 16,4 0-104-16,-4-3-106 0,-1 0-107 15,0-5-109-15,0 0-27 0,7 1 49 16,-8-4 111-16,1-4 154 0,6 1 187 0</inkml:trace>
  <inkml:trace contextRef="#ctx0" brushRef="#br0" timeOffset="22036.72">18307 10026 388 0,'-7'-18'586'0,"7"4"135"16,-6-1 103-16,0 0-18 0,6 1-105 0,-7 7-90 15,7-5-107-15,0 5-103 0,-7 4-79 16,7-1-54-16,0 4-30 0,0 7-6 0,0 0 5 15,0 12 25-15,0-1 31 0,7 8 14 16,-7 4-16-16,7 5-92 0,-7 2-199 16,0 7 0-16,6 4 0 0,-6-1 0 0,0 0 0 15,0 2 0-15,0 2 0 0,0-7 0 16,6 0 0-16,-6-1 0 0,0-6 0 16,7-4 0-16,-7-4 0 0,0-3 0 0,0-4 0 15,7-7 0-15,-7 0 0 0,0-8 0 16,0-3 0-16,0-1 0 0,6-6-60 15,0-8-445-15,1-1-193 0,-1-6-189 0,14 1-181 16,-6-6-65-16,5-6 34 0,7 0 97 16,0-5 179-16,6-6 221 0</inkml:trace>
  <inkml:trace contextRef="#ctx0" brushRef="#br0" timeOffset="22411.59">19004 9931 255 0,'20'-30'703'0,"-8"5"144"16,-5 3 99-16,0 5 73 0,-7-2-149 15,0 8-232-15,-7 0-178 0,-6 8-112 0,-7-2-70 16,1 5-39-16,-7 5-23 0,0 2-14 16,0 0-9-16,-7 7-2 0,7 5-1 0,-7 6-2 15,7 1 2-15,0 7-7 0,1 0-148 16,5 4-35-16,0 6 0 0,7 2 0 0,0-2 0 16,6 6 0-16,7-5 0 0,0 0 0 15,7-5 0-15,6 2 0 0,7-5 0 0,5-2 0 16,8-6 0-16,-1-2 0 0,15-4 0 15,-2-3 0-15,7-5 0 0,7-7 0 16,6 1 0-16,-6-8 0 0,-1 0 0 0,-5 0 0 16,-2-4 0-16,-5 0 0 0,-13 1 0 15,-1-1 0-15,-12 1 0 0,-1-2 0 0,-5 5 0 16,-2-3 0-16,-12 3 0 0,0 0 0 0,0 0 0 16,-12 0 0-16,4 0 0 0,-4-3 0 15,-1 3 0-15,0 0 0 0,0 0-566 16,-7-4-351-16,7 0-278 0,-7 1-87 0,-6 0 35 15,7-6 113-15,-7 1 208 0,-6 2 289 16</inkml:trace>
  <inkml:trace contextRef="#ctx0" brushRef="#br0" timeOffset="27991.91">22964 6963 136 0,'0'-3'350'0,"6"0"59"0,-6-5 52 16,7 1-61-16,-7-4-28 0,6 0-35 0,-6 4-8 15,0-4-3-15,6 0-8 0,-6-4-9 16,0 4-17-16,0 0-26 0,0-1-35 15,0-2-21-15,-6 3-15 0,6 4-17 0,-6-4-12 16,6 4-17-16,-7 0-21 0,1 0-28 16,-8 2-24-16,2 1-24 0,-2 4-13 15,-5 0-10-15,-1 4-7 0,1 4 1 0,-7-1 0 16,6 4 8-16,-6 0 7 0,0 7 2 16,7 1 15-16,-7 6 9 0,6-3 12 0,1 7 5 15,-1 5 9-15,0-2 9 0,1 5 1 16,6 4 0-16,0 2 4 0,7 1 1 15,-8 5-5-15,14-5 5 0,0 2 4 0,0-1-3 16,7 2-8-16,0-3-1 0,5 5-3 16,1-3-7-16,1-2-9 0,12 1-5 0,-7-5 6 15,13 0 1-15,-6 0 1 0,13-7 1 16,-5 0-69-16,5-4-13 0,-1-3 0 0,1-4 0 16,1-7 0-16,-1-3 0 0,0-6 0 15,7-2 0-15,-7-8 0 0,-1-2 0 0,8-6 0 16,-7-3 0-16,0-7 0 0,-6 4 0 15,6-8 0-15,-13-3 0 0,6 0 0 16,-6-1 0-16,1-6 0 0,-8-1 0 0,0 1 0 16,-5-5 0-16,-1 1 0 0,-7-4 0 15,1 3 0-15,-1-6 0 0,-12 3 0 0,6-1 0 16,-13-2 0-16,6 3 0 0,-5 1 0 0,-8-2 0 16,0 5 0-16,1 4 0 0,-7-1 0 15,0 0 0-15,-1 8 0 0,-5-1 0 16,-7 5 0-16,7 3 0 0,-15 5 0 0,9 0 0 15,-8 7 0-15,0 3 0 0,1 4 0 16,-1 3 0-16,1 3 0 0,5 8 0 0,-5 0 0 16,6 7 0-16,7-4 0 0,-2 5 0 15,9 3 0-15,5-4 0 0,0 4-14 0,8 0-511 16,5-4-163-16,7 1-198 0,7-2-210 16,-1 0-50-16,14-7 35 0,-1-3 96 15,13-3 167-15,2 0 239 0</inkml:trace>
  <inkml:trace contextRef="#ctx0" brushRef="#br0" timeOffset="28575">24279 5872 128 0,'-6'-15'439'15,"6"0"69"-15,-7 1 65 0,7 0 75 16,-6 3-145-16,-8 0-100 0,8 0-59 0,0 0-47 16,-8 4-31-16,2-1-50 0,-1 5-46 15,-1-2-22-15,2 2-3 0,-8 3-1 16,7 0-5-16,0 3-3 0,0 5 9 0,-7 0 11 15,8 2 12-15,-2 5 9 0,-5 3 0 16,-1 1 8-16,0 6-2 0,1-3-5 0,-1 8-2 16,2 3-2-16,-2 7 11 0,-7 0 2 15,1 8 3-15,7 3 9 0,-7 7 4 0,6 5 3 16,0 3-111-16,1 0-95 0,0 3 0 16,6 1 0-16,7 3 0 0,-2 1 0 0,2-1 0 15,6 4 0-15,6 4 0 0,2-2 0 16,-2 2 0-16,7 4 0 0,0-1 0 0,0-4 0 15,7 5 0-15,-8-5 0 0,8 1 0 16,-1-1 0-16,1 1 0 0,-7-3 0 0,6-6 0 16,1 2 0-16,-1-5 0 0,7-3 0 15,-6-7 0-15,-1-1 0 0,1-6 0 16,0-1 0-16,-1-11 0 0,-5 1 0 0,4-4 0 16,-4-8 0-16,-1-4 0 0,0-2 0 0,-6-5 0 15,-1-4 0-15,7-2 0 0,-6-5 0 16,-7 0 0-16,6-3 0 0,-6-4 0 15,0-4 0-15,0 0 0 0,0-3 0 0,0-4 0 16,-6-7 0-16,6 0-164 0,0-5-576 0,6-6-260 16,0-4-199-16,1-3-35 0,6-5 61 15,6-3 131-15,1-3 193 0,0-5 274 16</inkml:trace>
  <inkml:trace contextRef="#ctx0" brushRef="#br0" timeOffset="29184.28">24553 7308 314 0,'0'-11'452'0,"-7"-3"60"16,1-2 63-16,0 2-33 0,-2 3-95 16,8-3-64-16,-6-1-33 0,6 5-17 0,-6-5-21 15,6 4-33-15,0-5-29 0,0 2-15 0,0 3-11 16,0-3-12-16,0-1-16 0,6 0-16 15,0 4-15-15,8-3-8 0,-1 0-9 16,0 2-6-16,0-3-5 0,7 5-6 0,6-2-7 16,-7 1-8-16,7 0-11 0,0 4-7 15,7-1-7-15,-7 4-7 0,6 1-1 0,1 3-1 16,-1 3-3-16,1 6-5 0,6 1 0 16,-7 5 2-16,1 4 2 0,-1 1 6 0,2 11 12 15,-9 2 15-15,1 3-51 0,0 5-60 16,-6 2 0-16,-7 1 0 0,-7 8 0 0,2-5 0 15,-16 4 0-15,2 1 0 0,-7-1 0 16,-7 0 0-16,0-3 0 0,-5-1 0 16,-7 1 0-16,-2-4 0 0,2-3 0 0,-1-5 0 15,1-3 0-15,-1-7 0 0,7 3 0 16,-6-11 0-16,5 1 0 0,8-4 0 0,0-5 0 16,0 1 0-16,5-3 0 0,1-5 0 15,7 0 0-15,-1 1 0 0,1 1 0 0,-1-5 0 16,7 0 0-16,7-5 0 0,6 1 0 15,0 1 0-15,7-4 0 0,12 3 0 0,1-3 0 16,5 0 0-16,1 0 0 0,14 3 0 16,-8-4 0-16,7 1 0 0,1 3 0 0,-2 1 0 15,-5-5 0-15,7 5 0 0,-8-1 0 16,-7 1 0-16,2-1 0 0,-7 0 0 16,-7 4 0-16,-7-3 0 0,1-1 0 0,-8 0 0 15,2 1 0-15,-8 0 0 0,1-1 0 16,-1-1 0-16,-6 2 0 0,-6-2 0 0,-1-1 0 15,1-2 0-15,-8-3 0 0,2 4 0 16,-2-8-372-16,-5 1-498 0,6-1-304 0,0-3-95 16,-7-8 25-16,8 1 85 0,-2-5 169 15,1-3 263-15</inkml:trace>
  <inkml:trace contextRef="#ctx0" brushRef="#br0" timeOffset="29777.86">25197 6360 343 0,'-6'-16'573'0,"6"2"121"0,-6 3 93 0,6 1 8 16,0 2-179-16,-6 0-140 0,6 1-117 15,0 3-118-15,0 4-87 0,0 0-50 0,0 0-10 16,0 4 17-16,0 3 25 0,6 9 44 15,-6-6 39-15,0 9 25 0,6 3 6 16,-6-1-10-16,6 5-11 0,-6 1-26 0,7-2-28 16,-7 0-25-16,7-3-23 0,-7 0-16 15,6 0-18-15,-6-4-11 0,0-2-6 0,0-3-2 16,0 1 3-16,0-6 6 0,0 1 9 16,0-3-89-16,0-2-3 0,0 0 0 15,0-4 0-15,0 0 0 0,-6 0 0 0,6-4 0 16,-7-3 0-16,7-5 0 0,-7-2 0 15,7 0 0-15,-6-5 0 0,6-3 0 0,0-4 0 16,-6 0 0-16,6-3 0 0,0 0 0 16,0-4 0-16,6 4 0 0,0 4 0 0,1-5 0 15,6 4 0-15,0 1 0 0,1 3 0 16,-2 0 0-16,8 3 0 0,-1 4 0 0,1 1 0 16,0 3 0-16,-1 3 0 0,1 1 0 15,-1 7 0-15,7 5 0 0,-6-3 0 0,-1 9 0 16,7 3 0-16,-6 9 0 0,-1-1 0 15,0 8 0-15,1-1 0 0,0 4 0 0,-7 4 0 16,-1 0 0-16,2 0 0 0,-1-5 0 16,-6 0 0-16,-1 2 0 0,1-5 0 0,-7-4 0 15,6-2 0-15,-6-1 0 0,0-5 0 16,0-1 0-16,0-5 0 0,0-4 0 0,0 0 0 16,0-4 0-16,0-6 0 0,-6-1-622 15,6-3-311-15,-7-4-263 0,7-8-77 16,0-1 43-16,0-3 116 0,0-7 195 0,13 2 290 15</inkml:trace>
  <inkml:trace contextRef="#ctx0" brushRef="#br0" timeOffset="30184.87">25692 5689 47 0,'14'-26'562'0,"-8"5"121"0,7-1 103 0,0 3 79 15,0-3-49-15,7 7-242 0,6 1-154 0,-1 3-98 16,2 4-74-16,5-1-43 0,1 8-24 16,6 4-6-16,0 3 6 0,0 8 12 15,1 3 15-15,-1 4 15 0,6 11 17 0,1 4 26 16,5 7 22-16,2 7 19 0,-1 8-12 16,-1 3-189-16,8 11-106 0,-6 8 0 0,-1 3 0 15,-7 11 0-15,1 5 0 0,-13 2 0 0,6 8 0 16,-7 7 0-16,1 0 0 0,-7 4 0 15,-6 0 0-15,-8-1 0 0,2-6 0 0,-14 0 0 16,0-8 0-16,-7-7 0 0,-12-7 0 16,-1-8 0-16,-6-7 0 0,-1-8 0 15,-5-10 0-15,-1-8 0 0,1-7 0 0,6-7 0 16,-7-4 0-16,14-7 0 0,-1-5 0 16,8-6 0-16,-2-4 0 0,1 0 0 15,7-3 0-15,-1-5 0 0,7 1 0 0,-6-4 0 16,6-4 0-16,0 1 0 0,0-1 0 15,0-4 0-15,0 6 0 0,0-6 0 0,0 3-745 16,-7 2-396-16,1-4-167 0,-8 3-9 16,-5 0 87-16,-7-3 168 0,0 0 255 0,-6 0 330 15</inkml:trace>
  <inkml:trace contextRef="#ctx0" brushRef="#br0" timeOffset="30629.88">22652 9400 665 0,'-99'44'807'0,"2"0"65"0,-1-11 4 0,13 0-14 0,0-4-413 0,1 0-252 31,-1-6-135-31,14-1-63 0,-1 0-1 0,7-4 17 0,6-3 47 0,20-1 55 0,7-7 59 15,12 1 52-15,13-5 57 0,14-3 47 32,19 0 12-32,13-7-9 0,20 0-16 0,19-1-14 0,26-2-26 0,13-5-37 0,33 0-25 31,26 1-69-31,19-5-148 0,20 1 0 0,20-1 0 16,13 6 0-16,12-6 0 0,13 4 0 15,7 0 0-15,0 1 0 0,7-1 0 0,-6 0 0 16,5 1 0-16,0 3 0 0,0-1 0 0,-12 6 0 0,-7-6 0 0,-13 10 0 0,-13-3 0 15,-12 1 0-15,-22 1 0 0,-11 3 0 0,-13-5 0 32,-14 5 0-32,-13-3 0 0,-12 3 0 0,-14-3 0 0,-19-1 0 0,-27 0 0 0,-12-2 0 15,-21-2 0-15,-11 0 0 0,-21-2 0 16,-19-1 0-16,-12-4 0 0,-15 0-580 31,-18 1-244-31,-14-1-265 0,-7-4-119 0,-5 1 8 0,-14-4 85 0,8 0 153 0,-15-3 224 31,7-4 311-31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47:00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13384 942 231 0,'12'-4'379'0,"-5"-1"72"16,-1-1 30-16,1-2-2 0,0 2-50 0,5-2-37 15,-12-1-35-15,6-1-33 0,2 3-32 16,-8-3-34-16,0-6-44 0,0 5-30 0,0 1-21 16,-8-2-23-16,2-2-23 0,0 3-24 15,-7 4-14-15,0-5-18 0,0 9-14 16,-7-5-13-16,0 5-9 0,1 3-10 16,-7 0-4-16,0 7-3 0,0-3-1 0,1 3-4 15,-2 1-1-15,1 2-1 0,6 5 0 0,1-4 3 0,6 4 0 16,0-1 2-16,6 2 7 0,1-2-1 0,6-3-1 15,6 3 1-15,1 1-1 0,6 0 0 16,7-1-2-16,6 1 3 16,-1-5 4-16,9 5-2 0,-2-4 3 0,1 5 6 15,-1 2 10-15,7 0 6 0,-7 0 2 0,1 0 5 0,-7 4 2 16,0 1 0-16,0-1-4 0,-13 0-5 16,7 3 5-16,-7-3 6 0,-7 0 2 0,-6 0 3 15,-6 1 2-15,-1-6 4 0,-6 5 0 0,0-3-2 16,-13-5 4-16,7 1 7 0,-7-1 8 15,0-2 11-15,-7-2 8 0,7-2 4 0,-7-1-2 16,1-3-3 0,-1-1-6-16,1-3-12 0,6-3-7 0,-7 3-9 0,7-8-9 0,0 5-9 15,0-5-9-15,7 2-7 0,5-6-8 0,-5 5-4 16,5-4-5-16,8 4-8 0,0-4-21 16,6 3-40-16,0-3-55 0,0 4-71 0,6 0-86 15,7-2-113-15,7 3-136 0,0-1-149 16,5-1-165-16,1 4-102 0,0-3-6 0,0 0 69 15,7-1 130-15,-7-3 173 16</inkml:trace>
  <inkml:trace contextRef="#ctx0" brushRef="#br0" timeOffset="347.85">13722 1136 76 0,'7'-9'529'16,"-1"3"140"-16,0-2 103 0,-6-3 78 0,0 4-105 15,0 0-156-15,0-1-139 0,0 1-115 0,0 3-88 0,7 1-71 16,-7 0-50-16,0 3-34 0,0 0-31 0,0 3-10 16,0 0 2-16,7 5 27 0,-7 3 22 15,6 3 21-15,-6 1 21 0,0 4 7 0,7 3 6 16,-1 3-4-16,-6 0 1 0,0 5 0 0,6-1-6 16,-6 4-8-16,7 0-12 0,-7 0-22 15,7 0-21-15,-1 4-23 16,0-4-17-16,2-4-14 0,-8 0-11 0,6 1-8 0,0-4-5 15,1-5 0-15,-1 1-4 0,-6-3 3 0,7-5-2 16,-7 1 1-16,0-4 0 0,0-4-3 16,0 0-5-16,0-3-35 0,0 0-51 0,-7-4-72 15,1-4-82-15,-1-3-95 0,1-1-117 16,0-3-137-16,-2 1-118 0,-4-5-126 0,5-4-99 16,0 1-1-16,1-3 72 15,0-2 142-15,-1 1 157 0</inkml:trace>
  <inkml:trace contextRef="#ctx0" brushRef="#br0" timeOffset="654.47">13722 1252 63 0,'0'-14'426'0,"-7"-1"107"0,7-3 104 15,0 0 68 1,7 0-102-16,-7 2-91 0,7 2-71 0,-1-4-64 16,0 7-76-16,1-4-54 0,6 4-35 0,6 0-29 0,1 4-24 15,0-1-27-15,-1 1-20 0,7 4-20 0,0-1-17 16,7 4-15-16,-7 0-15 0,6 4-10 15,-5-1-9-15,5 4-4 0,-6 4-3 0,1 4 0 16,-8 0-2-16,0-1 1 0,1 0 8 0,-7 5 9 16,-7-1 7-16,-6 1 9 0,0-1 6 15,-6-3 0-15,-7 3-4 16,0-3-7-16,0-1-10 0,-7 1-10 0,-6 1-6 0,0-6-10 16,1 5-4-16,-2-4-3 0,7 0 0 0,-6-4-13 15,7 0-31-15,-1 1-43 0,1-1-60 16,6-3-81-16,7-4-97 0,-2 3-121 0,2-3-103 15,6 0-105-15,0 0-94 0,6-3-50 0,2 3 32 16,4-4 94-16,8 0 113 0,-1-4 142 16</inkml:trace>
  <inkml:trace contextRef="#ctx0" brushRef="#br0" timeOffset="1125.07">14406 1260 353 0,'13'-8'508'0,"0"-2"124"16,-6 2 85-16,-1-3-71 0,0 1-95 15,-6-2-84-15,0 1-86 0,-6 1-100 0,0 1-71 16,-1 2-48-16,0-4-27 0,-6 4-26 16,1 5-19-16,-2-6-16 0,2 4 2 0,-8 4 0 15,0-5 0-15,7 5-2 0,-7 5-5 0,1-1-3 16,6-1-13-16,-6 4-11 0,5 5-11 16,2-1-11-16,-2 0-6 0,1 3-2 0,7 0 2 15,6 1 4-15,-6 0 3 0,6 4 0 0,6-5 1 16,-6 1 3-16,6 3-2 0,7-7-2 15,-6 4-5-15,6-4-1 0,0 0 2 16,6-5-2-16,-5 2-2 16,5 0 1-16,1-5 8 0,-8 1 7 0,8-4 0 0,-7 0 9 0,7 0 10 15,-8-4 6-15,2 1-1 0,-8-1 5 0,7-3 6 16,1-1-1-16,-8-3-3 0,0 0-3 16,0-3 0-16,2 3-2 0,-2-3 2 0,0-2 5 15,-6 5 6-15,7 1 7 0,-7-2 3 0,0 5-1 16,0-4-7-1,0 7-11-15,0 1-16 0,0-4-13 0,0 7-9 16,0-5-11-16,7 5-6 0,-7 0-3 0,0 5-1 0,0-2 0 16,0 4 0-16,0-3 1 0,6 7 1 0,-6 0-2 15,7 0 2-15,-1 0 1 0,0 4-3 0,2-5 2 16,4 5 2-16,-6-5-1 0,1 2-2 16,0 3 0-16,-1-5-4 0,1 6-35 0,-1-6-57 15,8 1-76-15,-8 1-92 0,0-5-135 16,8 0-168-16,-8 0-166 15,7-3-174-15,0 0-77 0,0-4 11 0,-1-4 89 0,8 0 150 16,-7-3 188-16</inkml:trace>
  <inkml:trace contextRef="#ctx0" brushRef="#br0" timeOffset="1718.8">14862 1223 14 0,'0'-15'408'15,"0"1"105"-15,0 0 107 0,0-2 83 0,0 5-92 16,0-3-94-16,-7 2-84 0,7 2-65 0,0 3-79 0,-6-1-54 15,6 1-46-15,-7 3-30 0,1 1-17 0,0 3-27 0,-2-4-13 16,-4 4-14-16,-2 4-7 0,8-1-1 16,-7 1-1-16,0 3-1 0,0 4-7 0,0 0-3 15,0 4-6-15,7 4-3 0,-1-1 0 16,0 0-3-16,1 1-4 0,6 2-8 0,0 2 1 16,0-2-8-1,0 1-5-15,6-3 6 0,1 3 9 0,6-5 8 0,0-1 9 16,0 2 11-16,7-3 7 15,-1-1-2-15,1-3-3 0,0 1-2 0,5-5-3 16,1-4-9-16,0 1-10 0,0 0-12 0,7-4-11 16,-7-4-7-16,7-3-7 0,-7 2-6 15,0-5 1-15,-1 2 9 0,-5-3 3 0,0 1 3 16,-1-5 0-16,-5-3 0 0,-2-1-2 16,2 1-7-16,-8 0-6 0,0-5-2 0,1 5-2 15,-7 0 1-15,-7 0-1 0,1-1 2 16,0 4-2-16,-8 1-2 0,2 3-3 0,-2-1 0 15,-5 5-2-15,6 1 0 0,-6 1 1 0,-1 5 0 16,7 0 0-16,-7 5-1 0,8-2 0 16,-2 5 1-16,1 3 2 0,0-1 2 0,7 5 13 15,-1 0 12-15,1-1 15 0,6 4 14 16,6 1 8-16,-6-4 7 0,7 3-1 0,5-3-1 0,-5 3-2 16,6-3-2-16,7-1-15 0,-7-3-53 0,6 4 0 15,8-8 0-15,-8 5 0 0,7-6 0 16,0-2 0-16,6 0 0 0,-5-1 0 0,5-3 0 15,-6 0 0-15,1-3 0 0,-2-1 0 0,-5 4 0 16,0-4 0 0,-8 1 0-16,2 0 0 0,-2-1 0 0,-5-1 0 15,-1 2 0-15,-6 3 0 0,0-4 0 0,0 1-49 16,-6-1-340-16,-1 0-130 0,1-3-156 16,0 4-167-16,-8-5-198 0,8-3-52 0,0 0 35 15,-2 0 100-15,2-3 172 0,6-5 212 0</inkml:trace>
  <inkml:trace contextRef="#ctx0" brushRef="#br0" timeOffset="2219.9">16679 809 173 0,'7'-11'409'0,"-7"1"83"15,0-2 91-15,0 1 2 0,0 1-96 0,-7 1-66 0,0 2-68 16,1 1-61-16,-1 1-73 0,-5 2-58 0,-2-1-24 16,2 4-16-16,-8 0-5 0,0 4 3 0,7-1 7 15,-7 5 5-15,-6 0 0 0,7 3 3 0,-1 3 8 16,1 0 2-16,6 5 0 0,0-1 2 0,-7 8 2 16,14-3 8-16,0 2 0 0,-2 4 7 15,2-3 5 1,6 7 5-16,6-4-2 0,2 0-7 0,4 4-10 0,2-4-15 15,-2 1-23-15,8-1-23 0,6-3-23 0,-7 0-20 16,8-5-16-16,5-3-13 0,-6 1-8 0,1-1-7 16,-1-7-10-16,6 4-38 0,-13-9-61 15,7-1-77-15,1-1-85 0,-8-1-109 0,7-6-135 16,-6-1-129-16,-8-1-125 16,8-1-133-16,-6-1-58 0,-2-5 30 15,1-2 103-15,0 3 141 0,0-3 176 0</inkml:trace>
  <inkml:trace contextRef="#ctx0" brushRef="#br0" timeOffset="2577.88">17043 1095 239 0,'0'-11'512'0,"7"0"129"0,-14-4 99 0,7 5 0 16,0-1-114-16,-6 3-114 0,0 0-115 15,-1 1-109-15,-6 4-84 0,0-1-50 0,-1 4-32 16,2 0-10-16,-1 4-2 16,0-1 1-16,0 4-2 0,-1 1-2 0,-5 3-4 0,13 0-8 15,-7 4-8-15,0-1-10 0,7 5-3 16,-2-1-1-16,2 1 4 0,6-2-4 0,6 1 0 15,-6 1 2-15,14-1-2 0,-8-3-7 0,14 4-9 16,-7-4-5-16,7-5-8 0,-1 5-5 16,7-8-4-16,0 4 1 0,-6-3 1 0,5-5 3 15,1-3 7 1,1 0 13-16,-8 0 16 0,0-3 15 0,1-5 14 0,-7 2 13 0,0-2 6 16,-6-4-2-16,-1-2-12 0,-6-1-16 15,0-3-19-15,0-1-19 0,-6-2-17 0,-1-5-16 16,-6 1-11-16,0-1-9 0,-7 4-4 15,8 3-2-15,-8 1-2 0,1 0 2 0,-1 4-4 16,0 2-13-16,1 5-25 0,6-1-38 0,0 5-49 16,-7 0-63-16,14 3-70 15,-7 0-73-15,6 3-74 0,1 0-90 0,-1 5-90 0,7-5-77 16,7 5-85-16,-7 0-103 0,6-1-3 16,8 0 73-16,-8-3 114 0,6 3 125 0,8-3 149 15</inkml:trace>
  <inkml:trace contextRef="#ctx0" brushRef="#br0" timeOffset="3343.84">17226 1044 273 0,'13'-4'525'16,"-7"1"133"-16,1-1 100 0,-1 0-12 0,1 1-103 0,0-2-98 15,-7 3-110-15,6-3-114 0,-6 2-88 0,0 3-64 16,0-4-53-16,6 4-40 0,-6 4-28 16,0-4-2-16,0 8 11 15,0-6 16-15,0 10 20 0,7-1 22 0,-7 3 17 16,0 1 4-16,0 3-5 0,7 4-6 15,-7-3-6-15,0 2-13 0,6 2-5 0,-6-5 0 16,6 4 0-16,-6 0-4 0,7-3-6 0,0-2-5 0,-1-2-13 16,1 4-17-16,-1-8-20 0,0 3-11 0,-6-6-9 15,8-1 4-15,-8 0 21 0,6-4 24 16,-6 2 26-16,0-2 13 0,0-6 8 0,0-2-6 16,0 2-20-16,0-4-28 0,-6-4-24 15,-2 0-22-15,2-4-12 16,0-2 0-16,-1-3 0 0,1-2 0 0,-1 1 0 15,0-5 0-15,1 4 0 0,0 0 0 0,-1 0 0 0,7 4 0 16,0-1 0-16,0 5-8 0,7-1-6 0,-1 0-6 16,0 5-2-16,14 2-5 0,-7-3 2 0,7 3 2 15,-1 6 4-15,1-3 6 0,0 2 2 16,-1-1 4-16,0 8 0 0,1-4 3 0,-1 3 1 16,1 4-1-16,-7 1 1 0,0 0 1 15,6 3 0-15,-11-1 0 16,4 5 2-16,1-4 2 0,-6 4-2 0,6 3 1 0,-13-3 2 15,6-1 3-15,0 4-3 0,2-2 1 0,-8-2 0 16,6 5 1-16,-6-5 2 0,6-3 2 16,-6 3 3-16,0-3 2 0,0 0 4 0,0-3 1 15,0-1 2-15,-6 0 2 0,6 1 1 16,-6-4 6-16,-2-1-19 0,8-3-11 0,-6 0 0 16,0 0 0-16,-1-3 0 15,1-5 0-15,-1 4 0 0,0-6 0 0,1 2 0 0,0-7 0 16,6 1 0-16,-6-4 0 0,6 0 0 0,6-5 0 15,-6 4 0-15,6-2 0 0,0 3 0 0,8-1 0 16,-1 1 0-16,-1 0 0 0,2 4 0 16,-2-5 0-16,8 8 0 0,7-3 0 0,-9 6 0 15,2 0 0-15,7 1 0 0,-8 3 0 0,0 4 0 16,1-3 0 0,-7 6 0-16,0 1 0 0,6 3 0 0,-5 1 0 15,-8 2 0-15,7 6 0 0,-6-2 0 16,0 4 0-16,-1 1 0 0,0 0 0 0,-6 1 0 0,6-1 0 0,-6 4 0 15,8-5 0-15,-8 3 0 0,0-2 0 0,0-1 0 16,0-3 0-16,6 3 0 0,-6-2 0 16,0-2 0-16,0-3 0 0,0 0 0 0,0 0 0 15,0-4-83 1,0 0-225-16,0-4-114 0,0 2-140 0,0-5-156 0,0-5-158 16,6 2-146-16,1-4-28 0,-7 0 50 0,6-8 123 15,8 0 184-15,-2 0 216 0</inkml:trace>
  <inkml:trace contextRef="#ctx0" brushRef="#br0" timeOffset="3622.76">18112 1073 397 0,'0'-7'615'0,"0"-1"127"0,0 1 92 0,0 0-41 0,0 3-165 0,0 1-152 16,0 3-141-16,0 0-94 0,0 0-46 16,0 7-12-16,6 4 18 0,-6 0 28 0,0 7 15 15,7 0 3-15,-7 4-13 0,6 0-7 0,-6 3 8 16,7 2-2-16,-7 2-4 0,6 1-19 15,0-1-10-15,2 0-22 0,-2 0-93 0,0 1-85 16,1-2 0 0,-1-2 0-16,1 4 0 0,-1-5 0 0,1-3 0 0,-7 0 0 0,6-7 0 15,0 4 0-15,-6-9 0 0,8 2 0 16,-8-1 0-16,0-9 0 0,6 6 0 0,-6-8-15 16,0 0-272-16,0-3-104 0,0-2-135 0,-6-5-158 15,6-1-148-15,-8-3-163 0,2-5-50 16,0 1 28-16,-7-4 111 0,6-7 171 0,-6 2 195 15</inkml:trace>
  <inkml:trace contextRef="#ctx0" brushRef="#br0" timeOffset="3912.68">18073 1144 440 0,'0'-17'575'16,"0"3"111"-16,6 0 81 0,0-1-70 0,8 0-124 16,-1 1-94-16,0-1-95 0,6 4-77 15,1 3-51-15,-1 1-37 16,7-4-26-16,0 8-15 0,0-1-26 0,1 0-18 15,-1 4-16-15,-1 0-8 0,1 4-4 0,1 0-5 0,-1 3-2 16,-6 0 0-16,-1 0 2 0,-6 5-2 0,0-1-6 16,-7 0-4-16,1 3 0 0,-7 5 1 15,-7-5-4-15,1 1-2 0,-1 4-4 0,-5-5-7 0,-8 5-11 16,0-1-14-16,1-4-10 0,-7 1-11 0,0 0-9 16,-1-4-5-16,1-1-6 0,0 1 0 15,1 0-3-15,-1-3-3 0,6-4-6 0,0 4-23 16,1-6-47-16,-1-2-63 0,7 0-83 15,0-2-94-15,7-3-128 0,-1-2-142 0,7-1-139 16,-6-3-142-16,12-3-88 0,-6-1 3 16,7-3 84-16,6-4 139 0,-7-3 174 0</inkml:trace>
  <inkml:trace contextRef="#ctx0" brushRef="#br0" timeOffset="4484.57">18450 817 413 0,'14'-11'599'0,"-2"0"124"0,-5 4 80 0,-1-1-50 16,1 1-139-16,0 3-127 0,-1 0-139 16,-6 1-100-16,0 3-45 0,6 0-24 0,-6 7-8 15,7-3 5-15,-7 6 14 0,7 2 3 0,-7-1-2 16,0 3-14-16,0 5-8 0,0-1-7 16,0 8-4-16,0-4-3 0,0 3-12 0,0 4-12 15,6 1-13-15,-6 2-13 0,0-2-18 0,6-1-16 0,-6 1-12 16,7-1-9-16,6-4 4 0,-6-2-1 0,5-2-3 15,2-2-1-15,5-4-3 0,-6 0-5 0,6-5-19 32,1 1-22-32,-7-7 0 0,7 0 0 15,0-4 0-15,-2 0 0 0,-4-4 0 0,5 0 0 0,-5-7 0 0,-2 4 0 16,2-8 0-16,-2 1 0 0,-5-1 0 16,0-3 0-16,-1-4 0 0,1-1 0 0,-7 6 0 15,0-6 0-15,-7 5 0 0,1 3 0 16,-1 1 0-16,0 3 0 0,-5 0 0 0,4 4 0 15,-4-1 0-15,-1 5 0 16,0 3 0-16,0 0 0 0,-1 7 0 0,2 0 0 16,-1 4 0-16,6 1 0 0,-6 2 0 0,7 4 0 0,-1 0 0 15,0 1 0-15,1-1 0 0,6 3 0 0,-6-2 0 16,12 4 0-16,-6-5 0 0,6-4 0 16,1 4 0-16,0-3 0 0,-1-4 0 0,7 0 0 15,7 0 0-15,-8-1 0 0,15-1 0 16,-7-2 0-16,6-3 0 0,6-1 0 0,-6 1 0 15,7-4 0-15,0 0 0 16,-1-4 0-16,-6 4 0 0,-1-3 0 0,2-1 0 0,-7 0 0 16,-8 1 0-16,2-1 0 0,-2-1 0 0,-5 3 0 15,0-2 0-15,-1 0 0 0,1 1 0 16,-7-1-240-16,0 0-334 0,6 0-133 0,-6-3-139 16,-6 0-125-16,6-1-83 0,6 1 14 0,-6-3 95 15,7-2 150-15,-1 1 192 0,7 0 203 16</inkml:trace>
  <inkml:trace contextRef="#ctx0" brushRef="#br0" timeOffset="4749.96">19316 1003 354 0,'7'-11'622'0,"-7"1"135"15,7-5 102-15,-7 7 7 0,0-2-138 16,0 3-133-16,0 3-145 0,0-4-116 0,0 8-83 16,0-3-57-16,-7 3-33 15,7 3-10-15,-13 0 1 0,7 6 13 16,-1-2 12-16,-6 3 7 0,0 5 0 0,0 0-6 0,0 3-8 15,-1 1-8-15,-5 3-9 0,6 3-15 0,-6 1-18 16,-1-1-34-16,7 1-86 0,0 0 0 16,-6-1 0-16,12 1 0 0,-6-4 0 0,7-4 0 15,-8 1 0-15,14-5 0 0,-6 1 0 0,0-9 0 16,6 6 0-16,0-4 0 0,0-5 0 16,6 1 0-16,0-4-148 15,-6 0-168-15,14-4-107 0,-8 1-127 0,0-5-130 16,1-4-118-16,0-1-103 0,-1-1-72 15,1-6 19-15,-7-2 98 0,0-3 144 0,0-1 169 0</inkml:trace>
  <inkml:trace contextRef="#ctx0" brushRef="#br0" timeOffset="5001.68">19089 1044 279 0,'-14'-7'481'15,"14"-4"137"-15,-6-1 114 0,0 5-15 16,-1 0-69-16,7 3-69 16,0 0-76-16,-6 1-104 0,6 0-84 0,0 3-59 0,6 0-33 0,-6 0-12 15,0 3 2-15,7 0 10 0,-1 5 8 16,0-1 13-16,8 5 5 0,-8-2-8 0,7 5-14 15,7-1-16-15,-7 5-15 0,0-1-25 16,7 0-147-16,-1 1-24 0,-6-1 0 0,6 3 0 16,1-2 0-16,-7-1 0 0,6 1 0 15,-6-4 0-15,1 0 0 16,-2-1 0-16,2-3 0 0,-8-4 0 0,0 4 0 0,1-3 0 0,-1-1 0 16,1-3-3-16,0-2-370 0,-7 3-145 0,6-1-169 15,-6-4-191-15,6-4-188 0,-6-1-43 16,8-1 34-16,-8-1 112 0,6-5 177 15,0 2 237-15</inkml:trace>
  <inkml:trace contextRef="#ctx0" brushRef="#br0" timeOffset="5239.01">19525 1051 246 0,'0'-11'699'0,"0"0"159"0,0 1 124 0,0-2 96 16,0 5-136-16,0 3-240 0,0-3-191 15,0 4-137-15,0 3-95 0,0 0-51 16,6 3-22-16,-6 4 11 0,0 4 17 0,7 3 11 15,0 2-3-15,-1 2-94 16,-6 0-148-16,6 0 0 0,1 4 0 16,-1-3 0-16,1-1 0 0,-7 3 0 0,7-5 0 0,-1 2 0 0,-6-3 0 15,6-1 0-15,-6-3 0 0,8 1 0 0,-8-6 0 16,6 2 0-16,-6-1 0 0,0-3-173 16,0 0-341-16,0-4-160 0,0-4-154 0,-6-4-162 15,6 1-97-15,-8-3 11 0,2-5 82 16,0-4 167-16,-1-3 200 0,0 1 234 0</inkml:trace>
  <inkml:trace contextRef="#ctx0" brushRef="#br0" timeOffset="5373.73">19519 857 481 0,'0'-18'632'15,"-7"3"107"-15,7 0 76 0,-7 1-72 0,7 7-169 16,0-5-152-16,0 5-145 0,0 3-107 16,0 1-97-16,0 3-95 0,0 3-130 0,7 1-173 15,0 3-228-15,-1-3-167 0,0 4-68 0,1-4 0 16,6-1 79-1,-7 4 145-15</inkml:trace>
  <inkml:trace contextRef="#ctx0" brushRef="#br0" timeOffset="5705.55">19857 783 512 0,'-6'-3'718'0,"-1"-4"124"16,7-1 101-16,0 1-5 0,0 0-187 0,-7 2-174 0,7-2-138 0,0 4-97 15,0 3-77-15,0-3-58 0,0 3-49 0,0 0-27 16,0 0-14-16,0 3 1 0,7 0 14 16,-7 4 15-16,0 2 26 0,7 1 10 0,-7 1 6 15,6 5-5-15,-6 1-59 0,7 1-125 0,-7 4 0 16,6 5 0-16,-6 2 0 0,6-4 0 16,-6 8 0-16,8-4 0 15,-8 5 0-15,0-2 0 0,6 1 0 0,-6-3 0 0,0-1 0 16,6-3 0-16,-6-4 0 0,0-4 0 0,0 0 0 15,6-3 0-15,-6-1 0 0,0-3 0 0,0-3 0 16,7-4 0-16,-7-1 0 0,0 2 0 16,0-5-430-16,7 0-125 0,-7-5-139 0,0-2-141 15,-7-1-141-15,7 1-73 0,-7-8 25 16,1 1 92-16,0-1 157 16,-8-3 191-16</inkml:trace>
  <inkml:trace contextRef="#ctx0" brushRef="#br0" timeOffset="6221.33">19740 1033 27 0,'-13'-7'483'0,"6"-5"167"0,1 5 124 0,-1 0 97 16,1-4-76-16,6 4-140 0,0 2-135 0,6-2-145 16,1 4-113-16,-1-5-80 0,8 5-50 15,4-1-25-15,2 1-4 0,0-1 1 0,5 4 4 16,2 0 9-16,-1-3 2 0,6 6 1 0,-5-3-5 16,-1 4-3-16,-6-1 1 0,5 1 0 15,-5 3-1-15,-8 4 0 0,8 1-3 0,-6 2-5 16,-1 0-8-16,-7 9-15 0,7-5-11 15,-6 4-13-15,-1-4-13 0,7 0-9 0,-6 1-9 16,-1-1-9-16,1-4-3 0,5 2-2 16,-5-6-3-16,6 1-2 15,-7-4-1-15,8-2 0 0,-1-2-3 0,-7-3-1 0,7-3 1 16,0 3 1-16,1-8-1 0,-2 1-1 0,2-4 3 16,-2 0-1-16,-5-1-1 0,6-6-2 0,0-1 1 15,-7-1-1-15,8-3-1 0,-8 2 0 16,1-2 10-16,5 2 16 0,-5 2 14 15,-7 5 16-15,7-2 16 0,-1 5 8 0,-6 4-80 16,6 0 0-16,-6 0 0 16,0 7 0-16,8 0 0 0,-8 4 0 0,0 3 0 0,6 3 0 0,-6 8 0 15,6 5 0-15,-6-2 0 0,7 9 0 16,-7-1 0-16,0 4 0 0,0 4 0 0,0 0 0 16,0-1 0-16,0 1 0 0,-7-1 0 0,7 1 0 15,-6 0 0-15,0 0 0 0,6-8 0 16,-14 0 0-16,8-3 0 0,-1-4 0 0,0-4 0 15,-5-3 0-15,5-4 0 16,1-1 0-16,-1-6 0 0,-6 0 0 0,0-1 0 0,0-3 0 16,0-3 0-16,0 3 0 0,0-4 0 0,-7 0 0 15,7 1 0-15,-6 0 0 0,6-1 0 16,-7-1-465-16,-6-1-501 0,0-2-262 0,0 1-79 16,-13 3 46-16,6-3 122 0,-12 3 231 15,6-3 273-15</inkml:trace>
  <inkml:trace contextRef="#ctx0" brushRef="#br0" timeOffset="7295.54">13475 1699 215 0,'-7'4'288'16,"-6"0"28"-16,13-1-12 0,-6 1-27 15,-2-4-12-15,8 5 3 0,-6-3 27 0,12 2 39 16,2 0 35-16,-2 0 18 0,7-1 5 0,0 1-4 15,6-4-19-15,7 4-33 16,7-4-30-16,-1 2-23 0,8-2-16 16,5 0-15-16,14 0-12 0,0 0-13 0,12 5-8 15,1-5-13-15,6 0-13 0,7 4-14 0,6-1-19 0,-6 1-21 16,5-4-21-16,1 4-15 0,8-1-12 16,-8 1-12-16,0 0-8 0,1-1-7 0,-8 0-2 15,1-3 2-15,-7 5 1 0,0-5-65 0,7 0 0 16,-8-5 0-16,8 5 0 0,-6-3 0 15,5 0 0-15,1 3 0 0,0-4 0 0,-8 0 0 16,2 1 0-16,6 3 0 0,-8-4 0 16,2 4 0-16,6 0 0 0,-1 0 0 0,1 0 0 15,-7 0 0-15,6 0 0 0,-11 0 0 0,4 0 0 16,-12 0 0-16,7 0 0 0,-7 0 0 0,1 0 0 16,-1 0 0-16,6-4 0 0,-6 4 0 15,7 0 0-15,-7 0 0 0,0 0 0 16,7-3 0-16,-7 3 0 15,1 0 0-15,-1 0 0 0,0 0 0 0,6 0 0 16,-6 0 0-16,0 0 0 0,7 0 0 0,-7 0 0 0,7 0 0 0,-1 3 0 16,-5-3 0-16,-1 0 0 0,-6 0 0 15,6 0 0-15,-7 0 0 0,0-3 0 0,-6 3 0 16,7-4 0-16,-6 4 0 0,5 0 0 16,1-5 0-16,-8 5 0 0,14-2 0 0,-6-2 0 15,0 4 0-15,0 0 0 0,-1-4 0 0,7 4 0 16,-6 0 0-16,0 4 0 15,-7-4 0-15,7 0 0 0,-8 0 0 0,2 4 0 0,-1-4 0 16,6 2 0-16,-6-2 0 0,1 5 0 16,-1-5 0-16,-7 0 0 0,1 4 0 0,-1-4 0 15,0 0 0-15,-5 0 0 0,-7 0 0 0,-1 0 0 16,1 0 0-16,-1 0 0 0,-12-4 0 0,5 4 0 16,-5-5 0-16,-6 5 0 0,-2-2 0 15,1 2 0-15,-6-4 0 0,0 4 0 16,-1-4 0-16,0 4 0 0,-6-3 0 15,0 3 0-15,-6-4 0 0,0 0 0 16,-1-2 0-16,-6 1 0 0,0-2 0 0,0-1 0 16,-6-3 0-16,5 0-8 0,-5 1-888 15,-1-5-332-15,0-4-132 0,1 1 7 0,0-3 120 0,-1-2 203 16,1 1 318-16</inkml:trace>
  <inkml:trace contextRef="#ctx0" brushRef="#br0" timeOffset="34517.14">2995 6327 28 0,'0'0'355'0,"0"-4"89"0,0 4 75 15,-6-4 14-15,6 1 14 0,0-2-39 16,0 5-47-16,0-2-48 0,0 2-43 0,0 0-65 16,0-5-70-16,0 5-62 0,0 0-53 0,-6 0-30 15,6 5-13-15,0-3 5 16,0 3 14-16,0 2 11 0,0 0 23 0,0 4 12 0,0 4 4 15,0 0-10-15,0 3-14 0,0 4-4 16,0 1-11-16,0-3-11 0,0 3-13 0,0-2-9 16,0-2-12-16,6 3-13 0,-6-4-11 0,0 0-11 15,6-2-8-15,-6-2-6 0,6 0-2 16,-6-2-2-16,0-5-3 0,0 3-5 16,8-5-7-16,-8 2-28 15,0-3-42-15,0-1-65 0,0-3-87 0,-8 0-126 16,8-3-149-16,-6-5-142 0,0 0-141 15,0-2-101-15,-1-5-1 0,0-3 82 0,1-1 128 16,-1-2 158-16</inkml:trace>
  <inkml:trace contextRef="#ctx0" brushRef="#br0" timeOffset="34640.71">2969 6239 20 0,'0'-11'414'0,"0"0"57"0,0 0 42 15,0-1 33-15,-6 2-127 0,6 3-151 0,6-1-103 16,-6 0-61-16,0 6-68 0,0 2-86 0,7 0-101 15,0 2-95-15,-7 3-117 0,6-2-98 16,0 5-27-16,0-1 24 0,-6 0 67 0,8 0 75 16</inkml:trace>
  <inkml:trace contextRef="#ctx0" brushRef="#br0" timeOffset="35171.81">3171 6304 141 0,'7'0'450'0,"-7"0"83"15,0-3 79-15,0 3 26 0,0 0-123 16,0 0-121-16,0 0-88 0,6 0-58 0,-6 3-53 16,0 2-38-1,0-3-15-15,0 6-7 0,7 3-4 0,-7-3-8 0,6 7-6 16,-6-5-4-16,0 5-1 0,0 4 3 0,7-5-2 16,-7 4-7-16,0 0-7 0,6 1-12 0,-6 3-11 15,0-7-10-15,6 3-8 0,-6 0-1 16,0-3-5-16,8-1-7 0,-8-3-5 0,0 4-14 15,0-4-1-15,0-5-6 0,0 2-3 16,0 1-2-16,0-6 11 0,6 0 23 0,-6 1 13 16,0-4 13-16,0 0 5 0,-6 0 1 15,6-4-10-15,0-2-19 0,0-3-17 0,0 1-14 16,0-6-9-16,0 3-4 0,0-7-6 0,0 4 1 16,6-5-4-16,-6-3 1 0,6 4 1 15,-6 0-1-15,7 0-1 0,0 3 1 0,5-4 1 16,-5 5 0-16,6 0 0 0,0 2 0 15,0-2 0-15,0 3 0 16,0-1-1-16,7 2 1 0,-8 2 0 0,2 1-1 0,-1 3 2 16,0 1-1-16,0-2 0 0,-7 5-2 0,8 0-4 15,-8 5 2-15,0 2 0 0,1 0 3 16,-1 4 2-16,1 1 3 0,-1 2 6 16,1 0 4-16,-7 5 0 0,6-2-1 0,-6 2 0 15,7-1 2-15,-7 1-1 16,0-1-3-16,7-3-2 0,-7 3-1 0,0-3-1 15,0 0-3-15,0-4-2 0,6-1-5 0,-6 1-21 16,0-3-42-16,0 0-54 0,6-5-85 0,-6 1-139 16,0-4-168-16,7-4-162 0,0 1-164 15,-7-5-83-15,6-2 12 0,0-2 98 16,1-3 150-16,6 0 174 0</inkml:trace>
  <inkml:trace contextRef="#ctx0" brushRef="#br0" timeOffset="35433.3">3745 6267 87 0,'6'-10'514'0,"-6"-1"134"16,0 0 112-16,-6-1 89 0,6 2-104 16,0 3-155-16,0 4-140 0,0-2-122 0,-8 5-97 15,8 0-65-15,0 5-39 0,8 1-17 16,-8 5 0-16,0 4 5 0,0 3-2 16,6 1-13-16,-6 2-13 15,6 5-12-15,-6-1-13 0,7 2-13 0,-7 2-15 0,0-4-6 16,6 1-8-16,-6-4-6 0,7 0-5 0,-7 0-4 15,0-4-17-15,7-3-46 0,-7 0-77 16,0-5-108-16,0 1-149 0,0-3-176 0,0-5-173 16,-7 2-138-16,0-10-22 0,1 2 56 15,-1-5 122-15,-5 1 162 0</inkml:trace>
  <inkml:trace contextRef="#ctx0" brushRef="#br0" timeOffset="35624.14">3634 6451 163 0,'-7'-7'545'0,"1"-1"124"0,-1 1 94 0,0 3 44 15,7-4-145-15,0 2-168 16,0 2-145-16,7 0-115 0,0 4-88 16,6-3-50-16,-1 3-31 0,8 0 47 0,6-3-37 15,-6 3-19-15,5 0-8 0,2 0-8 16,-1 0-2-16,-6 0-70 0,6-5 24 0,-7 5 13 0,1 0 3 16,-1-3-5-16,-6 3-28 0,-6 0-54 15,-1-4-79-15,0 4-109 0,2 0-143 0,-8 0-166 16,0 0-154-16,-8 0-45 0,2 0 30 15,0 0 79-15,6 0 128 0</inkml:trace>
  <inkml:trace contextRef="#ctx0" brushRef="#br0" timeOffset="36517.92">4891 6521 185 0,'0'-4'267'0,"0"4"33"16,6 0-39-16,-6-4-2 15,0 1 17-15,6-1 5 0,-6 1 25 16,7-2 37-16,-7 2 19 0,0-1-10 0,0-3-9 0,0-4-28 16,-7 4-39-16,7 0-48 0,-6-5-44 0,0 1-26 15,0 4-33-15,-2 0-18 0,-4-1-20 16,-1 5-19-16,-1-1-13 0,-6 4-16 16,2 0-11-16,-2 4-11 0,1-1-4 0,-1 5-5 15,0-1 0-15,1 4 0 16,5 0-3-16,-4 4-2 0,4 0 3 0,8-5 2 0,-1 9 3 15,1-5 1-15,6 1 4 0,0-4 5 16,6 4-3-16,1-5-2 0,5 1-2 0,2 0-2 16,5-3-6-16,-6-2 0 0,7-1 0 15,-1-2 1-15,1 1-1 0,-1-4-1 0,1 0 8 16,-8 0 5-16,8-4 3 0,-6-4 4 16,-1 6 10-1,-7-5 13-15,8-1 6 0,-8 0 2 0,0 1 5 0,-6-4 5 0,0 4-4 16,6-4-3-16,-6 0-1 0,0 4-1 15,0 3-2-15,0-3-7 0,0 3-6 0,0 0-8 16,0 4-11-16,0 0-10 0,0 0-5 16,0 4-5-16,0 3 0 0,0 4-4 15,0-4 1-15,0 8 1 16,0 0-1-16,7-1 1 0,-7 5 0 0,7-1 0 16,-1 1 0-16,1 3-1 0,-1-1 1 0,0 1-1 15,-6 0 0-15,8 4 0 0,-2-3 0 0,0-2 0 16,-6 2 0-16,0-6 3 0,0 5 4 0,0-4 9 15,0-3 9-15,-6 0 8 0,0-1 9 16,-2-2 8-16,2-1 4 0,-7-4-4 16,7-3 2-16,-8-1 1 0,2-3-5 0,-8 0-5 15,7-3-5 1,-7-1 0-16,8-3-11 0,-8-1-6 0,0 1-6 0,1-4-4 0,5-3-5 16,-4 2-19-16,4 2-35 0,-5-5-54 15,5 5-74-15,8-7-96 0,0 3-137 0,6 3-157 16,6-3-143-16,0-1-152 0,1 0-52 15,13 1 31-15,-7-1 102 0,6-3 153 16,7-1 168-16</inkml:trace>
  <inkml:trace contextRef="#ctx0" brushRef="#br0" timeOffset="36984.75">5060 6572 238 0,'7'3'427'15,"-7"1"56"-15,0-4 63 0,6 5-10 0,-6-3-78 16,0 3-61-16,7-2-31 0,-7 5-23 0,6-5-34 15,0 1-50-15,1-2-55 0,6 3-49 16,-7-2-39 0,8 1-30-16,-8 1-26 0,7-5-22 0,0 0-13 0,0 0-7 15,1 0-4-15,-8-5-3 0,7 1-2 0,-7 1 11 16,1-2 5-16,-1 3-3 0,-6-5 3 16,0-1 1-16,7-2 1 0,-14-2-16 0,7 1-3 15,-6 0-1-15,-1 0-3 0,1 4-1 16,-1-4-1-16,-5 3-2 15,4-2 0-15,-4 5 0 0,-2-2 6 16,2 4 3-16,-8-1 10 0,7 1 4 0,0 3 7 0,0 0 3 16,-6 3 1-16,5 1 1 0,2-1 0 0,-2 9 1 15,2-5-3-15,5 4 2 0,-6 3 0 16,6-2 2-16,7 2 3 0,-6 0 6 0,12 5 6 16,-6-2 1-16,7 0 7 0,-1-3-1 15,8 4-4-15,-2-3-2 0,2-1-1 0,-2-3 2 16,2 4 2-16,5-4 4 0,-6-3 1 15,6-1 0-15,1 0-3 0,-1-3-5 0,1-1-10 16,0 1-8-16,-1-4-10 0,7-4-5 16,-6 4-5-16,-7-3-5 0,6-1-4 15,1-3-5-15,-7 2-15 0,0-2-35 0,0 0-56 16,-6 0-76-16,-1-1-115 0,0 1-151 16,-6-4-163-16,7 0-154 0,-7 0-123 0,0 0-17 15,0 0 65-15,0-3 125 16,0-1 168-16</inkml:trace>
  <inkml:trace contextRef="#ctx0" brushRef="#br0" timeOffset="37237.47">5477 6363 325 0,'-6'-10'529'16,"6"1"122"-16,0-1 109 0,-8 3 3 0,8-1-130 16,0 0-115-16,-6 6-91 15,6-3-110-15,0 2-97 0,0 3-69 0,0 3-41 16,6 2-15-16,-6 2 2 0,8 7 8 0,-8-3 11 15,6 8 7-15,0 2-1 0,-6 1-3 16,7 4-9-16,-7-1-9 0,0 2-12 0,6-2-17 16,-6 4-11-16,0-3-15 0,0-3-13 15,0 2-12-15,0-3-7 0,0-5-5 0,0 2-6 16,0-1-4 0,0-3-26-16,0-4-46 0,0 0-58 0,0 1-73 0,0-5-113 0,0-4-149 15,0-3-148-15,-6 0-127 0,-1-8-121 16,1 6-24-16,0-10 64 0,-2 1 125 0,2-3 159 15</inkml:trace>
  <inkml:trace contextRef="#ctx0" brushRef="#br0" timeOffset="37437.48">5327 6539 250 0,'-13'-4'459'0,"6"-3"83"0,7 3 75 0,-6 4-22 16,6-3-116-16,0-1-87 0,6 4-63 0,1 0-63 15,6 0-58-15,0 0-44 0,7 0-27 16,-1 4-20-16,0-4-21 0,8 0-7 15,-1 0-6-15,0 0-13 0,0-4-7 0,-7 4-14 16,7 0-11-16,-12-4-10 16,5 1-12-16,-6 3-10 0,0-4-38 15,-7 4-66-15,2 0-98 0,-2 0-119 0,0-3-140 0,-6 3-138 16,0 3-123-16,0-3-16 0,0 4 56 0,0-4 92 16,0 0 129-16</inkml:trace>
  <inkml:trace contextRef="#ctx0" brushRef="#br0" timeOffset="37906.21">5952 6503 325 0,'0'-12'499'0,"0"2"79"16,6-2 84-16,-12-3-34 0,6 5-141 15,0-5-121-15,-6 3-78 0,-1 2-75 0,1 0-77 16,-8-2-52-1,2 5-31-15,-2 0-19 0,2-1-13 16,-8 5-4-16,7-1-5 0,-7 4-8 0,8 0-1 0,-2 0-4 0,1 4-6 16,1-1 3-16,4 1 2 0,2 3 3 15,0 0 1-15,0 1 3 0,6 3 7 16,0 0-6-16,6 0 2 0,0 3-2 0,8-3 3 16,-2 3-2-16,1-2-3 0,7 3 0 15,-7 0-2-15,6-5 11 0,1 5 15 0,-1-4 19 16,1 4 25-1,0-4 22-15,-7-1 20 0,7 1 10 0,-14 0-2 0,6 1 1 0,-4-2-7 16,-2 2-11-16,-6-5 0 0,0 3-4 16,-6-2-3-16,-2 3-6 0,-4-3-9 15,6-1-2-15,-14-4-11 0,7 4-9 0,-7-2-9 16,8-2-8-16,-8-3-6 0,0 4-8 16,7-4-9-16,-7 0-3 0,1-4-4 0,6 4-7 15,0-3-4 1,-7-2 3-16,8-2 1 0,-2 4-6 0,8-1-16 0,-7 1-35 0,6-5-58 15,7 5-101-15,-7-1-141 0,7-3-176 16,7 2-172-16,0-1-162 0,6-2-43 0,-1 5 42 16,2-5 111-16,6 1 162 0,-1 0 180 15</inkml:trace>
  <inkml:trace contextRef="#ctx0" brushRef="#br0" timeOffset="38383.83">6102 6495 203 0,'0'-4'521'0,"0"1"122"0,0-1 97 0,0 1 9 16,0-1-126-16,0 0-156 16,-6 4-128-16,6 0-109 0,0 0-71 15,0 4-42-15,0 0-12 0,0 3 5 16,0-4 8-16,-7 9-5 0,7-5-7 0,7 4-3 16,-7 3-11-16,0-2-13 0,0-2-12 0,0 5-4 0,0-3-12 15,6 1-11-15,-6-1-5 0,6-2-7 16,1 5-2-16,0-7-3 0,-1 3-2 0,7 0-2 15,-6-4-3-15,6 0-2 0,-1-3-2 16,2-1-5-16,6 1-1 0,-8-4-2 16,1 0 1-16,7-4-3 0,-8 4 0 0,2-7 1 15,-1 4-2-15,-7-5 2 16,8-3 3-16,-8 3 10 0,0-2 4 0,1-5 6 0,-7 1 6 16,0-1 4-16,0 0 10 0,0 1-2 15,0-1 1-15,0 0 1 0,0 4 0 0,0 4 0 16,0 0-15-16,-7 0-5 0,7 2-10 15,0 5-4-15,-6 0-6 0,6 0-4 16,-6 5 1-16,6 2-1 16,0 0 1-16,-7 0 4 0,7 4-2 0,0 4-3 15,7-4-2-15,-7 3 6 0,0-3 0 0,6 0-5 0,-6 3 2 16,6-2 1-16,1-1-8 0,0 3-32 16,-1-6-42-16,0 3-62 0,1-3-91 0,0-1-127 15,-1 0-141-15,1-4-139 0,-1 2-117 16,0-5-99-16,8 0 5 0,-8 0 82 15,0-5 128-15,2 2 153 0</inkml:trace>
  <inkml:trace contextRef="#ctx0" brushRef="#br0" timeOffset="39062.31">6460 6611 130 0,'0'-9'397'15,"0"-2"84"-15,0-1 89 0,0 1 32 16,-6 4-65-16,6 0-61 0,0 0-60 0,0 2-64 16,0 2-80-16,0 3-84 0,0-4-70 15,0 4-38-15,6 4-18 0,-6-1-4 16,7 5 8-16,-7-1 6 0,6 4 11 0,-6 0 1 15,6 1-3-15,-6-1 1 16,0 3-5-16,8 1-2 0,-8-4-1 16,0 3 2-16,0-3 4 0,0 4 9 15,0-5 11-15,6 2 0 0,-6-1-1 0,0-4-7 0,0 5-12 16,0-10-17-16,6 6-13 0,-6-4 4 0,0 0 14 16,0-4 14-16,0 0 8 0,0 0 4 15,0 0-4-15,0-4-12 0,0 0-22 0,-6-4-20 16,6 1-9-16,0 0-13 0,0-4-10 15,-6-3-1-15,6 2 0 0,0-2-2 16,0-1-3-16,6 1 3 0,-6 0 5 0,6 2-1 16,1 1-4-16,-1 0 1 0,1 1 1 15,-1 1-3-15,7 2-1 0,1 4 0 0,-8-1 0 16,7 0 0-16,0 4-1 0,0 0 0 16,0 0-2-16,0 4 1 0,0 0 1 0,-6 3-1 15,5 0 1 1,-5 5 2-16,6-1 2 0,-6-2 0 0,-1 3 0 0,0-1 1 15,2 0-1-15,-2 0-2 0,0 0-1 0,0 0 4 16,1 0-2-16,0 0 0 0,-7 0 0 16,6-4 0-16,-6 1 0 0,7 0-2 0,-7-1 1 15,0-4 6-15,6 1 9 0,-6-4 12 16,0 4 8-16,0-4 7 0,0 0 6 16,0-4-2-16,-6 4-7 15,6-7-10-15,0 0-7 0,-7-1-5 0,7 0-5 0,-6-3-2 16,6-4-5-16,6 5 0 0,-6-5-1 0,7 1-3 15,-7-1 2-15,6 0 1 0,8 3 0 16,-8-2-1-16,7 3 0 0,-6 0 1 16,5 4-2-16,1 0-1 0,1 3 0 0,-2 1 1 15,2-1-2-15,5 8 0 0,-6-1-1 16,0 1-1-16,1 3 2 0,-2 4-2 0,-6 1 3 16,1 2 1-16,0-3 3 0,-1 4 4 15,1 2 3-15,-7-1 3 0,6-5 1 0,-6 3 0 16,0 1-1-16,0-1-3 0,6-3-4 15,-6 1-2-15,0-1-10 0,0-4-32 0,-6 3-49 16,6-1-68-16,0-6-93 0,-6 1-145 16,6-1-191-16,-7-3-203 15,7-3-184-15,-6-1-57 0,6-4 27 16,-7-2 109-16,7 2 182 0,0-3 221 0</inkml:trace>
  <inkml:trace contextRef="#ctx0" brushRef="#br0" timeOffset="39610.08">7509 6203 202 0,'0'-12'449'0,"-6"1"81"0,6 0 81 0,-8 1 19 16,2-2-81-16,0 1-86 0,-1 4-62 0,1 0-52 15,-1-1-60-15,1 4-66 0,-1 4-50 16,1 0-32-16,-8 4-12 0,8-1-2 0,-7 9 2 16,0-1 4-16,7 3 7 0,-7 4 11 15,-1 8-4-15,8-1-7 0,0 9-9 0,-1-1-12 16,0 7-14-1,1 1-19-15,0-1-5 0,6 0-9 0,0 4-7 16,6-4-8-16,0-3-6 0,1 2-9 16,0-5-12-16,5-1-8 0,2-4-7 0,-1 0-4 15,-1-2-4-15,8-5-1 0,-7-1-3 0,0-5-19 0,7-6-31 16,-7 0-52-16,7-5-65 0,-8-2-82 0,1-3-118 16,0-3-127-16,0-5-131 0,1-3-120 15,-2 0-122-15,-5-3-19 0,6-4 64 16,-7-1 116-16,1 1 151 0,-1-4 161 0</inkml:trace>
  <inkml:trace contextRef="#ctx0" brushRef="#br0" timeOffset="39844.58">7678 6513 278 0,'0'-7'547'16,"0"-4"133"-16,0 4 106 0,0 0 14 16,0-1-144-16,0 4-140 15,0 1-124-15,0 3-110 0,0 0-78 0,0 3-39 0,7 5-14 16,-7-1 4-16,0 4 9 0,6 4-4 15,-6-1-12-15,7 1-20 0,-7 3-22 16,6-3-17-16,-6 4-18 0,6-5-18 0,-6 0-13 16,0 1-11-16,8-1-10 0,-8 2-7 15,0-5-7-15,0-1-29 0,6 2-54 0,-6-5-79 16,0 0-118-16,0-3-168 16,0-1-200-16,-6-3-203 0,6 0-92 0,-8-7 2 15,8 0 76-15,-6-5 146 0,6 2 192 0</inkml:trace>
  <inkml:trace contextRef="#ctx0" brushRef="#br0" timeOffset="39969.08">7678 6389 329 0,'-7'-11'444'0,"1"4"35"16,6-1 15-16,0 5-111 0,0-4-187 0,0 2-166 0,0 5-138 16,6 0-144-16,8 0-121 0,-8 5-58 15,7-5-2-15,-7 3 38 0,8 1 69 0</inkml:trace>
  <inkml:trace contextRef="#ctx0" brushRef="#br0" timeOffset="40483.53">7900 6407 230 0,'0'4'464'0,"0"-1"72"0,0-3 54 0,0 3-24 0,0-3-92 16,0 8-81-16,0-4-57 0,6 3-31 0,-6 4-30 15,0 1-22-15,7-2-35 0,-7 5-28 16,0-1-22-16,6 1-16 0,-6 0-5 15,6 4-9-15,-6-5-10 16,0 0-8-16,0 2-6 0,0-2-4 0,0-3-5 16,0 1-6-16,8-2-6 0,-8 0-5 0,0-2-11 15,0 0-12-15,0-1-12 16,0-3-13-16,0-1-11 0,0 1-3 0,0-1 5 16,0-3 3-16,0 0 2 0,0 0 0 15,0-3-1-15,0-1-6 0,-8-3-8 16,8 0-10-16,0-4-3 0,0 0-2 0,0-3-1 15,8-5-2-15,-8-4-1 0,6 5 1 16,0-3-3-16,7 2 1 0,-6 1 2 0,-1-1 0 16,7 5-1-16,1-2-1 0,-2 6 1 15,8-1-1-15,-1 5-1 0,1-3-2 0,-8 1 0 16,8 5 2-16,0 3-3 0,-7 0 3 16,7 0-1-16,-8 3 0 0,2 5 1 15,-8 1-2-15,7 4 4 0,-7-1 4 0,1 2 2 16,0 4 6-16,-1-3 5 0,-6 3 8 15,6 0 5-15,-6 1 4 0,8-5 4 0,-8 5-3 16,0-4-4-16,6-1-6 0,-6 1-5 16,6 0-8-16,-6-4-7 0,0 0-21 15,0-1-42-15,0-3-64 0,0 1-78 0,0-4-110 16,7-1-156-16,-7 1-176 0,0-8-160 16,0 1-130-16,6-1-26 0,-6-4 57 0,0-2 126 15,7-1 180-15,0-4 192 0</inkml:trace>
  <inkml:trace contextRef="#ctx0" brushRef="#br0" timeOffset="40704.32">8381 6397 237 0,'0'-16'534'0,"0"2"125"0,0 3 109 15,7-1 40-15,-7 2-140 0,0 3-140 0,0-1-115 16,0 5-111-16,0-2-91 16,0 5-54-16,7 5-24 0,-7 2-1 0,6 4 10 0,-6 3 12 15,7 5 2-15,-7 3-12 0,6 0-14 16,-6 3-16-16,6 0-18 0,-6-2-16 0,7 3-15 15,-7-1-11-15,7-3-13 0,-7 0-15 16,0-4-10-16,6 4-8 0,-6-3-3 16,0-4-5-16,6-1-19 15,-6 1-37-15,0-5-63 0,0-2-84 0,0-1-126 16,0-3-158-16,7 0-174 0,-7-4-144 0,0-4-98 0,0-3 0 16,-7 0 78-16,7-1 137 0,-6-3 178 15</inkml:trace>
  <inkml:trace contextRef="#ctx0" brushRef="#br0" timeOffset="40906.07">8362 6547 55 0,'-13'-8'491'0,"7"1"140"0,-1-1 120 0,0 1 85 16,1 3-99-16,-1-3-157 15,7 4-132-15,0 3-128 0,7-5-108 0,-1 5-79 0,8 0-43 16,-2 0-25-16,2 0-10 0,5 0-3 16,-6 5 1-16,6-5 2 0,1 0 0 0,-7 0-4 15,7 0-7-15,-7 0-6 0,6 0-12 16,-5 0-6-16,5 0-8 0,-6 0-6 0,-7 0-27 15,7 0-48-15,-7 0-85 0,2 0-130 16,-2 0-156-16,0 0-183 16,1 0-172-16,-7 0-60 0,7 0 30 0,-1 0 99 0,0 0 139 15,7-5 178-15</inkml:trace>
  <inkml:trace contextRef="#ctx0" brushRef="#br0" timeOffset="41534.46">9065 6434 137 0,'0'-5'542'0,"0"-2"123"0,0-1 97 0,0 5 52 16,0-1-129-16,0-3-172 0,0 4-144 16,0 3-113-16,0-5-90 0,0 5-56 0,0 0-29 15,7 5-10-15,-7-2-6 16,7 4 11-16,-7 0 9 0,6 8 3 15,0 0-9-15,-6 0-3 0,6 3-5 0,-6 0-7 0,0 0-5 16,0 1 1-16,0-1 3 0,0 0-3 16,0-2-1-16,0 2-6 0,0-4-1 0,0 1-5 15,0-1-3-15,0 1 1 0,8-4 1 16,-8-4 3-16,0 0 4 0,0 0 6 0,0 1 5 16,0-4 12-16,0-1 11 0,0-3 12 15,0 0 9 1,0 0 2-16,0 0-2 0,0-3-13 0,0-1-19 0,0-4-20 0,0 1-19 15,0 0-18-15,0-7-9 0,0 3-3 0,0-8-5 16,0 4-1-16,6-2-1 0,-6-1 5 16,6-1-4-16,1 1 0 0,-7 3-1 15,6 0-1-15,8-4 2 0,-8 9-4 0,7-5 1 16,-6 3-2 0,5 2 1-16,2 3 0 0,-1-3-1 0,7 5-1 15,-8-2 2-15,1 2-1 0,7 2 1 0,-7 3 1 0,0 0 1 16,-1 0 1-16,2 3-1 0,-1 2 1 15,-7 2-2-15,1 0 0 0,6 4 1 0,-7 1-1 16,-6-2 2-16,6 5 1 0,2-1 1 16,-8 5 2-16,0-4 0 0,0 0 1 15,0 3 0-15,0-4 0 0,0 1 3 0,0 0-5 16,0-5 2-16,-8 5-3 16,8-4-2-16,0 0 0 0,-6-3-2 0,6-1 2 0,0 0-13 15,0 0-31-15,0 0-52 0,0-2-67 16,0-2-101-16,0 1-164 0,0-4-202 0,0-4-212 15,0 1-151-15,0-2-40 0,0-5 42 16,0 3 134-16,6-8 197 0,2 0 235 16</inkml:trace>
  <inkml:trace contextRef="#ctx0" brushRef="#br0" timeOffset="41890.25">9535 6194 4 0,'0'-14'511'0,"6"3"141"15,-6 1 110-15,6-2 77 0,1 1-62 0,-1 0-164 16,1 3-157-16,6 1-107 0,-1 4-81 16,-4 3-45-16,11 0-30 15,-6 3-23-15,6 4-9 0,-5 1-12 0,5 3-10 0,1 7-11 16,-1 0-4-16,-6 4-4 0,1 1-4 16,-2 6-8-16,1 0-10 0,-6 5-14 0,-1-2-16 15,-6 5-2-15,0 2-6 0,0-2-6 16,0 0-7-16,-6 0-1 0,-1 0-2 0,1-5-11 15,-7 2-6-15,7-1-5 0,-8-8 1 16,1 1 2-16,6 0 4 16,-5-8 9-16,-1 4 7 0,6-8 5 0,-6-3 0 0,7 0 1 15,-1 0-1-15,0-7-7 0,7 3-3 16,-6-4-5-16,6 2-3 0,0-5-4 0,-7 3-7 16,7-3-1-16,0 4-15 0,0-4-28 0,-6-4-56 15,6 1-79-15,-6 3-110 0,-1-5-159 0,0-1-218 16,1-2-273-16,0 2-172 0,-8-6-39 15,8 5 43 1,-7-4 124-16,6 0 209 0,-6-1 286 0</inkml:trace>
  <inkml:trace contextRef="#ctx0" brushRef="#br0" timeOffset="43468.45">2963 7447 9 0,'-7'0'302'0,"7"0"53"0,0-3 43 16,0 0-39-16,0-6-12 0,0 6-43 15,7-4-36-15,-7-1-6 0,0 5 2 0,0-4-3 16,0 3-9-16,0 1-17 16,0-6-22-16,0 9-28 0,0-3-37 15,-7 3-36-15,1 0-32 0,0 0-27 0,-2 3-17 16,-4 6-13-16,6-6-9 0,-8 4-2 0,8 0 3 0,-1 4 7 15,-6 0 10-15,6 4 7 0,1 0 8 0,0 3 6 16,-1-3 7-16,0 7 3 0,7-4-4 0,0 4-5 16,-6-1-2-16,6 2-6 0,0 0-11 15,0-6-8-15,0 6-9 0,0-2-6 16,0-3-5-16,0 1-2 16,-6-1 0-16,-1 1-2 0,1-1 6 0,-1-3-3 0,-6-4-1 0,7 0 1 15,-2-1 0-15,-4 1-1 0,-1-7-5 16,6 3 2-16,-6-7 1 0,7 4-1 15,0-4-1-15,-2-4 1 0,-4 1-1 16,6-5-1-16,6 1 1 0,-7 0 0 0,0 0 1 16,7-4 1-16,0 3 0 0,0 1 1 0,0 3-4 15,0-3 7-15,0 4-5 0,7 3-1 16,-7 0-2-16,7 0-1 0,-1 3 1 0,0 4-6 16,0 4 3-16,2 3 3 0,-8 1 0 15,6 4 4-15,0 3 0 0,1 0 1 16,-7 7 0-16,6-3-1 0,-6 0 3 0,7 3 0 15,-7-4 7-15,7-2 6 0,-7 2 5 0,6-3 8 16,0-4 4-16,0 0 5 0,-6-3-1 16,8-1-1-16,4-1 0 0,-5-3-1 15,6-3-3-15,-6 1-7 0,5-6-3 0,2 3-8 0,-2-5-9 0,2 0-5 16,-1-5-22-16,0 5-41 0,-6-2-84 16,5-2-126-16,2 4-151 0,-8-4-167 0,7 1-182 15,-7-1-68-15,1 4 28 0,0-4 95 16,-7 0 138-16,0 4 158 0</inkml:trace>
  <inkml:trace contextRef="#ctx0" brushRef="#br0" timeOffset="44781.31">3894 9726 170 0,'0'-4'355'0,"0"1"55"16,0-4 32-16,-7 2-49 0,7 2-23 16,0-1-55-16,0 1-39 0,0-1-26 0,0 1-27 15,7-1-26-15,-7 0-25 0,7 4-21 16,-1 0-20-16,7-3-16 0,-7 3-13 0,8 3-5 0,-2 1-3 16,2 0 1-16,-1-1-3 0,7 4 0 0,-8 5 0 15,2-2-8-15,-2 1-8 0,-5 5-12 16,6-2-3-16,-6 1-1 0,-1 0 1 0,0-1-4 15,-6 0 5-15,0 2 8 0,0-2-7 16,-6 0 1-16,6-3-5 0,-6 4-3 0,-7-7-10 16,6 2-8-1,0-2 2-15,1-4-1 0,-8-1 0 0,8 1 0 0,0-4 3 0,-7 0 4 16,6-4-1-16,1 1-2 0,-1-5-1 16,7 4 2-16,-6-6-5 0,6-2-7 15,0-1-7-15,6-4-8 0,1 0-7 0,-1-2-4 16,8 1-5-16,-8 3-2 0,6 1 0 15,2-1 0-15,-1 0-1 0,0 4 0 16,0 4 2-16,0 3-3 0,0 1 1 0,0 3 1 16,0 0 0-16,0 3 1 0,0 5 0 15,0-1 0-15,1 0 2 0,-8 0-2 0,7 5 4 16,0-1-3-16,0-4 1 0,-1 0 1 16,2 5-3-16,-8-9 0 0,8 5 0 0,-2-1-1 15,1-4 1-15,-6 1-1 0,6-4 1 16,-7 0 2-16,8 0-2 15,-8 0 1-15,0-4-2 0,1 4 0 16,-1-7 2-16,-6 4-2 0,7-5 1 0,-7 1-1 0,0-1 6 16,-7-2-4-16,7 2-3 0,-6-3 0 0,-1 1-2 15,1-2 3-15,-7 5-6 0,6-1 4 16,-5 1 3-16,-2 4-2 0,1-2 2 0,1 2 0 16,-2-1-1-16,2 4 1 0,-2 4-1 15,8-1 3-15,-7 2 1 0,0 2-3 0,6 4 2 16,1 0 0-16,0 4 5 15,-2-1 6-15,8 4 6 0,0 1 3 16,0-1 4-16,0 0 1 0,8 1 2 16,-8-1 0-16,6 1-1 0,0-5 4 0,7 4 3 0,0-3 1 0,0-4 7 15,1 0 7-15,-2 0 9 0,2-3 1 16,5-5-3-16,1 1-3 0,-1-1-8 0,0-3-13 16,1 0-12-1,-1 0-8-15,-5-3-6 0,5 3-3 0,-6-4-9 16,0 1-24-16,1-2-41 0,-8 2-62 0,0-1-84 0,1 1-129 15,-1-5-150-15,1 1-148 0,-7 0-127 16,6 0-114-16,-6-5-9 0,7 2 80 0,-7-2 133 16,6-3 154-16</inkml:trace>
  <inkml:trace contextRef="#ctx0" brushRef="#br0" timeOffset="45062.68">4643 9631 187 0,'0'-11'454'0,"0"0"88"0,0-4 89 15,0 8 21-15,-6-4-70 0,6 4-93 0,0 0-68 16,0 2-68-16,0 2-81 0,-7 3-78 16,7 0-64-16,0 0-33 0,0 8-12 15,7-1 9-15,-7 4 18 0,0 3 21 0,0 4 13 16,0 1 1-16,6 3-4 16,-6 0-13-16,7 3-10 0,-7 1-16 0,6-1-12 0,-6 5-11 15,6-4-14-15,-6 4-15 0,0-5-17 16,8 0-11-16,-8-3-7 0,0 0-9 0,6-3-5 15,-6-1-4-15,0 1-19 0,6-9-34 16,-6 1-49-16,0 0-72 0,0-6-114 16,0-3-147-16,0-2-138 0,0-2-110 0,0-3-98 15,0-6-62-15,-6 4 42 16,0-7 112-16,-8-1 135 0,8 0 134 0</inkml:trace>
  <inkml:trace contextRef="#ctx0" brushRef="#br0" timeOffset="45631.98">4526 9811 348 0,'-13'-8'444'0,"0"-2"66"0,0 2 60 15,6 1-51-15,1 3-74 0,-1 0-54 16,7 1-52-16,0-1-51 16,0 0-57-16,7 4-60 0,6-3-42 0,0 3-33 15,7-5-10-15,6 5 2 0,-1 0 9 0,1-2-1 0,0 2-2 16,1-5 4-16,5 2 1 0,-12 3 5 16,6-4-5-16,-7 0 5 0,-5 1 1 0,5-1 2 15,-13 0-2-15,8 1-6 0,-8 3-8 16,0-4-10-16,-6 4-13 0,6 0-13 0,-6-3-15 15,8 3-12-15,-8 0-7 0,0 3-9 16,0 1-1 0,0-1-3-16,0 1 3 0,-8 7 6 0,8-4 7 0,0 5 12 15,0 2 7-15,-6 1 8 0,6 0 1 0,0-1 4 16,0 4-4-16,0 1-5 0,0-5-7 16,6 5-3-16,-6-4-4 0,8-1-3 0,-2 1-4 15,-6-5-2-15,13 2 1 0,-6-5-2 16,-1 0-3-16,7 1-2 0,7-5-3 0,-8-3-5 15,2 0-2-15,5 0-4 0,-5-3 3 16,-2-1-4-16,2-3-4 0,-2-1 6 0,-5-2 2 16,6-2 5-1,-6-2-2-15,-7-4 3 0,6 3 6 0,0-7-6 16,-6 3-2-16,0-3 2 0,6 4 6 16,-6 0 6-16,0 3 8 0,0 1 8 0,-6-1 9 15,6 7 2-15,0-3-2 0,0 4-9 16,0 4-2-16,0-2-14 0,0 2-10 0,0 3-7 15,0 3-3-15,0 2-2 0,0 5-7 0,0 1 3 0,6 0 3 16,-6 4 2-16,8 0 1 0,-8 4 2 16,6-1-1-16,0 0 1 0,-6 0-2 0,7 0-1 15,0 1-1-15,-1-4-2 0,1-1 1 16,-1 4-1-16,0-6-3 0,1 2-21 0,0-3-43 16,-1-4-67-16,0 0-88 0,8 1-111 15,-8-4-148-15,1-1-146 16,5-3-134-16,-5 0-109 0,0-3-66 15,5-1 29-15,-4-4 108 0,-2-6 145 0,0 3 163 16</inkml:trace>
  <inkml:trace contextRef="#ctx0" brushRef="#br0" timeOffset="46397.8">5191 9781 75 0,'-8'-11'414'0,"8"4"91"0,-6 0 86 0,6 0 36 16,0-1-65-1,0 4-102-15,0-3-79 0,0 3-65 0,6 0-59 0,2 4-61 16,4-3-30-16,-5 6-14 0,6-3-11 0,6 0-7 15,-5 4-8-15,-2 0-7 0,1 3-13 16,0 0-9-16,7-2-5 0,-13 5-7 16,5-2-1-16,2 3 0 0,-8-1 4 0,7 2-2 15,-7 2-2-15,8-3-6 0,-8 4-10 16,0-1-12-16,2 1-10 16,-8 0-13-16,6 0-8 0,-6-1-6 0,0-3-1 0,0 0 0 15,0-3-2-15,-6-1-1 0,6 0 3 16,-8 0-2-16,-4-3-3 0,5-4-4 0,0 0-1 15,-5 0 2-15,5 0-8 0,-6-7 0 16,0 3 3-16,7-3-1 0,-1-5-1 16,0 2-1-16,1-5 3 0,6 1-2 0,0-1-3 15,0-4-3-15,6 1 1 16,1 0-1-16,0 0-2 0,5 3 0 0,2-3-1 0,-8 3 2 16,13 3-2-16,-5 2 2 0,6-1 0 15,-1 3 1-15,0 1 2 0,0 4 1 0,1-2 1 16,6 5-1-16,-6 0 0 0,-7 0 0 15,7 5 0-15,-8 2 0 0,8 0 0 0,-13 0 0 16,5 4 0-16,-4 1 2 0,4 2 7 16,-6 1 7-16,1 0 13 15,0-1 12-15,-1 4 11 0,1 1 14 0,-1-1 3 0,-6 0 2 16,6-4-4-16,-6 6-2 0,0-6-6 16,0 1-7-16,0-4-1 0,0 0-4 15,0-1-1-15,0-2 1 0,0-1 4 0,0-3 5 16,0-1 10-16,0 1 11 0,-6-4 4 15,6 0 0-15,0 0-8 0,0-4-13 0,-6 1-17 16,6-4-18-16,-7-5-12 16,7 2-6-16,0-1-1 0,-6-4-3 15,6-3 0-15,6-1-2 0,-6 1-1 0,7-4-1 0,-1 0-2 16,0 0-3-16,2 4-1 0,4-4 1 0,-6 7-1 16,8 1 0-16,-8 2 0 0,7 1 2 15,1 0 0-15,-2 8 2 0,2-1 0 0,5 1 0 16,-6 6-1-16,0 1 1 0,0 3 3 15,6 4-2-15,-12 1 0 0,6 2 1 0,0 4 1 16,-7-3-2-16,2 3 1 0,-2 0 1 16,-6 1 1-16,6-5 1 0,0 5 0 0,-6-4 1 15,7-1-2-15,-7 1 1 0,7 0-2 16,-7-5 0-16,0-2 0 0,0 3-3 16,6-4-14-16,-6 1-33 0,0-5-46 0,0 1-62 15,0 3-74-15,0-4-92 0,0-3-127 16,0 0-155-16,0 0-155 15,0-3-159-15,-6-1-66 0,6 1 18 0,-7-4 102 0,7-1 166 16,0-3 191-16</inkml:trace>
  <inkml:trace contextRef="#ctx0" brushRef="#br0" timeOffset="47078.75">6851 9707 229 0,'0'-7'452'0,"-7"4"90"15,7-4 90-15,0 3-18 0,0-3-38 0,-6 3-100 16,6 0-76-16,0 1-75 0,0 3-87 16,0 0-81-16,0 3-63 0,0 1-28 0,0 7-11 15,0 0 3-15,6 4 15 0,-6 3 18 16,7 1 14-16,0-1 9 0,-7 3-1 0,6 2-4 15,-6 3-13-15,6-9-12 0,1 5-8 16,-7-4-9-16,7 1-4 16,-7-4-5-16,6 0 1 0,-6-1-4 15,0-7 0-15,0 1 8 0,0-1 10 0,0-4 22 0,7 2 16 0,-7-2 5 16,0-3-2-16,0-3-14 0,-7-2-20 16,7 2-27-16,0-4-24 0,0-4-11 0,-6-4-9 15,6 0-2-15,0 1-2 0,0-4-5 16,6-5 1-16,1 4-1 0,-1-1-1 15,0 1-4-15,2 1 2 0,4-1-1 0,1 1 1 16,7 4 1 0,0-2 0-16,-2 5 2 0,2 1-1 0,7-2 1 0,-1 2 0 15,-1 6-2-15,1-3 1 0,-6 7-1 0,6 0 1 16,-7 3-2-16,1 1 0 0,-6 3 1 16,-2 4 1-16,1 4 8 0,1 3 10 0,-8-4 10 15,0 5 9-15,0-1 11 0,2 5 6 16,-8-5 0-16,6 0-7 0,-6-3-6 0,0 3-9 15,0-4-7 1,0 1-7-16,0-3-8 0,0-2-5 0,-6 2-20 0,6-5-40 0,0 0-64 16,6-3-81-16,-6-1-112 0,0 1-170 15,0-4-186-15,6 0-156 0,7-4-135 16,-6 1-26-16,12-5 60 0,-5 1 140 0,12-4 187 16,-7 0 187-16</inkml:trace>
  <inkml:trace contextRef="#ctx0" brushRef="#br0" timeOffset="47665.99">7802 9726 147 0,'7'-7'602'0,"-7"0"131"0,6 2 92 15,-6-2 64-15,0 0-133 0,0 4-206 16,0-1-182-16,0 4-121 0,0 0-76 16,0 4-33-16,0-1-9 0,0 4-3 15,6 0 7-15,-6 5 17 0,0 2 4 0,0 2-13 16,0-2-16-16,0 1-12 0,7 3-8 0,-7 0-16 0,0-3-16 15,0 3-12-15,6 0-13 0,-6-3-12 16,0 4-10-16,7-5-10 0,-7 1-5 0,0-5-8 16,7 5-11-16,-7-4-37 0,6-3-56 15,-6 2-71-15,6-5-94 0,-6 2-122 0,7-7-130 16,-7 0-102-16,0 0-69 0,0-4-38 16,0 1-2-1,-7-2 36-15,1-2 69 0,-7 0 98 0,6-4 104 0,-6 4 133 0,1-5 157 16,-2 5 154-16,2-3 141 0,-2-2 108 15,-5 4 94-15,5-2 45 0,2 3 17 16,6-1 21-16,-8 1 14 0,8 0-8 0,6-1-36 16,-7 1-51-16,14 0-63 0,-1 4-81 15,0-5-78-15,8 0-49 0,-2 5-28 0,8-4-7 16,-1 3 3 0,1-3 15-16,6 3 14 0,1 1 7 0,-1-5 10 0,0 4 6 0,-7 1 3 15,1-1-2-15,-1 0-4 0,1 1-4 16,-14-1-11-16,8 4-11 0,-8-4-13 15,-6 4-8-15,0 0-13 0,0 4-8 0,-6 0 0 16,-8 3 0-16,8 4 8 0,-14 0 3 16,7 0 3-16,1 3 2 0,-8 2-1 0,7 1-6 15,-1-2-11-15,-5 3-10 16,6 1-7-16,0-4-10 0,0-1-7 0,6 1-3 0,-5-1-1 16,5-3-4-16,0 1 1 0,1-5-1 15,0 0-1-15,6 0-7 0,-8-3-14 0,8-1-33 16,0-3-58-16,0 0-77 0,0-3-120 15,0-1-146-15,0-7-149 0,0 1-128 0,-6-2-135 16,6-2-25 0,-6-4 66-16,-1-4 124 0,1-5 150 0,-1 2 152 15</inkml:trace>
  <inkml:trace contextRef="#ctx0" brushRef="#br0" timeOffset="47889.6">7639 9704 230 0,'-6'-7'589'0,"-8"0"125"0,8 3 74 15,-1 0 12-15,1 1-133 16,6 3-166-16,0 0-137 0,0 7-88 15,6 0-39-15,1 4-12 0,6 4 0 0,0-1-3 16,7 4-10-16,-1 5-11 0,1-4-14 16,6 2-24-16,-7 2-25 0,7-3-24 0,0-1-23 15,-6-1-16-15,6-3-16 0,-7 0-11 16,7-4-10-16,-6 0-6 0,-1-4-8 0,1 1-7 16,0-5-7-16,-7 1-5 0,-1 0-17 15,2-1-30-15,-8 1-49 0,0-1-73 16,2-3-106-16,-2 0-171 0,-6 0-204 0,0 0-195 15,-6-3-139-15,-2-4-26 0,2 3 52 16,6-3 145-16,-6-1 201 0,0 1 217 0</inkml:trace>
  <inkml:trace contextRef="#ctx0" brushRef="#br0" timeOffset="48438.06">8876 9624 325 0,'-6'-7'469'16,"0"2"61"-16,-1-1 52 0,0-1-55 0,-6 2-92 15,7 1-72-15,-7 1-44 0,6-1-19 16,-5 8-19-16,-2-4-28 0,-5 3-32 0,6 8-24 16,0-3-12-16,-1 7-14 0,2-1-11 15,-1 8-7-15,-1 0-9 0,2 0-11 0,5 7-14 16,0 1-15-16,1 0-13 0,0 2-14 16,6-3-7-16,0 4-7 0,0 1-7 15,6-5-7-15,0 3-7 0,1-6-9 0,6 3-11 16,0-3-7-16,0-4-8 0,0-3-14 15,7-1-32-15,-7-3-54 0,6-5-73 0,0 1-117 16,8-7-145-16,-8-4-150 0,1 0-119 16,-1-7-120-16,1-1-41 15,-1 1 52-15,-5-8 116 0,6 1 141 16,-8-4 141-16</inkml:trace>
  <inkml:trace contextRef="#ctx0" brushRef="#br0" timeOffset="48898.21">9059 9880 357 0,'0'-15'534'0,"0"4"100"16,0 0 83-16,-7 0-23 0,7 0-127 15,0 4-105-15,0 4-94 0,0-1-89 0,0 0-80 16,-6 1-68-16,6 6-47 0,0-3-25 16,0 8-5-1,-6 2 8-15,6 1 16 0,0 0 19 0,0 3 15 0,0 5 5 16,0-1 2-16,0-3-4 0,0 4-6 0,0-1-10 16,0 0-12-16,0-3-9 0,0 0-11 15,0-1-9-15,0-3-7 0,0-4-9 0,0 4-7 16,6-7-3-16,-6 4 1 0,0-6 6 15,0 3 14-15,0-2 13 0,0-3 7 16,0 0 0-16,0-3-5 0,0-2-11 0,0-1-17 16,0-2-18-16,0 2-8 15,0-10-7-15,6 5-4 0,-6-6 0 16,0-2-2-16,7 1-1 0,-1-1 0 0,-6 1 0 16,14-1 0-16,-8 5-2 0,0-1 0 0,8 1 1 0,-8 3 2 0,7-4-1 15,7 8 0-15,-8-4 0 0,2 4 0 16,5 0-2-16,-6 2-3 0,6 2 0 15,-5 3 1-15,-2-4 3 16,2 8-1-16,-8-1 1 0,7 2-1 0,1 2 2 0,-8 4 0 16,0-1-2-16,0 6 2 0,2-6 3 15,-2 8 6-15,0-3 6 0,-6-1 7 0,7 5 7 16,-7-4 5-16,0 3-1 0,0-3-2 16,6-1-7-16,-6-2-4 0,0 2-7 15,0-7-7-15,0 4-22 0,7 1-48 0,-7-6-62 16,0-2-82-16,0 4-115 15,7-8-169-15,-7 2-175 0,6-2-147 0,0-2-126 0,8-2-24 16,-2-4 64-16,2 2 139 0,-1-6 182 16,-1 1 184-16</inkml:trace>
  <inkml:trace contextRef="#ctx0" brushRef="#br0" timeOffset="49139.87">9612 9818 445 0,'0'-7'630'0,"0"-1"110"0,0 1 84 15,0 4-37-15,0-5-170 0,-6 4-154 0,6 1-139 16,0 3-103-16,0 0-58 0,0 0-30 16,0 3-11-16,0 4 2 0,0 1 13 0,0 3 14 0,0 3-4 15,0 2-12-15,6-2-14 0,-6 4-14 0,0 0-15 16,0 1-16-16,7-1-17 0,-7 1-15 16,0-1-12-16,7-4-8 0,-7 1-8 0,0-1-7 15,6 1-4-15,-6-3-12 0,0-2-37 16,6-2-57-16,-6-1-90 0,0 0-138 15,0-2-177-15,7-5-174 0,-7 0-185 0,0 0-80 16,6-5 20-16,-6-2 99 0,0 0 156 16,-6-5 175-16</inkml:trace>
  <inkml:trace contextRef="#ctx0" brushRef="#br0" timeOffset="49374.65">9560 9935 151 0,'-13'-4'509'0,"1"4"138"0,4-3 108 0,2-1 29 16,0 1-84-16,6-1-142 0,0 4-136 0,0-4-127 15,0 4-104-15,6 0-70 0,0 0-48 0,8 0-26 0,-1 0-3 16,0 4 4-16,6-4 10 0,1 0 9 16,0 0 11-16,-1 0 2 0,1 0-1 0,-1 0-5 15,-6-4-11-15,6 4-15 0,1 0-13 16,-6 0-9-16,-2-4-11 0,1 4-12 16,0 0-14-16,-6 0-34 0,-1 0-56 0,-6-3-107 15,6 3-141-15,2 0-158 0,-8 0-150 0,0-5-153 16,0 5-45-16,0 0 54 0,0-2 112 15,6-3 146-15,-6 2 153 0</inkml:trace>
  <inkml:trace contextRef="#ctx0" brushRef="#br0" timeOffset="49659.84">9997 9770 365 0,'6'-7'607'0,"-6"3"128"16,0 1 92-16,0-2-31 0,0 3-114 0,0 2-144 15,0-5-142 1,0 5-113-16,0-3-80 0,0 3-65 0,0 0-43 0,0 3-20 0,0 2-9 16,0 2 6-16,7 0 5 0,-7 4 6 15,0 3 7-15,0 1 3 0,0 0-7 16,0 4-13-16,0-2-7 0,0 3-3 0,6-3-13 16,-6 1-11-16,0-3-8 0,0-1-4 15,0 1-12-15,0 0-8 16,0-4-2-16,6 0 0 0,-6 0-17 0,0-4-37 15,0 0-52-15,0-3-76 0,0 1-130 0,8-3-172 16,-8-2-176-16,0-2-177 0,0-3-92 0,0-2 1 16,6-1 88-16,-6-2 150 0,0-2 179 15</inkml:trace>
  <inkml:trace contextRef="#ctx0" brushRef="#br0" timeOffset="49983.75">10048 9565 481 0,'8'-11'631'0,"-2"0"98"0,0 0 72 0,1 0-59 16,6 3-142-16,0-2-146 0,-1 6-103 15,2 1-72-15,5-1-48 0,-5 4-48 0,6 4-28 16,-2 3-24-16,2 3-22 16,-1-2-17-16,1 7-11 0,0-1-5 15,-1 5-6-15,-5 2-4 0,-2 1-1 0,2 4-1 0,-2-1 5 16,-5 2 9-16,-1 2 7 0,1 1 5 15,-7 2 4-15,0-2 2 0,0 2-6 16,0 1-16-16,-7-3-14 0,1-1-12 0,-1 0-13 16,1-3-13-16,-8-4-6 0,8-3-3 15,-6-1-3-15,-2-4-6 0,8 1 0 0,-7-5-3 16,6-2-6-16,-6 0-24 16,7-5-37-16,0-3-60 0,-2 0-78 0,2-3-103 0,6-1-147 15,0 0-170-15,0-7-160 0,0 0-145 16,6-4-32-16,2 1 47 0,4-5 124 0,-6-3 174 15,8 0 190-15</inkml:trace>
  <inkml:trace contextRef="#ctx0" brushRef="#br0" timeOffset="50313.28">10772 9626 31 0,'6'-6'555'0,"-6"-2"140"16,7 2 93-16,-1-1 53 0,-6-2-94 15,7 6-190-15,-7-1-196 0,0 4-127 0,0 0-70 16,0 4-27-16,-7-1-2 0,7 6-1 16,0 4 6-16,-6 1 8 15,-1 6-2-15,7-3-1 0,-12 6 0 16,4 3-3-16,-4 3-3 0,5 0-9 0,-6 1-5 16,-6 2-11-16,5-2-15 0,-5 2-8 15,6-2-3-15,-6-1 0 0,-1 0-7 16,0 1-7-16,7-5-7 0,0-3-15 0,0 1-12 15,1-5-13-15,4 0-9 0,2-4-7 0,-7-2-9 16,13-1-21-16,-6-4-51 0,6 0-78 16,-7-2-109-16,14-3-175 0,-7-4-211 0,6 2-199 0,1-8-168 15,5 0-36-15,2 1 50 0,-1 0 142 0,0-5 197 16,6 2 210-16</inkml:trace>
  <inkml:trace contextRef="#ctx0" brushRef="#br0" timeOffset="50813.68">10831 9975 73 0,'0'-7'522'0,"0"0"137"0,0-1 103 0,0 1 52 16,6-4-66-16,-6 4-167 0,0-4-144 15,6 3-115-15,1 0-72 0,0 1-53 0,-1 0-37 16,7 0-15 0,-7 1-10-16,8-3-3 0,-2 6-14 0,8-2-9 15,-7 2-11-15,0 0-17 0,6 3-20 0,-5 0-18 16,5 0-15-16,-6 3-10 0,0 5-6 15,1-1-5-15,-2 0-2 0,-6 4-3 16,8 3 1-16,-8-2-3 0,-6 6 2 0,0-3-1 16,0 3 4-16,0-3 1 0,-6 3-1 15,-8 0 5-15,2-2 1 0,-2 2 0 0,-5-4-2 16,6 5 0-16,-6-5-1 0,-1 1-2 16,-6-1-4-16,7-2 0 0,-1 2 0 0,0-3 2 15,7-4 6-15,1 5 12 0,-2-5 21 16,2-3 22-16,4-1 31 0,2 1 29 15,0 0 22-15,6-4 10 0,0 3-6 0,0-6-15 16,6 3-21-16,0 0-25 0,8-4-23 16,-1 4-14-16,0-4-10 0,6 1-5 15,1 3-6-15,0-4-4 0,5 4-3 0,-5-4-6 16,6 4-5-16,0-3-3 0,1 3-1 0,-9 0-2 16,9 0 4-16,-7 0 5 0,-1-5 6 15,0 5-4-15,1 0-19 0,-7 0 0 0,-7 0 0 16,8 0 0-16,-8 0 0 0,0-2 0 0,1 2 0 0,-7 0 0 15,7 0 0-15,-7 0-22 0,0-5-147 16,0 2-101-16,-7 3-123 0,7-4-181 0,0-3-208 16,-7 3-228-16,7-3-92 0,0-5 12 15,0 2 77-15,0-1 170 16,14 0 224-16</inkml:trace>
  <inkml:trace contextRef="#ctx0" brushRef="#br0" timeOffset="51000.47">11742 9690 166 0,'0'-8'694'0,"6"-3"147"0,-6 3 103 0,0-2 72 0,0 0-107 16,-6 2-279-16,6-1-230 0,0 7-142 16,0-5-116-16,0 7-108 0,0-5-111 0,0 5-149 15,0 5-199-15,0-2-222 0,6 3-198 16,-6 3-78-16,7-1 8 0,-7-2 95 15,7 5 172-15,5 4 205 0</inkml:trace>
  <inkml:trace contextRef="#ctx0" brushRef="#br0" timeOffset="51186.91">11833 9968 348 0,'-13'19'705'0,"7"-2"146"0,-1-2 101 0,1 3 55 15,-7-4-119-15,7 6-186 0,-2-6-170 16,2 5-112-16,-7-5-74 15,6 5-79-15,-5-5-70 0,5 1-58 16,-6 3-38-16,0-3-38 0,-7-1-70 0,8 1-101 0,-8 0-131 16,1-1-219-16,5-3-279 0,-5 0-276 15,-1-3-109-15,0-1 1 0,1-2 78 0,6-3 190 16,-6-2 265-16</inkml:trace>
  <inkml:trace contextRef="#ctx0" brushRef="#br0" timeOffset="52437.86">3250 11525 287 0,'0'0'389'0,"-7"0"67"0,7-4-9 16,-7 1 2-16,7-1-4 16,0 0-42-16,0 1-41 0,0-5-30 0,0 5-34 0,7-4-47 0,-7-4-37 0,7 3-32 15,-1 0-18-15,0 5-16 0,1-5-15 0,-1 1-8 16,1 4-23-16,0-1-19 0,-7 0-26 15,6 4-19-15,0 0-14 0,-6 4-13 0,7 3 0 16,-7 5 0-16,0-1 0 0,7 3 2 0,-7 4 8 16,0 1 2-16,0 3 0 0,0 0 2 15,6-1 9-15,-6-3 3 0,0 5 0 16,6-1 1-16,1 0-2 0,-1-3-1 0,1-5-2 16,0 4-9-16,-1-3 1 0,0-4-4 0,2 0 1 31,-2-3 3-31,7-5-3 0,-7 1 5 0,1-1-2 0,-1-6 2 15,1 3 0-15,5-4 2 0,-4 1 3 16,-8-5 6-16,6 0 8 0,-6 5 7 0,0-5 5 16,0 5-1-16,0-1-6 0,0 4-11 15,0-4-10-15,0 4-14 0,-6 4-8 0,6 3-3 16,-8 1-4-16,2 6 4 0,6 1-1 16,-6 4 2-16,6-1 4 15,0 4 4-15,0 0 8 0,0 4 5 0,0-1 7 16,0-3 5-16,0 0 6 0,0 0 6 15,-7 0-23-15,7-4 11 0,-6 1 6 16,-1-5 5-16,1 1 4 0,-7-4 3 0,7-4 30 0,-8 1 1 0,1-5 2 16,0 1 2-16,0-4 2 0,0 0 3 0,0 0 5 15,0-4 1-15,0 1 5 0,-6-1 9 16,5 0 10-16,2-3-68 16,-2 2-59-16,1-1 0 0,7 2 0 0,-7-3 0 0,6 3 0 15,-5-2 0-15,4 1 0 0,2-3 0 0,6 5 0 16,-6 3 0-16,6-4 0 0,-7 1 0 15,7 3 0-15,0 0 0 0,0 0-33 0,0 0-348 16,0 0-115-16,0 0-150 0,0 0-167 0,7 0-182 16,-1 0-82-16,-6-4 15 0,6 4 87 15,2-4 170-15,-2 1 209 16</inkml:trace>
  <inkml:trace contextRef="#ctx0" brushRef="#br0" timeOffset="54874.56">19622 5660 346 0,'-6'0'557'0,"6"0"130"0,0-4 102 15,-6 4-46-15,6-3-85 0,0-2-132 16,-6 5-131-16,6 0-123 15,0 0-95-15,0 5-66 0,-8-2-27 16,8 4-7-16,0 8 11 0,0-1 16 0,0 1 15 16,0 7 9-16,0 1-10 0,0-2-12 15,0 1-20-15,0 0-21 0,0-3-21 0,0 2-14 16,8-2-10-16,-8-1-9 0,0-3-5 16,0-1-4-16,6-2-16 0,-6-1-34 15,0-4-44-15,0 0-59 0,0-3-107 0,0-4-162 0,0 0-176 0,-6 0-168 16,-2-8-107-16,2 1-19 0,0 0 65 15,-1-7 140-15,0-1 179 0</inkml:trace>
  <inkml:trace contextRef="#ctx0" brushRef="#br0" timeOffset="55031.28">19505 5575 287 0,'0'-11'493'0,"0"-3"84"0,0 3 64 0,0 0-17 15,0 0-194-15,0 4-144 0,0 3-114 16,0-4-126-16,0 8-121 0,0 0-118 0,7 0-119 15,0 5-121-15,-1 2-96 0,7-4-22 16,-6 5 25-16,-1-1 64 0,7-3 92 16</inkml:trace>
  <inkml:trace contextRef="#ctx0" brushRef="#br0" timeOffset="55515.23">19720 5605 399 0,'7'0'492'0,"-7"4"67"0,7-4 45 15,-7 0-106-15,6 2-119 0,-6-2-54 0,6 9-38 16,-6-6-30-16,6 5-8 0,2 3 0 16,-8 0-23-16,6 3-41 15,-6 1-27-15,6 3-19 0,-6 0-21 0,0 5-13 16,7-5-7-16,-7 4-11 0,0-4-11 0,0 0-9 16,6 1-14-16,-6-1-9 0,0-4-6 15,0-3-4-15,0 1-10 0,0-1-4 0,0 0 2 16,0-4 2-16,0-4 9 0,7 2 18 0,-7-2 14 15,0-3 11-15,0 0 1 0,-7 0-1 16,7-3-12 0,0-5-20-16,0 1-14 0,-6-4-13 0,6 0-3 15,0-8-5-15,0 4-3 0,0-6-2 0,0-1-3 0,6 0-1 16,-6-4-2-16,7 4-5 0,0-4 3 16,5 8 0-16,-6 0 1 0,8-1 0 0,-8 4-1 15,8 5 4-15,-1-1-2 16,-1 4 0-16,2 3-8 0,-2-1 4 15,2 3-1-15,-1 4 1 0,-7 3 4 16,8 2-1-16,-2 4 9 0,-6 0-3 0,2 7-1 0,-2 1 4 0,0 3 0 16,1-4 2-16,-1 4 2 0,-6 4 1 15,7-8 4-15,-7 4 1 0,7-4 0 0,-7 4-1 16,0-7-5-16,0 4 2 0,0-5-4 16,0 1-1-16,0-5-10 0,0-2-26 15,0 3-48-15,0-4-65 0,0-3-98 0,6 3-135 16,-6-7-150-1,6 0-150-15,0-4-141 0,2 1-57 0,4-4 31 0,-5-1 103 16,6-7 138-16,0 1 166 0</inkml:trace>
  <inkml:trace contextRef="#ctx0" brushRef="#br0" timeOffset="55765.71">20281 5616 95 0,'0'-15'524'15,"0"0"127"-15,0 1 116 16,0-1 86-16,-7 5-111 0,7-2-174 0,0 5-138 0,0 3-120 15,0 1-109-15,0 3-64 0,0 3-34 0,0 5-10 16,0 2 5-16,7 5 11 0,-7 3 9 16,6 8-4-16,-6-4-10 0,6 3-11 0,-6 5-15 15,7-1-19-15,-1 0-13 0,1-2-15 16,-7 2-7-16,7-7-7 0,-1 3-5 16,-6-3-4-16,6 1-9 15,-6-5-34-15,0-4-63 0,0 1-93 0,0 0-133 0,0-8-164 16,0 0-176-16,0-3-147 0,-6-4-76 0,0 0 20 15,-1-4 94-15,0-3 143 0,1 0 176 16</inkml:trace>
  <inkml:trace contextRef="#ctx0" brushRef="#br0" timeOffset="55952.4">20176 5806 448 0,'-6'-7'602'0,"-1"0"113"0,7-4 77 0,0 8-68 0,7-5-177 15,-1 4-134-15,0-3-112 0,8 7-96 0,5-4-60 16,1 4-30-16,6 4-12 0,-6-4-15 15,5 4-15-15,1-1-13 0,1-3-11 0,-1 4-10 16,0-4-5-16,0 3-8 0,-7-3-8 16,1 0-19-16,-7 5-36 0,0-5-52 15,0 0-87-15,-7 0-117 0,8 0-145 0,-14 0-142 16,6 3-155-16,0-3-53 0,1 0 32 16,-7 3 89-16,13 1 129 0,-7-4 146 15</inkml:trace>
  <inkml:trace contextRef="#ctx0" brushRef="#br0" timeOffset="56625.5">21172 5817 239 0,'7'-7'580'0,"0"-4"115"15,-1 4 92-15,0-4 57 0,2 0-201 0,-8-4-171 16,0 1-118-16,0-1-92 0,0 0-76 15,0 4-48-15,-8-4-32 16,2 8-25-16,0-4-22 0,-8 4-21 16,2 0-17-16,-8 2-5 0,7 2-6 0,-7 3-4 0,1 0-4 15,-1 3 1-15,0 5-2 0,8-1-2 0,-8 4 2 16,7 4-1-16,1 0 0 0,-2 3 0 16,8 1 1-16,6-1 2 0,0 1-3 0,0-2 2 15,6 2 2-15,0-5 0 0,2 0 1 16,4 1-1-16,1-4 2 0,1-3 1 0,-2 0 0 15,2-6-2 1,5 3-2-16,-6-5-1 0,0-5-2 0,7 3 8 16,-8-3 13-16,2-2 12 0,-1 0 13 15,-7-1 11-15,7-2 13 0,-6-1 0 0,-1 0-7 0,-6-4-2 16,6 4-3-16,-6 0-2 0,0 1-7 0,8 2 0 16,-8-3 0-16,-8 7-1 0,8-4-9 15,0 5-11-15,0 3-6 0,0-3-12 16,0 6-5-16,-6 0-10 0,6 5-1 0,0 0 1 15,-6 2 0-15,6 5 2 0,0 0 2 16,0-1 1-16,0 5 1 0,6 2-1 0,-6-2 3 16,0 3-1-16,6 0-2 0,2 0 2 15,-8 0-62-15,6 0 42 0,-6 1 28 0,6-2 14 16,-6 1 11-16,7-1 5 0,-7-2 67 16,6-1-36-16,-6-3-16 15,0 0-5-15,0-1-3 0,0-2 1 16,0-6 7-16,-6 2 12 0,6-4 2 0,-7 3 8 0,7-7 2 15,-6 3 0-15,-8-3-10 0,8 0-9 0,-7-3-14 16,0 3-14-16,0-5-12 0,-7 3-6 16,8-5-5-16,-8-1-5 0,1 0-2 0,-1 1-1 15,0 0 2-15,1-4-3 0,-1 4-17 16,8-5-29-16,-8 5-50 0,6-4-66 16,2 4-88-16,5-4-117 15,1 3-146-15,6-2-150 0,6-1-130 0,1 0-137 0,-1-4-23 16,14 0 62-16,-8 1 130 0,15-1 163 0,-1-3 171 15</inkml:trace>
  <inkml:trace contextRef="#ctx0" brushRef="#br0" timeOffset="57077.43">21362 5825 436 0,'6'0'560'0,"-6"0"89"16,7 0 62-16,-7 3-86 0,6-3-140 0,-6 0-116 15,0 4-89-15,6-4-57 0,1 4-46 0,0-1-20 16,-1 0-20-16,0 2-11 0,2-2-16 15,4-3-18-15,1 4-6 0,-6-4-7 0,6-4-6 16,-1 4-7-16,2-3-3 0,-8-2-2 16,7 2-7-16,-6 0-2 0,-1-5-3 0,1 5 2 15,-1-8-5 1,1 3-7-16,-7-3-3 0,0 4-6 0,0-8-5 0,-7 5-8 0,1-6-3 16,-1 5-2-16,1 1-3 0,-7-1-2 15,6 0 0-15,-5 4-2 0,-2-1-3 16,1 1 2-16,0 3-1 0,7 0-2 0,-7 1-1 15,-1 3 0-15,2 3 0 0,-2 1 2 16,2 3 6-16,-1 5 9 16,6-2 11-16,-6 5 14 0,7 4 17 15,6-5 18-15,-7 4 9 0,7 1 6 0,0 3 5 0,7-4-2 16,-7 0-6-16,6 0-6 0,7-2-3 0,-6 2 2 16,6-4-4-16,-7-2 4 0,7 2-2 15,0-7 0-15,7 4-5 0,-7-4-6 0,6-2-9 16,0-2-10-16,1 0-10 0,6-3-11 15,-6 0-9-15,-1-3-9 0,7 3-10 0,-13-8-22 16,7 5-37 0,-6-1-55-16,-2-3-67 0,1 3-84 0,0-3-118 0,-6 0-150 15,-1-5-157-15,0 2-136 0,-6-1-126 16,0 0-17-16,0-1 68 0,0-2 139 0,8-4 178 16,-8 3 184-16</inkml:trace>
  <inkml:trace contextRef="#ctx0" brushRef="#br0" timeOffset="57331.49">21746 5631 13 0,'-7'-11'486'0,"7"0"151"16,0 0 137-16,0-1 86 0,-6 1-64 16,6 4-154-16,0 0-128 0,0 3-126 15,0-3-120-15,0 7-81 0,0-3-54 0,0 3-34 16,6 3-2-16,-6 4 8 0,7 4 21 16,-7 5 23-16,6-2 19 0,-6 8 11 0,7 0-12 15,0-1-17 1,-7 5-22-16,6 0-26 0,-6 0-21 0,0-1-18 15,6 1-19-15,-6-4-15 0,0 0-10 0,7-1-7 0,-7-2-11 16,0-1-25-16,0-3-45 0,0-1-68 0,0-6-85 16,0 3-106-16,0-7-149 0,0-1-168 15,0 1-144-15,0-8-134 0,-7 1-34 16,7-1 44-16,-6-3 123 0,0-5 171 0,-1 2 179 16</inkml:trace>
  <inkml:trace contextRef="#ctx0" brushRef="#br0" timeOffset="57515.55">21674 5799 349 0,'-6'-7'584'0,"-1"3"144"0,0-3 96 0,7-1-25 16,-6 1-154-16,12 4-139 0,1-1-145 16,0 0-133-16,6 1-86 0,-1 3-43 0,2-5-20 15,5 5-6-15,1 0 4 0,0 0 6 16,-1 0 3-16,7 0-5 0,-6-3-3 16,-1 3-15-16,-6 0-9 15,7 0-12-15,-7 0-8 0,-1-3-18 0,-4 3-34 0,-2 0-47 16,0 0-79-16,0 0-116 0,1 0-148 15,-7 0-163-15,0 0-149 0,0 0-108 0,0 0-12 16,0 0 70-16,0 0 118 0,0 0 156 16</inkml:trace>
  <inkml:trace contextRef="#ctx0" brushRef="#br0" timeOffset="57980.75">22384 5653 10 0,'7'-11'518'16,"-7"0"118"-16,6 0 97 0,-6 0 59 16,0-4-74-16,-6 5-219 15,6-2-162-15,-7 1-113 0,-6 3-94 16,0 2-59-16,0-6-34 0,0 9-17 0,0-5-12 0,-7 8-4 16,0-3-2-16,8 3-2 0,-8 3 0 0,1-3-6 15,5 4-5-15,2 3-10 0,-2 0-7 16,8-2-7-16,0 5-4 0,-1-3 3 0,7 1 7 15,0 4 9-15,7-2 8 0,-1 1 15 16,7 0 5-16,0 4-1 0,1-4 7 0,-2 3 12 16,8-3 13-1,-1 4 11-15,1 0 23 0,-1-1 18 0,1 1 12 16,-7 0 6-16,6-1 1 0,-5 1 2 0,-1-1-7 16,-1-3-5-16,-5 4-7 0,0 0-3 0,-7-4-4 15,0 0 3-15,-7-1 4 0,0-2 4 16,-5-1 2-16,-1 0-3 0,-1 0-4 15,2-2-9-15,-8-2-11 0,0 1-9 0,1 0-7 16,-1-4-6-16,8 0-4 16,-8-4-6-16,1 0-8 0,-1 1-6 0,0-2-9 0,7-2-5 15,-7 0-5-15,8 0-15 0,-2-1-32 16,2-2-49-16,5-1-69 0,1 3-106 0,6-3-149 16,0 0-170-16,6 0-160 15,1 0-149-15,5 5-35 0,2-6 48 0,5 1 120 16,1 3 167-16,-1-3 179 0</inkml:trace>
  <inkml:trace contextRef="#ctx0" brushRef="#br0" timeOffset="58430.74">22527 5645 94 0,'7'0'575'0,"-1"0"154"16,-6-3 101-16,0 3 64 0,7-4-126 16,-7 4-195-16,0 0-193 0,0 0-150 0,0 0-100 15,0 4-49 1,-7-1-9-16,7 5 7 0,-6-1 12 0,6 4 17 15,-7 0 22-15,7 4 10 0,-6-5-3 0,6 5-15 0,0-1-4 16,0 2-3-16,6-5-13 0,1 4-11 16,-7-5-12-16,13 1-6 0,-7 0-13 0,8-4-15 15,-2 1-9-15,2-1-12 0,-2-3-8 16,8-1-6-16,-7 0-5 0,1-3-3 0,-2 0-2 16,1 0 5-16,0-3-1 0,-6 0 3 15,5-5 1-15,-4 1 1 16,-2 0 1-16,-6-4-1 0,6 0 2 0,0-3-2 0,-6-5 2 15,0 4 6-15,0-3 7 0,0 3 13 0,0 1 7 16,0-1 9-16,0 4 3 0,-6 3-1 16,6 1-9-16,0-1-12 0,0 5-9 15,0 0-12-15,0 3-8 16,0 0-4-16,0 3-1 0,0 5 1 16,-6-1-1-16,6 7 0 0,6 1 2 0,-6 0 2 15,0 3 1-15,0-4-1 0,6 5-2 0,-6-1 3 0,7 1-1 16,-7-5-3-16,7 1-20 0,-1 0-33 15,1-4-47-15,-1 3-76 0,0-7-101 0,2 4-137 16,-2-6-151-16,0 2-146 0,8-7-128 16,-8 3-102-16,0-6 7 0,1 3 88 15,-1-7 139-15,1 2 169 0</inkml:trace>
  <inkml:trace contextRef="#ctx0" brushRef="#br0" timeOffset="59140.8">22873 5763 404 0,'0'-16'536'0,"0"-2"133"0,6 4 101 16,-6-1-64-16,0 4-116 0,0 0-89 0,0 4-94 15,0-1-112-15,6 5-92 0,-6-1-63 16,0 1-45-16,0 3-34 0,0 0-19 0,7 7-8 16,-7 0 1-16,7 0 12 0,-7 4 11 15,6 4 7-15,-6 0 3 16,0 4 2-16,7-6 1 0,-7 3-2 0,0 2 0 0,0-4-4 16,6 1-4-16,-6 0-7 0,0-4-5 15,0 0-3-15,6-1 2 0,-6-2 1 0,0 3 5 16,0-8 1-16,0 4 6 0,0-2 7 15,0-2 13-15,0 1 10 0,0-4 11 16,0 0 11-16,0 0-4 0,0-4-12 0,0 1-22 16,0-4-18-16,0-1-19 15,-6 0-17-15,6-3-6 0,0-4-6 0,-6 1-4 0,6 0-4 16,-7-8-1-16,7 3 0 0,0 1-6 16,0-3 0-16,7 2 2 0,-7 1 0 0,6 3 1 15,-6 0-2-15,6 4 0 0,2 0-1 16,-2 0-3-16,0 4-2 0,0 0 0 0,8-2 2 15,-1 7 2 1,-1 2 1-16,-4 0 4 0,4 0 1 0,2 0-3 16,-2 2 2-16,1 7-2 0,-6-2 1 15,6 0-2-15,-7 4 1 0,0 0 0 0,2 4 0 16,-2-1 2-16,0 1 1 0,-6 3 3 0,7-2 2 16,-7 2 2-16,0 0 0 0,0-4 4 0,0 1 1 15,0 0 4-15,0-1 2 0,0-3 4 16,0-3 6-16,0 2 4 0,0-2 4 0,0-5 4 15,0 5 7-15,0-5 11 16,0-3 8-16,0 5 12 0,0-5 6 0,0-5-1 16,-7 5-7-16,7-3-14 0,0-5-14 0,0 1-17 15,-6-4-13-15,6 0-7 0,0-3-4 16,0-1-1-16,0-3-1 0,0-1-3 0,0-2-1 16,6 3-1-16,-6-5-3 0,7 4 0 15,0 5-2-15,-1-4 0 0,1 3 2 0,-1 4-5 16,7 0 0-16,-6 4-1 15,5 0 0-15,2 3 2 0,-1 0 0 0,-1 4 3 0,2 4 2 16,-2 0-1-16,8-2 2 0,-7 10-1 0,1-1 0 16,-8 0 0-16,6 4-1 0,-4-1 3 15,-2 1 0-15,0 3 0 0,1-3 1 16,-7 4 0-16,6-5 0 0,-6 1 0 0,0-1 0 16,7 1 4-16,-7 0 0 0,0-4-9 15,0-4-29 1,0 3-50-16,0-5-73 0,0 2-101 0,0-4-126 0,7 1-182 0,-7-4-208 15,6 0-195-15,7 0-98 0,0 0 4 16,0-4 79-16,7 1 165 0,6-1 223 0</inkml:trace>
  <inkml:trace contextRef="#ctx0" brushRef="#br0" timeOffset="59615.78">23765 5674 135 0,'0'-14'583'0,"0"-4"141"16,0-1 106-16,0 5 80 0,0-5-116 15,0 4-181-15,0 1-151 0,6 3-115 16,-6 0-89-16,7 4-65 0,-1-1-49 0,0 1-35 16,2 3-28-16,4 1-20 0,2-1-12 15,-2 4-9-15,1 0-7 16,7 0 0-16,0 4-2 0,-1-1-5 16,1 1-4-16,0 7-2 0,-2-4-3 0,-4 8-4 0,5-1-1 15,-5 1 0-15,-8 4 0 0,6 3-3 0,-12 0 3 16,0-1-1-16,0 1 1 0,-6 0 1 15,-6-3-1-15,-2 2 1 0,1-2-3 0,-7-4-3 16,2 3-2-16,-2-3-1 0,0-1 0 16,1 0 2-16,-1-2 5 0,0-5 12 0,7 0 20 15,1 1 26-15,-2 0 38 16,8-6 43-16,0 3 45 0,-2-5 38 0,8 3 21 0,0-3-4 16,0 0-76-16,8-3-174 0,4 3 0 15,-5-5 0-15,6 5 0 0,6-2 0 0,-5-3 0 16,5 5 0-16,-6-3 0 0,7 3 0 15,5-4 0-15,-5 4 0 0,0 0 0 16,5 0 0-16,-5 0 0 0,0 0 0 0,-1 0 0 16,1 0 0-16,0 0 0 15,-8 0 0-15,-5 0 0 0,6 0 0 0,-6 0 0 16,-1 0 0-16,-6 0 0 0,0 0-202 0,0 0-262 16,0 0-130-16,-6 0-156 0,-1 0-153 15,-6-4-142-15,6 1-19 0,-5-1 51 0,-2 0 135 16,-5-3 187-16,6 4 211 0</inkml:trace>
  <inkml:trace contextRef="#ctx0" brushRef="#br0" timeOffset="60202.83">24709 5451 49 0,'0'-11'445'15,"0"-4"83"-15,0 4 95 0,0-3 91 0,0-1-93 16,0 0-124-16,0 4-78 0,-6 0-52 0,6 1-74 0,-7 2-82 15,7 1-56-15,-6 3-42 0,-1 1-33 0,-6-2-23 16,0 10-7-16,0-2 10 0,0 5 13 16,-7 6 17-16,0 1 14 0,1 3 17 15,0 8 19-15,0-1 11 0,-1 4 13 0,0 8 4 16,1 4 3-16,5-1-4 0,2 4-20 16,-2 0-14-1,2 0-22-15,12-1-14 0,-7 2-16 0,14-5-13 0,-1-4-10 0,7 1-13 16,0 0-10-16,1-7-9 0,5-2-6 15,0-2-5-15,8 0-4 0,-8-8-2 0,0-3-9 16,0-4-21-16,1-4-42 0,0-3-54 16,-1-1-71-16,1-6-87 0,-7-1-115 15,0-3-141-15,0-1-143 0,-6-2-126 0,-1-5-119 16,1 4-15-16,-1-7 67 16,-6-1 134-16,6 1 167 0,-6-1 170 0</inkml:trace>
  <inkml:trace contextRef="#ctx0" brushRef="#br0" timeOffset="60452.88">24794 5747 420 0,'0'-11'672'16,"0"1"116"-16,0-1 88 0,0 0 3 0,0 4-180 15,0-5-183-15,0 9-142 16,0-1-98-16,0 0-79 0,0 1-58 16,0 6-28-16,0-3-17 0,6 8 11 0,-6 2 15 0,0 2 25 15,6 2 21-15,-6 2 6 0,8-3 4 0,-2 6-20 16,-6-1-21-16,6 1-24 0,1-1-26 15,-7-3-22-15,7 3-20 0,-1-4-12 0,-6-3-13 16,0 4-11 0,6-4-21-16,-6-3-47 0,0-1-66 0,0 1-68 15,0-5-82-15,0 4-116 0,0-7-152 0,-6 0-136 0,6-7-105 16,-6 4-110-16,-1-5-32 0,0-7 56 16,1 4 137-16,6-7 161 0,-6-1 161 0</inkml:trace>
  <inkml:trace contextRef="#ctx0" brushRef="#br0" timeOffset="60578.43">24806 5663 282 0,'0'-18'465'0,"0"4"76"0,0-1 56 16,0 0-54 0,0 4-146-16,0 5-131 0,0-3-122 0,8 6-132 0,-8-1-140 0,6 0-136 15,-6 1-127-15,13 3-113 0,-6 3-34 16,5-3 24-16,1 4 64 0,-6-4 94 0</inkml:trace>
  <inkml:trace contextRef="#ctx0" brushRef="#br0" timeOffset="61015.66">24996 5609 14 0,'0'2'444'0,"0"-2"127"0,6 0 107 0,-6 5 72 16,0-5-103-16,7 4-137 0,-7-4-119 0,6 3-103 15,-6 1-75-15,6 0-36 0,2 7-12 16,-2 0 5-16,0 3 8 0,-6 1 4 0,6 3-7 16,2 0-15-16,-8 0-7 0,6 1-1 15,-6-1-6-15,0 1-5 0,0 3-10 0,0-8-3 16,0 5-9-16,0-5-14 0,0 1-14 15,0-5-14-15,0 2-8 0,-6-5-12 16,6 1-12-16,0-1-5 0,-8 1-4 0,8-5 2 16,0-3-3-16,-6 0-2 0,6 0-4 15,0-3-3-15,-6-2-6 0,6-2-11 16,-6 0-4-16,6-8-10 16,0 5-8-16,0-9-10 0,0 1-11 0,6-1-7 15,0-3-5-15,0 0-1 0,2 1 5 16,4-1 7-16,1 3 9 0,1 1 9 0,-2 3 4 0,2 4 5 15,-2-4 1-15,8 8-1 0,-7-1 3 0,1 2 0 16,-2 2 3-16,8 4 1 0,-14 0 1 16,7 0 1-16,-7 7-3 0,8 1 3 0,-8 2 8 15,0 5 12-15,2 4 12 0,-8-5 10 16,6 4 12-16,-6 0 6 0,6 5-5 0,-6-9-7 16,0 5-9-1,7-1-9-15,-7-3-11 0,0-1-7 0,0-3-14 0,0 0-32 0,0 1-52 16,6-5-67-16,-6 0-80 0,0-3-109 15,0-1-163-15,0-3-181 0,0 0-162 0,7-3-113 16,-7-5-17-16,7 0 58 0,-1-2 143 16,6-1 196-16</inkml:trace>
  <inkml:trace contextRef="#ctx0" brushRef="#br0" timeOffset="61281.99">25491 5586 128 0,'0'-18'600'0,"0"3"134"0,6 1 98 16,-6-1 78-16,0 4-110 0,0 1-189 0,0 2-173 15,0 1-115-15,0 3-85 0,0 4-58 16,0 0-30-16,7 4-5 0,-7 6 3 16,6 2 19-16,1 2 14 15,-7 9 10-15,6-6-9 0,1 9-14 0,-1-5-18 16,-6 6-25-16,6 2-22 0,-6-4-23 0,8-2-19 16,-2 3-14-16,-6-4-18 0,6-4-10 0,-6 4-21 15,0-8-36-15,0 1-60 0,0 0-83 16,0-5-93-16,0-2-128 0,0-1-143 0,0 0-148 15,0-7-129-15,0 5-125 0,-6-10-19 16,0 2 70-16,-2-5 123 0,-4 1 164 0,5 0 177 16</inkml:trace>
  <inkml:trace contextRef="#ctx0" brushRef="#br0" timeOffset="61480.27">25445 5766 103 0,'-6'-7'544'0,"-1"0"153"0,1-4 115 0,-1 4 92 0,7-1-110 15,0 0-143-15,0 5-152 0,0-5-134 0,7 5-99 16,-1-1-81-16,7 1-46 0,0-2-35 15,6 5-15-15,1-3-2 0,0 3 5 0,-1 0 10 16,7 0-2-16,-6 0 1 0,-1 0-8 16,7-4-15-16,-6 4-16 0,6 0-19 15,-7-3-16-15,-5 3-28 0,5-4-44 0,-6 4-58 16,-6-4-78-16,5 4-119 0,-4 0-154 16,-2-3-156-16,0 3-152 0,-6 0-142 0,7 0-30 15,-1 0 62-15,7 0 126 0,-6-4 156 16,5 4 182-16</inkml:trace>
  <inkml:trace contextRef="#ctx0" brushRef="#br0" timeOffset="62016.63">26110 5598 343 0,'0'-8'706'0,"6"4"118"0,0-3 89 15,-6 0 55-15,7-1-219 0,-7 5-252 16,7-1-161-16,-1 0-102 15,0 1-76-15,1 3-48 0,-1 0-23 0,1 0-13 0,0 3-11 16,-7 5-3-16,6-1 3 0,0 4 10 0,2 4 16 16,-2 0 11-16,-6 3 9 0,6 0-1 15,-6 0-3-15,0 4-10 0,0 0-15 0,0-3-12 16,0-1-6-16,0 1-4 0,0-4-4 16,0-1 1-16,0 0 1 0,0-6 4 15,0 3 3-15,0-4 7 16,0-3 10-16,0 2 12 0,0-6 13 0,0 5 10 0,0-5 8 15,0 0 2-15,0 0-64 0,0-5-61 16,0 2 0-16,0-4 0 0,-6 0 0 0,6-4 0 16,0 0 0-16,-6-4 0 0,6-3 0 0,0 0 0 15,-8 0 0-15,8-5 0 0,8 4 0 16,-8-2 0 0,6-2 0-16,-6 6 0 0,6 2 0 0,0-3 0 15,1 6 0-15,6-2 0 0,-6 6 0 0,5-3 0 0,2 5 0 0,-2 1 0 16,2-2 0-16,5 7 0 0,-5-3 0 15,4 3 0-15,2 3 0 0,0 1 0 0,-1 4 0 16,-5-2 0-16,5 2 0 0,-6 3 0 16,0 3 0-16,-7 1 0 0,8 0 0 15,-8 3 0-15,0 1 0 0,-6-1 0 0,7 0 0 16,-7 0 0 0,0 1 0-16,0-4 0 0,0-1 0 0,0 1 0 0,0-4 0 0,0 3 0 15,0-6 0-15,0 3 0 0,0-8 0 16,0 5 0-16,0-1-23 0,0-3-369 0,7-1-142 15,-7-3-183-15,0-3-201 0,0-1-165 16,0-3-34-16,6-1 45 0,1-3 121 0,-7-3 199 16,6 0 251-16</inkml:trace>
  <inkml:trace contextRef="#ctx0" brushRef="#br0" timeOffset="62363.58">26741 5311 316 0,'7'-18'726'0,"-1"0"118"15,7 0 82-15,-7 3 55 0,8 1-185 16,-1 3-289-16,0 3-166 16,6 5-87-16,-5 3-48 0,5 3-24 0,0 8-6 15,-6 4 10-15,7 7 9 0,0 3 2 0,-8 4 0 0,1 5 1 16,1-1-6-16,-8 6-1 0,0 5 11 16,-6 1 0-16,0-1-26 0,-6 7-176 0,0-4 0 15,-8 2 0-15,1-2 0 0,1 1 0 16,-8-4 0-16,0-1 0 0,1-2 0 0,-1-5 0 15,8-3 0-15,-8-3 0 0,7-1 0 16,0-7 0 0,0-4 0-16,7-7 0 0,-2 4 0 0,2-7 0 0,0-1 0 0,6-4 0 15,0-3 0-15,0 0 0 0,0-3 0 16,0-1 0-16,0-7 0 0,6 4 0 16,-6-1-372-16,0-3-319 15,0-4-219-15,-6 5-219 0,-1-5-55 0,1 1 42 16,-7-5 99-16,0 4 184 0,-7-3 250 15</inkml:trace>
  <inkml:trace contextRef="#ctx0" brushRef="#br0" timeOffset="63726.23">20072 6611 51 0,'-13'-2'268'0,"0"-5"44"16,-1 2 16-16,2-1-29 0,-1-1 10 15,-7-2-9-15,8 2-8 0,-8 0 13 16,7 0 13-16,-7 0-4 0,7-1-21 0,0 4-25 16,-7-3-28-16,14 3-38 0,-7 1-44 15,0-1-32-15,6 4-20 16,1 0-18-16,6 0-10 0,-6 0-6 15,6 4 11-15,0 3 17 0,0 4 10 0,6 0 15 0,-6 4 13 16,6-1 4-16,8 4-5 0,-8-4-8 0,7 9-1 16,-7-4-8-16,2 3-11 0,-2-5-9 15,0 6-11-15,0-2-14 0,-6-2-14 0,-6 4-10 16,0-2-9-16,0-3-8 0,-2 1-6 16,-4-1-5-16,-1 0-5 0,-7-4-5 15,0 2-4-15,1-5-5 0,-1-4 2 0,0 4-2 16,2-7-1-16,-2-1-2 0,0-3 0 15,7 0 3-15,-7-3-3 0,8-1 3 0,-1 1 6 16,-1-5-3-16,8 1 0 0,0 0-6 16,6-1-1-16,0 1-1 0,0 0-3 0,0-1-1 15,6 4 0-15,0 4-1 0,1 0 1 16,0 0 0-16,-1 7-4 0,7 5 6 16,-7-1 4-16,2 7 7 0,4 0 5 15,-6 1 8-15,1 6 2 0,0-3 5 16,-1 8 4-16,-6-5 3 0,7 4 7 0,-1-3-1 0,1 3 2 15,0-6-1-15,-1 2-1 0,0-6-6 0,0-1-6 16,2-4-4-16,-2 1-2 0,0-8-6 16,7 1-2-16,-6-5-4 0,6 1-13 0,-1-8-35 15,2 4-59-15,6-3-88 0,-7-5-131 0,-1 1-187 16,8 0-224-16,-7-5-216 0,0 5-75 16,0-4 18-16,1 4 93 0,-2-3 167 0,2 6 225 15</inkml:trace>
  <inkml:trace contextRef="#ctx0" brushRef="#br0" timeOffset="64170.86">20860 7711 267 0,'0'-4'639'0,"0"-3"128"16,-7 4 101-16,7-5 57 0,0 1-157 16,-6 3-197-16,6 1-173 0,0 3-115 0,-6 0-83 15,6 3-55-15,-6 5-29 0,-2 3-6 16,8-1 12-16,-6 9 16 0,0-1 13 16,-1 4 0-16,7 0-2 0,-7 0-6 0,7 4-12 15,-6-5-22-15,6 2-25 0,0-4-23 16,0 2-17-1,0-6-18-15,0-1-10 0,6 1-14 0,-6-7-29 16,0 2-44-16,0-6-71 0,0 0-96 0,7-4-150 0,-7 0-179 16,7-8-192-16,-7 1-199 0,0-8-59 15,0 4 28-15,6-7 112 0,-12-4 167 0,6-1 204 16</inkml:trace>
  <inkml:trace contextRef="#ctx0" brushRef="#br0" timeOffset="64311.85">20808 7597 35 0,'0'-6'381'0,"0"-3"49"0,0 3 26 0,0-2 5 16,0 5-152-16,0 3-150 0,7 0-119 16,-1 0-105-16,0 3-104 0,8 1-139 15,-2 0-79-15,2 2-26 0,-1 3 16 0,-1-6 45 16</inkml:trace>
  <inkml:trace contextRef="#ctx0" brushRef="#br0" timeOffset="64750.04">21056 7656 377 0,'6'4'460'0,"0"-4"57"0,-6 3 26 16,7-3-95-16,-7 5-91 0,7-5-55 0,-1 7-30 16,1-4-16-16,-7 5-1 0,6 3 2 15,-6-1-9-15,6 5-19 0,-6-1-24 16,7 2-17-16,-7 2-15 16,0 0-14-16,0 1-10 0,0 2-10 0,0-2-6 15,0-1-7-15,0 0-9 0,0 2-10 0,-7-6-9 0,7 0-12 16,0-2-14-16,0-6-10 0,0 5-10 15,-6-7 0-15,6 0 7 0,0 0 9 0,0-1 4 16,0-6 2-16,0 3-4 0,0-4-10 16,6-4-19-16,-6-3-17 0,0 0-10 0,7-3-9 15,-7-4-1-15,7-2-5 0,-1-1-2 16,0-1 0-16,1 1-2 16,6 2 5-16,-6-3-3 0,5 7 1 0,2-2-1 0,-8 4 0 15,8-1 1-15,-2 7-2 0,1-4-1 0,0 7 4 16,0-3 0-16,1 3-1 0,-8 4 0 15,7 4 2-15,0 0 0 0,-6-1-3 16,5 4-1-16,-5 4 1 0,0 4 0 0,-1-4 0 16,0 4 3-16,1 4 5 0,-7-5 2 15,7 4 2-15,-7 0 2 16,0 1 2-16,0-1 1 0,6 0-2 0,-6 2-1 0,0-3-1 16,0-2-5-16,7-1-25 0,-7-3-46 15,0 1-64-15,0-2-79 0,6-6-116 0,-6 0-156 16,0-4-152-16,0 0-144 0,6-8-121 15,1 1-18-15,-7-4 64 0,7 0 130 16,-1-4 159-16</inkml:trace>
  <inkml:trace contextRef="#ctx0" brushRef="#br0" timeOffset="64997.88">21563 7642 286 0,'7'-11'650'0,"-7"4"129"15,0-1 95 1,0 0 46-16,0 2-192 0,0 1-215 0,0 2-169 15,0 0-123-15,0 3-83 0,0 3-41 16,7 8-13-16,-7 0 8 0,0 4 20 0,6-1 18 16,-6 9 13-16,6-2 3 0,-6 5-4 0,7-5-12 15,-7 6-23-15,0-2-22 0,0 0-20 0,6 1-19 16,-6 0-20-16,0-5-11 0,0 2-15 16,0-1-37-16,0-4-65 0,0-3-97 0,-6 0-142 15,6-4-174-15,0-4-205 0,0-3-199 16,-7-1-59-16,1-6 31 0,0-1 107 0,-1-7 154 15,-6 4 205 1</inkml:trace>
  <inkml:trace contextRef="#ctx0" brushRef="#br0" timeOffset="65213.5">21433 7828 381 0,'-6'-3'662'0,"0"0"117"16,6-1 68-16,0-1-8 0,6 2-196 0,0 3-202 15,7-3-146-15,0-1-90 0,6 4-42 16,1 0-31-1,6 0-14-15,7 0-9 0,-13 0-7 0,5 0-10 0,1 0-17 0,0 0-3 16,-6 0-9-16,-1 0-11 0,1 0-13 16,0-4-16-16,-7 4-25 0,0-3-47 0,0 3-69 15,-7 0-131-15,1-4-159 0,6 4-191 16,-7 0-183-16,1 0-103 0,-1 0-8 16,8 0 89-16,-8 0 137 0,0 0 180 0</inkml:trace>
  <inkml:trace contextRef="#ctx0" brushRef="#br0" timeOffset="65671.85">22488 7736 368 0,'6'-7'727'0,"8"-4"101"15,-8-3 67-15,1 3 48 0,-1 0-221 16,-6 1-291-16,0 1-158 0,-6-1-98 15,6 2-68-15,-7 1-47 0,-5 4-31 0,-2-1-15 0,1 1-14 16,-6 3-1-16,0 0-2 0,-1 3-3 0,6-3-1 16,-5 4-6-16,-1 3 0 0,8 0-1 15,-2-3-5-15,8 3 1 16,-7 1-1-16,13-1 6 0,-7 0 0 16,14 4 0-16,-7-4 6 0,7 0 5 0,5 4 2 0,2 0 0 0,-2-4 2 15,8 6 0-15,-1-3-2 0,1 1 0 16,6 0 0-16,-6 0 6 0,-1 0 7 0,1-1 13 15,-7 2 13-15,6-1 13 0,-6 3 12 16,-6-3 15-16,0 4 8 0,-7-5 5 16,0 7 11-16,0-7 2 0,-7 5 2 0,0-5-4 15,-6 1-9 1,7 0-9-16,-14-3-12 0,8-1-9 0,-8 0-9 0,7-3-2 16,-7 0 1-16,0-1 2 0,1-3 0 0,6-3-4 15,-6 3-6-15,-1-4-10 0,7-3-8 16,-6 0-8-16,5-1-9 0,8 1-8 0,-7-4-23 15,7 3-37-15,-2-2-66 16,2-1-80-16,6 0-122 0,0-1-163 0,6 1-179 0,8 4-174 0,-1-4-104 31,0 3-7-31,6-2 75 0,1 2 143 0,6 1 184 0</inkml:trace>
  <inkml:trace contextRef="#ctx0" brushRef="#br0" timeOffset="66141">22709 7726 314 0,'8'-4'713'0,"-8"0"121"16,6 1 85-16,-6-5 63 0,0 5-194 16,0 3-277-16,0-4-180 0,0 4-114 0,0-3-85 0,0 3-59 15,0 0-35-15,0 3-15 0,0 1 0 0,-6-1 10 16,6 5 21-16,0 3 25 0,0-1 26 16,-8 3 20-16,8-3 11 0,0 5-1 0,0-4-7 15,8 3-11-15,-8 0-10 0,6 1-9 16,0-4-10-16,0 4-11 0,8-4-10 0,-1 0-12 15,-1-1-14-15,2-5-15 0,6 3-7 16,-8-4-6-16,8-4-5 0,-7 0-3 16,7 0 1-16,-8-4-1 0,2-1-1 0,-1-3 1 15,-7 2 0-15,8-5 0 0,-8 3-2 16,0-3-1-16,-6-3 0 0,6 0-1 0,-6-5 2 16,7 4 0-16,-7-3 1 0,0 0 9 15,0 2 12-15,0 2 15 16,-7 3 11-16,7 0 7 0,0 4 4 15,0 0-6-15,0 3-11 0,0 0-17 0,0 1-14 0,0 3-7 16,-6 3-7-16,6-3-2 0,0 8-2 0,0 3 3 16,0-1 1-16,0 1 1 0,0 7 1 15,6-2 2-15,-6-2 0 0,0 5-2 0,7-5-3 16,0 5 0-16,-1-5 1 0,-6 1-2 16,7-1-9-16,5 1-28 0,-4-5-50 15,-2 3-85-15,6-6-107 0,-4 0-145 16,4 0-177-16,-5-3-190 0,6-4-166 0,0 0-71 0,-7-4 21 15,0 1 102-15,2-5 163 0,4 2 203 16</inkml:trace>
  <inkml:trace contextRef="#ctx0" brushRef="#br0" timeOffset="66862.8">23179 7744 413 0,'0'-8'597'0,"0"-2"121"0,0 2 92 16,0 5-41-1,0-5-152-15,6 5-140 0,-6-1-130 0,0 1-115 0,0 3-88 16,0 0-60-16,0 0-34 0,0 3-14 0,7 1 1 15,-7 3 9-15,6 0 13 0,-6 8 15 16,6-4 14-16,1 4-2 0,-7 0-6 0,0-1-4 16,7 1-2-16,-7 4-3 0,6-5 0 15,-6 0 5-15,6 1 1 0,-6 0-5 16,8-4-11-16,-8 1-12 16,0-2-14-16,6-3-11 0,-6 1-4 0,0-5 3 0,0 1 7 15,0-1 9-15,0-3 7 0,0 0 4 0,-6 0 0 16,6-3-4-16,-8-1-11 0,8-3-13 15,-6 0-6-15,0-4-4 16,-1-4-6-16,7 0-5 0,-7-4-1 16,7 1-1-16,0 1 1 0,0-2 1 0,0 1 0 15,7-1 3-15,-7 5 1 0,7 3-1 16,-1-4-3-16,0 4-2 0,2 3-6 0,4 1 0 0,-5 0 0 16,6 3 2-16,0 1 1 0,-1-1-3 0,2 4 5 15,-1 0-2-15,-7 4-2 0,8-1-1 16,-2 5 0-16,-5-1 3 0,0 4 2 0,5 0 1 15,-5-1 0-15,0 6 2 0,-1-2 0 16,1 1 1-16,-7 0-1 0,6-1 0 16,-6-2 0-16,0 2 3 15,0-3 6-15,6-1 9 0,-6 2 10 0,0-1 10 0,0-5 12 16,0 2 7-16,0-3 6 0,0-1 7 0,0-1 14 16,0 0 15-16,0-3 16 0,-6 0 9 15,6 0-5-15,0 0-11 0,0-3-20 0,-6-4-23 16,-1-1-27-16,7 0-16 0,-6-3-7 15,-1-4-9-15,7 1-2 0,0-1-3 16,-7-3-2-16,14 0-1 16,-7 4-7-16,0-5 1 0,7 1 0 0,-1-1-1 0,1 4 0 15,-1 5-1-15,0-5 2 0,8 5-1 0,-8 1 0 16,8 2-1-16,-2 4 1 0,1-1 1 16,0 0 0-16,0 4 0 0,1 4 0 0,5 0 1 15,-13-1 0-15,7 9 0 0,-6-5 1 0,6 4 3 16,-6 3 0-16,-1 1 2 0,0 3-1 15,1-2 3 1,-7 1 0-16,0 2 2 0,7-1 0 0,-7 4 2 0,-7-8 1 16,7 4-4-16,0 1 1 0,-7-4-3 0,7 0-6 15,-6-4-23-15,6 0-52 0,-6-4-78 16,6 1-96-16,0-5-130 0,-7 0-186 0,7-3-199 16,7-3-169-16,-7 0-98 0,6-5 1 15,7 1 81 1,6-4 164-16,8 3 209 0</inkml:trace>
  <inkml:trace contextRef="#ctx0" brushRef="#br0" timeOffset="67078.2">24078 7788 474 0,'-7'-3'749'0,"7"-1"118"0,0 4 78 16,-7-3 1-16,7 3-209 15,0 0-251-15,0-4-166 0,0 4-102 16,7 0-66-16,-7 0-46 0,13 0-23 0,-7 0-6 0,8 0-5 15,-2 0-4-15,8 0 4 0,-7 0-2 0,7-4-6 16,-1 4-7-16,1 0-15 0,-8-4-25 16,8 4-48-16,-6-3-76 0,-2 3-119 0,1 0-168 15,-6-4-205-15,6 4-208 0,-7 0-136 16,-6 0-22-16,0 0 68 0,0 0 137 16,-6 4 189-16</inkml:trace>
  <inkml:trace contextRef="#ctx0" brushRef="#br0" timeOffset="67305.14">24084 7861 357 0,'-13'8'590'0,"0"-1"115"0,6 0 85 16,1-4 3-16,0 2-157 0,6-2-132 15,6 6-95-15,-6-6-77 0,13 0-52 0,-7 1-39 16,8 0-22 0,4-4-13-16,2 3-15 0,0-3-7 0,-1 0-5 0,1 0-10 15,0 0-15-15,5-3-23 0,-5 3-26 0,0-4-26 16,-1 4-28-16,-5-4-18 0,4 4-16 15,-10-3-26-15,4 3-48 0,-5-3-73 0,-1 3-99 16,1-4-154 0,0 4-195-16,-7-5-208 0,6 2-189 0,-6-2-54 15,6-1 32-15,-6 2 118 0,7-3 178 16,0-5 214-16</inkml:trace>
  <inkml:trace contextRef="#ctx0" brushRef="#br0" timeOffset="67815.58">24820 7689 585 0,'0'-11'738'15,"0"5"102"-15,0-6 75 0,0 5-44 16,-6-4-215-16,6 7-225 0,0-3-140 0,-8 4-98 16,8-1-72-16,-6-1-49 0,6 5-31 15,-6 0-19-15,-7 5-11 0,6-1-2 16,-6 3-6-16,1 3-2 0,-2 1 2 0,8 5 4 15,-7-2 5-15,6 4 4 16,-6 4 10-16,7-4 7 0,6 4 6 0,0 0 10 0,0 0 6 16,0 0 9-16,6-4 7 0,1 4 3 15,-1-8 8-15,7 6-4 0,0-6-3 0,1 1-4 16,5-4 2-16,0 0 3 0,0-4-4 16,1 1 3-16,6-8-1 0,-6 3 1 15,6-3-3-15,0 0-1 0,-6-3 2 0,6-1 6 16,-7 0 7-16,1-3 8 15,0-1 9-15,-8 2 5 0,2-6 4 0,-2 1-7 0,-5-3-8 16,-1-6-17-16,-6 3-18 0,7-2-18 16,-14 1-39-16,7-4-5 0,-6 0 0 0,-1 4 0 15,-5 0 0-15,-2-1 0 0,2 4 0 16,-8 1 0-16,7-1 0 0,-7 4 0 0,0 1 0 16,8 2 0-1,-8 1 0-15,1-1 0 0,5 5 0 16,-5-1 0-16,6 4 0 0,0-3 0 0,0 6 0 0,0-3 0 0,7 4 0 15,-8-4 0-15,8 3 0 0,-1 1-14 0,7 0-133 16,-6-1-61-16,6 1-71 0,0 4-73 16,0-4-112-16,13 2-153 0,-7-2-177 0,8 0-182 15,5-1-58-15,0-3 21 0,8 0 104 16,-1 0 176-16,6 0 223 0</inkml:trace>
  <inkml:trace contextRef="#ctx0" brushRef="#br0" timeOffset="67984.67">25621 7653 556 0,'13'-4'874'0,"-6"-3"135"0,-1 0 105 0,1 3 72 15,-1-3-281-15,-6-1-323 0,6 5-194 16,-6-2-128-16,7 2-111 0,-7 3-96 0,0 0-108 16,0 0-113-16,0 0-132 0,7 3-175 15,-7 2-211-15,0-2-210 0,0 5-96 0,0-1 7 16,6 4 74-16,-6-4 144 0,6 4 205 15</inkml:trace>
  <inkml:trace contextRef="#ctx0" brushRef="#br0" timeOffset="68156.39">25745 7813 51 0,'-7'15'474'0,"7"-4"150"0,-6 4 138 0,-1 3 106 0,1-4-77 16,-1 3-119-16,-6 0-93 0,6 1-111 15,-5 1-115-15,-2-1-86 0,2 0-70 0,-1 0-53 16,-7 1-47-16,6-5-40 0,-5 5-58 0,0-4-90 15,-8 0-151-15,8-5-210 0,0 1-245 16,-1-3-209-16,-6-1-80 0,7-4 10 16,-8 1 111-16,8-4 188 15,-7 0 233-15</inkml:trace>
  <inkml:trace contextRef="#ctx0" brushRef="#br0" timeOffset="69077.09">20938 8836 318 0,'7'0'481'16,"-1"0"97"-16,0-4 103 0,2 1-31 0,-8-1-100 15,6 0-81-15,-6 1-58 0,6-5-66 16,-6 1-82-16,6 0-52 0,-6-1-33 16,0 1-25-16,0-4-23 0,0 4-20 0,-6-5-16 15,0 5-15-15,0-4-16 0,-2 0-12 16,2 4-12-16,-7-4-6 0,7 4-5 0,-8 3-7 15,2 0-2-15,-2 1-6 0,2 3 0 16,-1 0-4-16,-1 3-1 16,-4 5-1-16,4-1-2 0,8 4-2 0,-8 4-3 15,1-1 4-15,7 9 7 0,-8-2 11 16,14 1 15-16,-6 4 17 0,6 4 15 0,0-2 17 0,0 2 11 16,6-1 5-16,-6 5-3 0,8-5-6 15,-2 4-11-15,-6-8-13 0,6 4-18 0,1-3-14 16,-7-4-12-16,6 1-9 0,-6-2-3 15,0-6-3-15,0-1-3 0,0-3-2 0,0 0-13 16,0-7-31-16,-6 3-52 16,6-7-67-16,-7 0-81 0,1-3-119 15,0-5-144-15,-2-3-142 0,2 0-122 0,-6-3-113 0,5-4-16 16,-6-5 70-16,6 1 128 0,-6 4 158 16</inkml:trace>
  <inkml:trace contextRef="#ctx0" brushRef="#br0" timeOffset="69811.87">20652 9019 254 0,'0'0'442'16,"6"0"71"-16,-6-3 70 0,7-1-24 16,5 0-75-16,2 4-59 0,-2-4-45 0,8 1-34 0,0-1-43 15,5 4-54-15,2-4-57 0,5 1-46 16,1 3-37-16,-7 0-36 0,6-3-33 0,-5-2-13 16,-7 5-7-16,6 0-8 0,-14-3-13 15,1 3 4-15,1 0 8 0,-8 0 1 0,0 0 0 16,0 0 5-16,-6 0 10 0,8 3-1 15,-16-3 2-15,8 8-2 16,-6-5 4-16,0 5 6 0,0-1 2 0,-1 1 2 0,-6 2 4 16,6 2 3-16,1 1 4 0,0-1 1 0,-2 3-3 15,2-5 7-15,6 5 5 0,-6 0 5 16,6-4 3-16,6 0 0 0,-6 0 3 0,6 0 2 16,2 1-3-16,4-5-7 0,-5-4 3 15,6 1 0-15,0 0 2 0,-1-1-1 16,2-3 1-16,6-3 3 15,-7-1 1-15,-1 0 4 0,2 1 3 0,-2-2 5 16,-5-2 2-16,6 0 2 0,-6 3-5 16,-7-7-7-16,6 4-11 0,-6-8-11 0,-6 4-15 15,-1-3-14-15,1 2-10 0,-1-2-7 16,-6 0-5-16,0 3-4 0,0 0-1 0,7-1-6 16,-7 5-12-16,-1 0-22 0,2-1-28 15,4 1-33-15,2 3-37 0,0 1-39 16,6 0-39-16,0-2-31 0,0 2-22 0,0-1-4 0,6 0 18 15,0 1 26-15,8-1 43 0,-1 1 49 0,0-1 49 16,0 4 35-16,7-4 25 0,-8 1 20 16,2-1 26-16,5 4 20 0,1-3 24 0,-8 3 20 15,8 0 14-15,0 0 7 0,-1 0-6 16,1 3-1-16,0 4-3 0,-1-3-8 16,1 3-9-16,-1 4-10 15,1 1-3-15,-1-2-14 0,0 5-12 0,-5-1-7 0,-1 1 0 16,0 0 2-16,-7 0 3 0,-6 2 2 0,0-2 7 15,0 0 3-15,-6-1 6 0,-1 1 1 16,1-4 7-16,-7-3 10 0,7 0 9 0,-2-1 14 16,-4-4 20-16,5-3 17 0,0 0 8 15,1 0 2-15,6-3-6 0,-6-2-8 16,6-5-19-16,0 2-19 16,0-6-18-16,6-1-14 0,-6-3-8 0,6 0-10 0,1-4-11 15,6 0-2-15,-7-1-3 0,8-2-3 0,-8 3-5 16,7 0-6-16,0 3 1 0,0 5-9 15,1-1-19-15,-8 5-32 0,7-1-50 0,0-1-71 16,0 5-87-16,0 4-107 0,0-1-141 16,0-1-162-16,0 2-163 15,6 3-155-15,1 0-31 0,6 0 46 16,0 0 122-16,-7 0 177 0,7 0 202 0</inkml:trace>
  <inkml:trace contextRef="#ctx0" brushRef="#br0" timeOffset="70170.86">22364 8793 84 0,'0'-15'571'0,"0"0"102"16,0-4 71-16,-6-3 54 0,6 4-91 15,0 3-214-15,-6 1-162 0,6-1-81 0,-7 4-55 16,7 4-45-16,-7 0-42 0,1-2-31 15,0 7-92-15,-1-2 27 0,-6 4 18 0,6 0 16 16,-5 4 14 0,-2-2 16-16,-5 10 85 0,6 3-27 0,-6 3-13 0,5 4-7 15,-6 4 5-15,8 4 8 0,-1 2-2 0,-1 1-11 16,2 4-10-16,5 0-12 0,0 3-17 16,7-4-21-16,0 1-15 0,7-4-7 0,0 4-6 15,-1-8-6-15,7 0-4 0,0 0-5 16,0-6-3-16,7-3-15 0,-8-3-36 15,8-3-55-15,0-3-73 0,-7-4-99 0,7-7-142 16,-1 0-145-16,1-4-138 0,-1-4-118 16,0 2-73-16,1-8 21 0,-7-3 101 0,7 0 136 15,-8-5 160-15</inkml:trace>
  <inkml:trace contextRef="#ctx0" brushRef="#br0" timeOffset="70389.92">22488 8971 171 0,'-6'-10'598'0,"6"2"139"16,0-2 104-16,0 2 75 15,-7-3-145-15,7 7-181 0,-6 1-171 0,6-1-130 0,0 0-94 16,0 4-61-16,0 4-27 0,0 3-1 0,0 4 15 16,0 1 21-16,0 2 16 0,0 0 9 15,0 5-1-15,0-1-12 0,0 0-20 0,6 1-25 16,-6-1-20-16,0 1-20 0,7-5-21 16,-7 1-18-16,0-1-12 15,0-2-23-15,0-5-38 0,0 0-55 16,0 0-76-16,0-3-100 0,0-4-146 0,0 0-151 0,0-7-147 15,0-1-122-15,0-2-90 0,-7-5 13 16,1-4 100-16,6 1 142 0,-7-4 167 0</inkml:trace>
  <inkml:trace contextRef="#ctx0" brushRef="#br0" timeOffset="70500.69">22469 8793 309 0,'0'-8'390'15,"0"1"30"-15,0-1 8 0,0 5-126 0,6-1-133 0,1 0-115 16,-1 1-115-16,0 3-121 0,2 0-127 0,4 3-65 15,-5-3-20-15,6 4 20 0,-7 0 55 16</inkml:trace>
  <inkml:trace contextRef="#ctx0" brushRef="#br0" timeOffset="70995.03">22618 8832 323 0,'0'8'422'15,"0"-5"49"-15,-6 1 51 0,6 3-70 0,6-4-59 16,-6 6-21-16,0 1 0 0,7-3 2 15,-7 9-13-15,7-6-24 0,-7 5-45 0,6-1-45 16,-6 1-26-16,6 0-21 0,-6 4-13 16,8-5-3-16,-8 4 1 0,0-3-3 0,6 0-13 15,-6-1-9 1,6 1-12-16,-6-5-18 0,6 2-22 0,-6-5-16 0,0 0-14 16,0 1-11-16,0-5-6 0,7-3 2 0,-7 4 7 15,0-4 4-15,0 0 1 0,0 0-2 16,-7-4-9-16,7 1-16 0,0-5-16 0,0 1-12 15,0-4-9-15,0 0-6 0,0-3 1 16,0-6-4-16,0 3 0 16,7-1-1-16,-7-1 1 0,7 1-1 15,-1 0-1-15,1 3-1 0,-1 0-1 0,0 1 0 0,8 3-3 16,-8 4 0-16,7-1 0 0,0 5 2 16,0-5-1-16,1 8 2 0,-2 0 1 0,2 0-2 15,-8 3-1-15,7 2-1 0,-7 1 3 0,8 1-3 16,-8 5 2-16,0-1 3 0,1 0 2 0,0 4 6 15,-1-1 3-15,0 1 5 0,1-1 0 16,0 1 2 0,-7 1-1-16,6-2-4 0,-6-1-3 15,7 3-2-15,-7-1-3 0,0-4-1 0,6 3-3 16,-6-3-12-16,6-4-35 0,-6 0-60 0,0 1-78 0,0-1-99 16,8-3-140-16,-8 0-184 0,6-1-194 0,0-6-183 15,0-1-48-15,1 0 27 0,0-3 108 16,-1-4 176-16,7 0 218 15</inkml:trace>
  <inkml:trace contextRef="#ctx0" brushRef="#br0" timeOffset="71249.75">23153 8854 389 0,'0'-14'692'0,"6"-1"120"0,-6 0 95 0,0 4 43 16,0 0-196-16,0 4-211 0,0 0-144 15,0 3-108-15,0 1-87 0,0-1-61 16,0 8-32-16,6-1-6 0,-6 1 4 0,0 7 18 15,7 3 18-15,0 1 17 0,-7 3 16 16,6 4 0-16,-6 0-3 0,7 3-7 0,-1 2-9 0,-6-2-20 16,6 1-26-16,1-1-25 0,-7 1-27 15,0 0-22-15,7 0-17 0,-1-5-8 0,-6-2-15 16,6-4-30-16,-6-1-47 0,0 1-65 16,8-7-85-16,-8-1-107 0,0-4-133 0,0-3-146 15,6 0-142 1,-6-8-136-16,0 1-104 0,-6 0 7 0,6-8 88 15,-8 0 143-15,2 1 174 0,0-4 190 0</inkml:trace>
  <inkml:trace contextRef="#ctx0" brushRef="#br0" timeOffset="71468.17">23139 8987 107 0,'-12'-8'547'0,"-1"0"150"0,6 5 121 0,0-4 88 16,7 3-112-16,-6 0-159 0,6 1-158 0,0-1-130 16,6 4-103-16,1-3-76 0,0 3-44 15,6 0-19-15,-1 0 2 16,8 0 6-16,0 0 15 0,-1 3 12 0,1-3 9 0,0 0 0 15,-1 0-12-15,7-3-20 0,-6 3-25 16,-8 0-27-16,8 0-23 0,-7-5-33 16,0 5-49-16,6 0-64 0,-12 0-85 0,6 0-118 15,-6 0-172-15,-1 0-196 16,0-3-212-16,1 3-102 0,0 0-5 16,-7-4 73-16,6 1 147 0,0-5 196 0</inkml:trace>
  <inkml:trace contextRef="#ctx0" brushRef="#br0" timeOffset="71811.85">23928 8917 412 0,'0'-4'529'16,"-7"-3"109"-16,7 2 100 0,0 3-57 0,0-3-122 15,0 2-94-15,0 0-66 0,0-2-77 16,0 5-74-16,0-3-50 0,0 3-44 0,0 0-34 16,0 0-25-16,0 3-12 0,0 2-2 15,0 6 7-15,0-4 21 16,0 7 29-16,0 1 30 0,0 3 12 0,0-3 4 0,0 4 1 16,0-2-11-16,0 3-19 0,7-3-31 15,-7 2-26-15,0-5-28 0,6 0-20 0,0-2-15 16,-6-1-15-16,0 0-22 0,8-4-37 15,-8-4-49-15,6 5-80 0,-6-8-109 0,0 0-138 16,0 0-168-16,6-3-175 0,-6-5-183 16,0-3-61-16,0 0 34 15,0-3 99-15,6-1 161 0,-6 0 196 0</inkml:trace>
  <inkml:trace contextRef="#ctx0" brushRef="#br0" timeOffset="71936.62">23999 8825 267 0,'0'-15'655'16,"-6"4"115"-16,6 0 79 0,0 1 49 0,0 2-200 15,0 1-227 1,-7 3-177-16,7 1-120 0,7-2-108 0,-7 5-124 16,0 0-146-16,6 0-167 0,0 5-181 15,8-2-181-15,-8 5-69 0,8-1 20 0,-2-3 88 16,1 3 138-16,7 1 168 0</inkml:trace>
  <inkml:trace contextRef="#ctx0" brushRef="#br0" timeOffset="72141.2">24299 8920 135 0,'6'8'548'0,"0"-1"132"0,-6-4 104 0,8-3 82 16,4 5-131-16,-5-2-147 0,6-3-124 15,0 0-97-15,7 4-76 0,-8-4-59 16,2 0-44-16,5 0-37 0,-6-4-37 0,6 4-31 16,-5 0-26-16,-1-3-22 0,0 3-30 15,-7 0-42-15,1-5-68 0,5 5-110 0,-4 0-160 16,-8-3-194-16,6 3-196 15,-6 0-131-15,-6 0-26 0,-2 0 60 0,2 0 134 0,0 3 180 16</inkml:trace>
  <inkml:trace contextRef="#ctx0" brushRef="#br0" timeOffset="72343.92">24351 9026 426 0,'-13'8'549'16,"6"-4"107"-16,1 3 105 0,6-3-42 15,0-2-116-15,0 3-89 16,0 2-64-16,6-3-66 0,7 0-71 0,1-1-51 0,-2-3-29 15,2 4-20-15,5 0-8 0,-6-4-11 0,6 3-11 16,1-3-16-16,0 0-25 0,-7 0-30 16,0 0-32-16,0 0-28 0,-1 0-25 15,2-3-34-15,-1 3-53 0,-7 0-70 0,1 0-94 16,-1-4-140-16,-6 4-188 0,7-4-202 16,-1 4-195-16,0-3-59 15,2-5 23-15,-2 5 103 0,0-6 173 0,1 7 213 0</inkml:trace>
  <inkml:trace contextRef="#ctx0" brushRef="#br0" timeOffset="72702.92">24924 8851 315 0,'-7'-4'717'0,"1"-3"126"15,6-1 94-15,-6 1 78 0,6 0-172 16,0-1-242-16,-7 5-150 0,7-5-78 15,0 5-57-15,0 3-52 0,0-3-44 0,-7 3-38 16,7 0-41-16,0 0-45 0,0 0-38 16,0 3-22-16,0 4-6 0,0 0 11 15,0 8 18-15,0 0 21 0,0-1 26 0,0 4 26 16,0 4 21-16,7 1 7 0,-7-2-138 16,0 5-22-16,0-3 0 0,0-2 0 0,7-3 0 15,-7 5 0-15,6-5 0 0,-6-3 0 16,6-1 0-16,-6 1 0 0,0-4 0 0,7-4 0 15,-7 4 0-15,0-7 0 0,7-1 0 16,-7 1 0-16,0 0 0 16,0-1 0-16,0-3 0 0,0 0 0 0,0-3 0 15,0-1 0-15,0 0-418 0,0-3-182 0,0-1-175 16,0-2-183-16,0-1-141 0,6-4-11 0,-6 1 57 16,7-5 142-16,5 1 203 0,2-1 241 15</inkml:trace>
  <inkml:trace contextRef="#ctx0" brushRef="#br0" timeOffset="72895.92">25380 8770 140 0,'6'-3'713'15,"8"-5"157"-15,-8 0 112 0,0 1 80 16,1 4-65-16,0-5-303 0,-1 5-237 0,1-1-145 16,-7 0-110-16,6 1-76 0,-6 3-74 15,6-4-78-15,-6 8-91 0,0-4-132 16,0 7-195-16,0 0-243 0,-6 1-215 0,12 0-81 15,-6 2 5-15,0 1 85 16,7 0 174-16,0 4 229 0</inkml:trace>
  <inkml:trace contextRef="#ctx0" brushRef="#br0" timeOffset="73093.73">25542 8971 252 0,'-6'16'631'0,"6"-2"138"0,0-3 107 0,0 3 86 15,-6 1-159-15,6 0-143 0,0 3-122 16,-7-4-84-1,7 5-65-15,-6-4-56 0,6 0-60 0,-7-1-55 0,-6 1-52 0,7-5-46 16,-8 6-38-16,-5-7-28 0,6 3-19 16,-6-4-32-16,-1 3-59 0,0-5-80 0,1 2-102 15,-1-4-146-15,0 0-194 0,2-1-204 16,4-3-204-16,-5 0-64 0,5-3 24 16,-4 3 107-16,4-8 170 0,1 5 213 0</inkml:trace>
  <inkml:trace contextRef="#ctx0" brushRef="#br0" timeOffset="74108.23">25921 8899 451 0,'6'-8'753'0,"0"-3"115"0,-6 3 91 16,0-2 40-16,7 2-201 0,-7 1-257 15,0 3-167-15,0 1-108 0,0 3-87 16,0 0-74-16,-7 0-48 0,7 7-30 0,0 3-15 0,-6 2-6 0,6 7-1 15,-6-1 4 1,6 4 6-16,0 0 5 0,-7-1 6 0,7 1 3 16,7 1 1-16,-7-1-6 0,0-4-4 15,0-3-5-15,6 2-2 0,-6-5-8 0,6-1-5 16,-6 0-23-16,0-4-45 0,7 1-66 0,-7-5-102 0,0-3-150 16,0 0-165-16,0-3-170 0,0-5-156 15,0 1-43-15,0-4 44 0,-7-4 121 0,7 1 153 16,-6-5 183-16</inkml:trace>
  <inkml:trace contextRef="#ctx0" brushRef="#br0" timeOffset="74234.48">25927 8759 529 0,'-6'-15'664'0,"6"4"79"0,0 0 52 16,-7 1-82-16,7 2-206 0,0 4-208 16,0 1-164-16,0-1-131 0,0 4-130 0,0 0-127 15,7 4-146-15,-7-1-136 0,6 4-108 16,0 5-20-16,1-1 37 0,6-4 83 0,-6 5 118 15</inkml:trace>
  <inkml:trace contextRef="#ctx0" brushRef="#br0" timeOffset="74655.83">26351 8825 215 0,'19'0'650'0,"-6"-4"126"0,-6-3 89 0,5 0 70 15,-6-1-156-15,2 2-214 0,-2 1-179 16,0 2-120-16,1-1-86 0,-7 1-69 15,0 3-46-15,0 3-33 0,0-3-20 0,0 7-7 16,0 1-1-16,-7-1 6 0,-5 4 3 16,4 0 5-16,-4 0 3 15,-1 0 2-15,0-1-3 0,-6 2-3 16,-1-1-4-16,0 0-4 0,7-1-2 0,-7-2-5 0,2 0 3 0,4-1-3 16,1 0-2-16,0 0 2 0,0-2 1 0,7-2 0 15,0 1-1-15,6-1 2 0,-8 1 8 16,8 0 11-16,0-1 16 0,0 4 20 15,0 1 20-15,8 0 17 0,-2-2 13 0,6 5 13 16,-5 1 2 0,6-2 4-16,0 2-2 0,7-1 2 0,-8 0-5 0,8 0-14 15,-7 0-11-15,7 0-17 0,0-4-9 0,-8 4-13 16,8 0-10-16,-7-4-5 0,-1 1-11 16,2-1-8-16,-1-4-9 0,-6 5-7 15,6-5-8-15,-13 1-26 0,6 0-31 0,0-4-47 16,-6 3-62-16,7-3-81 15,-7 0-98-15,0 5-130 0,7-10-155 16,-7 5-160-16,6-3-158 0,0-1-38 0,1 0 35 0,0-3 115 16,6 3 169-16,6-6 197 0</inkml:trace>
  <inkml:trace contextRef="#ctx0" brushRef="#br0" timeOffset="75015.69">26793 8971 251 0,'0'4'492'0,"-6"0"137"0,6-4 129 15,0 3 14-15,0-3-55 0,0 0-74 16,0 0-70-16,0 0-84 0,0 0-93 0,0 0-78 16,6 0-62-16,1 0-47 0,-1 0-38 15,7-3-45-15,0 3-31 0,1 0-22 16,5-4-15-16,0 4-15 0,-6-4-20 16,7 4-3-16,0 0-7 0,-8-3-7 15,8 3-10-15,-7-4-23 0,1 4-38 0,-8 0-59 0,0 0-80 16,0 0-111-16,1 0-136 0,0 0-138 0,-7 0-137 15,-7 0-121-15,7 0-58 0,-13 0 40 16,7 0 104-16,-14 4 140 0,7-1 162 16</inkml:trace>
  <inkml:trace contextRef="#ctx0" brushRef="#br0" timeOffset="75219.57">26800 9051 429 0,'-13'12'563'0,"7"-8"116"0,-2 0 98 15,2-1-61-15,6 1-107 0,-6 0-87 0,6-1-79 16,6-3-78-16,0 3-69 0,8-3-46 15,-1 5-33-15,0-5-31 0,6 3-22 0,1-3-20 16,0 0-12-16,-1 0-14 0,1 0-16 16,6 0-22-16,-7-3-20 0,1 3-18 0,-8-5-15 15,2 5-16 1,-2-3-31-16,2 0-49 0,-1 3-72 0,-7-4-115 0,8 0-170 16,-8 1-200-16,6-1-195 0,-4 0-133 0,-2-3-26 15,0 2 63-15,1-1 142 0,-1-1 190 16</inkml:trace>
  <inkml:trace contextRef="#ctx0" brushRef="#br0" timeOffset="75812.2">27367 8866 168 0,'-8'-9'657'0,"8"-1"130"0,0 3 95 16,0-1 75-16,0 1-120 0,0 0-225 15,0 3-204-15,0 0-117 0,0 4-89 16,0-3-71-16,0 3-52 0,0 3-33 0,8 1-16 15,-8 3-3-15,0 1 4 16,6 3 9-16,-6 0 17 0,6 4 18 16,-6-1 19-16,0 0 6 0,0 5 11 0,7-1 0 15,-7 1-4-15,0 2-9 0,0-2-9 16,0-1-11-16,0 0-8 0,0 1-11 0,0-1-8 0,6-3-5 16,-6-5-6-16,0 5-4 0,0-7-3 15,0 3 0-15,0-8 5 0,0 4 6 0,0-2 11 16,0-2 19-16,0-3 16 0,0 4 11 15,0-4 5-15,-6-4-7 16,6 1-16-16,0-2-55 0,-7-2-28 0,7 0 0 0,-6-4 0 16,6 0 0-16,-6-3 0 0,6-1 0 0,-8-3 0 15,8 3 0-15,0-3 0 0,0-1 0 16,0 1 0-16,0 3 0 0,8 1 0 16,-2 2 0-16,0-2 0 0,1 3 0 0,6-1-17 15,0 5-6-15,-1 1 3 0,8-2 2 16,0 4 5-16,6-3 3 15,-7 7 2-15,8-3 0 0,-8 3 4 0,0 3-2 0,8 0 1 16,-14 1-1-16,6 3-1 0,-5 1 0 0,-2 0 1 16,2 2 2-16,-8 1 0 0,7 0 2 15,-7 4 3-15,-6 0-1 0,7-1 4 16,-7 1 3-16,0 3 2 0,7-2 4 0,-7-2 1 16,-7-1 1-16,7-1 1 0,0 3 2 15,0-5 1-15,0-2-1 16,-7 3 2-16,7-4-6 0,0 1-14 0,0-5 0 0,0 1 0 15,0-1 0-15,0 2 0 0,0-5 0 16,0 0-88-16,7 0-104 0,-7 0-133 0,0-5-197 16,0-2-237-16,7 0-261 0,-7 0-124 15,6-4-1-15,0-4 80 0,1 1 170 0,6-1 234 16</inkml:trace>
  <inkml:trace contextRef="#ctx0" brushRef="#br0" timeOffset="75967.81">28122 8825 400 0,'0'-7'793'0,"0"-4"126"16,0 3 82-16,0 2 55 0,0-2-224 15,0 1-317-15,0 3-200 0,0 0-136 0,0 4-113 16,0-3-122 0,0 6-151-16,-7-3-186 0,7 4-204 0,0 3-226 0,0 0-99 15,-6 1 0-15,6-1 86 0,0 0 150 16,0 1 187-16</inkml:trace>
  <inkml:trace contextRef="#ctx0" brushRef="#br0" timeOffset="76187.86">28193 9026 410 0,'0'12'582'0,"0"-1"138"0,0 0 109 0,-6 0-18 16,6 3-135-16,0 1-94 0,0-1-88 15,0-3-88-15,0 4-62 0,-7 0-41 0,7-1-31 16,-6-2-29-16,-7 2-33 0,0-8-39 15,0 6-44-15,0-1-38 0,-6-3-36 0,5-2-46 16,-6 2-63-16,1 0-84 0,-1-5-105 16,8 1-146-16,-8-4-185 15,7 0-186-15,6-4-175 0,-6 1-62 0,7-5 25 0,0 0 106 16,-1-2 167-16,14 0 196 0</inkml:trace>
  <inkml:trace contextRef="#ctx0" brushRef="#br0" timeOffset="76499.95">28578 8901 347 0,'12'-7'774'16,"2"4"139"-16,-8-5 95 0,1 5 73 16,-1-1-175-16,1-3-286 0,-7 7-195 0,0-3-119 15,0 3-79-15,0 3-51 0,0 0-31 16,0 5-12-16,0 0-1 0,0 5 7 15,0 3 7-15,-7-2-2 16,7 5-8-16,0-1-10 0,-6 4-14 0,6-4-16 16,0 0-19-16,-7 1-55 0,7-1-22 15,0-3 0-15,0 0 0 0,0-5 0 16,7 1 0-16,-7 0 0 0,0-4 0 0,0-2-49 16,6-2-175-16,-6 1-118 0,0-4-168 0,7 0-193 15,-7-4-203-15,0-4-169 0,7 1-28 16,-14-7 50-16,7 3 136 0,0-4 198 15,-7-3 238-15</inkml:trace>
  <inkml:trace contextRef="#ctx0" brushRef="#br0" timeOffset="76625.66">28578 8793 332 0,'-13'-12'713'16,"6"1"107"-16,7 4 66 0,-6 0 34 0,-1 0-226 16,7 2-275-16,0 2-194 0,0 3-143 15,0 0-148-15,7 3-182 16,-1 4-210-16,1 1-232 0,6 3-113 0,-1-3-28 0,2 2 51 15,-8-2 127-15,7-1 185 0</inkml:trace>
  <inkml:trace contextRef="#ctx0" brushRef="#br0" timeOffset="76891.48">28870 8836 96 0,'8'0'590'0,"-8"-4"161"0,6 1 115 16,-6 3 84-16,0-4-96 0,0 0-173 15,6 4-187-15,-6-3-139 0,0 3-98 0,0 3-67 16,0-3-39-16,0 8-22 0,7-1 3 16,-7 4 9-16,7 4 16 0,-7 3 7 0,0 1-3 15,6-1-7-15,-6 3-20 16,0-2-23-16,6 3-20 0,-6-4-26 16,0 1-18-16,7-1-13 0,-7-1-12 0,6-1-7 0,-6-1-10 15,7-4-18-15,-7-1-39 0,7 1-66 0,-7-3-90 16,6-1-122-16,-6-4-187 0,6-3-204 0,-6 0-207 15,0 0-118-15,0-3-10 0,0-4 72 16,-6 3 159-16,0-7 206 0</inkml:trace>
  <inkml:trace contextRef="#ctx0" brushRef="#br0" timeOffset="77111.28">28819 9001 315 0,'-14'-8'731'0,"8"5"140"0,-7 0 100 0,13-2 71 0,-7 2-184 16,7-1-258-16,7 0-190 0,-7 1-123 15,13-1-85-15,-7 4-57 0,14-3-38 0,-7 3-23 16,7 0-12-16,0 3-7 0,-1-3-7 16,0 0-8-16,8 0-10 15,-8 0-6-15,0 0-10 0,1 0-10 0,-7 0-13 0,7 0-29 16,-14 0-48-16,7 0-70 0,-6 0-103 0,-1 0-148 16,7 0-179-16,-7 0-187 0,-6 0-163 15,8 0-41-15,-2-3 43 0,0 3 119 16,1-4 168-16,-1 4 204 0</inkml:trace>
  <inkml:trace contextRef="#ctx0" brushRef="#br0" timeOffset="77393.67">29379 8883 40 0,'0'-3'632'0,"6"-8"169"16,-6 4 115-16,0-1 87 0,6 1-35 15,-6 3-211-15,0-3-219 0,0 3-136 0,0 1-91 16,0 3-75-16,0 0-63 0,8 0-49 15,-8 0-39 1,0 3-23-16,0 5-12 0,6 3-1 0,-6 4 7 0,6-1 4 16,-6 0 6-16,0 5 0 0,7-1-7 0,-7 4-9 15,0-4-18-15,0 4-7 0,0-3-9 16,0-1-4-16,0 1-3 0,0-5-4 0,0 1 2 16,0 0-15-16,0-5-33 0,0 1-53 15,0-3-75-15,0-1-96 0,0-4-138 16,0 2-175-16,0-2-187 15,0-3-175-15,0-3-72 0,0-2 20 0,0-2 98 0,-7 0 168 16,1 0 205-16</inkml:trace>
  <inkml:trace contextRef="#ctx0" brushRef="#br0" timeOffset="77577.33">29288 9019 497 0,'-13'-3'736'16,"6"-5"139"-16,0 1 106 15,1 3-7-15,0 0-149 0,6 1-208 16,-6 0-161-16,12-2-123 0,0 2-97 0,0 3-75 0,8-4-60 15,-1 4-38-15,-1 4-28 0,8-4-16 0,0 0-7 16,-1 0-5-16,7 3-3 0,-6-3-16 16,-1 0-39-16,7 0-63 0,-6 0-97 15,0 0-138-15,-1 0-183 0,7-3-196 0,-6-1-191 16,-1 0-56-16,-5-3 30 0,4 0 105 16,-4 0 163-16,-1-5 201 0</inkml:trace>
  <inkml:trace contextRef="#ctx0" brushRef="#br0" timeOffset="77911.98">29880 8583 371 0,'0'-18'749'0,"6"3"133"0,-6-3 105 0,8 7 70 16,-2 0-199-16,-6 0-260 16,13 4-167-16,-7 3-110 0,1 0-85 0,6 8-55 0,0 0-41 15,0 7-21-15,0-1-11 0,0 13-3 16,0 3 4-16,-7 3 8 0,8 4 9 15,-8 6 13-15,-6 5 21 0,0 0 26 0,0 4 11 16,-6 0-183-16,-1 4-14 0,-6-1 0 16,0 0 0-16,0-1 0 0,-6 2 0 15,-1-4 0-15,0-4 0 0,1-4 0 16,-1-3 0-16,1-4 0 0,-1-4 0 0,8-3 0 16,-2-4 0-16,1-8 0 0,0-3 0 0,7 0 0 15,-1-3 0-15,7-5 0 0,-6-3 0 0,-1-3 0 16,7-1-35-16,-7 0-455 0,1-7-183 15,6 4-221-15,-6-4-212 0,-1-3-61 0,0-1 35 16,-5 0 98-16,5 1 190 0,-6-1 257 16</inkml:trace>
  <inkml:trace contextRef="#ctx0" brushRef="#br0" timeOffset="79218.14">22703 10192 9 0,'0'0'277'0,"0"3"52"0,6-3 45 0,-6-3 5 16,8 3-30-16,-2-4-10 0,0 0 16 15,0 1 34-15,1-2 11 0,0-2 2 16,-1 0-7-16,1 0-19 16,-1-1-41-16,0 1-57 0,2-4-49 0,-8 4-41 0,0-4-37 15,0 0-29-15,0 4-32 0,-8-4-27 16,8 3-18-16,-6 2-16 0,-7-3-14 0,7 6-8 16,-8 3 0-16,2-5-5 15,-2 5-2-15,-5 5-3 0,6-5 1 16,0 3-1-16,1 6-4 0,4-3 3 15,-4 2-3-15,12 3 3 0,-7-4 1 0,7 8-3 16,7-5 4-16,5 5 1 0,-4 3 1 0,4-2 0 0,8 2-3 16,-7-1 3-16,7 2 2 0,-8-1 0 15,8 1-1-15,-7 3 0 0,-1-4 3 0,2 1-5 16,-1-5-2-16,-6 4 3 0,-7 1 13 16,6-8 8-16,-12 3 11 0,6 1 13 0,-14-4 11 15,8 0 11-15,-8-4-1 0,2 0 9 16,-1 1 6-16,-1-5 9 15,-4-3 3-15,-2 4-1 0,7-8-3 0,-7 1-5 0,0 0-14 16,1-2-17-16,6-2-12 0,-6 0-12 16,-1-1-9-16,7-2-7 0,0 3-4 0,0-5-9 15,0 1-21-15,6 4-41 0,1 0-58 16,6 0-83-16,-6-1-113 0,12 4-144 0,0-3-149 16,7 0-148-16,0 3-143 0,7-8-24 15,6 10 56-15,0-6 120 16,-6-3 153-16,6 5 179 0</inkml:trace>
  <inkml:trace contextRef="#ctx0" brushRef="#br0" timeOffset="79687.85">22932 10228 258 0,'6'-3'603'0,"-6"-1"128"0,6-4 91 16,-6 4 33-16,0 1-147 0,0 0-167 16,0-1-158-16,0 0-119 15,0 4-86-15,0 0-69 0,0 0-45 0,0 4-22 0,0 3-10 16,-6 0 3-16,0 5 12 0,6 2 14 15,-8-3 6-15,2 7-1 0,6-4 1 0,-6 5-3 16,6-4-11-16,0 3-6 0,0-3 1 16,6-1 3-16,0 5 3 0,-6-4 0 0,14-5 4 15,-8 2-3-15,0-2-3 16,8-2-9-16,-1-1-6 0,-1-2-6 16,2-3-10-16,-2-2-1 0,8 0-8 15,-7 0-2-15,1-2-2 0,-2-3-1 0,-6-2 4 0,8-1 5 16,-8-2 9-16,8-2 5 0,-8-2 5 0,1-1 2 15,-7-3 3-15,6 0-4 0,-6 0-3 16,0-1 0-16,-6 1 6 0,6-1 7 0,0 5 3 16,0 3 5-16,-7 3-1 0,7 1-7 15,0 0-10-15,0 4-13 16,-6-2-13-16,6 5-8 0,0 0 0 0,-7 5-3 0,7 2-3 16,-7 0 2-16,7 4 1 0,0 3 1 15,-6 1 0-15,6 0 1 0,6 3 1 0,-6-4 3 16,0 5-3-16,7-4 2 0,-7 3-3 15,7-3-12-15,-1-1-26 0,1-2-37 0,-1 2-53 16,0-7-66-16,1 4-79 0,6-4-77 16,0 1-106-16,0-5-115 15,0 1-108-15,0-4-85 0,6 0-79 0,-5-4 3 0,-1 1 89 16,0-5 129-16,-6-3 147 0</inkml:trace>
  <inkml:trace contextRef="#ctx0" brushRef="#br0" timeOffset="80411.66">23309 10371 86 0,'0'-18'355'0,"0"-1"93"0,0 1 81 16,-6 1 42-16,6 0-27 0,-8 3-46 0,8 3-38 15,0 0-57-15,0 4-59 0,0 3-78 16,-6-3-84-16,6 7-67 16,0-3-51-16,0 3-22 0,6 0-18 0,-6 3-6 0,0 1 0 15,8 3 8-15,-2 4 16 0,0 4 12 16,-6-4 18-16,7 3 16 0,-1 1 11 0,1-1 8 16,-7 1 0-16,7 0-9 0,-7-1-2 15,6 1 0-15,-6-4 0 0,0 0 3 16,0 1 0-16,6-2 2 0,-6 1-7 0,0-7-13 15,0 3-15-15,0-2-8 16,0-3 4-16,0 3 16 0,0-2 19 0,0-3 15 0,0 0 5 16,0-3-5-16,0-2-16 0,-6-2-27 15,6 0-28-15,-6-1-18 0,6-6-10 0,-7-1-6 16,7 1-2-16,0-4-3 0,0-1-2 16,0 1 0-16,0-5-2 15,7 5-1-15,-1 0-2 0,0 3-1 16,1 1-2-16,0-1-1 0,5 5 1 15,2 1 0-15,-1-1 0 0,-1 6 1 0,2-3 4 0,-2 3 0 0,2 1-1 16,-1 3-1-16,0 0 2 0,0 3-1 16,-7 1-3-16,8 3 0 0,-8 1 0 0,7 2 0 15,-7 2 1-15,1-2 2 0,-1 5 2 16,-6 0 0-16,7 2 2 0,-7 0 1 0,0 0-1 16,6-2 0-16,-6 0 1 0,0-1 2 15,7 1-1 1,-7-4 2-16,0 0-1 0,0-4-3 0,7 1 2 0,-7-5 2 0,0 4 4 15,0-3 12-15,0-4 20 0,0 3 20 16,0-3 10-16,-7 0 3 0,7-3-3 0,-7-1-11 16,7 1-15-16,-6-4-19 0,6-5-11 15,-7 1-3-15,7 0-3 0,0-7-2 0,0 4-2 16,0-8-1-16,0 3-3 0,0 1-3 16,7-1-1-16,-1 1 0 15,8 0-2-15,-8 4-1 0,7-1 0 0,-6 4 1 16,5 0 1-16,8-1 0 0,-7 5 0 0,0 0 1 15,6 3 1-15,-5 0-3 0,5 4 0 0,-5 0 1 16,-2 4 0-16,1 3-1 0,0 1 1 16,0 2 2-16,-7 2 0 0,2 3 1 0,-2 3 2 15,0-4-1-15,1 5 1 0,-7-1 0 16,0 0 0 0,0-3 0-16,0 4-1 0,0-5 1 0,0 1 1 0,-7 0-5 0,7-5-23 15,0 1-48-15,0-3-72 0,-6-1-88 16,6 1-103-16,0-5-133 0,0 1-157 0,6-1-165 15,1-6-157-15,6 3-32 0,0-4 38 16,0-4 104-16,6 1 162 0,7 0 204 0</inkml:trace>
  <inkml:trace contextRef="#ctx0" brushRef="#br0" timeOffset="80595.14">24214 10282 202 0,'6'-6'617'0,"2"2"125"0,-8-3 92 16,6 4 54-16,0-5-178 0,0 4-207 15,8 0-170-15,-1 1-116 0,0-1-82 16,6 4-44-16,-5-4-24 0,5 4-16 0,-6-3-10 16,6 3-10-16,-5-4-6 15,-2 4-9-15,2-3-19 0,-1 3-50 0,-7 0-102 0,7-4-136 16,-6 4-168-16,-1 0-177 0,0 0-152 16,-6 0-44-16,0 4 51 0,-6-1 109 0,6 1 154 15</inkml:trace>
  <inkml:trace contextRef="#ctx0" brushRef="#br0" timeOffset="80780.84">24305 10342 331 0,'-6'7'589'0,"-7"0"126"0,6-3 102 0,7-1-1 0,0 2-147 15,-6-5-149-15,12 0-143 0,-6 3-116 16,7-6-95-16,6 3-60 0,-7 0-27 0,8 0-2 16,5-5 9-16,-6 5 8 0,6-3 6 15,1 3-5-15,-7-4-11 0,0 1-17 0,0-1-20 16,0 1-18-16,0 3-17 0,-7-4-31 15,2 4-57 1,-8-4-94-16,0 4-144 0,0 0-172 0,0 0-191 0,-8 0-174 0,2-4-49 16,-7 4 36-16,6 0 112 0,1 0 156 15,-7 0 189-15</inkml:trace>
  <inkml:trace contextRef="#ctx0" brushRef="#br0" timeOffset="81427.4">25080 10137 35 0,'7'-12'472'0,"-14"2"87"0,7-5 61 0,-13 0 67 16,7-2-85-16,-8-2-168 0,2 4-112 15,-2 0-71-15,-5 0-53 0,-1 5-59 16,2 3-47-16,-2-1-34 0,0 4-23 0,1 1-15 16,-1-1-8-16,0 4-6 0,1 4-4 0,6-1 4 15,0 1 5 1,-1-1 7-16,2 5 6 0,5-4 8 0,1 6 16 16,6-2 18-16,6 4 16 0,1 1 14 0,-1-1 11 0,8 7 4 15,5-5-8-15,0 0-12 0,1 5-15 16,6 3-10-16,0-4-4 0,0 3-2 15,-6 2 0-15,-1-1-2 0,1 0-2 0,-8-3-2 16,2 1-1-16,-8-1-1 0,-6-1 4 0,0 1 12 16,-6-4 11-16,0 0 4 0,-8-5 0 15,1 1-1 1,-7-3-5-16,2-1-11 0,-2 1-13 0,-7-8-5 0,8 3-1 0,-7-6-4 16,6 3-2-16,1-5-4 0,0-2-4 15,-1 0-3-15,7 0-7 0,-7-4-7 0,8-1-13 16,-2-2-20-16,8-1-40 0,-7-3-53 15,13 3-65-15,-7 1-99 0,14-5-133 16,-7 5-143-16,13-1-141 0,-1 4-137 0,8 1-70 16,0-2 25-16,5 1 103 15,2 4 140-15,5 0 168 0</inkml:trace>
  <inkml:trace contextRef="#ctx0" brushRef="#br0" timeOffset="81859.02">25204 10137 437 0,'7'0'680'0,"-1"-5"110"0,1 5 61 0,-7 0-35 15,6 0-190-15,-6 0-210 0,0 0-157 16,0 5-97-16,-6-2-42 0,6 4-27 0,-7 1-6 16,1 3 4-16,6-1 10 0,-7 6 5 15,0-2-4-15,7 5 6 0,-6-5-3 16,6 4-9-16,0 1-11 0,0-5-7 0,0 1-1 16,6-1-7-16,1-2 3 0,0-1 6 15,-1 0 1-15,7-4-4 0,1 1-10 0,-2-1-9 16,8-7-16-16,-1 3-13 0,-5-3-11 15,4-3-6-15,-4-1-6 16,5 1 1-16,-5-5 2 0,-2 1-1 16,-5-4 0-16,6 0-1 0,-7-1 1 0,1-2 4 15,0-4 3-15,-7-1 3 0,6 1 6 16,-6 0 8-16,0-1 10 0,0 1 7 16,0 4 5-16,0 2 4 0,-6 1 2 0,6 4-5 15,0 0-10-15,0 3-13 0,-7 1-12 16,7-2-10-16,0 10-5 0,-7-2-4 0,7 1-1 15,-6 7 1-15,6 0 2 0,0 4-1 16,0-1 1-16,0 4 0 0,0-3 0 16,0 3 0-16,6-2 0 0,1-2 1 0,0 0-3 15,-1 1-7-15,1-4-16 0,-1-1-30 16,0 2-51-16,1-4-65 0,0-1-82 16,5-4-93-16,-5 1-119 0,6-1-136 0,0-6-134 15,-6 3-110-15,6-4-61 0,-7-3 23 0,0 0 97 0,-6-4 144 16,8-1 173-16</inkml:trace>
  <inkml:trace contextRef="#ctx0" brushRef="#br0" timeOffset="82530.82">25569 10213 327 0,'0'-10'457'0,"0"-1"89"0,-7 0 94 16,7 4-34-16,0-1-84 0,0 0-83 15,0 5-70-15,0-1-75 0,0 4-93 16,0 0-81-16,7 0-51 16,-7 4-23-16,0-1 2 0,0 5 16 0,0 2 22 15,0 2 15-15,6 3 19 0,-6 0 17 0,0-1 1 0,0 4-1 16,0-3-11-16,0 2-4 0,0 0 3 15,0-4 5-15,0 1-3 0,7 2-7 0,-7-5-3 16,0-1-12-16,0-2-20 0,6-1-22 16,-6-3-13-16,0 0 0 0,0 3 12 15,0-7 22-15,0 4 15 16,0-4 9-16,0-4-3 0,-6 4-10 0,6-7-20 0,-7 3-25 16,7-3-19-16,-6-5-13 0,6-2-8 0,-7-1-7 15,7 0-5-15,0-3-2 0,0-4-3 16,0 5-1-16,7-2 1 0,-7 1 0 15,6 2 0-15,1 2 0 0,-1 3 0 0,1 1-4 16,5-2-2-16,2 5 0 0,-1-1 0 16,0 1 2-16,0 4 2 15,0 3 2-15,0 0 0 0,0 0 0 0,0 3-2 0,0 1 0 16,-6 3 0-16,6 0 2 0,-1 4 3 16,-4 1 0-16,-2 2 2 0,0 0 1 0,1 2 0 15,-7-2-1-15,6 1 1 0,1 3 2 0,-7-3 2 16,6-1-1-16,-6 1 0 0,7-5 1 15,-7 2 1 1,0-1-1-16,6-4 0 0,-6 0 1 0,0-2 6 16,0 2 11-16,0-7 12 0,0 3 9 0,0-3 7 0,0 0 2 15,-6-3-2-15,6-1-9 0,-7-4-14 0,7 1-8 16,-6-3-8-16,6-5-5 0,0 0-3 16,0 0-2-16,0-7-3 0,0 5-1 15,6-6-2-15,1 2-1 0,5 2-2 0,-4 1 1 16,4 3 0-16,2 0-1 0,-2 4-1 15,1 0 3-15,7 0 1 16,-7 8 1-16,6-5 1 0,1 5 3 0,-7 3-2 0,1 0-1 16,4 3 0-16,-4 5-1 0,-8-1 0 15,7 0-1-15,1 4 2 0,-8 4 0 0,0-1 4 16,0 5 0-16,-6-4 1 0,8 3 5 16,-8 0 0-16,0 0 2 15,6 1 5-15,-6-5-3 0,0 1-3 16,0 4-2-16,6-9-14 0,-6 2-37 0,0-2-59 15,0 2-71-15,7-5-83 0,-7 0-133 0,6-3-170 0,1-1-178 16,6-3-172-16,0 0-78 0,6-3 9 16,-6-1 91-16,1-3 157 0,6 0 202 0</inkml:trace>
  <inkml:trace contextRef="#ctx0" brushRef="#br0" timeOffset="82780.37">26507 10118 271 0,'6'-11'662'0,"-6"4"121"15,7-5 99-15,-7 6 72 0,6-2-184 0,-6 5-220 16,7 0-172-16,-7-2-109 0,0 5-83 16,6 5-52-16,-6-2-22 0,7 4 1 15,-1 0 17-15,-6 8 13 0,6-4 11 0,2 7 5 16,-8-3 0-16,0 3-11 0,6 4-21 16,-6-3-19-16,6 3-22 15,-6-1-25-15,0-2-22 0,0-2-14 0,7 2-10 0,-7-4-8 16,0 0-21-16,0 0-47 0,0-5-65 15,0 2-88-15,0-5-122 0,0 0-156 0,0-3-163 16,0-1-149-16,-7 1-139 0,7-8-27 16,-6 1 63-16,0-1 124 0,-2 0 163 0,-4-3 185 15</inkml:trace>
  <inkml:trace contextRef="#ctx0" brushRef="#br0" timeOffset="82984.92">26461 10290 89 0,'-6'-3'534'0,"-7"-5"162"0,6 5 124 0,7-5 85 16,-7 5-121-16,7 0-160 0,0-2-164 0,7 2-156 15,-7-1-108-15,13 0-69 0,0 4-31 16,0-3-3-16,0 3 10 0,7 0 24 16,-7 0 15-16,6 0 8 15,0-4 0-15,1 4-11 0,0 0-21 0,-1 0-27 16,1-4-27-16,0 4-23 0,-7 0-32 16,-1 0-39-16,2 0-57 0,-2-3-77 0,-5 3-120 15,6 0-164-15,-6 0-172 0,-1 0-176 0,1-4-130 0,-7 4-20 16,6 0 66-16,1-3 137 0,-7 3 170 15</inkml:trace>
  <inkml:trace contextRef="#ctx0" brushRef="#br0" timeOffset="83289.27">27014 10147 236 0,'0'-3'670'0,"0"-4"130"0,0 2 92 16,0 2 69-16,0-1-160 0,0 1-225 0,0-1-190 15,0 4-117-15,0 0-90 0,0 0-59 16,-6 4-34-16,6-1-14 16,0 9 11-16,0-5 13 0,-6 7 23 0,6 2 13 0,0-2 6 15,0 4 1-15,0 1-13 0,0-1-15 16,6 4-13-16,-6-5-13 0,6 2-12 0,-6-4-13 16,7 3-9-16,6-3-6 0,-6-4-8 15,5 0-9-15,-4 0-6 16,4-4-3-16,2 1-7 0,-8-5-8 15,7-3-26-15,0 0-53 0,-6 0-77 0,5-3-103 16,-5-1-152-16,6-3-187 0,-7-4-193 16,1-1-186-16,-1-2-54 0,-6-1 30 0,0-3 118 15,0-4 170-15,0 0 205 0</inkml:trace>
  <inkml:trace contextRef="#ctx0" brushRef="#br0" timeOffset="83444.3">27126 10015 386 0,'-7'-11'675'0,"-6"4"112"0,6-3 91 0,1 2 14 0,0 1-187 15,6 3-211-15,-8 0-164 0,8 1-107 16,-6 3-91-16,6 0-77 0,6 0-82 0,-6 3-112 16,8 1-154-16,-8 0-172 0,6 3-198 15,0-4-147-15,1 5-43 0,-1-4 47 0,8-1 122 16,-8 1 153-16</inkml:trace>
  <inkml:trace contextRef="#ctx0" brushRef="#br0" timeOffset="83644.33">27614 10059 210 0,'0'-3'733'0,"7"-2"140"16,-1-1 90-16,0 2 58 16,-6-3-119-16,6 4-328 0,-6-4-227 0,8 2-137 0,-8 1-103 15,6 1-107-15,-6 3-138 0,0-4-177 16,0 4-208-16,6 4-214 0,-6-1-149 0,0 1-36 15,0 1 57-15,0 2 139 0,7-4 183 16</inkml:trace>
  <inkml:trace contextRef="#ctx0" brushRef="#br0" timeOffset="83827.36">27698 10192 66 0,'0'14'468'0,"-6"1"129"0,0-1 136 15,6 5 117-15,-7 3-76 0,1 1-90 16,6-3-69-16,-7 3-59 0,-6 3-81 0,7-5-70 15,-2 2-63-15,-4-2-60 0,6 5-55 16,-8-9-63-16,1 6-55 0,-7-4-50 0,8-1-67 16,-8 0-100-16,1-3-130 15,-1-1-201-15,0-3-252 0,8 1-289 0,-1-9-118 16,-7 5-1-16,6-5 77 0,2-3 172 0,-1-3 236 16</inkml:trace>
  <inkml:trace contextRef="#ctx0" brushRef="#br0" timeOffset="85827.83">20886 11419 126 0,'0'-4'441'0,"0"1"70"16,0-2 57-16,0 2 40 15,6-4-48-15,-6 3-90 0,0 0-75 0,8 1-53 0,-2-1-47 16,0 0-72-16,7 4-76 0,-6 0-49 15,6 4-12-15,7 3 0 0,-8 1 1 0,2-1 4 16,5 4-6-16,-6 4-4 0,0-1-11 16,-1 4-10-16,-4 1-9 0,4-1-8 0,-5 1-6 15,0-1-7-15,-7 0 0 0,0 0-2 16,6-3-7 0,-12-1-3-16,6 2-2 0,0-2-3 0,-7-2-5 0,7-5-5 0,-7 4 5 15,1-8 2-15,6 5 5 0,-6-5 6 16,6-3 6-16,-8 0 1 0,2-3-2 0,6-1-8 15,-6-3-2-15,6-1-6 0,0-6-2 16,0-1-3-16,0 0 0 0,6-3 6 16,0-4-6-16,2 4-2 15,-2 3-2-15,0-3 0 0,1 3-4 0,0 5 0 16,6 1-1-16,-7 3-2 0,0 6 4 0,8 0-3 0,-2 3 4 16,2 0 1-16,-1 6 0 0,-1 1 0 15,2 1 0-15,-2 0-1 0,2 0-1 16,-1 0 3-16,0-4-5 0,0 4 5 0,7-4 1 15,-8 1-1-15,2-5-1 16,-1 1 0-16,-1-4 4 0,2 0-4 0,-2 0 1 16,2-4 1-16,-8 4 3 0,1-7-2 15,-1 3-1-15,0-3 0 0,1 4 1 0,0-5 1 0,-7-3-3 16,0 1 1-16,-7-2-2 0,7-2 1 16,-7 3-1-16,1-4 2 0,0 1 5 15,-7 3 3-15,6-1 2 0,-6 5 1 0,7 0 1 16,-8-1-1-16,8 5-5 0,-7-1-3 15,0 4 2-15,6 0 0 16,-5 7-4-16,-2-3 0 0,8 3 1 16,-7 4 2-16,6 1-2 0,-6 2 3 0,7 5 6 0,0-1 7 0,6 0 5 15,0 0 9-15,-8 4 9 0,8 0 7 16,8 0 5-16,-8-3 11 0,0-1 9 0,6 0 8 16,0 1 12-16,7-5 3 0,-6 1 1 15,6-5-1-15,-1 2-1 0,2-1-6 16,6-5-12-16,-7-1-6 0,6-2-13 0,0 2-6 15,1-5-18-15,6-5-14 16,-7 2-18-16,1-2-29 0,6-1-45 0,-7-2-68 0,1 1-76 16,0-1-91-16,-1 1-116 0,1-4-128 15,-7 0-120-15,0 1-109 0,-7-1-111 0,7-4-8 16,-6-3 70-16,-7 3 123 0,7-3 146 16,-1-1 165-16</inkml:trace>
  <inkml:trace contextRef="#ctx0" brushRef="#br0" timeOffset="86077.21">21636 11419 308 0,'0'-15'497'0,"-8"0"120"0,8 1 113 16,-6-1-14-16,6 1-105 0,-6 7-88 0,6-6-64 16,-7 7-90-16,7 2-91 0,0-3-70 15,-7 3-55-15,7 4-44 0,0-4-41 0,0 4-26 16,0 4-7-16,0 3 11 0,0 1 23 16,0 6 28-1,7 1 30-15,-7 7 33 0,0 0 21 0,0 0 3 16,7 7-4-16,-7-3-20 0,6 3-26 15,-6 0-32-15,0-3-32 0,6 3-23 0,-6-3-19 16,8 0-10-16,-8 0-7 0,6-9-11 0,-6 6-29 0,0-9-50 16,6 1-63-16,-6-4-72 0,0-1-89 15,0-5-135-15,6-2-148 0,-6-3-150 0,0-3-161 16,0-5-48-16,0 1 21 0,0-4 109 16,-6-4 157-16,6-3 188 15</inkml:trace>
  <inkml:trace contextRef="#ctx0" brushRef="#br0" timeOffset="86610.35">21557 11554 274 0,'-13'-3'559'0,"6"-5"116"0,7 5 87 0,-6-1-2 16,6-4-152-16,0 5-156 0,6-1-129 15,1 1-102-15,6-1-80 0,0 0-43 0,6 1-23 16,1-1-6-16,7 4 1 0,-2-4 6 16,1 1 7-16,0 3 5 0,0-3 6 15,1-1 4-15,-1 4-14 0,-7-5-17 0,1 2-11 16,-8 3-12-16,2-3-8 0,-8 3-11 15,0 0 1-15,1 0-1 0,0 0 1 0,-7 0-2 16,0 3 2-16,0 0 1 0,0 2 1 16,0 2 9-16,0 4 6 15,-7-4 3-15,7 7 4 0,-7-2 2 16,7 2 2-16,0 4 2 0,0-3 7 0,0 4 3 0,0-1 0 16,0-3 3-16,7 3 4 0,-7-3-6 0,7 0-4 15,-7-1-1-15,6-3-3 0,7-1 0 16,-7-2-5-16,2-1-1 0,4-3-7 0,1 0-7 15,0-4-7-15,0 0-8 0,1-4-5 16,-2-3-6-16,8 3 0 0,-14-7 0 0,7 4 5 16,1-8 3-16,-8 5 0 15,0-5 3-15,0-4 1 0,2-3-1 0,-8 5-4 0,0-3-1 16,0-2 11-16,0 8 10 0,0-4 7 16,0 6 5-16,-8 2 6 0,8-1 0 15,0 3-12-15,0 5-12 0,0 0-9 0,0-1-11 16,-6 4-7-16,6 0-6 0,0 4-3 0,0 2 2 15,0 5 0-15,0 0 1 0,0 4 0 16,0 0 0-16,0 3 1 16,0 0-3-16,6 1 1 0,-6-1 2 0,8 1 0 0,-2-5-5 15,0 4-13-15,1-3-19 0,0 3-49 16,6-7-75-16,-1 0-97 0,2 0-127 0,-2-4-165 16,8-4-192-16,-7 2-181 0,7-5-107 15,-8-5 2-15,2-1 80 0,-1-2 151 16,-7 1 198-16</inkml:trace>
  <inkml:trace contextRef="#ctx0" brushRef="#br0" timeOffset="87359.7">22254 11489 370 0,'-7'-8'545'0,"1"-3"94"0,6 3 99 16,0-3-22-16,0 7-154 0,0-2-135 16,0-2-97-16,6 5-78 0,1 3-81 0,6-4-57 15,-1 8-27-15,2-1-8 0,5 1-1 16,1 3 1-16,-7 0 0 15,6 4-1-15,-5 0 3 0,5 0 3 0,-6 1 0 0,0 2-7 16,-7 1 0-16,8-4 5 0,-14 4-1 0,6-1-3 16,-6 1-2-16,0-1-2 0,-6 1-6 15,0 0-10-15,-2-4-9 0,2 0-10 0,0 0-7 16,-8-4-6-16,8 1-6 0,0-2 3 16,-1-1 6-16,1-1 4 0,-1-4 6 15,0 0 5-15,1-4 5 16,0-4-4-16,-1 5-8 0,7-8-4 0,0 0-5 0,0-4-8 15,0 0-7-15,7 1-4 0,-7-5-2 16,6 1-2-16,7 3-3 0,-6-3-2 16,6 3 3-16,-1 1-1 0,2 3-1 0,-2-1-3 15,8 6-2-15,-7-2 3 0,0 0-5 16,0 8 2-16,1-3 1 0,-2 3-1 0,1 3 2 16,0 2 1-16,-6-2 1 15,6 8-3-15,-6-3 2 0,-1 2 1 0,0 1-2 0,1 4 0 16,0-4 0-16,-1 4 2 0,-6-1 0 15,6 1 4-15,-6-1 8 0,0 1 4 0,7 0 7 16,-7-4 3-16,0 0 5 16,0 0 6-16,0-4 5 0,0 1 4 15,0-2 7-15,0-1 16 0,0-1 17 16,0-1 21-16,0-3 16 0,0 3 12 0,0-3 1 16,-7-3-13-16,7 0-20 0,0-1-26 0,-6-4-26 0,6 1-21 15,0-4-13-15,-6 0-7 0,6-4-5 16,6 1-2-16,-6-2-1 0,0-2-2 0,6 4-1 15,1-4-1-15,6 3 0 0,-6 0 0 16,5 1-2-16,-4 0 2 0,4 2-4 16,8 1 2-16,-7 0 0 0,-1 3 0 0,2 1 1 15,5 4-1-15,-6-5 1 16,6 8 0-16,-5 0-1 0,-1 4 1 0,6 0-1 16,-6 2 3-16,-6 6-3 0,6-4 3 0,-7 6-2 15,8 1 5-15,-8-1-2 0,0 1 2 16,1 3 8-16,0-3 7 0,-1 3 9 0,1 0-10 15,-7 2-16-15,6-3 0 0,-6-2 0 16,0 0 0-16,6-1 0 0,-6 1 0 0,0-8 0 16,0 4 0-16,0-4 0 15,0 0 0-15,0-3 0 0,0 0 0 0,8 0 0 0,-8-4-35 16,0 0-181 0,0 0-114-16,6 0-175 0,0-4-217 0,0 0-223 15,8-3-152-15,5 0-27 0,1-1 54 16,6 1 148-16,0 0 219 0,-1-5 253 0</inkml:trace>
  <inkml:trace contextRef="#ctx0" brushRef="#br0" timeOffset="87843.93">23980 11536 218 0,'13'-11'614'0,"7"4"115"0,-14-8 99 16,6 5 77-1,2-5-163-15,-8-1-196 0,7 1-152 0,-6 1-99 16,0 0-78-16,-1 2-64 0,0-2-40 0,-6 3-29 16,0 0-16-16,0 0-16 0,-12 4-18 15,-2 0-13-15,1 3-11 0,-7-4-6 0,2 5-4 0,-9 3-2 16,1-5-3-16,0 10-1 0,7-5 2 0,-7 3 0 16,6 5-1-16,7-1 2 0,-7 1 0 15,14-1 2 1,-7 4 1-16,13 0 2 0,0 0 2 0,0-1-2 15,7 2 3-15,-1 2-2 0,7 0-2 0,0-2 1 0,6 2 1 16,-5 2 7-16,5-2 6 0,1 4 11 16,0-3 13-16,-8 3 11 0,8-3 13 0,-7 3 13 15,-1-4 6-15,2 5 15 0,-8-4 17 16,0 0 11-16,-6-1 9 0,0 0 6 16,0 1 9-16,-6-4-5 0,0 0-17 0,0-4-14 15,-8 5-15-15,8-9-18 16,-7 5-20-16,-7-5-17 0,8-3-12 0,-8 3-11 0,7-6-6 15,-7 3-7-15,0-3 0 0,1-1-1 16,-1-3-2-16,8-1-5 0,-8-3-16 0,0 0-30 16,7 0-46-16,-6-4-69 0,12 1-76 0,-5 0-86 15,12-5-99-15,0 5-122 0,0-2-125 16,6 2-105-16,7 3-114 0,0-3-37 0,6 6 48 16,-5-3 116-1,12 4 149-15,-7-1 164 0</inkml:trace>
  <inkml:trace contextRef="#ctx0" brushRef="#br0" timeOffset="88277.06">24162 11484 94 0,'13'0'586'0,"0"0"134"0,-6 0 92 16,-1 0 77-16,1 0-104 0,-7 0-171 15,0 0-196-15,0 5-113 0,0-5-68 16,0 7-41-16,-7 0-26 16,7 0-5-16,-6 1 7 0,-1 2 13 0,7 2 7 0,-7 2-6 15,7-3-12-15,0 0-13 0,0 4-17 16,0-5-26-16,0 6-19 0,7-5-19 0,-7 0-14 15,13-4-9-15,-6 4-9 0,5-4-3 16,2 1-12-16,-2-5-9 0,2 0-8 0,-1 2-4 16,0-5-5-16,0 0-2 15,7-5-2-15,-14 5 1 0,7-6 0 16,-7 2-1-16,8-3 2 0,-14-4 0 0,6 0 1 0,0 0-3 16,-6-3 1-16,7-2 3 0,-7-2-4 0,0 3 7 15,0-3 12-15,0 4 16 0,0 2 20 16,0 1 14-16,0 0 19 0,0 5-53 0,0-3-38 15,0 6 0-15,0 0 0 0,0 3 0 16,0 3 0-16,0 0 0 0,-7 6 0 16,7 1 0-16,0 5 0 15,0 0 0-15,0 3 0 0,0 0 0 0,0 0 0 0,0 4 0 16,7-3 0-16,-7-1 0 0,7 0 0 0,-7 1 0 16,6-5 0-16,0 1 0 0,8-1 0 15,-8-3-148-15,7 0-242 0,0-3-149 0,0-5-158 16,7 2-143-16,-7-5-102 0,0-5-88 15,6 2 19-15,-5-2 107 16,-2-1 162-16,1-5 186 0,0-4 167 0</inkml:trace>
  <inkml:trace contextRef="#ctx0" brushRef="#br0" timeOffset="88946.51">24618 11624 135 0,'7'-15'445'16,"-7"0"95"-16,0 1 122 0,6 3 77 0,-6 0-53 16,0 4-84-16,0-1-85 0,0 1-76 15,0 4-111-15,0-2-114 0,0 2-84 0,0 3-55 16,0 0-21-16,6 3-3 0,-6 5 13 15,0 3 14-15,0 0 19 0,0 3 17 16,0 1 17-16,0-1 7 0,-6 9 0 0,6-4 2 0,0-1-3 0,0-1-4 16,0 2-6-16,0 3-7 0,0-4-6 0,0 1-13 15,0-4-12-15,6-4-15 0,-6 3-17 16,0-7-13-16,7 1-1 0,-7-1 3 0,0-7 3 16,0 4 4-16,0-8 2 0,0 4-1 15,0-7-14-15,0-4-14 0,0 0-10 16,0 0-5-16,0-8-7 0,0 1-3 0,0-1-1 15,0-2-2-15,0 3 0 0,6-4-2 16,-6 7-1 0,0-3 1-16,7 4-1 0,0-2-2 0,-1 1-2 15,-6 4-1-15,13 4-1 0,-6 0-3 16,-1 0 0-16,7 3 0 0,0 0 3 0,0 1-1 0,1 3 0 0,-2 3 2 16,1-3 1-16,0 8 1 0,-6-1-1 15,5 0 2-15,-4 4 1 0,4 0 2 0,-5 3-1 16,0 2 1-16,-7 2 1 0,6 0-1 15,-6 1 1-15,6-1 0 0,-6 0 3 0,0-4 1 16,0 1-1-16,0-1 2 0,0-1-1 16,0-3 1-1,0-2-2-15,0-1 4 0,0-3 9 0,0-1 5 0,0 1 3 16,0-4 4-16,0 0 2 0,0-4 1 0,0-3-10 16,0 0-3-16,0-4-4 0,0-1-5 15,0-2 0-15,7-5-5 0,-1 1-1 16,1 0-2-16,0-4 0 0,5 4 0 0,-5-1-2 15,6 2 0-15,0 1-2 16,-6 1 1-16,6 4 1 0,7 1 0 16,-8 2 0-16,8 5 3 0,-7-1 0 0,7 0-1 0,-2 4-1 15,-4 4 0-15,5 0 1 0,-5-1 4 16,-2 5 12-16,2 2 16 0,-2 1 20 0,-5 4-23 16,-1 1-29-16,1 1 0 0,-7 2 0 15,7-1 0-15,-7-3 0 0,0 3 0 0,0 0 0 16,0-3 0-16,0 2 0 15,-7-1 0-15,7-5 0 0,0 0 0 16,-7-4 0-16,7 0 0 0,0 1 0 0,0-5 0 16,0 1 0-16,0 0 0 0,-6-4 0 15,6 0 0-15,0-4-278 0,-7 0-282 16,7-2-177-16,0-2-198 0,-6-3-165 0,12 0-28 16,-6 0 48-16,7-5 121 0,-1-1 198 15,8 2 250-15</inkml:trace>
  <inkml:trace contextRef="#ctx0" brushRef="#br0" timeOffset="89126.75">25666 11496 227 0,'7'-7'708'16,"-7"2"119"-16,0-1 81 0,0-2 50 0,0 0-144 16,0 5-309-16,0 0-234 0,0 3-189 15,0 0-206-15,0 3-237 0,0 5-261 0,-7-5-184 0,7 8-71 16,0-3 22-16,0 2 100 0,-6-2 174 15</inkml:trace>
  <inkml:trace contextRef="#ctx0" brushRef="#br0" timeOffset="89294.03">25673 11675 213 0,'-13'12'567'16,"7"2"132"-16,-7 4 125 0,-1-3 98 0,2 2-154 0,-2 3-137 0,1 2-106 15,0-1-103-15,0-2-92 0,-7 3-80 16,8-1-67-16,-8-2-49 0,1 0-35 0,-1-1-28 15,0-4-51-15,1 5-77 0,-1-5-104 16,1-3-186-16,0 0-242 0,-1-4-282 16,1 1-133-16,-1-1-21 0,7-7 55 15,-13 3 155-15,6-3 227 0</inkml:trace>
  <inkml:trace contextRef="#ctx0" brushRef="#br0" timeOffset="90377.01">19752 12562 207 0,'0'0'493'16,"-6"0"92"-1,6 0 101-15,0-4 43 0,0 0-99 0,0-3-103 0,0 0-67 0,6 0-50 16,-6-1-65-16,8 1-60 0,-2 0-47 15,0-4-30-15,1 0-30 0,-1 3-18 16,1-3-16-16,6 5-17 0,-7-2-19 0,8-1-20 16,-8 6-18-16,7 0-19 0,-6 3-18 15,-1 6-12-15,7 3-7 0,-7 9-2 0,-6 4 3 16,8 7 0-16,-2 0 2 16,-6 8 1-16,6 0 1 0,-6-4-3 15,6 3-5-15,1-6-3 0,6 2 0 0,-6-6-1 0,6 0 0 0,0-4 1 16,-1-8-1-16,2 1 4 0,-1-8-4 15,0-4 0-15,6-3 0 0,-5 0-2 0,-2-6 1 16,2-2-4-16,-8-3 1 0,7 0 0 16,-7 1 9-1,1-1 10-15,-7 4 10 0,7-1 6 0,-7 1 3 16,-7 3-2-16,7 0-8 0,-7 8-10 0,1 0-9 0,0 6-6 16,-1 2-3-16,1 6 0 0,-8 4 0 15,8 0 13-15,0 7 20 0,-2 1 23 16,2-1 23-16,-6 0 33 0,5 4 27 0,-6-4 20 15,0-2 11-15,-7-7-46 0,1 3-127 16,-1-9 0-16,0 1 0 0,2-4 0 0,-9-4 0 16,7 1 0-1,0-5 0-15,2 2 0 0,-2-3 0 0,7-2 0 0,-7 0 0 0,1 0 0 16,6 0 0-16,0 0 0 0,-1-2 0 16,2-3 0-16,6 2 0 0,-8-1 0 15,14-3-415-15,-6-1-498 0,6-2-278 0,0-2-99 16,6-2 12-16,-6-4 99 0,6-1 210 15,2-6 316-15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55:42.51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7587 14078 93 0,'7'0'297'0,"-7"0"41"0,0 0-14 0,6 0-36 15,-6-4-49-15,0 4-71 0,6-3-56 16,-6 3-39-16,0-3-25 0,7 3-19 0,-7-4-15 15,0 4-12-15,0 0-15 0,6-4-21 0,-6 4-25 16,0 0-26-16,0 0-27 0,0-3-21 16,7 3-13-16,-7 3 1 0,0-3 6 0,0 0 18 15,0 0 21-15,-7 4 25 0,7-4 25 16,0 0 27-16,0 0 22 0,0 0 13 0,0 0 13 16,0 0 2-16,0 0-8 0,-6-4-19 15,6 4-28-15,0 0-60 0,0-3-69 0,0 3-30 16,-7-5-13-16,7 2 3 0</inkml:trace>
  <inkml:trace contextRef="#ctx0" brushRef="#br1" timeOffset="3196.89">6499 14305 44 0,'7'-7'320'0,"-7"3"52"16,6 1 49-16,-6-5-2 0,7 2-79 15,-7-2-41-15,6 4-4 0,-6-3-5 0,0 0-3 16,0-1-5-16,0 1-5 0,7-1-25 16,-7 1-30-16,0 0-23 0,0 0-19 0,-7-4-18 15,7 4-11-15,0-1 0 0,-6 0-4 16,6 1-12-16,-7 5-12 0,1-7-18 16,-1 6-16-16,1-2-23 0,0 2-17 0,-8 0-11 15,8 3-11-15,-7-4-7 0,0 8-4 16,-6-4 1-16,5 3 3 0,1 0 6 0,-6 9 6 15,6-5 4-15,-7 4-1 0,7 1-1 16,-6 2-1-16,5 1-8 0,1 0-2 16,1 6 1-16,-2-3 10 0,1 4 2 0,7 0 6 15,-1 3 9-15,7-2 9 0,0 6 4 16,0-3-2-16,0 3 0 0,7 5 0 16,-1-5-8-16,7 3-11 0,1-3-10 0,-2 1-6 15,1 0-5-15,7-1-2 0,0 0 0 16,6-3 3-16,-7-1 12 0,7-2 10 0,-6-1 6 15,6-4 5-15,-1 0 7 0,-5-3 6 16,6-5-3-16,1 2 2 0,-1-9 6 0,-7 1 3 16,7-4 2-16,0-4-7 0,-6-3 1 15,5-4-5-15,-5-4-6 0,6 1-3 0,-7-4-4 16,1 0 2-16,0-1-1 0,-1-2 0 16,-5-2-1-16,-2 0-1 0,2 2-11 0,-2-5-43 15,-5 4 0-15,0-4 0 0,-7 5 0 16,6-5 0-16,-6 0 0 0,-6 0 0 0,6 1 0 15,-7-1 0-15,0 0 0 0,-5 1 0 16,-2 0 0-16,2-1 0 0,-8-4 0 16,1 5 0-16,-1-1 0 0,0 4 0 0,1-3 0 0,-1 3 0 0,-6-1 0 15,7 5 0-15,-7 0 0 0,6 3 0 16,0-3 0-16,-5 7 0 0,5 1 0 16,0-2 0-16,7 9 0 0,-6-1 0 0,0 8 0 15,-1-1 0-15,7 0 0 0,-7 9 0 31,8-5 0-31,-8 8 0 0,6-4 0 0,8 0-282 0,-7 3-96 0,7-3-55 0,-1 0-79 16,7 4-121-16,0-5-161 0,0 2-165 16,7-5-42-16,-1 4 28 0,7-4 96 0,0 1 160 15,-6-4 216-15</inkml:trace>
  <inkml:trace contextRef="#ctx0" brushRef="#br1" timeOffset="3737.18">7235 13891 7 0,'7'-7'361'0,"-1"3"79"0,1-3 75 0,-7 0 62 16,7-1-41-16,-7 2-45 0,0-2-34 0,0 1-35 0,0-1-34 0,-7 5-47 0,7-1-60 16,-7 0-50-16,1 1-32 0,-1-1-23 15,1 1-19-15,0 3-10 0,-2 0-8 16,-4 0-5-16,5 3-5 0,-6 1 1 0,7 3 1 16,-7 0-2-16,-1 4 1 15,2 1 7-15,-2 5 3 0,-5 3-2 16,6 5-5-16,0 0-3 0,-7 8-11 0,8 0-13 15,-2 3-7-15,-5 1-5 0,13 4-6 16,-8-1-2-16,8 4-1 0,0 0 3 16,-2 3 4-16,8-2-84 0,0-1-8 0,0 3 0 15,8-3 0-15,-2 0 0 0,0 0 0 16,8 0 0-16,-8-4 0 0,13 4 0 0,1-7 0 16,0 0 0-16,-1-1 0 0,7-7 0 0,0 1 0 15,-6-1 0-15,5-7 0 0,1-3 0 16,1-1 0-16,-7-7 0 0,-2-1 0 15,2 2 0-15,-7-9 0 0,7 1 0 0,-7-4 0 16,0 0 0-16,-7-4 0 0,1 1 0 16,0-5 0-16,-1 1 0 0,1 0 0 0,-7-1 0 15,0-6 0-15,-7 2-171 0,7-2-340 16,-6 0-134-16,-1-1-156 0,7-4-179 16,-7-3-101-16,1 0 7 0,0 4 76 0,6-3 144 15,-7-2 201-15,7-3 250 0</inkml:trace>
  <inkml:trace contextRef="#ctx0" brushRef="#br1" timeOffset="4275.72">7495 14305 375 0,'0'-3'477'0,"0"-5"71"0,8 1 85 16,-8 3-47-16,0-2-90 0,0-2-60 0,0 4-42 15,0-3-42-15,6 3-50 0,-6 1-51 16,0-5-34-16,0 8-26 16,0-3-16-16,0 3-14 0,0-4-16 15,0 4-18-15,0 0-13 0,0 0-13 0,0-3-8 16,-6 3-3-16,6 0-2 0,0 0 0 16,0 0 7-16,0 0 10 0,0 0 8 0,0 0 6 15,0 0 2-15,0 0 3 0,0 0-3 16,0 0-8-16,0 0-8 0,0 0-8 0,0 0-12 15,0 0-11-15,0 0-12 0,0 0-12 0,0 3-13 16,0-3-15-16,0 0-7 0,0 0-7 16,0 4-5-16,0-1 0 0,0 1 9 0,0 3 15 15,0 1 12-15,0-1 18 0,0 7 14 16,6-3 2-16,-6 9-73 16,0-3 0-16,0 5 0 0,6 3 0 0,-6 1 0 15,0 0 0-15,7 0 0 0,-7 3 0 16,6-3 0-16,-6-1 0 0,0 1 0 15,7-1 0-15,-7-3 0 0,6-2 0 0,-6-3 0 16,0-2 0-16,0 0 0 0,7-4 0 16,-7-1 0-16,0-2 0 0,0-1 0 0,0-3 0 15,6-1 0-15,-6-3 0 0,0 0 0 16,-6 0 0-16,6 0 0 0,0-3 0 0,0-1 0 16,-7 0 0-16,1-2 0 0,6 1-108 0,-13-2-422 15,6 0-161-15,1-4-173 0,0 0-212 16,-2-4-53-16,2 1 32 0,6-4 95 15,-6-5 167-15,-1 1 228 0</inkml:trace>
  <inkml:trace contextRef="#ctx0" brushRef="#br1" timeOffset="4806.85">7535 13752 297 0,'-7'-7'431'0,"7"1"77"15,0-3 92-15,-6-2-24 0,6 4-80 0,0 0-51 16,0-4-25-16,6 3-35 0,-6 1-55 16,7 0-58-16,-7 0-40 0,6 0-28 15,1 2-24-15,5-2-16 0,2 4-17 0,-8-1-12 16,14 0-8-16,-7 4-13 0,7 0-6 15,-1 4-5-15,0 0 0 0,1 2 2 0,-1 6 6 16,1 2 15-16,0 5 8 0,5 3 11 16,-5 3 6-16,6 5 7 0,1 7 4 0,-1-1 5 15,-7 9 1-15,7 2-2 0,-6 4-2 16,-1 3-107-16,1 2-57 0,-8 2 0 0,2 5 0 16,-8-1 0-16,-6-1 0 0,0 6 0 15,-6-4 0-15,0 2 0 0,-8-3 0 16,-5-2 0-16,-1-2 0 0,8-3 0 0,-8-8 0 15,0 1 0-15,1-7 0 0,-1-5 0 16,7-3 0-16,-7-7 0 0,8-1 0 0,-2-3 0 16,2-3 0-16,4-4 0 0,-4-5 0 15,5 1 0-15,1-3 0 0,-1-2 0 0,0-2 0 16,7 1 0-16,-6-2 0 0,6 0 0 16,-6-3 0-16,6 0 0 0,0 0 0 0,0 0 0 15,0 0 0-15,0-3 0 0,0 3 0 16,-6 0 0-16,6 0 0 0,0-3 0 0,0 3 0 15,0-5 0-15,-8 1 0 0,8 4-113 16,-6-3-492-16,6-4-189 0,-6 3-202 16,6-3-142-16,0 0-8 0,0 0 62 0,0-5 129 15,0 1 203-15,0 0 262 0</inkml:trace>
  <inkml:trace contextRef="#ctx0" brushRef="#br1" timeOffset="11908.8">6363 14477 98 0,'-7'0'322'0,"7"5"56"0,-7-5 10 0,1 0-55 16,0 0-4-16,6 3-59 0,-7-3-45 15,0 0-17-15,1 4 13 0,6-4 18 0,-6 0 18 16,6 4 8-16,0-4-1 0,-7 0-10 16,7 0-21-16,0 0-21 0,0 0-10 15,7 3-6-15,-1-3-7 0,0 3-7 0,1-3-8 16,6 0-16-16,0 0-21 0,7 0-20 15,-1 4-34-15,8-4-7 0,-8 0-11 0,7 0-8 16,-6 5-11-16,5-5-9 0,1 3 9 16,7-3-13-16,-7 0-8 0,-6 3-8 0,6-3-1 15,0 0 0-15,-7 0-3 0,7 0-1 16,-13 0 3-16,7 4 0 0,-14-4 0 0,8 0 4 16,-8 0 6-16,-6 0 6 0,6 0 2 15,-6 0 1-15,0 0 0 0,-6 0-6 0,0 0-9 16,-2 0-8-16,-4 0-2 0,-1 0-3 15,-1 0-5-15,2 0 0 0,-8 0 2 16,1 4-3-16,5-4-1 0,-5 3 1 0,0-3-1 16,-1 4 0-16,7 0 1 0,-7-1 1 15,1-3-1-15,6 4 0 0,0-1 1 0,0-3 0 16,0 4 0-16,7 0-1 0,-2-4 0 16,2 0 3-16,6 4 0 0,-6-4 1 15,6 0 2-15,0 0 2 0,6 0 1 0,0 0-1 16,8-4 0-16,-1 4 3 0,0-4-1 15,6 0 4-15,1 1 3 0,6-1 1 0,0 1 3 16,-7 3 2-16,7-4 3 0,1 0-3 16,-7 1-5-16,-2 3 3 0,9-4-3 0,-15 0-2 15,8 4-5-15,-6-3 0 0,-2 3 3 16,-5 0-5-16,-1-3-2 0,1 3 0 0,0-5 0 16,-7 5-3-16,6-4-10 0,-6 4-23 15,-6 0-54-15,6-3-82 0,-7 3-132 0,7-3-184 16,-13 3-227-16,6 0-224 0,1 0-82 15,-7 0 10-15,0 0 95 0,-1 3 164 16,2 0 224-16</inkml:trace>
  <inkml:trace contextRef="#ctx0" brushRef="#br1" timeOffset="21658.37">23042 14635 98 0,'0'0'273'0,"6"4"58"0,-6-4-5 15,0 0-45-15,7 0 35 0,-7-4-21 0,0 4-38 16,0 0-31-16,0-3-9 0,0 3 3 16,7-3-2-16,-7-2-3 0,6 2 4 15,-6-2 1-15,0 3-10 0,6-3-15 0,-6 2-15 16,0-5-7-16,0 5-8 0,0-1-7 16,0 0-10-16,0-3-7 0,0 4-4 0,0-2-15 15,-6-1-9-15,6 2-8 0,-6-3-7 16,-1 3-11-16,0 0-14 0,1 0-12 15,-1 1-16-15,-5-1-12 0,-2 4-10 0,8 0-8 16,-8 0-5-16,-5 0-2 0,6 0-3 16,0 4-2-1,-7-1 1-15,8 1 3 0,-8 0-1 0,7 3 2 0,-7 1 2 0,8-2 2 16,-2 6-5-16,1-5 2 0,-6 4 2 0,6 3-1 16,-1-1-1-16,8 1 1 0,-7 1 4 0,0-1-1 15,6 4-2-15,1 0 3 0,-6 4 3 16,4-3 2-16,8 6-1 0,-6-2-1 15,6-2 6-15,0 5 1 0,0 0 0 0,0 0 1 16,0-1 5-16,6-3 5 0,-6 3 5 16,14 1 8-16,-8-4-1 0,7 3-2 15,0-2-4 1,0-1-2-16,1 4-3 0,-2-8-5 0,8 4 3 16,-1-4 7-16,7 0 1 0,-6 1 4 15,6-4-5-15,-7-1-3 0,7-2-1 0,1 2-8 16,-1-7-2-16,-6 1-7 0,5-1-1 15,1-4-1-15,0 1 0 0,1-4 3 16,-1-4 3-16,0 4 3 0,-7-3 2 0,7-4 0 16,0-1 3-16,-6 1 0 0,5-4 4 0,-5 0 5 15,-7 0 7-15,7 0 6 0,-7 0 3 16,6 0 2-16,-5 0-2 0,-8-4-3 0,7 0-1 16,-7 1-7-16,1 3-3 0,0-4-3 15,-1 1-1-15,0-4-5 0,2 3-8 16,-8 1-1-16,6-6-1 0,-6 2-1 0,0-1 0 15,0 2 0-15,-6-2 2 0,6 1-2 16,0-1-23-16,-8 2 0 0,2-2 0 0,0 1 0 16,-1-5 0-16,0 5 0 0,-5 0 0 15,5 0 0-15,-6-1 0 0,0 1 0 16,0 1 0-16,-6-3 0 0,5 6 0 0,-5-4 0 16,5 3 0-16,-4 1 0 0,-2-1 0 15,1 1 0-15,-1 1 0 0,0 3 0 0,1-1 0 16,-1 3 0-16,0 1 0 0,1-1 0 0,-1 5 0 15,0 0 0-15,2-1 0 0,-2 4 0 0,1 0 0 16,-1 0 0-16,0 4 0 0,1-1 0 0,-1 0 0 16,0 2 0-16,1 2 0 0,6-4 0 15,-6 5 0-15,5 3 0 0,2-3 0 0,-2 2 0 16,1-2 0-16,7 3 0 0,0 0 0 16,-1-4 0-16,0 4-42 0,7 0-125 0,0-4-59 15,0 5-60-15,0-6-51 0,7 5-47 16,0 0-51-16,-1 0-71 0,7-3-80 15,-7 3-96-15,8-5-102 0,-2 2-67 0,2-3 18 16,-2 2 86-16,2-4 118 0,-8 1 154 16</inkml:trace>
  <inkml:trace contextRef="#ctx0" brushRef="#br1" timeOffset="22556.64">22820 14954 63 0,'0'4'269'0,"-6"-4"78"0,6 0 10 16,0 0-31-16,-6 0 27 0,6 0-13 15,0 0-39-15,-7 0-36 0,7 3-18 0,-7-3-12 16,7 0-7-16,0 0-5 0,-6 4-11 16,6-4-17-16,0 0-18 0,-6 0-15 0,6 3-10 15,0-3-19-15,0 0-1 0,0 4-3 16,6-4 2-16,-6 4 7 0,6-4 5 16,1 4 10-16,6-4 5 0,6 0-2 0,-5 3-6 15,12-3-7-15,-7-3-15 0,13 3-16 16,-6 0-19-16,7-4-14 0,-1 0-11 0,1 4-7 15,-1-4-4-15,8 1-3 0,-7 3-3 16,6-4 0-16,-7 1-4 0,1-1-6 16,-1 0-4-16,1 1-4 0,-13-1 1 0,6 0-3 15,-7 1 2-15,-6 3 5 0,-6-3 3 16,5 3 6-16,-5-4 4 0,-7 4 1 0,7 0-3 16,-7 0-7-16,0 0-8 0,-7 0-8 15,0 0-14-15,1 4-5 0,-7-4-6 0,0 0-1 16,-6 3 1-16,5 0-1 0,-12 1 1 15,7 0 3-15,-7-1-3 0,0 1 1 0,-1-4 0 16,1 4 0-16,1-1 3 0,-1 1-4 16,0-1 0-16,6-3-1 0,-7 4 0 0,2 0 0 15,5 0-2-15,0-4 1 0,2 3 1 16,-2-3 1-16,7 0 0 0,-1 4 0 16,8-4-1-16,0 0 2 0,0 0 1 0,-2 4-1 15,8-4-1-15,0 0 1 0,8-4 2 16,-8 4 0-16,12 0 1 0,1-4 0 0,0 1-2 15,6 3 1-15,7-8-3 0,-6 4 4 16,7 1 1-16,-1 3 1 0,6-4 1 16,-6-3 0-16,7 7 6 0,-8-4-3 0,1 1-1 15,1-1 4-15,-7 0 1 0,-2 4 2 16,2-3 0-16,-7 0-1 0,1 3 1 0,-8 0-3 16,0-4-2-16,1 4-3 0,0 0-1 15,-7 0-1-15,0 0-3 0,0 0-14 0,0 0-32 16,0 0-49-16,0 0-70 0,-7 0-85 15,7 0-106-15,0 0-135 0,0 0-141 16,0 0-159-16,0 0-157 0,0-5-35 0,0 2 46 16,7 0 113-16,-1-2 154 0,0 2 200 15</inkml:trace>
  <inkml:trace contextRef="#ctx0" brushRef="#br1" timeOffset="23187.55">23986 14341 168 0,'0'-2'427'0,"0"2"84"16,0-4 75-16,-6 0-31 0,6 0-1 15,0 1-83-15,-7-1-73 0,7 0-51 16,-7 2-45-16,1 2-56 0,6-5-40 0,-6 1-31 16,6 4-25-16,-6 0-19 0,-2 0-17 15,2 0-18-15,0 0-16 0,6 0-7 0,-7 4-7 16,1 1-1-16,-1-3 2 0,0 6 7 15,1-1 10-15,0 3 2 0,-1 2 2 0,0 3 3 16,1 0-2-16,0-1-4 0,-1 4-3 16,-6 4-1-16,13-3 2 0,-7 7-1 0,1-5 2 15,6 5 2-15,-6 0 0 0,6-1 1 0,-7 4-3 16,7 1 0-16,0 3-5 0,7 0-2 0,-7 1 4 16,0 1-1-16,6 2-1 0,0-4-5 15,1 4-3-15,6-5-3 0,-6 2-10 0,5-1-8 16,2-4-4-16,-2 0-2 0,8 1 0 15,-7-5-1-15,7 0 2 0,-8-2-17 16,2-2-28-16,5 2 0 0,-5-9 0 0,4 1 0 16,-4 0 0-16,-1-1 0 0,0-6 0 15,0-1 0-15,-1 0 0 0,2-3 0 0,-8 0 0 16,7 0 0-16,-6-4 0 0,0 0 0 16,-1 0 0-16,-6 0 0 0,6 0 0 0,-6-4 0 15,7 4 0-15,-7 0 0 0,0-4 0 16,0 0 0-16,0 1 0 0,0 3 0 0,0-8-129 15,0 5-281-15,-7 0-103 0,7-5-130 16,-6 1-145-16,6-1-150 0,0 1-93 0,0-4 8 16,0 0 79-16,6 0 149 0,1-4 193 15</inkml:trace>
  <inkml:trace contextRef="#ctx0" brushRef="#br1" timeOffset="23641.13">24370 14668 231 0,'0'-7'434'16,"-6"4"86"-16,6-5 98 0,0 4-18 0,-6-3-12 15,6 3-65-15,0-2-49 0,-7 1-43 16,7-3-59-16,0 6-63 0,0 2-49 0,-7-5-38 15,7 5-36-15,0-3-32 0,0 3-32 16,0 0-20-16,0 0-4 0,0 3-2 0,0-3 6 16,0 5 9-16,0-3 17 0,0 6 10 15,0 0 3-15,7 3-3 0,-7 0-2 16,0 3-1-16,0 1-6 0,7 4-8 0,-7-2-8 16,6 3-6-16,-6 1-7 0,6 1-8 15,-6 4-11-15,7-5-5 0,-7 5-73 0,7-4-3 16,-1 0 0-16,-6 0 0 0,6-4 0 15,1 1 0-15,0-1 0 0,-7-3 0 16,6-1 0-16,1 1 0 0,-7-1 0 0,6-7 0 16,-6 6 0-16,6-7 0 0,-6-2 0 15,0 3 0-15,0-7 0 0,0 4 0 0,0-4 0 16,0 0 0-16,0 0 0 0,0 0 0 16,0-4 0-16,0 4 0 0,0-7-106 15,-6 3-334-15,6-2-162 0,-6-2-192 0,6 0-193 16,0-3-119-16,-7-4 1 0,7 0 74 15,0-2 146-15,7-5 217 0,-7 0 244 0</inkml:trace>
  <inkml:trace contextRef="#ctx0" brushRef="#br1" timeOffset="24162.82">24475 14233 184 0,'0'-8'477'0,"-6"1"119"0,6-1 102 16,0 1-11-16,0 3-37 0,6-4-114 15,-6 6-81-15,6-6-81 0,1 4-68 0,-1 0-43 16,1 4-32-16,6-3-24 0,-7 3-16 16,14 0-11-16,-7 3-6 0,0 1-7 0,6 3-9 15,1 0-3-15,0 5-9 0,-1 3-5 16,1 0-7-16,-1 3-4 0,1 0 1 15,-1 7 6-15,0 1 4 0,1 3 2 0,0 8 9 16,-1-4 0-16,7 7-57 0,-6 0-95 0,-1 4 0 16,-5 4 0-16,-2 0 0 0,2 3 0 15,-2 0 0-15,-5 1 0 0,0-5 0 0,-7 4 0 16,-7-6 0-16,0 2 0 0,1 1 0 16,0-4 0-16,-8-1 0 0,2-2 0 0,-2-1 0 15,1 1 0-15,1-8 0 0,-8 3 0 16,6-2 0-16,2-5 0 0,-1 0 0 0,6-3 0 15,-6-1 0-15,1-6 0 0,4-1 0 16,2-3 0-16,0-4 0 0,6 0 0 16,-7-8 0-16,7 5 0 0,0-5 0 0,-6 0 0 15,6 2 0-15,0-5 0 0,0 0 0 0,0 0 0 16,0 0 0-16,0-5 0 0,0 2 0 0,0 0 0 16,0-5 0-16,6 5 0 0,-6-5-25 15,0 1-627-15,0-5-233 0,7 6-238 16,-7-8-99-16,0 1 25 0,6-1 99 0,0-1 181 15,2 1 241-15,-2-4 286 0</inkml:trace>
  <inkml:trace contextRef="#ctx0" brushRef="#br1" timeOffset="25263.29">25412 6264 186 0,'0'0'290'0,"0"3"44"15,0-3-41-15,0 5-17 0,0-5 8 0,0 0-28 16,0 0-25-16,0 0-15 0,0 0-2 16,0 0 13-16,0 0 11 0,0 0 8 15,0 0 7-15,0 0 4 0,0 0-5 0,0 0-18 16,0 0-26-16,0 0-22 0,0-5-20 15,0 5-26-15,0 0-21 0,0-3-16 0,0 3-13 16,0 0-16-16,0 0-15 0,0-3-8 16,0 3-8-16,0 0-7 0,0 0-4 0,0 0-12 15,0 0-4-15,0 0-3 0,0 0 5 16,0 0-8-16,0 0-7 0,0 0 4 0,0 0-5 16,0 0-1-16,0 0-22 0,0 0-18 0,0 0-38 15,0 0-51-15,0 0-67 0,0 0-89 16,0 0-92-16,0 0-84 0,0 0-82 0,0 0-76 15,-6 3-58-15,6 0 19 0,-6 2 67 16,6 2 89-16,-7 0 113 0</inkml:trace>
  <inkml:trace contextRef="#ctx0" brushRef="#br1" timeOffset="25987.77">24481 8111 7 0,'0'0'438'0,"0"3"82"0,-6-3 45 16,6 0 33-16,-6 0-111 0,-2 0-130 15,8 0-106-15,-6-3-58 0,6 3-23 0,0 0-14 16,-6 0-21-16,6 0-17 0,0 0-17 16,0 0-7-16,0 0-5 0,0 0-2 0,0 0 4 15,0 0-3-15,0 0 1 0,0 0-11 16,0 0-10-16,0 0-10 0,0 0-8 0,0 0-10 15,0 0-10-15,0 0-3 0,0 0-1 16,0 0-7-16,0 0-6 0,0 0 0 16,0 0-6-16,0 0-7 0,0 0-9 0,0 0-16 15,0 0-24-15,0 3-46 0,0-3-65 16,0 0-82-16,0 4-91 0,0 0-105 0,0-4-110 16,-7 7-106-16,7-4-13 0,-7 1 43 15,7 3 74-15,-6 1 109 0</inkml:trace>
  <inkml:trace contextRef="#ctx0" brushRef="#br1" timeOffset="26681.68">23999 10268 98 0,'0'8'606'0,"0"-5"126"16,6-3 67-16,-6 0 42 0,-6 0-130 16,6 0-194-16,0 0-211 0,0 0-113 0,0-3-57 15,0 3-37-15,0 0-27 0,0 0-27 16,0-4-14-16,0 4-18 0,0 0-9 0,0 0-5 15,0 0-10-15,0 0-26 0,6-4-52 16,-6 4-66-16,8 0-91 0,-8 0-107 16,6 4-136-16,-6-4-137 0,0 4-81 0,6-1 2 15,-6 5 53-15,-6-5 88 0,6 6 136 16</inkml:trace>
  <inkml:trace contextRef="#ctx0" brushRef="#br1" timeOffset="27214.85">23915 11958 252 0,'0'0'474'0,"0"0"53"0,0 0 10 15,-7 3-150-15,7-3-142 0,0 0-234 0,-7 0-209 16,7 0-183-16,0-3-78 0,-6 3-5 16,6-5 32-16,0 5 71 0</inkml:trace>
  <inkml:trace contextRef="#ctx0" brushRef="#br1" timeOffset="52280.13">11573 12118 267 0,'6'0'368'0,"-6"-3"54"0,0 0 20 16,0-1-62-16,0-1-68 0,7-1-39 15,-7-2-19-15,0 5-11 0,0-5-1 0,6 1-2 16,-6 0 2-16,0-4-6 0,0 7-11 16,0-4-24-16,-6 1-27 0,6 4-25 0,0-5-25 15,-7 4-24-15,1 1-16 0,0-1-14 16,-2 0-14-16,2 4-14 0,-7 0-7 16,0 0-2-16,0 0-4 0,-7 4-3 0,8 0-2 15,-8-1 1-15,1 4-1 0,-1 1 0 16,0-1-4-16,1 5 0 0,-1-1-7 0,8 0 5 15,-8 0 0-15,7 3 1 0,-7 4 2 16,7-3 4-16,0 4 8 0,1-1-1 0,4 3 3 16,2 2 2-16,0-1 1 0,-1 4 1 15,7-5-1-15,0 5-2 0,0 4-3 16,7-5-4-16,-7 1-6 0,6 3-5 0,8-4 0 16,-8 5 0-16,6-4 0 0,2 2 3 15,5-2 6-15,-5-3 1 0,4-2 6 0,9-3-1 16,-7 1 0-16,6-4 0 0,0-1 1 15,-1-3-3-15,1-3-2 0,1-1 3 16,-1 0 3-16,0-7 4 0,0 0 5 0,-1 0 4 16,2-3 3-16,-7-5 4 0,6-3 2 15,-7 0 2-15,1 0 1 0,-1-3-2 0,-6-4 3 16,7-1 2-16,-7 1-2 0,0-4 0 16,0 0-1-16,-7 0-1 0,8-5-2 0,-14 2-7 15,6 0-4-15,-6-1-3 0,0-3-3 16,-6 3-5-16,-2-3-4 0,2 4 5 0,-7-5 4 15,0 8 6-15,0-4 3 0,1 5 7 16,-8 3 2-16,0-1-3 0,1 4-6 0,-1 0-9 16,0 1-10-16,-5 3-6 0,5 4-7 15,-6-1-6-15,6 5-4 0,1-1-4 0,-1 0 0 16,0 4-2-16,8 4-1 0,-8 0-3 16,7 2-9-16,0 3-29 0,0 1-50 15,7 1-59-15,-7 0-65 0,13 0-77 0,-7 0-73 16,7 0-78-16,0 1-92 0,7-2-102 15,-1-2-125-15,7-5-121 0,0 3-26 0,0-6 52 16,7 0 111-16,-7-2 144 0,6-2 184 16</inkml:trace>
  <inkml:trace contextRef="#ctx0" brushRef="#br1" timeOffset="52781.25">12107 11767 19 0,'6'-11'338'0,"-6"0"63"0,0 0 58 0,0 3-8 16,0-3-19-16,0 4-70 0,-6-4-29 16,6 4-15-16,0 4-21 0,-7-6-28 0,7 6-31 15,-6 0-35-15,-1 3-39 0,0-4-32 16,7 4-18-16,-12 4-11 0,6-1-4 0,-2 0 4 15,-4 9 1-15,5-5 5 0,-6 8-3 16,0 3 3-16,1 0-3 0,-2 5-1 16,1 2 0-16,-7 1-8 0,14 3-6 0,-7 4-6 15,0-1-6-15,7 5-2 0,-8 4-2 16,14-1 4-16,-6 1 10 0,6 2 9 16,6 1 11-16,1 1 3 0,0-2 4 0,5 1 3 15,2-4-3-15,-2 1-11 0,8-1-8 16,-1-3-8-16,1-5-14 0,0 2-12 0,-1-5-11 15,7-7-4-15,0 0-6 0,1-4-5 16,-8 1-3-16,7-8-4 0,0 0-4 0,-6-3-5 16,-1-5-3-16,7 0-2 0,-12-3-3 15,4 0-3-15,-4-3-3 0,-1-5-3 16,-7 5-6-16,8-6-15 0,-14 3-41 0,6-5-64 16,-6 3-82-16,0-2-97 0,0-1-125 15,-6 0-153-15,6-4-170 0,-7 0-173 0,7 1-65 16,-7-4 19-16,1 3 86 0,6-8 146 15,0 3 198-15</inkml:trace>
  <inkml:trace contextRef="#ctx0" brushRef="#br1" timeOffset="53146.51">12419 12078 327 0,'6'-12'488'16,"-6"6"82"-16,8-5 91 0,-8 1-16 0,6-3-119 15,-6 6-81-15,0 0-54 0,0 0-50 16,6-1-69-16,-6 5-64 0,0-1-44 0,0 1-40 16,0-1-33-16,0 4-26 0,0 0-14 15,0 4-2-15,0-4 3 0,0 7 14 0,0 0 16 16,0 0 17-16,0 8 11 0,0-4 9 16,0 8 3-16,0-1-6 0,-6 4-4 15,6 0-6-15,6 3-7 0,-6 1-6 0,0-1-6 16,0 0-3-16,7 2-7 0,-7-1-7 15,7-1-10-15,-7-3-11 0,6 1-7 16,1-5-6-16,-7 0-4 0,6-3-7 0,-6-1-2 16,6 1-3-16,-6-7-1 0,7 2-3 0,-7-3-3 15,0-4 4-15,7 2 0 0,-7-5 2 16,0 0-5-16,0 0-1 0,0-5-9 0,0 2-38 16,0-4-57-16,0 0-75 0,-7-1-92 15,7-3-125-15,-7 1-153 0,7-5-166 16,-6 0-172-16,6-3-82 0,-6-1 10 0,6 1 80 15,-7-4 138-15,7 0 186 0</inkml:trace>
  <inkml:trace contextRef="#ctx0" brushRef="#br1" timeOffset="53770.54">12569 11617 216 0,'0'-11'405'0,"0"-1"57"0,0 1 58 16,0 0-43-16,0 1-54 0,0-1-54 0,0 0-35 15,0-1-19-15,0 5-24 0,0-4-27 16,0 4-34-16,0 0-25 0,0 0-11 0,0 2-13 16,6-1-12-16,2 1-13 0,-8-1-15 15,6 1-20-15,0 5-19 0,7-3-14 16,1 3-10-16,-2 3-9 0,2-3-6 15,5 5-4-15,1 1 1 0,-1 2-2 0,0 4-4 16,8-2-3-16,-1 8 3 0,0-3 5 16,0 7 8-16,7 0 12 0,-1 4 13 0,1 3 12 15,-1 0 8-15,7 4 5 0,0 4 2 16,-7 0 0-16,1 6-9 0,-7-2-6 0,0 2-6 16,-6 2-8-16,-1 2-11 0,-5 2-11 0,-8-2-8 15,0 0-8-15,-6 4-10 0,-6-2-7 16,6-2-6-16,-13-4 0 0,6 5 7 15,1-8 1-15,-7 1 10 0,0-4 10 0,0-4 14 16,0-1-1-16,0-6-70 0,0 0 0 16,0-8 0-16,0-1 0 0,7 0 0 0,-8-7 0 15,8 0 0-15,-1-2 0 0,1 0 0 16,-1-1 0-16,0-3 0 0,7-1 0 16,-6 1 0-16,6-4 0 0,-6 3 0 0,6-3 0 15,0 4 0-15,0-4 0 0,0 0 0 16,0 0 0-16,0 0 0 0,0 3 0 15,-6-3 0-15,6 0 0 0,0 0 0 0,0 0 0 16,0 0 0-16,0-3 0 0,0 3 0 16,0 0 0-16,0-4 0 0,-8 1 0 0,8 3 0 15,0-4 0-15,0 1 0 0,0-1 0 0,-6 4 0 16,6-4 0-16,0 1 0 0,0-1 0 16,-6 0 0-16,-1 4-138 0,0-3-322 0,1 3-120 15,-7-5-146-15,7 5-199 0,-1-3-132 16,-6 0-18-16,0-1 50 0,0 0 113 15,0 1 179-15,0 0 266 0</inkml:trace>
  <inkml:trace contextRef="#ctx0" brushRef="#br1" timeOffset="55693.45">27848 11737 100 0,'0'0'243'0,"0"4"37"0,0-4-36 16,0 0-21-16,0 4 18 0,0-4-36 15,0 0-35-15,0 0-28 0,0 0-16 16,6 0-10-16,-6 0-2 0,0 0 0 0,0 3 4 16,0-3 14-16,0 0 12 0,0 0 15 15,8 0 12-15,-8 3 13 0,0-3 10 16,0 0-10-16,0 0-8 0,0 0-14 0,0 0-10 15,0 0-14-15,0 0-11 0,0 0-3 16,0 0-7-16,0 0-1 0,0 0-4 0,6 0-17 16,-6 0-3-16,0 0-2 0,0 0-7 15,0 0-5-15,0 0-3 0,0 0 6 0,0 0-6 16,0-3-6-16,0 3 1 0,0 0-4 16,0 0-2-16,0 0-2 0,0 0-3 15,0 0 1-15,0 0-1 0,0 0 3 0,0 0 1 16,0 0 1-16,0 0 3 0,-6 0 0 15,6 0 1-15,0 0-6 0,0 0-6 16,0 0-5-16,-8-3-12 0,8 3-7 0,0 0-11 16,-6-4-4-16,6 4-4 0,0-4-3 15,-6 1-1-15,-1 3 0 0,7-4 0 0,-6 0 4 16,-1 4-2-16,1-4 0 0,6 4-3 16,-7 0 0-16,1-3 0 0,0 3-2 15,-8 0 0-15,8 0-3 0,-1 0 3 0,-6 3-1 16,7-3 1-16,-7 0 0 0,6 4 1 15,-6 0 0-15,7 0-1 0,-8 3-1 0,2 0-1 16,5 4-2-16,-6 1-1 0,0-1 2 16,7 3 1-16,-8 1 3 0,8 3 6 0,0 4 8 15,-1-4 3-15,0 4 5 0,1 1 8 16,-1 2 6-16,7 1 1 0,0-1 3 0,0 1 5 16,0-1 3-16,0 5-1 0,7-4 2 0,-1 3 2 15,1-3 0-15,6-1 4 0,-7 1-2 16,0-1-4-16,8 1-4 0,-8-4-6 15,8-1-4-15,5-2-10 0,1-1-2 0,-1-3-2 16,1 0-2-16,-1-4 2 0,0 0-2 16,8-4 0-16,-1-3-3 0,-6 0-2 15,6-8-1-15,-1 0-4 0,1 1 0 0,0-9 1 16,1 5 5-16,-7-7 5 0,-2 3 7 16,9-4-12-16,-15 0-22 0,8-4 0 0,0 2 0 15,-7-5 0-15,-7 3 0 0,8-4 0 16,-8 3 0-16,0-3 0 0,-6 2 0 0,0-2 0 15,0 2 0-15,0-1 0 0,-6 0 0 0,0 3 0 16,-8-3 0-16,8 0 0 0,-7 4 0 16,-7-4 0-16,8 0 0 0,-2-1 0 15,-5 2 0-15,-1 2 0 0,0-2 0 0,1 3 0 16,-1-1 0-16,8 4 0 0,-8 1 0 16,0 3 0-16,7 0 0 0,-6 3 0 15,6 0 0-15,-1 5 0 0,2 0 0 0,-1 3 0 16,0 0 0-16,0 3 0 0,7 0 0 15,-8 2 0-15,8 3 0 0,-1-1-33 0,7 0-324 16,0 0-68-16,0 4-69 0,7-4-94 16,-1 4-127-16,0-3-153 0,8-5-105 0,-1 5-11 15,0-4 57-15,6-4 122 0,-5 0 182 16,5-4 231-16</inkml:trace>
  <inkml:trace contextRef="#ctx0" brushRef="#br1" timeOffset="56179.93">28598 11422 130 0,'6'-7'453'15,"-6"-1"92"-15,0-2 91 0,-6 2 16 16,6-3-54-16,-8 4-124 0,2 0-82 0,0 0-62 15,0-1-63-15,-1 5-51 0,0-1-31 16,1 1-22-16,-7 3-11 0,6 0-11 0,-6 3-3 16,0 1-6-16,0 3-4 0,0 0-3 15,0 4-1-15,0 4-1 0,-1 3-2 0,2 4-2 16,-8-1-1-16,7 5 0 0,1 4 0 16,-2 0-3-16,2 6-2 0,-2 1 4 15,1 7 4-15,7-1 3 0,-8 1-2 0,8 4-3 16,0-4-3-16,6 3-5 0,0-2-7 15,0 2-6-15,6-3-2 0,7 0-1 0,0 0-53 16,0-4-42-16,7 1 0 0,0-6 0 16,-1 3 0-16,1-1 0 0,6-5 0 0,-7-2 0 15,7-5 0-15,-6 1 0 0,-1-8 0 16,7 4 0-16,-6-7 0 0,0-4 0 0,-1 0 0 16,1-8 0-16,-2 2 0 0,-4-3 0 15,-1-4 0-15,0-3 0 0,0 2 0 16,-7 0 0-16,1-5 0 0,0-3 0 0,-7 4 0 15,0-4-271-15,0-3-203 0,-7 2-143 0,7-2-157 16,-7-4-169-16,7-1-115 0,0-4 1 16,-6 2 68-16,6-2 136 0,6-2 188 15,-6-4 231-15</inkml:trace>
  <inkml:trace contextRef="#ctx0" brushRef="#br1" timeOffset="56838.98">28825 11782 455 0,'0'-11'617'0,"0"4"117"16,0-6 91 0,-6 3-44-16,6 3-144 0,0-1-124 15,0 4-122-15,0 1-102 0,0-1-83 0,0 1-64 16,0 3-50-16,0 0-27 0,0 3-8 16,0 4 4-16,0 5 10 0,6-1 15 15,-6 3 15-15,7 5 10 0,-1-1 1 0,-6 0 1 16,7 5 5-16,-1 2 2 0,-6-3 0 15,7 3-2-15,-1-2-2 0,0-2 0 0,-6 5-3 16,8-4 0-16,-8-4-2 0,6 2-4 16,-6-3-6-16,0-2-9 0,0 0-11 15,0-4-12-15,0-5-5 0,0 3 2 0,0-3 9 16,6-2-43-16,-6 0-32 0,7-4 0 16,-7 0 0-16,0 0 0 0,0 0 0 0,0-4 0 15,0 0 0-15,0-2 0 0,0-3 0 0,-7 3 0 16,7-5 0-16,-6 0 0 0,6-4 0 15,-6 0 0-15,-2-4 0 0,2 1 0 16,0 0 0-16,6-4 0 0,-7 4 0 0,7-4 0 16,-6 3 0-16,6 1 0 0,0-1 0 15,6 2 0-15,-6 2 0 0,7-3 0 0,-1 4 0 16,0-1 0-16,8 0 0 0,-1 1 0 16,0 1 0-16,0-1 0 0,0 3 0 15,0 4 0-15,0-4 0 0,6 7 0 0,-6-3 0 16,-6 3 0-16,6 4 0 0,1 0 0 15,-8 0 0-15,7 4 0 0,0 3 0 0,-7 1 0 16,7-1 0-16,-7 4 0 0,8 4 0 16,-8-1 0-16,7 5 0 0,-6-1 0 0,-1 4 0 15,7-3 0-15,1 2 0 0,-8 2 0 16,7-1 0-16,-6-4 0 0,-1 0 0 0,0 1 0 16,7-1 0-16,-6 0 0 0,0-4 0 15,-1-3 0-15,0 1 0 0,-6-2 0 16,8-2 0-16,-8-1 0 0,6 1 0 0,-6-6 0 15,6 3 0-15,-6-1 0 0,0-4 0 16,0 0 0-16,6 0 0 0,-6-4 0 0,0-1 0 16,0 3-379-16,0-2-167 0,0-7-154 15,0 3-192-15,0-7-174 0,0 1-35 0,-6-4 37 16,6-4 107-16,0-4 177 0,6-4 244 16</inkml:trace>
  <inkml:trace contextRef="#ctx0" brushRef="#br1" timeOffset="57198.14">29373 11320 69 0,'0'-19'561'0,"6"5"139"15,0-1 103-15,-6 0 80 0,6 1-82 16,8-1-179-16,-8 5-160 0,7-2-107 0,1 1-81 16,-2 5-64-16,2 1-42 0,-2 5-27 15,8 0-14-15,-1 8-4 0,1-1 4 0,0 4 6 16,5 7 18-16,-5 4 13 0,0 4 12 15,-1 7 20-15,7 4 11 0,-12 6 5 0,5 1 1 16,-6 7-4-16,0 5-105 0,-7 2-104 16,1 5 0-16,-7-2 0 0,0 2 0 0,-13-1 0 15,7-3 0-15,-7 0 0 0,-1-1 0 16,2-6 0-16,-2-5 0 0,2-3 0 16,-2 0 0-16,1-7 0 0,7-8 0 0,0 1 0 15,-2-8 0-15,2-1 0 0,0-6 0 16,0-4 0-16,6 0 0 0,0-4 0 0,-8-3 0 15,8 0 0-15,0-4 0 0,0 0 0 16,0-4 0-16,0 0 0 0,-6-3 0 16,6 4 0-16,-6-9-419 0,6 5-476 0,-7-4-298 15,1-3-104-15,-1-5 20 0,0 1 106 16,-5-1 202-16,-2-2 309 0</inkml:trace>
  <inkml:trace contextRef="#ctx0" brushRef="#br1" timeOffset="58822.48">8668 12097 96 0,'0'0'425'0,"0"-4"108"0,0 0 104 0,0 1 3 15,0-1 11-15,0 0-95 0,0 4-90 16,0-3-88-16,0 3-96 0,0 0-80 0,0 0-51 15,7 3-35-15,-7 5-14 0,6-1 0 32,0 8 24-32,1 3 25 0,6 8 12 0,0-1 5 15,1 8 4-15,-2-4 1 0,1 8-16 16,7-4-20-16,-8 4-22 0,2 0-18 16,-1-1-21-16,0 1-20 0,0-2-17 0,-7-4-9 15,8 1-11-15,-8-6-10 0,0-4-4 16,1 0-1-16,0-7-2 0,-1-1-9 0,-6-3-20 15,0-7-45-15,0 0-57 0,-6-4-62 16,-1-4-78-16,0-3-108 0,-5-8-124 0,-2 1-143 16,-5-4-159-16,-1-9-85 0,0-2 0 15,-5-1 73-15,-1-7 123 0,0 2 176 16</inkml:trace>
  <inkml:trace contextRef="#ctx0" brushRef="#br1" timeOffset="59056.72">8362 12075 380 0,'-7'-4'554'0,"7"-1"100"16,-6 3 67-16,6-2-75 0,6-3-83 16,1 3-107-16,0 0-90 0,12-2-64 0,1-2-36 15,6 0-29-15,6 1-28 0,1-1-29 16,6-3-27-16,7 1-20 0,5-1-19 0,1 0-19 16,7-4-16-16,0 0-17 0,-7-4-16 15,6 6-16-15,-6-3-12 0,-5 1-9 16,-2 5-7-16,-7-5-6 0,-11 8-17 0,-1 0-38 15,0-1-52-15,-13 5-73 0,7 3-102 16,-14 0-130-16,0 3-161 0,2 1-169 0,-8 4-94 16,0 2-7-16,-8 1 62 0,2 3 112 15,0 1 167-15</inkml:trace>
  <inkml:trace contextRef="#ctx0" brushRef="#br1" timeOffset="59324.44">9280 12353 96 0,'7'18'597'16,"0"-3"141"-16,-1-4 104 0,6 0 91 15,-4-4-72-15,4-3-163 0,1 4-154 0,7-8-91 16,-8 0-64-16,15 0-53 0,-7 0-47 16,6-5-41-16,0 2-35 0,0-5-30 0,7-2-29 15,-1 2-29-15,1-2-26 0,5-2-26 16,-5 1-26-16,0 0-17 0,-7 3-9 0,0-2-8 15,-7 2-7-15,1 1-10 0,-8 3-28 16,-4 1-48-16,-2 0-80 0,-6-1-100 0,0 4-130 16,-6-5-171-16,-2 5-207 0,-4 0-230 15,-8 0-75-15,7-3 19 0,-7 0 88 0,1-5 156 16,6-3 221-16</inkml:trace>
  <inkml:trace contextRef="#ctx0" brushRef="#br1" timeOffset="59527.57">9750 11990 378 0,'6'-14'774'0,"0"-1"132"0,1 0 85 16,-1 4 60-16,1 0-190 0,-1 1-278 16,7 5-162-16,1 2-88 0,-2 3-44 0,8 8-14 15,-1 2-11-15,1 5-11 0,0 7-9 16,-1 0-12-16,1 7-23 0,0 4-82 16,-2 0-127-16,-4 7 0 0,-1 1 0 0,-7-1 0 15,-6 4 0-15,0 4 0 0,-13-5 0 0,7 6-105 16,-14-5-342-16,8-1-223 0,-8 1-272 15,0-7-197-15,-6-4-46 0,0-3 44 16,0-9 114-16,-6 2 203 0,-1-9 286 0</inkml:trace>
  <inkml:trace contextRef="#ctx0" brushRef="#br1" timeOffset="60356.89">4662 14899 280 0,'0'0'396'16,"0"0"67"-16,0 0-23 0,0 0-7 0,0 0-28 15,0 3-27-15,0-3-22 0,8 5-8 16,-8-2 3-16,0-3 6 0,6 3-6 0,0 2-29 16,7 1-27-16,7-1-25 0,0-5-26 15,-2 4-23-15,15-4-21 0,-1 0-24 16,8 0-15-16,-1-4-11 0,6 4-9 0,1-8-12 16,-1 5-14-16,8-5-13 0,-1 0-14 15,-7 2-15-15,8-2-17 0,-8 1-10 0,1-1-13 16,-7 1-7-16,1 0-10 0,-15 3-4 15,1 1-5-15,-6-2-4 0,-7 2-3 16,0 3-12-16,-7-4-29 0,-6 4-49 0,-6 0-63 16,-1 0-78-16,-6 0-103 0,1 4-124 15,-2-8-130-15,-5 4-147 0,-1-3-157 0,0-1-48 16,8 0 37-16,-8-7 101 0,1 4 140 16,5-7 185-16</inkml:trace>
  <inkml:trace contextRef="#ctx0" brushRef="#br1" timeOffset="60684.96">5256 14609 147 0,'0'-11'465'0,"6"4"106"16,-6 0 97-16,6-5 6 0,1 6-24 0,-1-5-105 15,7 3-88-15,0 1-80 0,1 0-72 16,5 3-56-16,1 0-39 0,-1 4-27 0,0 4-19 16,8 3 5-16,-1 0 3 0,-6 8 2 15,5-1-7-15,-5 1-7 0,0 4-3 0,-8 4-10 16,2-2-10-16,-2 5-11 0,-12 0-7 15,7 2-3-15,-14 2-3 0,7-1-3 0,-6 0-3 16,0 0 3-16,-8 1 2 0,8-8 0 16,-7 3 3-16,6-6-12 0,-6-1-103 15,7-3 0-15,-7 0 0 0,6-4 0 0,1-4 0 16,0 0 0-16,6-3 0 0,-8 3 0 16,8-7 0-16,-6 4 0 0,6-1 0 15,0-3 0-15,0 0 0 0,-6-3 0 0,6 3 0 16,0-4 0-16,0 0 0 0,0 1 0 15,-7-1 0-15,7 0 0 0,0-3-363 0,0-1-129 16,0 2-117-16,-6-2-139 0,6 1-164 16,-7-4-118-16,1 0-7 0,-7 4 58 15,-1-4 127-15,2-1 180 0,-8 1 234 0</inkml:trace>
  <inkml:trace contextRef="#ctx0" brushRef="#br1" timeOffset="63930.21">3960 14899 211 0,'6'-3'342'15,"0"3"57"-15,-6-5-10 0,7-2-29 16,-1 4-5-16,-6-8-25 0,7 3-4 0,-7-2-3 15,7-2 5-15,-7 1-9 0,0-3-18 16,0-1-21-16,-7 1-43 0,0-1-38 0,1 0-35 16,-1-2-21-16,-5 1-17 0,-2-2-19 15,2 3-13-15,-8 1-9 0,0 3-8 16,1 0-10-16,-7 3-8 0,-1 5-4 0,1 3-8 16,-6 3-5-16,-1 1-5 0,1 4-4 15,-1 2-10-15,1 5-8 0,5-1-6 0,1 1-4 16,7 3-3-16,-1 1-2 0,8 3 1 15,-2-4 0-15,14 1 5 0,0 2 7 0,0-3 5 16,7 1 6-16,6 3 5 0,6-3 4 16,7-5 4-16,0 4 3 0,7 1 7 15,-1-5 3-15,8 5 4 0,-1-5 5 0,0 4 10 16,0 0 5-16,-7 1 5 0,8 4 6 16,-7-2 9-16,-7 2 6 0,-1 2 3 0,-5-3 3 15,0 3 3-15,-8 1-1 0,-5 3-3 16,-7 1-4-16,0-2-6 0,-7 6-6 0,-5-5-6 15,-8 1-5-15,0-5-3 0,1 1 2 16,-7 0 4-16,0-9 11 0,-1 2-5 16,-5-8-87-16,-1 0 0 0,1-8 0 0,-1-3 0 15,1 0 0-15,-1-6 0 0,1-2 0 16,-1-3 0-16,7-3 0 0,0 3 0 0,6-3 0 16,1 1 0-16,6 3 0 0,0 2 0 15,7 1 0-15,-1 0 0 0,7 3 0 0,0-3-305 16,0 7-203-16,13-4-190 0,0 4-285 15,0 0-144-15,6-3-20 0,1-1 49 16,0 0 110-16,-1 1 199 0,1-1 327 0</inkml:trace>
  <inkml:trace contextRef="#ctx0" brushRef="#br1" timeOffset="65366.92">19590 14441 297 0,'0'-4'466'15,"0"-3"78"-15,0-1 70 0,-6-2-60 0,6 2-62 16,-7 1-103-16,-6 0-74 0,6 0-62 15,-5 2-56-15,-8 2-48 0,0 0-23 0,1 3-14 16,-1 0 0-16,-6 3-1 0,0 5 0 16,1-1-12-16,-2 0-15 0,7 4-13 15,-6 3-11-15,0 1-10 0,7 4-11 0,-1-1-5 16,8 1 6-16,-2 2 4 0,1-2 3 16,7 3 11-16,6 0 13 0,6-1 21 0,1 5 11 15,5 0 9-15,2 3 13 0,6-3 6 16,-1 3 1-16,7 1-10 0,0-5-6 15,0 4-1-15,7 0-10 0,-1-3-4 0,1 3-5 16,-7-2 4-16,7-2 2 0,-7 1 3 16,-1-4 1-16,-5 3 0 0,0-6-3 0,-8 3-2 15,2-4-1-15,-1 0 0 0,-7 0 5 16,-6-3 8-16,0 0 13 0,-6-1-91 16,-1 1-35-16,-6 0 0 0,-6 0 0 0,5-4 0 15,-5-4 0-15,-7 0 0 0,0 0 0 0,0-2 0 16,0-2 0-16,-7 0 0 0,1-3 0 15,-1 0 0-15,-6 0 0 0,7-3 0 0,5 3 0 16,-5-3 0-16,12 3 0 0,-6 0 0 16,13-5 0-16,1 5 0 0,-2-3 0 0,14 3 0 15,0-7-373-15,6 3-251 0,8-3-257 16,12-4-245-16,7-1-68 0,-1-2 39 0,7-5 96 16,6 5 172-16,1-5 264 0</inkml:trace>
  <inkml:trace contextRef="#ctx0" brushRef="#br1" timeOffset="65804.3">20300 14891 170 0,'-19'5'412'0,"5"-2"87"16,2-3 85-16,-2 0-24 0,1 3 4 15,7-3-62-15,-7 0-53 0,6 5-42 0,7-5-46 16,-6 0-50-16,6 0-36 0,-6 0-11 16,12 3 6-16,0-3 8 0,1 3 13 0,6 2 12 15,6-2-1-15,7-3-9 0,0 3-17 16,7-3-14-16,0 0-17 0,13 0-22 0,-8-3-133 15,8 3-90-15,6-3 0 0,0-2 0 16,0 5 0-16,0-3 0 0,1 0 0 16,-8-2 0-16,7 2 0 0,-13-5 0 0,0 5 0 15,1-1 0-15,-8-3 0 0,-6 3 0 16,-1-3 0-16,-5 3 0 0,-6 1 0 0,-1-1 0 16,-1 1 0-16,-5-2 0 0,0 5 0 15,-7-3 0-15,0 3 0 0,0 0 0 0,-7 0 0 16,-6 0 0-16,0 0-413 0,0 0-197 15,0-4-193-15,-7 4-220 0,8-3-112 0,-8-1 8 16,7-3 79-16,-1-1 150 0,-4-2 212 16,4-1 271-16</inkml:trace>
  <inkml:trace contextRef="#ctx0" brushRef="#br1" timeOffset="66101.12">20853 14632 97 0,'0'-8'528'15,"0"0"140"-15,7-2 104 0,0 2 56 16,-1-3-60-16,7 4-139 0,7-1-124 0,-1 5-91 15,1 0-58-15,0 3-34 0,6 3-27 16,-1 0-15-16,1 5-1 0,0 3-5 0,1 4-9 16,-1 0-11-16,-7 3-9 0,1 4-18 15,-1 0-42-15,0 0-185 0,-5 3 0 16,-8 1 0-16,1 0 0 0,-7 0 0 0,-7-1 0 16,-5 1 0-16,-2 3 0 0,1-4 0 15,-6-2 0-15,-8 2 0 0,8-3 0 16,-7 0 0-16,6 0 0 0,-6-8 0 0,7 5 0 15,6-8 0-15,-6 1 0 0,5-2 0 16,2-6 0-16,4 3 0 0,2-3 0 0,0-4 0 16,6 4 0-16,-7-8-52 0,7 4-588 0,0-4-352 15,0-3-236-15,-6 0-64 0,-1-4 49 16,7 0 118-16,-13-3 233 0,7-9 347 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48:46.5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2696 2088 189 0,'-7'0'359'16,"7"0"62"-16,0 0 3 0,0 0 4 0,0 0-13 15,-6 0-8-15,6 0-11 0,0 0-2 16,0 0-11-16,0 0-24 0,0 0-43 0,0 0-69 16,0 4-58-16,0-4-55 0,0 0-37 0,0 3-15 15,-7 1-1 1,7-1 5-16,0 5 9 0,0 3 10 0,0 0 12 0,0 3-2 0,0 1-10 15,0 4-8-15,0 3-11 0,0-4-7 0,0 4-9 16,7 0-13-16,-7-4-12 0,0 4-7 16,0-3-9-16,6-1-7 0,-6 0-9 0,0-3-5 15,7-1-2-15,-7-3-4 0,0 4-1 0,7-8 0 16,-7 0-3 0,0 1-21-16,0 0-36 0,0-6-62 0,0-2-107 15,0 0-161-15,-7 0-176 0,7-2-166 0,-7-6-155 0,1 0-35 0,-1-3 53 16,7-4 133-16,-6 1 164 0,-1-4 179 0</inkml:trace>
  <inkml:trace contextRef="#ctx0" brushRef="#br0" timeOffset="126.58">2676 1989 404 0,'0'-12'464'0,"-6"6"31"0,-1-5 16 0,7 3-126 0,-7 5-163 15,7-5-106-15,0 5-76 0,-6 3-75 0,6 0-95 16,0 3-96-16,6 1-141 0,-6 0-73 0,7 3-22 15,0 0 26-15,-1-3 68 0</inkml:trace>
  <inkml:trace contextRef="#ctx0" brushRef="#br0" timeOffset="640.21">2904 2081 80 0,'0'0'461'0,"0"3"82"0,-6-3 53 0,6 4 38 15,0-4-147-15,0 0-147 0,0 4-85 16,-7-4-42-16,7 7-18 0,0-4-15 0,0 5-6 16,0 3-4-16,0 0-11 15,0 1-12-15,7 1-15 0,-7 1-7 0,0 2-4 0,0 2-2 0,6-3-11 16,-6 3-16-16,7-4-12 0,-7 5-13 16,7-4-9-16,-7 0-7 0,6-4-3 15,-6 3-2-15,0-7-6 0,6 4 0 0,-6-3 2 16,0-1 2-16,6-3 9 0,-6-1 11 0,0 1 20 15,0 0 22-15,0-4 22 0,0 0 14 0,0 0 7 16,0 0-8-16,0 0-13 0,0-4-22 0,-6-3-26 16,6-1-24-16,-6 1-21 0,6-3-9 15,-6-5-11-15,6-1-7 0,0-2-2 0,-7 0-1 16,7-1-4-16,7 1-5 0,-7 0 1 0,6 4 0 16,0-1 1-16,0-1-1 0,2 2 1 15,4 3 0-15,1 0 1 0,1 0-3 0,-2 4 1 16,8 0-1-16,-7 4 1 0,7-2-1 0,-8 2 1 15,2 3 1-15,5 0 0 16,-6 0 0-16,-6 8-1 0,5-5-1 0,2 8 1 16,-8-4 0-16,8 4 1 0,-8 4 1 0,0-4 0 15,1 4 1-15,-1-1 1 0,-6 5 1 0,7-5 0 16,-7 4-1-16,6-3-1 0,-6 0 0 16,0-1-1-16,0 1-1 0,0-4 1 0,0 3 0 15,0-2 2-15,0-1 0 0,0-4 2 0,0 0-3 16,0 1-18-16,0-1-35 0,0-3-46 15,0-1-59-15,0 1-77 0,0-4-123 0,7 0-141 0,-7 0-145 0,0-4-137 16,6-3-121-16,0 0-17 0,2-4 76 0,-2 0 131 16,0 0 164-16</inkml:trace>
  <inkml:trace contextRef="#ctx0" brushRef="#br0" timeOffset="893.85">3451 2058 53 0,'0'-10'479'0,"-6"-1"116"0,6 0 103 0,-6 4 91 0,-2-1-84 15,8 0-133-15,-6 5-123 0,6-1-103 16,-6 0-99-16,6 4-88 0,0 4-61 0,0 0-30 16,0 7-12-16,6-1 3 0,0 6 11 0,2-2 6 15,-8 5 3-15,6 3-7 0,0-4-5 16,1 4-11-16,-1 0-10 0,-6 0-7 0,7 0-10 16,-1-4-9-1,1 4-2-15,-7-3-3 0,0-1-5 0,6-4-4 0,-6 4-8 0,0-2-30 16,0-1-74-16,0-5-125 0,0-3-167 0,0 1-196 15,0-5-219-15,-6 1-88 0,-1-4 9 0,7-4 89 16,-6 1 151-16,-1-5 188 0</inkml:trace>
  <inkml:trace contextRef="#ctx0" brushRef="#br0" timeOffset="1095.72">3380 2234 75 0,'-6'-7'521'0,"-2"7"133"0,2-4 95 15,0 1 70-15,6-1-116 0,0 4-164 0,0-3-149 16,6-2-113-16,0 2-76 0,2 3-58 0,11 0-30 15,-6-3-18-15,6 3-7 0,7 0-7 16,-6-4-8-16,6 4-7 0,0-4-7 16,0 4-11-16,-6-3-10 15,6 3-13-15,0-4-10 0,-7 0-5 0,1 4-4 16,-1-3-6-16,-6 3-19 0,-6 0-38 0,-1-4-70 0,1 4-103 16,0 0-142-16,-7 0-172 0,0 0-197 0,0 0-92 15,-7 0 0-15,7 4 67 0,-7-4 122 0,7 0 162 16</inkml:trace>
  <inkml:trace contextRef="#ctx0" brushRef="#br0" timeOffset="1812.95">4728 2165 59 0,'0'-4'447'0,"7"0"67"16,-7 1 53-16,0-5 59 0,0 1-91 0,0 0-117 15,-7-1-73-15,0 1-39 0,7-3-29 16,-6 2-42-16,-1 1-56 0,1-4-43 0,-8 3-38 16,2 1-28-16,-2-1-17 0,2 5-14 15,-1-1-7-15,-7 1-3 0,8-1 4 0,-8 4 4 16,6 4-2-16,-5-4-3 15,-1 7-6-15,8 1-3 0,-8-1-4 0,7 7-2 0,0 1 4 16,0-1 5-16,7 5 6 0,-2-1 5 0,8 1 7 16,-6-1 2-16,12 0-3 0,-6 0-1 15,8 1-3-15,-2-1-3 16,7-3-4-16,0-1 2 0,0-2 4 16,0-1 8-16,6-4 5 0,1 0 5 0,-1-4 3 15,1-3 1-15,0 0 5 0,-8 0 8 0,8-3 6 16,-7 0 7-16,1-5 8 0,-2 0 5 0,1 2-3 0,-6-6-7 15,-1 1-8-15,1 0-7 0,-1 1-6 16,1-5 4-16,-7 0-3 0,7 1 4 0,-7-1 1 16,6 0 1-16,-6 3-1 0,0 2-9 0,0 3-7 15,0-1-10-15,0 6-13 0,0-7-8 0,0 9-11 16,0-3-9-16,0 3-6 0,0 0-4 16,0 0-2-16,0 7-1 15,0 0 1-15,0 1 2 0,0 3 2 0,0 0 1 0,6 0 0 16,-6 4 2-16,6-1 0 0,2 1 0 15,-2 3 1-15,0-7 0 0,1 4-1 0,6-1-2 16,-6-2-20-16,-1-1-33 0,0 0-56 16,0-5-69-16,2 3-91 0,-2-3-124 0,0-2-160 15,8 0-157-15,-8-4-154 16,1-4-96-16,5 0 1 0,-4-2 83 0,-2-3 151 16,0-1 179-16</inkml:trace>
  <inkml:trace contextRef="#ctx0" brushRef="#br0" timeOffset="2443.98">4950 2139 61 0,'0'-11'433'0,"-8"0"77"0,8 1 77 16,-6-2 86-16,6 5-89 0,0 0-113 16,0-1-78-16,-6 1-54 0,12 4-57 0,-6-2-90 15,0 2-69-15,6 3-46 16,2 0-23-16,-2 0-8 0,0 3-10 0,8-3 13 0,-2 8 9 16,1-4 13-16,1 3 5 0,-2 0-4 0,-6 4-2 15,8-4-6-15,-1 4-5 0,0 0-5 16,-6 4-7-16,-1-4-2 0,7 0-8 0,-6 4-6 15,-1 0-1-15,0-4-11 0,-6 3-3 16,0-3-5-16,0 0-4 0,0 0 0 0,0-3-2 16,-6 2 3-16,6-2-1 15,-13-5 3-15,6 5 4 0,1-5 3 16,0 2 3-16,-1-5 7 0,-6 2 8 0,6-4 7 16,1 2 9-16,-8-5 6 0,8-2 3 0,0 0 0 15,0-4-4-15,6-1-7 0,0-2-8 0,0-1-10 0,0 0-6 16,0-2-6-16,6-3-6 0,0 6-2 15,0-4-3-15,8 3 3 0,-1 4-2 0,0 0-2 16,0 1 0-16,0-1 0 16,6 3-4-16,-5 1-2 0,5 4-1 0,1-2 0 0,0 5-1 15,5 5-2-15,-5-2-1 0,0 1 2 0,5 7 1 16,-5-4-1-16,0 4 1 0,-1 0 0 0,1 3 1 16,-8 1 0-16,2-4 0 0,-2 4 2 15,-4 0-3-15,-2-1 4 0,-6 0 0 0,0 1 1 16,-6-4-1-1,6 4 1-15,-8-4 5 0,-4 0 3 0,5-4 0 16,-6 4 6-16,0-4 10 0,7 1 16 0,-8-5 25 0,8 2 25 16,0-5 29-16,-1 0 22 0,-6 0 19 0,6 0 6 15,1-5-6-15,6 2-7 0,-7-5-12 0,7 1-14 16,-6-4-15-16,6 0-15 0,0 1-15 16,6-5-81-16,-6-4-5 0,7 1 0 0,-1 0 0 15,7-4 0-15,-6 3 0 0,6 1 0 0,0 3 0 16,0 1 0-1,0-1 0-15,0 1 0 0,0 7 0 0,1-5 0 0,-2 5 0 0,-5 0 0 16,6 3 0-16,0 4-197 0,-7-4-111 16,8 8-89-16,-8-4-102 0,7 4-128 0,-7-1-139 15,7 1-134-15,-6 0-83 0,6-1 7 0,0 1 83 16,7-1 144-16,-8 5 189 0</inkml:trace>
  <inkml:trace contextRef="#ctx0" brushRef="#br0" timeOffset="2899.85">5946 2117 397 0,'0'-7'525'0,"6"-1"79"0,-6-2 80 0,0-1-52 16,0 0-136-16,0-1-110 16,0 2-74-16,0-1-71 0,-6 0-72 15,-1-1-56-15,1 1-42 0,-8 4-25 0,2 0-23 0,-8 0-7 0,1-1-9 16,-1 5-4-16,0 3-6 0,1-4-1 15,-1 4-2-15,0 4 3 0,2-4 2 0,-2 3 1 0,7 0 3 16,-1 5-4-16,8-1 1 0,0 1 1 16,6-1 2-16,0 0 5 0,6 5 3 0,0-1 8 15,1 0 4-15,13-1 1 0,-8 5 1 0,8 0-2 32,0-1 4-32,6 1 6 0,-7 0 12 0,1-1 13 0,0 1 20 0,-7 0 23 15,7 0 17-15,-8-1 14 0,1 4 3 16,0-3 1-16,-6-1-4 0,-1 1-8 0,0 0-9 15,-6-3-8-15,0 1-6 0,0-1-2 16,0-2-6-16,-6 2-2 0,0-5-4 0,-7 0-2 16,-1 1-3-16,-4-5-2 0,4 1-4 0,-5 0-7 15,5-4-4-15,-12 0-10 16,7 0-8-16,-1-4-13 0,0 0-8 0,-6 1-9 0,7-5-6 16,-1 1-4-16,2 0-4 0,4-5-10 0,1 6-24 15,0-5-46-15,0 0-60 0,13-1-74 0,-6 1-85 16,6 0-96-16,6 4-114 0,0-4-106 15,8 4-91-15,5-1-77 0,-5 1-56 16,4 0 31-16,2 0 96 0,7-1 132 0,-9 5 136 16</inkml:trace>
  <inkml:trace contextRef="#ctx0" brushRef="#br0" timeOffset="3359.2">6011 2139 310 0,'6'-4'460'0,"1"1"83"0,0-1 94 0,-7 0-20 15,6 4-65-15,-6-3-52 0,6 3-44 16,-6 0-46-16,0-4-69 0,0 4-78 0,0 0-64 15,0 0-55 1,0 0-41-16,0 4-37 0,0-4-20 0,-6 3-112 16,6 1 50-16,-6 0 44 0,6 8 35 0,0-6 32 0,-7 5 24 15,7-1 117-15,0 6-44 0,0-1-35 0,0-1-27 16,0 1-23-16,0-1-21 0,7 1-12 16,-1 0-10-16,0-1 1 0,0-2-4 0,2 2-5 15,4-3-7-15,-5-4-7 16,6 1-7-16,0-1-11 0,7-3-6 0,-8-1-4 15,2-3-1-15,5 0-5 0,-6-3 1 16,0 3-1-16,1-8 2 0,-2 5 5 0,1-5 8 0,-6-2 9 16,-1-1 7-16,1 0 8 0,-7-4 4 0,6 0-5 15,-6 1-4-15,0-5-7 0,0 4-3 0,-6-3-5 16,6 4 3-16,0 3 2 0,0-4 3 16,-7 7-1-16,7 1-2 0,0 1-7 0,0 1-9 15,0 1-6-15,0 1-6 0,0 3-5 16,0 0-2-16,0 0-4 15,0 7 1-15,0-2 1 0,7 1 1 0,-7 5 0 0,0-1 2 16,6 2 3-16,0 3 2 0,2-5-3 0,-8 5 1 16,6 0 1-16,0-4-9 0,1 4-25 15,-1-4-36-15,8 0-42 0,-8-1-58 0,0 1-87 16,8-3-95-16,-8 0-125 0,7-5-125 0,0 0-128 16,-6-3-99-16,5-3-79 0,-5 3-4 15,0-3 91-15,-1-5 130 16,0 0 155-16,2 2 147 0</inkml:trace>
  <inkml:trace contextRef="#ctx0" brushRef="#br0" timeOffset="4030.83">6434 2242 11 0,'0'-15'302'0,"-6"1"72"16,6-1 69-16,0 0 23 0,-6 1-15 16,6 2-6-16,0 1-9 0,0 0-13 0,-8 4-28 15,8 0-46-15,0 3-60 0,0-3-75 0,0 4-59 16,8 3-43-16,-8-5-26 0,6 5-7 16,0 5-1-16,1-2 10 15,-1 0 16-15,1 5 12 0,-1 3 9 0,7 1 6 0,-7-2 2 16,2 5-4-16,-2-1-8 0,0 1-11 0,7 3-13 15,-13-3-13-15,13-1-11 0,-13 1-12 0,7 0-9 16,-1-1-1-16,1-2 2 0,-7 2 0 16,7-3 5-16,-7-4 6 0,6 4 5 0,-6-3 5 15,6-5 7-15,-6 1 9 16,0 0 11-16,0-1 15 0,7-3 15 16,-7 4 11-16,-7-4 0 0,7 0-8 0,0-4-16 15,0 1-23-15,-6-1-25 0,0-3-53 0,-1-1-17 0,0-3 0 16,1 1 0-16,-1-6 0 0,1 3 0 0,-1-3 0 15,7-2 0-15,-6 0 0 0,6-4 0 16,0 4 0-16,0-1 0 0,6 5 0 0,-6-1 0 16,7 0 0-16,-1 4 0 0,1 0 0 0,-1 4 0 15,8-1 0 1,-2 5 0-16,2-1 0 0,-2 1 0 0,1 3-8 0,1 3-2 0,5 1 0 16,-6 4 3-16,0-2-1 0,0 5-1 15,0 0 2-15,1 0 2 0,-8 0-1 0,6 3 1 16,-5 2 2-16,0-1 3 0,-1-1 0 0,1-3 0 15,-7 4-1 1,6-5 0-16,0 5-6 0,-6-4 5 0,8-3 2 0,-8 2-2 0,0-2 5 0,6-5 0 0,-6 5 8 16,0-8-1-16,0 4 3 0,0 0 10 0,0-4 5 15,0 0-28-15,0 0 0 0,-6 0 0 32,6-4 0-32,-8 0 0 0,2 1 0 0,6-5 0 15,-6 0 0-15,-1-2 0 0,7-5 0 0,-6 1 0 16,6-1 0-16,0 0 0 0,0 1 0 0,6-1 0 15,-6 0 0-15,7 3 0 0,-1 2 0 16,0-1 0-16,2 5 0 0,-2-3 0 0,7 6 0 0,0-1 0 16,0 4 0-16,7 4 0 0,-8-1 0 0,2 6 0 15,5-3 0-15,-6 5 0 0,0-1 0 16,7 6 0-16,-8-1 0 0,-5-1 0 0,6 4 0 16,-6-3 0-16,-1 0 0 0,0-1 0 0,-6 2 0 15,8-3 0-15,-8-1 0 0,6-2 0 0,-6 2 0 16,-6-5 0-16,6 0-41 0,0 1-175 15,-8-1-95-15,8-3-123 0,-6-4-181 16,0 0-214-16,-1-4-211 0,1 0-66 0,-1 1 27 16,0-8 96-16,1 3 188 0,0-3 242 0</inkml:trace>
  <inkml:trace contextRef="#ctx0" brushRef="#br0" timeOffset="4782.04">7626 1688 303 0,'0'-3'440'0,"-7"-5"84"0,7 1 61 16,0 0-1-16,-6 0-62 0,6 3-50 0,-7-3-46 31,7 3-58-31,-6 1-66 0,6-2-82 0,-6 5-63 0,-1-3-51 16,0 3-33-16,1 3-13 0,0 2-3 0,-8 2 3 16,8 4 13-16,-7 3 17 0,0 4 10 0,0 1 10 15,-7 7 2-15,7 3 0 16,0 4 2-16,0 4-5 0,0 2 6 15,0 3 6-15,0-3 8 0,0 5-1 0,7 0-7 16,-1 0-5-16,1 0-15 0,6-1-15 16,0 2-15-16,0-4-10 0,6-2-11 0,7-2-8 0,-7 0-7 0,8-5-8 15,-2 2-5-15,8-5-5 0,0-3-2 16,-7-4-2-16,7 0-2 0,-1-8-3 0,-6-3-8 16,6 0-25-16,1-3-53 0,-7-5-73 15,6-3-94-15,-6-3-138 0,7-1-162 0,-7-7-168 16,0 0-162-16,0 0-91 0,0-4 7 0,0 1 91 15,-7-4 142 1,8-1 181-16</inkml:trace>
  <inkml:trace contextRef="#ctx0" brushRef="#br0" timeOffset="5000.28">7919 2183 552 0,'0'-3'716'0,"-6"-6"93"0,6 7 61 0,0-2-67 16,-7 0-195-16,7 0-212 15,0 4-137-15,-6 0-65 0,6 4-43 0,0 4-21 0,0-1-6 16,0 4 0-16,0 0-1 0,0 4-11 16,0-1 0-16,0 1-5 0,0 3-7 0,0-3-13 15,6-1-14-15,-6 4-13 0,7-6-16 16,-7 2-11-16,0-3-13 0,6-3-7 0,-6 3-4 16,0-4-13-16,0-3-41 0,6 3-61 0,-6-3-103 15,0-1-159 1,0-3-208-16,0-3-217 0,0-1-137 0,0-3-36 0,0-4 52 0,0 0 134 15,0-3 192-15</inkml:trace>
  <inkml:trace contextRef="#ctx0" brushRef="#br0" timeOffset="5141.45">7913 2073 260 0,'-7'-10'511'0,"7"2"69"0,-6-3 46 0,-1 4-22 0,7 3-160 15,0-3-153-15,0 2-112 0,0 3-67 16,7-3-70-16,-1 5-91 0,1 0-94 0,-1 0-119 0,8 5-105 15,-2-3-153-15,8 3-58 0,-7-2 13 0,7 1 52 16,-8 0 97-16</inkml:trace>
  <inkml:trace contextRef="#ctx0" brushRef="#br0" timeOffset="5617.6">8154 2088 207 0,'6'4'437'0,"-6"-1"55"0,0-3 40 0,0 4-52 0,0-1-98 15,0 2-74-15,6-5-45 0,-6 6-14 16,0-2 7-16,0 3 7 0,7 1-3 0,-7 4-26 15,7-2-27-15,-7 1-23 0,6 4-27 16,-6-1-24-16,7 0-18 0,-7 1-11 0,0 4-8 16,6-4-7-16,-6-1 0 0,0 1 2 0,0-5 6 15,0 1-1-15,6 1 1 16,-6-5-2-16,0 0-9 0,0 1-10 0,0-5-11 0,0 1-9 16,0 0-2-16,0-1 8 0,0-3 8 15,0 0 7-15,-6 0 4 0,6 0-2 0,0-3-10 16,-6-1-15-16,6 0-17 0,-7-2-16 15,1-6-8-15,6 1-4 0,-7-3-1 0,7-5-3 0,0 1-2 16,0 3 1-16,0-3-1 0,7 0-2 16,-1-1 0-16,-6 5-1 15,13-1 0-15,-7 0-1 0,1 4 0 0,6 0 1 0,1 0-1 16,-2 4 1-16,1-1-2 0,1 5 0 0,-2-1-1 16,2 1 2-16,-2 3 0 0,1 0 0 15,1 3 1-15,-2 1 2 0,-5 4 0 0,6-5-1 16,-7 8-1-16,8 0 2 0,-8 1-1 15,1-2 2-15,-1 5 7 0,0-1 3 0,-6 1 3 16,7 0 2 0,-7-1 2-16,7 1-3 0,-7-5-6 0,6 5-1 0,-6-4-3 0,0 0-2 15,0 1 0-15,0-1-20 0,6-4-40 16,-6 0-62-16,0 0-71 0,0-2-95 0,0-2-139 16,7 0-150-16,0-6-138 0,-1 3-133 0,1-8-65 15,-1 1 22-15,1 0 96 0,6-5 151 16,-1 1 165-16</inkml:trace>
  <inkml:trace contextRef="#ctx0" brushRef="#br0" timeOffset="5859.14">8642 2026 157 0,'0'-15'563'0,"0"0"130"0,-7 4 86 16,7 0 93-16,0 0-128 0,-6 4-141 0,6 0-121 16,-7-1-99-16,7 1-73 0,0 7-84 0,0-4-67 15,0 4-50-15,0 4-36 0,0 0-10 16,0 7-4-16,7 0 3 15,-1 3 12-15,-6 1 11 0,7 3 2 0,-7 4-9 0,7-3 1 16,-1 3-1-16,0 3-8 0,-6-3-7 0,7 0-8 16,-7 0-7-16,7 0-10 0,-1 0-9 15,-6 0-10-15,6-4-7 0,-6 1-5 0,0-5-10 16,0 2-36-16,0-3-56 0,0-5-79 16,0 3-109-16,0-4-171 15,0-2-198-15,0-2-201 0,0-3-121 0,-6-3-14 16,0-2 61-16,-1-2 144 0,0 0 190 0</inkml:trace>
  <inkml:trace contextRef="#ctx0" brushRef="#br0" timeOffset="6083.11">8557 2198 193 0,'-13'-7'634'0,"7"3"129"15,-7-3 85-15,7 3 70 0,-2-1-151 0,8 3-205 16,0-2-187-16,0 4-119 0,0-4-70 16,14 4-53-16,-1-4-30 15,6 4-9-15,0 0 6 0,8 0 11 0,-1 0 4 0,0-3-1 16,0 3-7-16,0 0-11 0,7-4-13 0,-7 4-19 15,-1-4-14-15,2 4-15 16,-1-2-9-16,-6 2-11 0,-8 0-9 0,2-5-24 0,-2 5-45 16,-5 0-67-16,-1 0-90 0,1 0-135 15,-7 0-177-15,0 0-199 0,0 5-166 0,-7-5-46 16,1-5 30-16,-1 5 104 16,1 0 162-16,0-4 209 0</inkml:trace>
  <inkml:trace contextRef="#ctx0" brushRef="#br0" timeOffset="6750.23">10010 2135 333 0,'0'-7'459'0,"0"-4"76"0,-7 1 74 15,7-2-28-15,-6-2-60 0,-1-1-56 16,-6 0-48-16,7 1-49 0,-8-2-64 0,2 2-78 15,-2 3-58-15,-5 4-50 16,6 3-35-16,-6 1-23 0,-1-2-16 0,1 10-16 16,-1-2-10-16,0 4 0 0,1 1 1 0,-1 3 1 0,8 4 2 15,-8-1 7-15,6 4 5 0,8-3 6 16,-7 4 4-16,7-1 4 0,6 0 6 0,0 0 5 16,0-3 2-16,6 4-1 0,1-5 0 15,-1 0 1-15,7-2 5 0,6 2 5 0,-5-6 2 16,5 2 4-16,1-2 1 0,6-4-6 0,-6-1-10 15,-1-3-8 1,7 0-7-16,-6-3-5 0,-1-1-2 0,-6 1-3 0,6-5 5 16,-5 1 14-16,-2-4 10 0,2 0 7 0,-8-4 5 15,1 4 9-15,-1-3-1 0,0-5-12 0,-6 4-1 16,8-3 0-16,-8 3 3 0,0 4-2 16,0 1 0-16,0-1-4 0,0 3-8 0,0 1-12 15,0 4-15-15,0-2-11 0,0 2-13 0,0 3-5 16,0 0-6-1,0 3-5-15,0 5 1 0,0-1-1 0,0 4 3 16,0 0-1-16,6 4 1 0,-6-1 2 0,6 6 5 0,0-7-3 16,2 6 0-16,4-4-2 0,-5-1 2 15,6 4-1-15,-6-3-6 0,5-1-10 0,-6 1-27 16,8-4-42-16,-8 0-62 0,7-4-78 0,-6 1-94 16,0 0-122-16,5-5-142 0,-4 1-147 0,-2-4-119 15,0 0-104 1,0-4-3-16,1-4 84 0,-7 2 142 0,0-1 175 0</inkml:trace>
  <inkml:trace contextRef="#ctx0" brushRef="#br0" timeOffset="7374">10180 2139 253 0,'-8'-15'433'0,"2"4"64"15,6-3 68-15,-6 3-11 0,6 0-56 0,0 4-54 16,0 0-43-16,0-1-36 16,0 1-49-16,6 3-71 0,-6-3-61 0,6 3-40 15,8 0-27-15,-8 4-9 0,7-3-3 0,0 6-4 0,6-3 2 16,1 4-1-16,-7 0-2 0,7 3-2 15,0 4 0-15,-2-3-4 0,2 2-12 0,0 1-8 16,-7 0-7-16,7 4-4 0,-8-4-9 0,2 3-7 16,-1-3-7-16,-1 4-1 0,2-5-8 15,-8 6-5-15,-6-5-6 0,6 4-4 0,-6-5 1 16,0 1-4-16,0 0-1 16,0 1-1-16,-6-5 2 0,0 0-1 0,-1 0-3 0,0 1 2 15,1-5 5-15,-7-3-2 0,7 5 4 16,-1-5 5-16,-6-5 8 0,7 2 1 0,-8-1 2 15,8-3 7-15,0-1-4 0,-1 1 2 0,0-4-3 16,1-4-2-16,-1 1 0 0,7-1-5 0,0-3-1 16,0 2-4-16,7-1-5 0,-1-2-2 15,1 5-3-15,0 0-5 16,-1 2-1-16,6-2-2 0,2 6-2 0,-1-2-1 0,7 2-3 16,-1 4 1-16,0 1-1 0,8-1 0 0,-8 4-2 15,8 0 1-15,-2 4-2 0,-5-1 2 16,6 4 1-16,-6 1-2 0,-1 3 0 0,1 0 0 15,-8 0 0-15,2 0-1 16,-1 3-1-16,-1 1 2 0,2 0 0 16,-8 0 0-16,0 3 2 0,-6-3 3 0,8-1 1 15,-8 1 2-15,-8-1 0 0,8 1 2 0,-6-4-4 0,0 0 3 16,-1 1 5-16,0-2 8 0,1-2 10 16,0-5 17-16,-1 5 21 0,1-5 22 0,-1-3 24 15,0 0 18-15,1 0 12 0,6-3 6 0,-6-1 1 16,-1 0-61-16,7-4-90 0,0 2 0 0,0-6 0 15,0-2 0-15,7-1 0 0,-1-3 0 16,0-1 0-16,1 1 0 0,6-4 0 16,0 0 0-16,0 0 0 0,0 0 0 0,1 4 0 15,5 0 0-15,-6 0 0 0,0-1 0 0,-1 8 0 16,2-1 0-16,-1 2 0 0,0 2 0 16,-7 1 0-16,7 3 0 0,-6-3 0 0,0 7-229 0,5-3-224 15,-5 3-119-15,0 0-136 0,5 0-145 16,1 3-155-16,1-3-41 15,-2 4 42-15,2-1 116 0,-2-3 170 16,8 4 202-16</inkml:trace>
  <inkml:trace contextRef="#ctx0" brushRef="#br0" timeOffset="8015.57">11169 1908 97 0,'-13'-7'549'16,"6"4"129"-16,1-8 99 0,0 3 73 0,6 5-121 15,0-4-179-15,0-1-148 0,0 4-109 0,6-3-83 16,7 3-55-16,-7 0-28 0,14 1-11 16,-6-1-20-16,4 1-6 0,2-2-4 0,7 2-6 15,-9 3-9-15,9-4-12 0,-7 1-11 16,6-1-14-16,-14 4-10 0,8-4-10 0,-7 4-10 16,-1-3-17-16,-4 3-39 0,-2 0-43 0,0 0-55 15,-12 0-74 1,6 0-89-16,-14 3-80 0,2 1-62 0,-1-4-51 15,0 4-32-15,-6-1 7 0,-1 1 48 0,0-1 72 16,1 2 91-16,-1-2 98 0,0 1 110 0,1-1 112 0,-1 1 105 16,2-4 90-16,4 4 79 0,1-4 74 15,6 3 51-15,-6-3 24 0,7 0-13 0,0 4-35 16,-1-4-48-16,7 0-66 0,-7 0-58 16,7 4-42-16,0-1-21 0,-6 4 3 0,6 5 7 15,0-1 14-15,0 8 14 0,6-2 6 16,-6 5 2-16,0 0-8 0,7 4-6 0,-7 0-8 15,0 3-6-15,7-3-8 0,-7 3-6 0,0 0-6 16,0-3-2-16,0 3-4 0,-7 0-6 16,7-3-10-16,0 0-5 0,0 0-3 0,-7-4-2 15,7-1 2-15,0-2 4 0,-6-5-27 16,6-3-85-16,0 0 0 16,0-3 0-16,0-1 0 0,0 0 0 0,0-3 0 0,0-4 0 0,0 3 0 15,0 1 0-15,0-4 0 0,0 0 0 16,0 0 0-16,0 0 0 0,0 0 0 0,0-4 0 15,6 4 0-15,1-3 0 0,0 3 0 16,-1-4 0-16,0 0 0 0,7 4 0 0,-6-3 0 16,6-1 0-16,1 4 0 0,-2-3 0 0,8-2 0 15,-1 5 0 1,-5-3 0-16,4 0 0 0,2 3 0 0,-7-4 0 0,7 0 0 0,0 1 0 16,-8-1 0-16,8 0 0 0,-1 1 0 0,-5-1-221 15,-2 0-346-15,8 1-199 0,-7-5-213 16,0 1-153-16,0 0-25 0,0-5 59 0,0 6 136 15,-6-5 225-15,5 0 264 0</inkml:trace>
  <inkml:trace contextRef="#ctx0" brushRef="#br0" timeOffset="8577.28">11748 1960 1 0,'-6'-8'542'0,"6"5"154"0,-6-5 99 0,6 1 76 15,0 3-51-15,0-3-177 0,0 3-170 0,0 1-127 16,0 0-87-16,6-2-57 16,0 2-50-16,1 3-39 0,6 0-34 0,1-4-23 0,-2 4-12 15,8 0-14-15,-1 4-7 0,1-4-8 0,0 0-3 16,-1 0-2-16,7 0-3 0,-6-4-1 0,-1 4-2 16,1-3-1-16,0 3-2 0,-2-4 0 0,-4 0 10 15,-1 1 9-15,-7-1 10 0,8 0 12 16,-8 1 9-1,-6 3 10-15,6-5-3 0,-6 3-3 0,6 2-6 16,-6 0-10-16,0-5-7 0,0 5-6 0,0 0-7 0,-6 0-3 16,6-3-2-16,0 3 1 0,0 0 0 15,0 0-1-15,0 0 2 0,-6 0-2 0,6 0 0 16,0 0-4-16,0 0-2 0,0 0-1 0,-6 3-2 16,6 2-1-16,0 2 3 0,-8 4 9 15,2 0 11-15,6 4 14 0,-6 2 13 0,-1 2 11 16,7 3 5-16,-6 3 0 15,-1 0-3-15,7 2-7 0,0-2-7 0,-7 1-1 0,7-1 0 16,0 1 7-16,0 0 8 0,0 0 10 0,7-5 6 16,-7 5 2-16,7-8-1 0,-7 1-3 15,6-1-5-15,1-3-4 0,-7-5-48 16,6 2-24-16,-6-1 0 0,0-4 0 0,6-3 0 16,-6-1 0-16,0 1 0 0,0 0 0 0,0-4 0 15,-6 0 0-15,6 0 0 16,-6 0 0-16,-7-4 0 0,-1 4 0 0,2-4 0 0,-8 1 0 15,0-1 0-15,1 0 0 0,-7 1 0 0,6-1 0 16,-5 0 0-16,-1 1 0 0,6 0 0 0,0-2 0 16,1 1 0-16,-1 1 0 0,7 3-202 15,6-3-404-15,7-1-218 0,0 0-212 16,7 1-127-16,0-2-7 0,5 2 80 0,8-5 160 16,0 6 240-16,5-6 260 15</inkml:trace>
  <inkml:trace contextRef="#ctx0" brushRef="#br0" timeOffset="8765.49">12407 2333 372 0,'18'5'670'0,"-4"-2"107"0,-8 0 73 0,8-3 8 0,-14 4-158 0,6 3-164 15,-6-3-152-15,0 3-83 0,-6 4-58 16,6-3-56-16,-7 3-54 0,-6 0-47 0,7-1-30 16,-8 1-21-16,8 0-14 0,-7 1-14 15,0-1-41-15,0-4-78 0,-1 0-134 0,8 0-166 16,0 1-190-16,-7-4-192 0,6-1-111 0,1 1-1 15,-7-4 88-15,6 0 142 0,0-4 178 16</inkml:trace>
  <inkml:trace contextRef="#ctx0" brushRef="#br0" timeOffset="9281.85">13396 2216 88 0,'0'-8'410'0,"7"2"73"16,-7-5 64-16,-7 0 51 0,7 0-50 0,-6-1-65 15,6 1-37-15,-6 0-27 0,6 0-25 16,-8 0-49-16,8 5-59 0,-6-2-41 0,6 1-36 15,0 3-28 1,-6 0-25-16,6 1-30 0,0-1-31 0,0 4-27 16,-6 0-25-16,6 4-16 0,0-1-11 0,-8 5 0 0,8-1 5 15,-6 4 12-15,6 3 13 0,-6 6 3 0,6-7 7 16,0 6 4-16,0-1-2 0,0-4-9 0,0 5-10 16,0-4-1-16,6 3-7 0,-6-3-7 15,0-4-9-15,6-1-2 0,-6 1-5 0,8-3-10 16,-8 0-36-16,0-2-53 0,6-2-75 15,-6 1-126-15,0-5-160 0,0-5-161 0,0 1-141 16,0-2-140-16,0-5-26 0,-6 0 70 0,6-1 130 16,0-2 156-16,0-4 165 0</inkml:trace>
  <inkml:trace contextRef="#ctx0" brushRef="#br0" timeOffset="9413.41">13338 2000 182 0,'-7'-15'485'0,"7"1"56"16,-6-1 35-16,6 4 16 0,0 0-195 0,0 0-160 0,-7 7-100 15,14-2-80-15,-7 6-90 0,6 0-107 16,1 0-124-16,-1 3-153 0,8 0-97 0,-2 1-25 16,2 3 26-16,-2-3 68 0</inkml:trace>
  <inkml:trace contextRef="#ctx0" brushRef="#br0" timeOffset="9906.84">13585 2014 67 0,'0'5'486'0,"0"-3"116"0,0 3 76 0,0-5 49 0,0 0-133 15,0 3-143-15,0-3-110 0,6 4-84 0,-6 3-43 16,0 1-20-16,8-1-6 0,-2 4-10 16,-6 0-18-16,6 4-12 0,-6 0-10 0,7-1-8 15,-1 4-5-15,-6-3-5 0,0 2 0 0,7-1-3 16,-7 2-5-16,0-3 0 0,0 3 3 16,0-4 0-16,7-2-1 0,-7 2-6 0,0-3-9 15,0 1-14-15,0-6-11 0,0 2-11 16,0-4-7-16,0 0 3 0,0-1 9 0,0-3 5 15,0 3 2-15,0-3-2 0,0-3-5 32,-7 0-11-32,7-1-14 0,-7-3-16 0,7-4-7 0,-6 4-7 15,-1-9-3-15,1 5-2 0,6-7-2 0,-6 0 0 16,6 0-3-16,0-1 0 0,0-4-3 0,0 6 0 16,6-2 0-16,0 1 0 0,1 3 0 0,-1 1-1 15,8-1-4-15,-2 5 1 0,-6-2 0 16,14 5-2-16,-6 0 0 0,-1 3 3 0,6 0 2 15,-6 4-1-15,0 0 0 16,7 4 1-16,-8 3 0 0,2 1-3 16,-8 2 1-16,8 2 0 0,-8 2 2 0,0 1 0 0,1-1 1 0,-1 5 3 15,1-5 0-15,-7 5 0 0,6-1 1 16,-6-3 2-16,0 3 2 0,0-3 1 0,0-1 3 16,0 1 0-16,0 0-1 0,0-4-2 15,0-1-1-15,0 1-2 0,0-3-6 0,0 3-26 16,7-8-51-16,-7 6-71 0,0-6-95 15,0 0-127-15,6-3-185 16,0 0-186-16,2-3-169 0,-2-5-108 0,0 1 1 0,7-4 78 16,-6 0 163-16,12-4 196 0</inkml:trace>
  <inkml:trace contextRef="#ctx0" brushRef="#br0" timeOffset="10166.82">14074 2007 157 0,'0'-15'610'0,"0"-3"124"0,-7 4 89 0,7-5 78 15,0 8-122-15,-6 0-185 0,6 5-170 0,0-2-110 16,0 1-76-16,0 7-59 0,0 3-35 16,0 4-15-16,6 1-4 0,1 6 15 0,-7 5 16 15,6-1 11-15,0 4-2 0,2 0-1 16,4 0-7-16,-5 3-9 0,-1 1-15 0,1-3-17 16,-1 2-25-16,1-3-17 0,-1 0-18 0,1 0-18 15,0-4-12-15,-1 0-11 0,0 0-2 0,-6-3-18 0,7-4-37 16,-7 5-56-16,7-6-74 0,-7-2-83 0,0-1-91 15,6-3-108-15,-6-1-118 0,0-3-97 16,0 0-80-16,-6-7-42 0,-1 0-30 0,0-1 21 16,1-2 100-1,-7-2 124-15,6-3 138 0</inkml:trace>
  <inkml:trace contextRef="#ctx0" brushRef="#br0" timeOffset="10374.94">14054 2198 33 0,'-19'-11'512'0,"5"4"163"0,-5 3 114 0,6-3 96 0,6-1-46 15,-5 4-148-15,5-3-151 0,7 3-133 16,0 2-94-16,0 2-78 0,7-5-59 0,-1 5-40 15,7 0-25-15,7 0-11 0,0 0-1 0,-1 0 2 16,7 0-2-16,0 5 3 0,0-5 1 16,0 0 0-16,0 0-3 0,0 0-8 0,0 0-9 15,-6 0-17 1,6 0-15-16,-7 0-14 0,1-5-10 0,-1 5-8 0,-6 0-17 0,0 0-18 16,1-4-45-16,-8 4-65 0,0 0-74 0,0 4-99 15,2-4-113-15,-2 0-146 0,0-4-137 16,1 4-140-16,-1 0-101 0,8 0 7 15,-8-3 73-15,6 3 135 0,8-4 166 0</inkml:trace>
  <inkml:trace contextRef="#ctx0" brushRef="#br0" timeOffset="10949.06">14771 2021 31 0,'0'-2'572'0,"0"-6"135"0,0 0 83 16,0 1 60-16,0 0-69 0,0 3-195 15,0 1-199-15,0-2-121 0,6 2-73 0,-6 3-51 16,0 0-44-16,7 3-28 16,-7 2-13-16,6 2-4 0,0 0 6 0,1 0 6 0,-7 4 10 15,7 4 8-15,-1 0 1 0,0 4 9 16,-6-1 1-16,8 3-6 0,-8-2 1 0,0 4-6 16,6-2-4-16,-6 1-12 0,0-4-4 0,0 4-3 15,6-4-2-15,-6-3 2 0,0 0 3 16,0-1 8-16,0-2 5 0,0-6 3 0,7 2 3 15,-7 0 4-15,0-5 8 16,0 0 10-16,0 1 16 0,0 1 12 0,0-5 9 16,0 0-2-16,0-5-10 0,0 5-37 15,-7-7-92-15,7 4 0 0,0-8 0 16,-6 3 0-16,6-7 0 0,-6 4 0 0,6-7 0 16,-8 0 0-16,2-1 0 0,6 1 0 15,-6-4 0-15,6 0 0 0,0 5 0 0,0-3 0 16,6 3 0-16,-6 2 0 0,6 0 0 0,2 1 0 15,-2 2 0-15,0 1 0 0,1 4 0 0,6 0 0 0,0 0 0 16,7-1 0-16,-8 4 0 0,8 4 0 0,-1-4 0 16,1 4 0-16,-7 0 0 0,7 4 0 15,-1 0 0-15,-6 4 0 0,1-1 0 0,-2 4 0 16,1 0 0-16,0 4 0 0,-6 3 0 0,-1-4 0 16,8 4 0-16,-8 1 0 0,0-1 0 15,1-3 0-15,-1 3 0 16,-6 1 0-16,7-5 0 0,-1 1 0 0,-6-1 0 0,7-2 0 15,-7 2 0-15,0-7 0 0,6 4 0 0,-6-4 0 16,6 1 0-16,-6-5 0 0,8 5 0 0,-8-4 0 16,0-4-8-16,6 4-365 0,-6-4-133 15,0-4-161-15,6 0-180 0,-6-4-176 0,0-3-72 16,7-3 22-16,0-1 109 0,-1 0 176 16,0-6 221-16</inkml:trace>
  <inkml:trace contextRef="#ctx0" brushRef="#br0" timeOffset="11265.66">15467 1656 259 0,'0'-15'614'15,"6"0"106"-15,2 1 71 0,4 3 57 16,-5 4-206-16,6-1-173 16,6 5-129-16,1 3-74 0,0 6-38 0,-1 1-25 0,7 9-4 0,0-2-5 15,1 8-1-15,-9 7-1 0,9 1 6 16,-7 7 22-16,-1 2 30 0,0 5 26 0,1 5 14 15,-1 2 5-15,-5-1-3 0,-2 2-80 16,2 0-212-16,-8 2 0 0,1-6 0 0,-14 3 0 16,7-3 0-16,-12-4 0 15,4 0 0-15,-4-7 0 0,-8 0 0 0,7-5 0 16,-7 1 0-16,1-7 0 0,6-4 0 16,-7-4 0-16,7-3 0 0,-7-4 0 0,14-4 0 0,-6 1 0 15,-2-8 0-15,8 0 0 0,-1-4-284 0,-5 0-233 16,4-8-153-16,-4 2-184 0,6-5-206 0,-8 1-50 0,1-5 28 15,-7 5 98-15,2-4 166 0,-2 0 233 16</inkml:trace>
  <inkml:trace contextRef="#ctx0" brushRef="#br0" timeOffset="12484.63">2689 3352 21 0,'0'0'307'0,"-6"-4"58"16,6 1 57-16,-7-4-14 0,7 3-14 0,0-4-6 16,0 1 11-16,-6 3 10 0,6-7-2 0,6 3-14 15,-6-2-29 1,0-1-46-16,0 3-56 0,0-2-45 0,0-2-31 0,0 2-28 16,0 2-23-16,0 1-23 0,0 0-19 0,-6 3-23 15,6 0-22-15,0 4-16 0,-7-3-11 16,0 3-10-16,1 3-8 0,0 1-1 0,0 0-1 15,-2 3-2-15,2 4-2 0,0 0 0 0,-1 4 1 16,7 3 0-16,0 1 1 0,0 6 2 16,0-3 5-16,7 3 2 0,-1 1 1 15,0 3 2-15,-6-4 7 0,8 5-1 16,-2-4-2-16,0-1-1 0,0 1-1 16,1-3 0-16,-7 2-6 0,0-3 3 0,-7 0-2 0,7-4 0 15,-6 1 1-15,0-5 0 0,0 1 0 0,-8 0 0 16,1-4 0-16,0 0 2 0,0-5 1 0,1-1 6 15,-2-1 8-15,1-4 7 0,0 0 6 16,0-4 0-16,0-1 2 16,0-1-1-16,7-5-6 0,-8 3 2 0,8-4-1 0,-1-2 2 0,1 3 0 15,6 1 1-15,-6 2-3 0,6 1-7 16,0 0-7-16,0 3-5 0,0 0-4 0,0 4-9 16,6 4-3-16,0 3-1 0,1 4-1 15,-1 4 2-15,1-1 2 0,6 9 5 0,-7-1 0 16,8 0 5-16,-2-1 2 0,-5 5 5 0,6-1 10 15,-6-3 10 1,5 1 9-16,2 3 6 0,-2-8 7 0,-5 4 2 0,6-8 3 0,0 1 4 16,-7-1 8-16,8-3 13 0,-8-3 6 15,7-5-1-15,0 0-8 0,-6-6-16 0,6 3-18 16,0-3-20-16,-1-1-15 0,-4-3-18 0,4 4-40 16,-5-6-61-16,-1 6-84 0,1-4-115 15,0 3-167-15,-1-3-209 0,0 0-216 16,0 0-151-16,2-2-29 0,-2 3 54 0,0-2 135 15,8 2 203-15,-1-2 239 0</inkml:trace>
  <inkml:trace contextRef="#ctx0" brushRef="#br0" timeOffset="13064.24">4161 4835 383 0,'0'-3'506'0,"0"-5"103"16,-6 5 98-16,6-1-18 0,-7 0-73 0,0-3-63 15,7 4-54-15,0-2-63 0,-6 5-84 16,6-3-72-16,0 3-65 0,-6 0-57 16,6 0-42-16,0 3-29 0,-7 5-14 0,1-1-3 15,6 4 13 1,-7 7 21-16,0-3 17 0,7 7 12 0,-6 1 5 0,6-2-4 16,0 1-15-16,-6-3-21 0,6 3-26 0,6-4-20 15,-6 1-18-15,0-6-12 0,0 3-6 16,0-5-5-16,6-1-9 0,-6 2-31 0,7-5-53 15,-7 0-73-15,0-3-102 0,7-4-152 16,-7 0-183-16,0-4-187 0,0 1-189 0,0-8-55 16,0 4 33-1,0-8 115-15,-7-4 170 0,7 1 207 0</inkml:trace>
  <inkml:trace contextRef="#ctx0" brushRef="#br0" timeOffset="13156.21">4109 4714 181 0,'-7'-11'435'0,"1"0"44"0,0 4 22 0,-1 0-39 15,7 0-161-15,-7 3-167 0,7 0-142 16,0 1-129 0,0 3-152-16,0 0-111 0,7 3-55 0,0-3 0 0,5 4 44 15,2-4 79-15</inkml:trace>
  <inkml:trace contextRef="#ctx0" brushRef="#br0" timeOffset="13682.1">4376 4700 30 0,'0'3'483'0,"0"1"96"0,-6-4 57 16,6 4 37-16,0-4-104 0,-7 3-152 0,7 1-124 16,0 0-59-16,0 3-24 0,0 4-4 15,0 4-6-15,0 0-10 0,0 3-3 16,7 0-12-16,-7 0-6 0,0 5-7 0,6-5-4 16,-6 3-4-16,0-2-2 0,0-1-3 15,0 1-10-15,0-5-9 0,0 1-6 0,0 0-11 16,0-4-14-16,0-4-14 15,0 0-15-15,0 0-11 0,0-2-17 0,0-2-8 16,0 0 1-16,0 2 5 0,-6-5 8 0,6 0 5 16,0 0 3-16,-7-5-1 0,7 2-10 15,-7 0-13-15,1-9-12 0,6 2-7 16,-7-5-5-16,7-4-4 0,-6-3 0 0,6 5 0 16,6-6 2-16,-6 2 1 0,7 2 0 15,-1-4-1-15,1 9-1 16,6-4-2-16,1 3 0 0,-2 1-3 0,1 3-1 0,7 0 0 0,-8 0 1 15,8 3-2-15,-7 2 0 0,0 1 1 0,7 2 1 16,-7 3 0-16,0 0-3 0,0 3 3 16,-7 4 0-16,7 5-1 0,1-1 2 0,-8 3 6 15,8 1 11-15,-8 3 9 0,0 0 10 16,0 5 7-16,1-5 4 0,-7 3-1 16,0 2-6-1,7-1-3-15,-7-4-4 0,0 0-5 0,0 1-4 0,0-1-5 16,0-4-2-16,0 2-5 0,0-6-11 0,0 1-22 15,0-3-42-15,0-1-57 0,0-4-77 16,0 2-94-16,6-5-113 0,1 0-131 0,-1-8-130 16,0 1-126-16,2-1-130 0,-2-6-29 15,6-1 52-15,-5-4 117 16,6 1 151-16,0-4 174 0</inkml:trace>
  <inkml:trace contextRef="#ctx0" brushRef="#br0" timeOffset="13921.44">4832 4729 73 0,'0'-15'490'0,"0"1"129"0,0 3 108 15,0-4 94-15,0 4-86 0,-6 1-119 0,6 2-100 16,0 1-104-16,0 3-93 0,-8 0-87 16,8 4-71-16,0 0-47 0,8 4-23 0,-8 7 0 15,6 1 7 1,-6 2 15-16,6 4 18 0,1 4 11 0,0 1-5 0,-7 2-13 16,6 0-12-16,1 1-18 0,-7 3-23 0,6-3-23 15,0 0-13-15,-6-1-13 0,0 1-8 16,8-4-5-16,-8 0-11 0,6-1-43 0,-6-5-73 15,0 2-105-15,0-7-163 0,0 0-194 16,0-4-222-16,-6 1-176 0,6-8-42 16,-8 0 44-16,2-5 128 15,0-2 177-15,-1 0 223 0</inkml:trace>
  <inkml:trace contextRef="#ctx0" brushRef="#br0" timeOffset="14114.91">4761 4960 207 0,'-8'-4'574'0,"2"1"121"0,-6-1 84 16,5 0 34-16,7 1-150 0,0-1-173 0,0 4-147 15,7-4-102-15,5 1-69 0,2 3-39 16,5-3-21-16,7 3-5 0,-6-5-2 0,6 2 4 16,7-1 4-16,-8 1 1 0,7-1-7 15,-6-3-11-15,1 3-13 0,-1-3-19 0,0 2-21 16,-13 3-18-16,7-3-18 0,-8 2-40 16,-5-1-66-16,0 0-118 0,-1 4-165 0,0-3-212 15,-6 3-235-15,0-4-95 0,0 4-5 16,-6 0 80-16,0 0 144 0,-1-4 203 15</inkml:trace>
  <inkml:trace contextRef="#ctx0" brushRef="#br0" timeOffset="14714.42">6011 4828 263 0,'0'-7'453'0,"0"-4"70"0,0-1 61 0,0 2-36 16,-7-5-86-16,1 3-88 0,0-1-66 0,-8-1-56 16,2 2-55-16,-2 4-59 0,1 1-54 15,-7 0-31-15,8 4-25 0,-8-2-12 0,7 5-8 16,-7 5-1-16,8-2-4 0,-2 4-3 16,2 0 3-1,-2 1 1-15,8 4 9 0,-1-2 7 0,1 1 7 0,6 0 9 0,0 4 12 16,6-1 8-16,-6 1 9 0,13-1 4 0,1 1 7 15,-2 3 4-15,2 1-5 0,5-4 7 16,1 7-1-16,0-4 3 0,-8 0-5 0,1 0-7 16,0 1 1-16,0-1-9 0,1 1-10 15,-14-1-4-15,6 0 2 0,-6-4 1 0,0-2 6 16,0 2 3 0,-6-3 10-16,6-4 5 0,-14 1 8 0,8-1 10 0,-7 0 5 15,-1-3 4-15,-4-4-3 0,4 4 0 16,-5-4-5-16,5-4-8 0,-5 4-9 15,0-7-9-15,5 3-11 0,-5-6-14 0,-1 2-11 16,8-3-12-16,-2 0-7 0,1 0-11 16,0-4-28-16,6 4-40 15,1 0-64-15,0 1-82 0,6 2-112 0,0 0-152 16,6-3-154-16,7 5-146 0,0-3-125 16,0 6-18-16,7-4 60 0,0 0 128 15,5-1 162-15,-5 1 179 0</inkml:trace>
  <inkml:trace contextRef="#ctx0" brushRef="#br0" timeOffset="15190.27">6122 4879 25 0,'0'-3'535'0,"0"-1"141"0,0 0 98 0,0 1 79 0,0-1-60 0,0-3-164 16,0 3-163-16,0 4-121 0,0-3-87 0,-7 3-74 16,7 0-60-16,0 0-49 0,0 0-38 15,0 3-16-15,0 1-6 0,0 3 4 16,0 0 6-16,-7 4 11 0,7 4 21 0,0 0 16 15,0-1 15 1,0 5 8-16,0-1 3 0,0-3-2 0,7 2-8 16,-7 2-13-16,7-1-14 0,-1-3-11 0,7 0-9 0,-6-4-7 15,6 4-5-15,-1-8-7 0,2 4-4 16,-2-7-2-16,2 3-5 0,-1-4 0 16,0-3 1-16,6 0 0 0,-5-3 1 0,-2-1 0 15,1 1 3-15,1-5 3 0,-2 1 7 16,-5-4 10-16,6 0 4 0,-7 0 5 0,1-4 6 15,0-3 10-15,-7-1 1 16,0 1-3-16,6-4 6 0,-6 4 6 0,0 0 0 0,-6 0-4 16,6 3-2-16,0 1-5 0,0 6-11 15,-7-3-11-15,7 7-9 0,0-3-12 16,0 3-9-16,0 4-5 0,0 0-4 0,0 0-4 16,0 7-1-16,0 1 0 0,0 3 2 15,0 4 1-15,0 3 1 0,0-4 1 0,7 5 0 16,-7-1 0-16,6 0 1 15,-6 1 0-15,7-5 0 0,-1 4-8 0,-6-3-18 16,6-4-33-16,1 4-44 0,0-4-50 0,-7-4-66 16,6 1-77-16,0-1-81 0,2 0-106 15,-2-3-111-15,7-4-111 0,-7 0-93 0,1 0-89 16,-1-4 7-16,1-3 90 0,-1 0 126 0,0-4 147 16</inkml:trace>
  <inkml:trace contextRef="#ctx0" brushRef="#br0" timeOffset="15982.82">6493 4997 66 0,'0'-19'358'0,"0"-3"76"0,0 4 66 0,-6 0 25 15,6 0-45-15,0 2-43 0,0 6-41 16,-8-1-35-16,8 3-42 0,0 1-46 0,0-1-68 16,0 5-60-16,0-1-45 0,0 4-32 15,8 0-19-15,-8 0-11 0,6 4 3 16,0-1 8-16,1 9 7 16,-1-5 8-16,1 8 12 0,-1-5 2 15,1 6 5-15,-7 2 1 0,6-4 2 0,-6 5 3 0,7-1-1 16,-7-3 5-16,7 3-1 0,-7 1-1 0,0-6-7 15,0 3-9-15,6-2-13 0,-6-2-14 16,0-2-12-16,6 1-13 0,-6-3-8 0,0-1 4 16,0-4 15-16,0 2 25 0,0-2 33 15,7-3 28-15,-7 3 19 0,-7-6 6 16,7 3-14-16,0-8-23 0,-6 5-37 0,6-4-27 16,-6-4-19-16,-1-4-13 0,7 0-6 15,-7 1-3-15,1-4 2 0,6-5 0 0,-7 1-2 16,7 4 0-16,0-4 1 0,0 4-3 15,7 0 0-15,-7-1 0 0,6 4-1 0,1 4-2 16,6-3 1-16,-7 7-1 0,8-5 2 16,-2 5-2-16,1 3 0 0,1-3 2 15,-2 3 1-15,2 4 0 0,-8-3 40 16,7 3-19-16,0 3-11 0,-6 1-8 0,5 0-3 16,-4 3-1-16,4 4-42 0,-6 0 16 0,1 0 13 15,0 4 7-15,6 0 2 0,-13-1 2 0,6 4 3 16,0-3 0-16,2 3 1 0,-8-3 4 15,6 3 3-15,-6-3 2 0,6-1 2 0,-6 2 4 16,0-6 2 0,7 1-1-16,-7-3 1 0,0-1-2 15,0 1 5-15,0-5 8 0,0 1 15 0,0-4 16 0,0 3 17 16,0-3 9-16,0 0 0 0,0-3-8 0,-7-1-15 16,1 1-17-16,6-5-19 0,-6-3-9 15,-2 0-9-15,8-1-3 0,-6-1-2 0,6-6-3 16,0 1-6-1,0-1-4-15,0 1-4 0,0-3-4 0,6 2-1 16,2 4-2-16,-2 0 4 0,0 1 2 16,1 3 2-16,6-1 10 0,0 2-3 0,0 2 1 0,0 1-3 15,0 3 2-15,6-3 0 0,-5 4-6 0,-1 3 3 16,7 3 1-16,-8-3 4 0,1 7-1 16,0 1 1-16,0 3 0 0,1-1 0 0,-2 5 2 15,2 0-1-15,-8-1 2 0,0 2 5 16,7 2 9-16,-13-4 8 0,7 5 4 0,0-5 6 15,-1 5 0-15,-6-4 0 16,0-1-9-16,6 0-6 0,-6 1-4 0,0-4-4 0,0 0-2 16,0 1-4-16,0-5-18 0,0 4-34 15,0-8-62-15,-6 5-86 0,6-5-112 0,0 1-174 16,0-1-211-16,6-3-229 0,-6-3-142 16,14-4-21-16,-8 3 56 0,7-3 144 0,7-4 211 15,-1-4 255-15</inkml:trace>
  <inkml:trace contextRef="#ctx0" brushRef="#br0" timeOffset="16198.25">7470 4884 87 0,'0'-5'593'16,"0"2"128"-16,0 3 75 0,6-4 57 16,-6 4-94-16,13-4-190 15,-7 4-179-15,8 0-92 0,5-3-45 0,-6 3-31 16,6 0-24-16,-5 0-27 0,6 0-19 0,-1 0-27 0,1-4-26 15,-1 4-23-15,0-4-25 0,-5 1-17 16,5-1-20-16,1 4-30 0,-8-3-53 16,2 3-77-16,-1-5-129 0,-7 5-171 0,0 0-193 15,2 0-200-15,-8 0-87 0,0 0 1 0,-8 5 91 16,8-2 152-16,-6 1 183 0</inkml:trace>
  <inkml:trace contextRef="#ctx0" brushRef="#br0" timeOffset="16405.89">7619 4949 144 0,'-13'7'510'0,"1"1"87"0,-2-1 75 0,8 0 59 16,0-3-127-16,-2 0-128 0,8 2-90 16,0-1-47-16,8-1-40 0,-2-1-37 15,0 0-26-15,1 1-19 0,6 0-10 0,6-1-5 16,-5-3-1 0,-2 0-5-16,8 0-8 0,-7 0-7 0,7 0-14 0,-8-3-23 15,8-1-26-15,-7 4-25 0,0-4-25 0,0 4-24 16,-7-3-19-16,8 3-31 0,-8 0-53 15,-6-3-79-15,7 3-101 0,0 0-158 0,-7-4-201 16,6 4-208-16,-6-5-172 0,6-1-43 16,1 2 39-16,-1-7 123 0,1 4 181 0,6-4 217 15</inkml:trace>
  <inkml:trace contextRef="#ctx0" brushRef="#br0" timeOffset="16964.5">8199 4751 330 0,'0'-7'574'0,"0"-3"100"0,-6 2 80 15,6-4-9-15,-7 9-147 0,7-5-151 0,0 2-120 16,-6 1-92-16,-1 2-75 0,7 3-55 0,-7 0-42 16,1 0-21-16,6 0-15 0,-13 3-6 15,6 2 3-15,1 1 7 0,0 2 13 0,-1-1 12 16,0 4 10-16,1 4 14 0,-1 0 6 15,1 3 9-15,6 0 10 0,0 4 11 0,0 0 7 16,0 0-2 0,6 3 3-16,1-2-7 0,-1 2-11 0,1-3-10 0,6-3-5 0,0 3 4 15,0-8 1-15,0 4 4 0,0-6 0 16,6-1 0-16,1 0 1 0,0-4-13 0,-1-4-8 16,1-3-7-16,6 5 4 0,-7-10 5 15,7 2 5-15,-6-1 15 0,0 1 12 16,-1-5 9-16,-6 1 13 15,6 0-82-15,-5-5-54 0,-1 1 0 0,0-3 0 16,-7-1 0-16,1-3 0 0,-1 0 0 0,-6-4 0 0,0 0 0 16,-6-1 0-16,6 2 0 0,-7-2 0 15,1 2 0-15,-7 3 0 0,0-1 0 0,-1 5 0 16,2-5 0-16,-2 8 0 0,-5-3 0 16,-1 2 0-16,8 5 0 0,-8 0 0 0,0-1 0 15,1 5 0-15,5-1 0 0,-4 1 0 16,4-1 0-16,1 4 0 15,-7 0 0-15,14 0 0 0,-7 4 0 0,0-1 0 0,7 1 0 16,-1-1 0-16,-6 2 0 0,6 1 0 16,7-2 0-16,-6 3-15 0,6 1-401 0,-6-1-111 15,12 4-154-15,0-3-198 0,1-5-181 16,6 5-46-16,0-6 35 0,0 3 107 16,6-5 185-16,1 0 249 0</inkml:trace>
  <inkml:trace contextRef="#ctx0" brushRef="#br0" timeOffset="17155.12">9032 4689 217 0,'0'-4'759'0,"8"1"141"16,-8-5 87 0,-8 1 67-16,8 3-84 0,0-2-317 0,0 2-222 15,0 4-125-15,0-5-79 0,0 5-64 0,0-3-65 0,0 3-79 16,0 0-94-16,0 0-115 0,0 3-164 15,0-3-210-15,0 5-236 0,0-5-162 0,0 4-37 16,8-1 43-16,-8 0 130 0,6 1 189 16,0 0 235-16</inkml:trace>
  <inkml:trace contextRef="#ctx0" brushRef="#br0" timeOffset="17344.47">9105 4934 385 0,'-8'22'660'0,"-4"-3"112"15,6-2 99-15,-8-2 32 0,1 4-181 0,7-1-158 0,-8-3-115 0,8 4-82 16,-6-5-78-16,-2 4-61 0,1-3-54 16,0-1-55-16,0 1-43 0,-7 0-40 15,8 0-64-15,-8-4-101 16,1 3-168-16,-1-6-215 0,0 3-259 0,1-4-187 0,6-4-57 16,-6 5 35-16,-1-5 132 0,7-3 194 15,-7 4 251-15</inkml:trace>
  <inkml:trace contextRef="#ctx0" brushRef="#br0" timeOffset="18405.75">4207 6392 19 0,'6'-7'477'16,"-6"3"96"-16,7-3 73 0,-7 0 75 16,0 0-59-16,0-5-157 0,0 2-106 0,0 2-70 15,0-3-50-15,0-4-59 16,-7 4-57-16,1 0-38 0,-1 1-27 0,1-5-13 16,-7 4-6-16,7 0 0 0,-8 4-1 0,1-1 2 15,0 1 0-15,0 3-4 16,0 1-4-16,0 0-5 0,0 3-1 0,0 3-3 15,7 0-6-15,-7 5-5 0,-1-2 0 0,8 10 9 0,0 2 10 16,-2 4 16 0,8 3 18-16,-6 5 14 0,6 3 10 15,6 3-3-15,-6 5-9 0,8-4-16 0,-8-1-19 0,6 1-17 16,0 0-18-16,-6-5-14 0,7-2-7 0,0 2-11 16,-7-6-4-16,0-1-2 0,6-2-5 0,-6-1-1 15,0-8-3-15,0 1 1 0,0-3-4 16,0-2-25-16,-6-3-48 0,6-4-78 15,-7 2-99-15,0-5-124 16,1-5-157-16,0-1-157 0,-8-2-161 0,8-3-101 16,-7-3 6-16,0-1 72 0,0-4 135 0,-1-2 166 15</inkml:trace>
  <inkml:trace contextRef="#ctx0" brushRef="#br0" timeOffset="19172.47">3861 6602 158 0,'0'-8'500'0,"-6"5"95"0,6-2 68 16,0 3 32-16,6-3-114 0,1-2-132 0,6 3-99 15,0 1-71-15,7-1-44 0,0 0-42 16,6 1-41-16,-1-1-29 0,7 4-20 0,2-3-13 16,-2-2-17-16,7 5-7 0,0-3-9 15,-6 3-5-15,5-4-2 0,-4 4-4 16,-2-3 3-16,-6-1 3 0,0 4 4 0,-6-4 5 16,-8 4 7-16,2-3 7 0,-1 3 3 15,-7 0-6-15,1 0-7 16,-7 0-12-16,0 3-14 0,-7-3-9 0,1 4-8 15,-7 3-8-15,7-3-6 0,-8 4-1 0,1 2-1 16,6-2 0-16,-6 2-5 0,1 1 2 0,5-3 3 16,-6 3 0-16,7 0 2 0,-1 1 4 15,0-2 4-15,7 0 6 0,0 2 9 0,0 3 9 16,0-5 6-16,7 2 8 0,0-2 4 16,5 1-1-16,2-3-4 0,-2 2-9 0,8-2-6 15,-1 0-11 1,1-1-8-16,0-3-3 0,5-1 4 0,-5-3 11 15,0 0 10-15,-1-3 15 0,1 3 22 16,0-4 20-16,-8-3 14 0,-5 3 5 16,-1 0 0-16,1-4-9 0,0 1-19 0,-7 0-20 15,-7-4-21-15,0 0-20 0,-6-4-9 16,1 1-8-16,-2-1-4 0,2-3-2 0,-8 3-4 16,7-3-1-16,-7 4-1 0,8 2 1 15,-2-2 0-15,1 3 0 0,7-1 1 0,-1 2 1 0,1 2 2 16,-1 1-1-16,7-4-1 0,0 3 0 0,7 1-1 15,-1 0 2-15,7 0-3 0,0 3 1 16,7 0-1-16,-7 4 0 0,13 0 0 0,-6 0-1 16,6 8 0-16,-1-4-1 0,9 6 1 15,-9-3-1-15,7 5 2 0,-6-1 0 0,-6 3 0 16,7 1 0-16,-9 0 2 0,-4-1-1 16,-1 4-1-16,0-4-1 0,-6 6 1 15,-1-6 0-15,-6 5 0 0,-6-5 0 0,6 0 4 16,-7 1 0-16,-6-4 5 0,6 0-1 0,1 1 0 15,-8-5 7-15,8-3 16 0,0-1 20 16,-7 1 15-16,6-4 28 0,1-4-89 0,-1 1-5 16,7-1 0-1,-6-8 0-15,6 2 0 0,0-1 0 16,6-7 0-16,1-1 0 0,-1-3 0 0,8-3 0 0,-8-4 0 16,6-1 0-16,8 0 0 0,-7 1 0 0,7 4 0 15,-8 3 0-15,8 0 0 0,0 3 0 16,-7 1 0-16,1 8 0 0,-2-2 0 0,1 1 0 15,-6 8 0-15,-1-5 0 0,1 5-75 0,-1 3-344 16,0 0-83-16,-6 0-115 0,8 3-163 16,-8 1-190-1,6-4-80-15,-6 4 6 0,0-1 74 0,6 1 142 0,-6-1 214 0</inkml:trace>
  <inkml:trace contextRef="#ctx0" brushRef="#br0" timeOffset="19812.78">5568 6147 126 0,'0'-11'434'0,"6"0"80"0,-6 0 89 15,0-4 55-15,7 4-52 0,-7-4-84 0,6 1-50 16,-6-1-35-16,0 1-55 0,0-1-68 16,-6 0-57-16,6 4-40 15,-7-3-37-15,-5 3-31 0,-2 3-30 16,2 1-27-16,-8 4-26 0,0-1-18 0,1 0-8 0,-7 4-7 15,0 4-7-15,-1 3 2 0,8 4 2 16,-7 4 0-16,0 7 6 0,0 0 17 0,6 11 6 16,-5 0 4-16,11 4 0 0,-5 7 3 15,6-1 0-15,6 5-9 0,1-1 12 0,0 5 15 16,-2-5 8-16,16 4 7 0,-8-2-2 16,6-5 0-16,0 0-13 15,7-4-18-15,0-4-13 0,0 1-14 0,7-7-9 0,-7-1-10 16,0-4-6-16,6-3-4 0,-5-4-7 0,5 1-24 15,-6-7-45-15,6-2-70 0,-5-7-90 16,6 1-116-16,-1-4-153 0,0-4-157 16,0-7-156-16,1 4-159 15,-7-8-29-15,7-2 52 0,-7-2 123 16,6-3 160-16,-5 0 190 0</inkml:trace>
  <inkml:trace contextRef="#ctx0" brushRef="#br0" timeOffset="20054.62">5711 6466 131 0,'-7'-12'562'0,"7"2"126"0,-6 0 97 16,6 1 84-16,-6-2-129 0,6 4-170 0,-6 3-156 16,6 1-100-16,0 3-69 0,0 3-52 15,0 8-21-15,0 0-3 16,0 4 4-16,0-1-2 0,0 5-8 0,6 3-12 0,-6 0-11 16,0-4-15-16,6 4-12 0,-6 0-18 15,0-4-14-15,0 1-17 16,0-1-18-16,6-4-14 0,-6 2-11 0,0-5-6 15,0-1-5-15,0-3-7 0,0 1-24 16,0-1-49-16,0-3-79 0,-6-4-111 0,6 4-165 16,0-8-186-16,0 0-186 0,-6-3-169 15,6-1-38-15,-6-6 49 0,-2 3 132 16,8-8 174-16,-6-1 198 0</inkml:trace>
  <inkml:trace contextRef="#ctx0" brushRef="#br0" timeOffset="20156.52">5646 6363 277 0,'0'-15'414'15,"-7"5"29"-15,7 2 17 0,-6-3-92 16,6 3-164-16,0 6-141 0,0-6-121 0,6 8-133 0,1-4-135 0,0 4-68 16,6 4-29-16,-1-4 21 0,2 3 56 15</inkml:trace>
  <inkml:trace contextRef="#ctx0" brushRef="#br0" timeOffset="20663.46">5887 6374 98 0,'0'7'419'0,"0"-3"54"0,0 0 47 16,0 4 30-16,0-2-97 0,6 2-80 16,-6 3-40-16,8 1-15 0,-8 1-18 0,6 1-26 15,0 6-37-15,0-6-39 0,1 4-26 0,0-3-11 0,-7 4 0 16,6-1 7-16,-6-4 3 0,7 1 6 16,-7 0 3-16,0-1-1 0,0-3-9 15,-7 0-11-15,7-3-12 0,0-1-15 0,0 0-17 16,0-3-17-16,-6 0-11 0,6-1-12 0,0-3-9 15,-7 4-9-15,7-4-4 0,-7 0-7 16,1-4-8-16,0 1-7 0,6-1-6 0,-6-3-5 16,-2-1-7-16,2-3-1 0,6-3-5 15,-6-1 0-15,6-4-4 0,6 1-1 16,-6-4 1-16,6 4 0 16,2-4-2-16,-2 3 0 0,6 2-1 15,2 2 1-15,-1 0-3 0,7 0 2 0,-8 4 0 0,8 0-1 0,-1 4 1 16,1 0 0-16,-8 4-2 0,8-2-1 15,0 2 1-15,-1 6 2 0,-5-3 5 0,-2 8 6 16,2-1 6-16,-1 3 11 0,-1 2 10 16,-5 3 7-16,6 0 4 0,-7 3 6 15,-6 0 0-15,0 4-5 0,0-4-3 0,0 1-4 16,0-1-6 0,-6 1-7-16,6-1-6 0,-6-4-6 0,6 1-5 0,-7 0-4 0,7-1-5 15,0-6-6-15,-7 2-25 0,7-3-47 16,0 1-67-16,0-4-89 0,0-1-127 15,7-3-173-15,-7 0-187 0,0-3-179 0,7-4-127 16,-1-5-14-16,0 2 74 0,2-1 148 16,4-5 194-16,1-1 219 0</inkml:trace>
  <inkml:trace contextRef="#ctx0" brushRef="#br0" timeOffset="20890.74">6388 6356 521 0,'0'-12'683'0,"-6"2"105"0,6-1 85 16,0-1-35-16,-6 2-182 0,6 6-185 15,0 0-135-15,0 1-82 0,0 6-58 16,6 1-39-16,-6 10-12 16,13 2-2-16,0 5 4 0,-7 2-2 15,8 3-8-15,-8 2-8 0,1 1-12 0,-1 1-7 0,1-4-12 16,-7-1-13-16,6 1-16 0,-6-3-15 0,7-5-17 16,-7-1-13-16,0-2-10 0,0-1-10 15,0-2-43-15,0-1-66 0,0-4-96 0,-7 0-133 16,7-7-188-16,-6 4-205 0,-1-4-191 15,1-4-86-15,-7-3 17 0,-1 0 90 0,2 0 163 16,-8-4 200-16</inkml:trace>
  <inkml:trace contextRef="#ctx0" brushRef="#br0" timeOffset="21098.42">6264 6579 161 0,'-12'-4'536'16,"-1"1"139"-16,0-1 116 0,6-3 63 0,1 3-116 16,6 1-148-16,0-1-128 0,0 1-111 15,13-5-91-15,0 8-59 0,0-4-34 16,13 1-18-16,-7 3-14 0,14-4-13 0,-7 4-9 15,0-4-10 1,6 1-6-16,-5 3-2 0,-1-4-6 0,0 0-10 0,0 1-15 0,0-1-12 16,-7 1-15-16,-5-2-17 0,-2 5-20 15,1-3-37-15,-6 3-52 0,0 0-73 16,-7 0-107-16,0 0-158 0,0 0-183 0,0 3-195 16,0-3-131-16,0 0-24 0,-7 5 54 15,7-5 131-15,0 0 178 0</inkml:trace>
  <inkml:trace contextRef="#ctx0" brushRef="#br0" timeOffset="21594.12">7040 6389 315 0,'-7'-8'612'0,"1"1"90"0,-7 0 77 15,7 3 21-15,-2-3-161 0,2 4-173 0,0-2-129 16,6 5-76-16,-6 0-58 16,6 0-42-16,-8 5-24 0,8 2-5 0,-6 4 8 15,6 3 20-15,-6 1 9 0,6 2 7 0,-7 2-1 16,7-1-8-16,0 1-15 0,0-1-14 15,0 1-9-15,0-5-10 0,7 4-13 0,-7-3-14 16,0 0-14-16,6-3-16 0,-6-2-17 16,0 1-17-16,6-5-12 0,-6 2-12 0,0-4-27 15,8 1-48 1,-8-2-78-16,0 0-109 0,0-3-159 0,0-3-188 0,0-5-199 0,0 1-185 16,0-4-46-16,0 0 42 0,0-8 124 15,-8 1 176-15,8 0 210 0</inkml:trace>
  <inkml:trace contextRef="#ctx0" brushRef="#br0" timeOffset="21719.02">6974 6239 181 0,'-6'-19'523'15,"6"5"74"-15,-6 2 50 0,6-2 32 0,0 3-196 0,0 3-177 0,0 1-115 16,6 0-79-16,-6 7-101 0,6 0-129 16,8 0-163-16,-8 3-206 0,14 6-110 0,-7-7-47 15,0 6 20-15,6-5 79 0,1 9 137 16</inkml:trace>
  <inkml:trace contextRef="#ctx0" brushRef="#br0" timeOffset="21980.98">7339 6374 492 0,'0'7'676'0,"-6"-3"92"15,6 0 62-15,0-1-43 0,6 2-175 16,-6-5-172-16,7 3-125 15,0-3-69-15,5 0-44 0,2 3-37 0,5-3-21 16,1 0-28-16,-1 0-24 0,7 0-20 0,-6-3-14 16,6 3-14-16,-7-3-20 0,1-2-9 0,0 5-2 15,-1-3-9-15,-6-1-17 0,0 0-45 0,-7 4-85 16,8-3-129-16,-8 3-164 0,-6 0-184 16,0 0-206-16,-6 0-73 0,-8 3 19 15,8 5 97-15,-13-5 145 0,5 5 177 0</inkml:trace>
  <inkml:trace contextRef="#ctx0" brushRef="#br0" timeOffset="22172.68">7372 6524 408 0,'-13'8'626'0,"7"-5"103"15,-1 1 65-15,0-1-33 0,7 2-158 0,0-2-144 16,7 1-117-16,0-4-80 0,5 3-42 16,2 1-33-16,5-4-32 0,1 4-27 0,-1-4-28 15,7 0-19 1,-6 0-17-16,0 0-16 0,5 0-13 0,-5 0-10 0,-8 0-8 15,8-4-5-15,-6 4-4 0,-2-4-8 0,-5 1-22 16,6 3-59-16,-6-4-116 0,-1 1-172 16,0-2-214-16,1 5-231 0,0-3-104 0,-1-1-9 15,7-3 79-15,-6 3 153 0,6 1 204 16</inkml:trace>
  <inkml:trace contextRef="#ctx0" brushRef="#br0" timeOffset="22687">8180 6378 197 0,'0'-11'625'0,"-7"0"91"15,7-4 57-15,-7 4 50 16,7 4-154-16,-6 0-221 0,6 0-164 16,0 2-81-16,-6 2-51 0,-1 3-38 0,0 0-25 0,1 0-9 0,-7 3 7 15,6 2 15-15,-6-3 15 0,-7 6 5 16,8 3 8-16,-1-3-2 0,0 7-3 15,0-1-6-15,-1 0-3 0,2 5-2 0,-2 3-7 16,8 0-6-16,0 0-2 0,6 0-8 16,0 3-8-16,0-3-8 15,6 0-9-15,0 0-7 0,8 1-15 16,-2-6-7-16,8 2-7 0,0-1-3 0,-1-3 2 0,1-4 4 16,6-1 5-16,0-2 0 0,0-4 3 0,0-1 0 15,6-3 0-15,-5-3-2 0,-1-1 6 16,0 1 17-16,0-5 19 0,-7-3 21 0,1 4 17 15,0-4 24-15,-7-1 14 0,-1 2-127 16,-5-5-30-16,6 1 0 0,-7-4 0 0,-6-5 0 16,0 5 0-16,0-8 0 15,0 5 0-15,-6-5 0 0,-7 3 0 0,6 3 0 0,-5 0 0 16,-1 3 0-16,-7-2 0 0,0 4 0 16,1 5 0-16,-1-5 0 0,0 7 0 0,2-3 0 15,-2 8 0-15,1-4 0 0,-1 2 0 16,0 2 0-16,7 3 0 0,-7 0 0 0,1 0 0 15,6 3 0-15,0-3 0 0,6 5 0 16,1 2 0 0,-1-4-109-16,1 1-350 0,6 3-130 0,6 1-165 0,1-2-187 0,6 3-135 15,0-6-20-15,7 1 56 0,-1-1 137 16,1-3 204-16,-1 0 248 0</inkml:trace>
  <inkml:trace contextRef="#ctx0" brushRef="#br0" timeOffset="22859.27">8850 6311 376 0,'7'0'800'16,"0"-7"124"-16,-1 0 72 0,0 3 50 0,-6-3-198 15,7 0-337-15,-7 3-209 0,0 1-123 32,0-2-86-32,7 5-97 0,-7 5-126 0,0-5-189 15,0 3-239-15,0 4-257 0,0-3-120 16,0 3-26-16,0 1 58 0,6 0 150 0,-6-1 221 15</inkml:trace>
  <inkml:trace contextRef="#ctx0" brushRef="#br0" timeOffset="23064.03">9006 6535 287 0,'-6'15'647'16,"0"0"114"-16,-1-1 91 0,1 1 80 16,-1 0-184-16,7 4-157 0,-7-5-121 0,7 0-63 15,0 1-55 1,-6 3-61-16,6-3-52 0,-6-1-49 0,6 2-48 0,-6-2-44 0,-8 1-32 15,8-5-18-15,-14 5-16 0,7-4-24 16,-7 0-38-16,1 1-60 0,-1-2-89 16,1-3-138-16,0 1-205 0,-1-1-244 0,0-2-200 15,7-5-71-15,-7 0 22 0,8 0 99 16,-1-5 188-16,-1 1 244 0</inkml:trace>
  <inkml:trace contextRef="#ctx0" brushRef="#br0" timeOffset="23687.08">9287 6506 428 0,'0'-8'559'0,"7"-2"104"0,-7 3 67 0,6-5-14 15,-6 2-118-15,0-2-99 0,6 5-74 16,-6 1-67-16,0-3-58 16,6 1-46-16,-6 8-38 0,0-3-37 0,0 0-35 0,0 3-34 15,0 0-31-15,0 0-20 0,0 3-7 0,0 5 12 16,0 4 26-16,0-2 31 0,0 7 28 16,0 3 18-16,0 2 14 0,0-1-4 15,0 5-19-15,0-4-23 0,0 0-23 0,8 3-14 16,-8-6-22-16,0 3-20 0,6-4-14 15,0 1-11-15,-6-5-8 0,7 1-8 0,-1-5-6 16,-6 2-14-16,7-5-32 0,-7 1-45 16,0-5-77-16,7-3-106 0,-7 0-142 0,0-3-175 15,0-5-197-15,-7 1-208 0,7-7-87 16,-7-2 16-16,1-2 96 0,6-4 163 0,-7 0 212 16</inkml:trace>
  <inkml:trace contextRef="#ctx0" brushRef="#br0" timeOffset="23831.66">9320 6334 483 0,'0'-15'656'0,"-8"5"86"16,8-2 65-16,-6 1-34 0,6 4-200 16,-6 0-184-16,6-1-124 0,0 5-104 15,0-1-120-15,0 4-141 0,0 0-155 0,6 4-172 16,0-1-225-16,2 0-107 0,4 2-13 16,-5 2 52-16,6-4 108 15,0 5 145-15</inkml:trace>
  <inkml:trace contextRef="#ctx0" brushRef="#br0" timeOffset="24234.57">9866 6392 363 0,'7'-7'729'0,"0"3"102"0,-7-3 68 16,0 4 44-16,0-5-221 0,0 5-291 15,0-1-168-15,0 4-96 0,-7 4-65 0,0-1-42 16,1 5-24-16,-7-1-6 0,0 4-4 15,-6 0 3-15,5 0 8 16,-5 0 14-16,-1 1 8 0,0-2 0 0,1 0 6 0,0-3 4 0,-1 5-6 0,1-4-10 16,5-1-5-16,-5 0-3 0,13-4-9 31,-8 5-6-31,8-4-1 0,0 3-1 0,-2-3 5 16,8 3 9-16,0 0 18 0,0 0 22 0,8 1 26 0,-2 3 26 15,7 3 12-15,-6-3 10 0,12 0 4 16,-6 3-2-16,6-2-7 0,1 3-10 0,-1 0-3 15,7-4-8-15,-6 3-11 0,6-3-12 16,1 0-84-16,-8 0-23 0,7 0 0 16,-6 1 0-16,-1-5 0 0,0 0 0 0,1 0 0 15,-7-3 0-15,1 0 0 16,-2-1 0-16,-6 0 0 0,1 1 0 0,0-4 0 0,-1 5 0 16,1-5-53-16,-7 0-308 0,6 0-173 15,-6 0-212-15,0-5-237 0,0 1-144 0,6 1-20 16,-6-8 59-16,8 4 149 0,-2-5 223 15,6 2 278-15</inkml:trace>
  <inkml:trace contextRef="#ctx0" brushRef="#br0" timeOffset="24858.91">10355 6459 138 0,'0'-12'676'0,"0"5"133"15,-7-4 80-15,7 4 61 0,0-1-92 16,0 1-264-16,0 3-220 0,0 1-118 15,-6 0-74-15,6 3-53 0,6 3-34 0,-6 0-16 16,0 5-6-16,7-2 8 0,-7 11 20 16,6-4 17-16,-6 1 16 0,7 6 10 0,0-3 11 15,-7 2-2-15,6 3-12 0,-6-4-8 16,6 4-15-16,0-4-18 0,-6 4-17 0,8 1-16 16,-2-5-9-16,-6 0-15 0,6-4-9 15,-6 5-5-15,7-8-1 0,0 1 4 16,-7-2 10-16,0-2 11 0,6-5 18 0,-6 5 20 15,0-5-11-15,0-3-80 16,0 3 0-16,0-3 0 0,0-3 0 0,0 3 0 0,-6-7 0 16,6 3 0-16,-7-3 0 0,7-5 0 15,-7 2 0-15,1-5 0 0,6-4 0 16,0 2 0-16,-6-5 0 0,6 0 0 0,0 0 0 16,-8-1 0-16,16 2 0 0,-8-2 0 15,0 5 0-15,6 0 0 0,-6 3 0 0,6 1 0 16,1-2 0-16,0 6 0 0,6 3 0 15,-1-1 0-15,2 1 0 0,5 3 0 0,-6-4 0 16,7 5 0-16,-1 3 0 0,1-3 0 16,6 3 0-16,-7 3 0 0,1-3 0 15,0 3 0-15,-1 5 0 0,-6-4 0 0,6 3 0 16,-5 4 0-16,-1-4 0 0,-1 8 0 16,-5-3 0-16,0 5 0 15,5-2 0-15,-4 4 0 0,-2-1 0 0,0 0 0 16,-6-2 0-16,7 2 0 0,-7-1 0 0,0-2 0 0,6-1 0 15,-6 2 0-15,-6-5 0 0,6-1 0 0,0 2 0 16,0-5 0-16,0 0 0 0,0-3 0 16,0 3 0-16,0-3 0 0,0-1 0 0,0-3 0 15,0 5 0-15,6-5 0 0,-12 0 0 16,6 0-141-16,0-5-447 0,0 2-221 16,-7-5-242-16,7 1-128 15,0-4-6-15,7 0 77 0,-1-3 163 0,1-1 232 0,6 0 287 16</inkml:trace>
  <inkml:trace contextRef="#ctx0" brushRef="#br0" timeOffset="25030.67">11188 6360 327 0,'-6'-4'758'0,"0"-4"61"0,6 1 100 0,-7 0 65 15,7 3-178-15,0-3-311 0,-7 3-200 0,7 4-60 16,0-3-117-16,0 3-110 0,0 0-125 15,0 0-158-15,0 3-186 0,7-3-223 0,-7 4-156 16,7 0-47-16,-7-1 37 0,6 1 112 16,0 3 162-16</inkml:trace>
  <inkml:trace contextRef="#ctx0" brushRef="#br0" timeOffset="25218.25">11299 6532 98 0,'-13'15'503'0,"6"-1"135"16,1 0 109-16,-6 5 81 0,4-4-102 0,2 4-137 15,0-5-90-15,-1 4-88 0,1 0-68 16,6 1-53-16,-7-5-49 0,0 1-47 16,1 3-40-1,0-7-36-15,-8 3-36 0,8-2-25 0,-7-1-15 0,0-4-9 16,0 4-30-16,0-4-68 0,0-2-107 16,0 1-190-16,0-6-249 0,6 4-267 0,-6-8-123 15,6 1-15-15,1 0 62 0,6-2 164 16,0-6 235-16</inkml:trace>
  <inkml:trace contextRef="#ctx0" brushRef="#br0" timeOffset="25562.03">11723 6436 471 0,'0'-11'825'0,"0"0"113"0,0 0 67 15,0 0 48 1,0 4-240-16,-7 0-313 0,7 3-178 0,0 1-102 0,0-1-55 16,0 4-30-16,-7 0-10 0,7 4 2 0,0-1 14 15,0 8 26-15,0 1 25 0,0 2 15 16,0 0-2-16,0 8-10 0,7-3-14 16,-7 3-23-16,7 0-112 0,-7 0-46 0,6 0 0 15,1-4 0-15,-7 1 0 0,6-5 0 16,0 0 0-16,-6 1 0 15,7-7 0-15,-7 3 0 0,7-4 0 0,-7 0 0 0,6-3 0 16,-6 0-306-16,0-4-201 0,0 0-223 16,-6 0-232-16,-1-8-167 0,0 1-36 0,1-5 55 15,-7 2 148-15,7-5 220 0,-1-3 266 16</inkml:trace>
  <inkml:trace contextRef="#ctx0" brushRef="#br0" timeOffset="25679.91">11664 6309 112 0,'-13'-16'572'15,"6"5"104"-15,-5 1 55 0,4 2 27 0,8 1-146 16,-6 0-224-16,0 3-219 0,6 4-189 16,0 0-192-16,0 0-213 0,6 0-171 15,0 4-84-15,2 3-11 0,4-3 60 0,2-1 127 16</inkml:trace>
  <inkml:trace contextRef="#ctx0" brushRef="#br0" timeOffset="25984.35">11963 6309 11 0,'0'0'614'15,"0"2"176"-15,-6-2 112 0,6 0 71 16,0-2-51-16,-7 2-202 16,7 0-234-16,0 0-152 0,0 2-91 0,0-2-43 15,0 5-11-15,0-2-4 0,0 1 1 0,0 7 6 0,7-1 13 16,-7 6 5-16,6 2-14 0,1 1-19 15,0 1-21-15,-1 7-20 0,0-5-28 0,8 3-52 16,-8 1-56-16,0-4 0 0,1 4 0 0,0-7 0 16,-1-1 0-1,1-1 0-15,-1 2 0 0,0-9 0 16,-6 2 0-16,8-1-82 0,-8-4-122 0,0 0-96 0,0-3-113 16,0-1-150-16,0-3-172 0,-8-3-175 0,8-1-126 15,-6-3-9-15,0 0 67 0,-1 0 144 16,1-4 196-16,-1-4 220 0</inkml:trace>
  <inkml:trace contextRef="#ctx0" brushRef="#br0" timeOffset="26172.8">11944 6528 18 0,'-13'-7'565'15,"0"3"167"-15,0-3 116 0,6 0 85 0,1 2-46 0,-1-2-168 16,1 4-194-16,6-1-139 0,0 1-98 0,6 3-67 16,1-4-50-16,-1 0-32 0,8 4-18 15,5-4-8-15,-6 4-3 0,6 0-10 16,1 0-14-16,0-3-16 0,-1 3-18 0,1 0-15 15,0 0-16-15,-2 0-9 0,-4-5-19 16,-1 5-44-16,7 0-73 16,-8 0-107-16,-5 0-174 0,12-2-223 0,-12 2-268 0,6 0-127 15,0 0-18-15,1-5 59 0,-8 5 148 0,6-3 211 16</inkml:trace>
  <inkml:trace contextRef="#ctx0" brushRef="#br0" timeOffset="26484.18">12498 6344 67 0,'0'-10'624'0,"0"3"157"0,-7-4 107 16,7 4 82-16,0-1-61 0,0 0-203 15,0 1-212-15,-7 3-133 0,7 1-93 0,0 3-70 16,0-4-54-16,0 4-34 0,0 4-10 16,0-1 7-1,0 1 18-15,7 7 18 0,-7 1 19 0,0 2 6 16,7 7-5-16,-1 2-16 0,-6 2-23 15,6 0-23-15,1 2-23 0,0-2-19 0,-7 1-20 0,6-4-11 16,1 0-9-16,-7 0-7 0,6-4-5 0,-6 0-10 16,6-4-26-16,-6-2-49 0,7 3-75 15,-7-8-99-15,0 1-122 0,0-1-169 16,0-3-187-16,-7-4-185 0,1-4-128 0,0 0-9 16,-1 1 65-1,1-5 147-15,-8 1 196 0,2-3 224 0</inkml:trace>
  <inkml:trace contextRef="#ctx0" brushRef="#br0" timeOffset="26656.06">12387 6524 489 0,'-13'-7'720'0,"-1"-4"122"0,2 8 91 16,6-5-4-16,-1 1-165 0,0 3-191 15,7 1-146-15,-6-1-99 0,12 4-78 0,1-4-58 16,6 4-53-16,-1 0-40 0,8 0-30 16,0 0-18-16,-1 4-12 15,7-4-14-15,1 4-7 0,-8-4-11 0,7 0-10 0,0 0-36 16,0 0-67-16,0 0-94 0,-6 0-145 15,5-4-179-15,-5 0-211 0,0-3-193 0,-1 2-54 16,1-5 29-16,0 3 112 0,-7-3 165 16,-1-2 208-16</inkml:trace>
  <inkml:trace contextRef="#ctx0" brushRef="#br0" timeOffset="26937.85">12979 6056 422 0,'0'-12'787'0,"0"2"111"0,0-2 66 0,0 5 35 16,-6 1-246-16,6 1-300 0,6 1-164 16,-6 8-72-16,0 3-18 15,7 4 17-15,0 8 31 0,-1 3 26 0,0 7 18 16,2 8 16-16,-2 0 8 0,6 6-4 0,-5 5-61 0,0 4-250 16,-1 2 0-16,1 0 0 0,-1-2 0 15,-6 0 0-15,-6-8 0 0,-1 2 0 16,1-4 0-16,-1-6 0 0,0 1 0 0,-5-8 0 15,-2-3 0-15,2-4 0 0,-2-3 0 16,8-5 0-16,-7-3 0 0,0 1 0 0,0-10-320 16,7 2-339-1,-8-8-236-15,1 2-234 0,7-3-72 0,-7-7 29 0,0 2 99 0,-1 0 199 16,-5-6 263-16</inkml:trace>
  <inkml:trace contextRef="#ctx0" brushRef="#br0" timeOffset="27987.12">5907 8026 314 0,'0'-4'418'0,"0"1"54"15,-6-5 26-15,6 4-3 0,0-6-39 16,0 3-23-16,0-1-22 0,0-2-7 0,0-2-28 16,0 1-60-16,0 0-66 0,0 1-55 15,0-1-41-15,0 0-34 16,-8 4-23-16,2-6-18 0,0 7-17 0,-1 2-16 16,1-3-11-16,-8 7-12 0,2-4-9 0,-2 4-7 15,2 4-5-15,-2-1-2 0,1 1-1 16,1 6-1-16,4-2-2 0,-4 4 1 0,6-1 1 15,6 3 1-15,0 1 3 0,6 3-1 16,0 0 3-16,8 1 3 16,-2 2-1-16,8-2 2 0,-1 3 1 15,1 0 10-15,0-4 10 0,-1 1 11 0,-5 2 7 0,4-3 9 0,-11 1 6 16,6-4 3-16,-6 3 3 0,-7-3 5 16,0 0 0-16,0-1 1 0,-7-3 0 0,1 3-5 15,-8-2-10-15,2-5-10 0,-2 0-4 16,-5 1-5-16,-1-5 3 0,1 2 2 0,6-3 3 15,-13-2 2 1,7 0 2-16,-1-2 1 0,0-3-8 16,1 2-8-16,-1-5-7 0,8 5-9 0,-8-1-9 0,7-3-5 15,-1 3-4-15,8 1-12 0,0-2-25 0,6 5-54 0,-6-3-60 16,12-1-77-16,0 1-106 0,0-1-137 16,8 0-140-16,5-3-123 0,1 3-142 15,-1-2-34-15,1-3 48 0,6 3 117 0,0-5 149 16,0 3 166-16</inkml:trace>
  <inkml:trace contextRef="#ctx0" brushRef="#br0" timeOffset="28430.91">6011 8151 358 0,'6'-4'524'0,"1"0"110"15,0 1 104-15,-1-5-25 0,-6 5-108 16,6-4-81-16,-6 3-70 0,0 0-80 0,0 1-85 16,6-1-67-16,-6 4-29 0,0 0-64 15,0 4-37 1,-6-1-20-16,6 1-7 0,0 3 10 15,0 4-13-15,0 0 26 0,0 0 17 0,0 5 11 0,6 1 4 0,-6-2-4 16,0 0-11-16,8-1-11 0,-2 4-12 16,0-3-13-16,1-4-10 0,0 4-6 0,-1-4-4 15,7 0-1-15,0-3-2 0,-6-1-7 16,5-4-6-16,2 1-7 0,-1-4-8 16,-1 0-6-16,2-4-3 0,6 1-2 0,-14-2-2 15,7-2-1 1,-7 0 2-16,7-4 5 0,-13 0 7 0,7 0 8 0,-1 0 9 0,-6-4 6 15,0 0 2-15,0 1 0 0,0 0-2 16,0-5-3-16,-6 4-3 0,6 5-2 0,-7-5 2 16,7 7-1-16,0 1-4 0,-6 0-5 15,6 3-6-15,0 1-6 0,0 3-6 16,0 0-5-16,-7 0-2 0,7 3 0 0,0 4-2 16,0 4 1-16,0 0 1 0,0 4 0 15,0 0 0-15,7 0 0 16,-7-1 0-16,6 5 0 0,1-4-2 15,-1 2-13-15,-6-2-26 0,14 3-39 0,-14-3-56 0,12-1-72 16,-5 2-86-16,-1-5-97 0,1-4-121 0,6 1-134 16,-7-5-127-16,8 0-129 0,-8-3-49 15,7-3 38-15,-6 0 111 0,6-5 152 0,-7 1 171 16</inkml:trace>
  <inkml:trace contextRef="#ctx0" brushRef="#br0" timeOffset="29140.34">6428 8213 110 0,'-6'-14'411'0,"6"-1"70"0,0 0 80 15,0 0 42-15,-8 4-52 0,8 0-67 0,0 8-58 16,0-4-33-16,0 3-60 0,0-3-82 16,0 7-69-16,8-4-44 0,-8 8-21 0,6-4-22 15,0 7-5 1,1 0 7-16,-1 0 2 0,7 4 1 0,-6 0-5 0,-7 4 3 16,6-4 2-16,0 4-3 0,2 0-2 0,-8-1 4 15,6 0 4-15,-6 1-1 0,0 0-2 16,0-4 1-16,6 0-4 0,-6-4-13 0,0 4-9 15,0-3-9-15,0-5-10 0,0 2-6 16,0-3-1-16,0 3 7 0,0-2 12 0,0-3 12 16,0 0 7-1,-6 0-2-15,6 0-4 0,-6-8-15 0,-2 6-16 0,2-6-19 16,6 0-14-16,-6-3-4 0,-1-4-7 0,1 1-3 16,6-4-2-16,0 0-1 0,0-1 0 15,0 5-1-15,0-5-1 0,6 5 0 0,1-1-2 16,-7 0-2-16,12 8-1 0,-4-4-1 15,-2 4-2-15,7-1 0 0,0 5-1 0,0-1-1 16,0 1-1 0,0 3 1-16,0 3 1 0,-6 1-2 0,5 3 2 0,-5 0 1 0,6 4 3 15,-6 0 1-15,-1 4 3 0,0 0 3 16,1-5 0-16,-7 9 0 0,7-4-1 16,-7-1-2-16,0 0 2 0,0 1 0 0,0 0 0 15,0-1 3-15,0 1 2 0,6-4-1 16,-6 0 1-16,0 1-1 15,0-5 0-15,0 0 0 0,0 1-2 0,0-5 6 16,0 1 7-16,0-1 11 0,0-3 11 0,-6 0 3 16,6 0 4-16,0-3-2 0,-7-1-3 0,0 1-12 15,1-5-10-15,0-3-6 0,6 1-3 16,-7-2-1-16,7-3-6 0,0-3 0 0,0 3 0 16,0-2-3-16,7 2 0 0,-1 0-1 15,0-1-1-15,1 3 0 0,6 1 0 16,-7 2 1-16,8-2-1 15,5 5 2-15,-5 0 0 0,4 3 1 0,-4 0-1 0,5 4 0 0,1 0 2 16,0 4-1-16,-8 3-1 0,1 1 1 16,7-1 0-16,-7 1 0 0,-6 2 0 15,5 2 1-15,-5-5 1 0,0 8 0 0,-1-4 0 16,-6 0 0-16,7 4 0 0,-7-1 2 16,0-3-2-16,0 4 1 0,0-1-1 15,-7-3-19-15,7 3-44 0,-6-2-69 0,6-1-98 16,-7-4-139-16,7 0-184 0,0 1-184 15,0-5-168-15,0-3-119 0,7 0 2 0,6 0 88 16,-7-3 157-16,14 0 187 0</inkml:trace>
  <inkml:trace contextRef="#ctx0" brushRef="#br0" timeOffset="29359.73">7327 8257 77 0,'6'-4'618'0,"-6"4"143"16,6-3 86-16,-6 0 61 0,7-1-87 15,0 4-213-15,-1-5-211 0,7 2-119 0,0 3-74 16,0 0-49-16,7 0-39 0,-1 0-33 16,1 0-24-16,-1 0-20 0,0-3-14 0,1 3-11 15,-7 0-9-15,7 0-7 0,-8 0-33 16,2-4-65 0,-1 4-113-16,-6 0-151 0,-1 0-166 0,0 0-182 0,-6 0-140 0,0 0-24 15,-6 4 65-15,-7-1 127 0,0 5 155 16</inkml:trace>
  <inkml:trace contextRef="#ctx0" brushRef="#br0" timeOffset="29578.38">7372 8393 432 0,'-13'7'665'0,"0"4"114"15,6-7 83-15,-5-1-15 16,12 1-155-16,0 0-159 0,0-4-131 0,6 0-84 0,7 0-57 16,0 0-41-16,7 0-32 0,-1-4-21 15,1 0-15-15,6 1-2 0,0-1-7 0,-1 0-12 16,8-3-14-16,-7 4-19 0,0-1-24 15,0 0-25-15,-6-3-20 0,-1 3-12 16,-5 4-13-16,-2-4-26 0,-5 4-51 0,0-3-78 16,-1 3-102-1,-6 0-154-15,0-3-191 0,0-2-209 0,0 5-168 0,-6-3-39 16,6 3 41-16,-7-4 120 0,0 1 176 0,1-1 225 16</inkml:trace>
  <inkml:trace contextRef="#ctx0" brushRef="#br0" timeOffset="30234.24">8408 8078 457 0,'-7'-8'588'15,"7"-3"82"-15,-6-4 65 0,6 4-55 0,-7-3-162 16,7-1-131-16,-7 1-92 0,1 3-72 16,0-4-61-16,-1 4-47 0,0 1-42 0,-12-2-32 15,6 5-22-15,-6 0-11 0,-1 3-1 16,-6 0 0-16,7 1 6 0,-8 3 14 0,1 0 4 16,6 3 6-1,1 1 6-15,0 3 2 0,5 1-1 16,1 2-5-16,7 1 5 0,0 4 3 0,6 3 9 0,6 1 4 0,0-1 6 15,7 1-1-15,7-1-4 0,0 4-3 16,6-4-11-16,-1 4-5 0,-5-4 1 0,6 4 4 16,1-4 3-16,-9 1 7 0,-4-1 6 15,5 1 8-15,-12-1 5 0,6-4 2 16,-7 1 4-16,-6 0 3 0,0-1 4 0,-6-3-3 16,0 1-3-16,-1-1-5 0,-6-4-9 15,0 0-6-15,-1 0-7 0,2-2-5 0,-8-2-1 16,1-3 4-16,-1 0 7 0,0-3 7 15,1-2 5-15,-1 2 4 0,1-4-1 0,0-4-6 16,-1 3-8-16,1-2-11 0,-1-2-11 16,7 1-10-16,0 0-9 0,6 3-7 15,-5-2-4-15,12 2-10 16,0 1-22-16,0 0-46 0,0 0-71 0,6 2-87 16,0-1-107-16,7 2-141 0,7 0-161 0,0 1-164 0,5-5-167 15,1 5-39-15,0-1 40 0,1-1 111 16,-1-1 163-16,0 2 197 0</inkml:trace>
  <inkml:trace contextRef="#ctx0" brushRef="#br0" timeOffset="30705.99">8492 8143 261 0,'0'-3'581'0,"0"-1"122"0,0 0 97 0,0 1 38 0,0-4-134 16,-6 7-139-16,6-4-132 0,0 0-105 15,0 4-86-15,-7 0-72 0,7 0-58 0,0 4-31 16,0 0-15-16,-6-1 0 0,6 4 15 15,0 4 18-15,-7 0 17 16,7 1 8-16,-6-2 3 0,6 5-4 0,0 0-16 16,-7 0-13-16,14-4-13 0,-7 4-11 15,0-1-8-15,6-3-4 0,1 4 1 0,-1-5-1 0,7-2-3 16,-6 3-3-16,5-3-3 0,-4-1-3 16,4-4-9-16,1 1-7 0,0-4-6 0,6 0-5 15,-5 0-2-15,-1-4-3 0,0-4-1 16,-7 6 0-16,7-6 2 0,-6-3 4 15,6 3 9-15,-7-2 13 0,-6-2 10 0,7-2 9 16,-7 0 9-16,7-1 2 0,-7 0-3 16,0-3-4-16,0 3 1 0,0 0-3 0,0 0-62 15,0 4 0-15,-7 0 0 0,7 8 0 16,0-4 0-16,0 3 0 0,0 0 0 16,0 1 0-16,0 3 0 0,0 3 0 0,0 1 0 15,0 7 0-15,0-4 0 0,7 4 0 16,-7 3 0-16,6 1 0 15,-6 0 0-15,6 0 0 0,1 0 0 0,0-1 0 16,-1 1 0-16,1-1 0 0,-1-3 0 0,0 1 0 0,2-5 0 16,-2 0 0-16,0 0 0 0,1 1-225 0,-1-5-111 15,1 2-89-15,-1-3-116 0,7-2-117 16,1 0-113-16,-8-2-99 0,0-6-89 0,8 4 14 16,-8-7 99-16,0 4 141 0,7-5 160 15</inkml:trace>
  <inkml:trace contextRef="#ctx0" brushRef="#br0" timeOffset="31438.18">8883 8191 15 0,'7'-15'387'15,"-7"0"93"-15,0 1 83 0,-7 3 80 0,7-3-45 16,0 6-67-16,0 1-65 0,0 0-58 16,-7 3-58-16,7-4-78 0,0 5-77 0,0 3-67 15,0-4-46-15,0 8-19 0,7-1-7 16,-7 2 3-16,7 2 7 0,5 0 11 16,-5 4 12-16,-1 3 2 15,1-3 2-15,-7 4 4 0,7 1 2 16,-1 1 12-16,-6-2 19 0,6 3 9 15,-6-4 1-15,8 5-9 0,-2-4-13 0,0 0-25 16,-6-1-30-16,6 1-23 0,1-7-16 0,-7 2-6 0,7-2-3 16,-7-1 3-16,0-3 6 0,0-1 16 15,6 1 18-15,-6-4 13 0,0 0 7 16,-6 0 1-16,6-4-7 0,-7 1-18 16,7-5-18-16,-7 1-12 0,1-5-10 15,0 2-5-15,6-5-6 0,-6-4 1 0,6 1-2 0,0 1 0 16,0-6-2-16,0 0-1 0,0 2 2 15,6 2-1-15,0 1 1 0,0 0-1 0,8 4 0 16,-1-1 2-16,-7 4-2 0,14 0 1 16,-8 4 0-16,8 3-1 0,-7 0-2 0,7 1 0 15,0 3 1-15,-8 3-3 0,8 1 0 16,-7 0 0-16,0 7 1 16,0-1 0-16,0 2 1 0,-6-1 2 0,-1 3 0 0,1 1 2 15,-1-1 0-15,0 1 0 0,-6 4-2 16,8-6 0-16,-8 3 0 0,0-1 0 0,6-4 1 15,-6 3-1-15,0-3 1 0,0-4 0 16,0 0 0-16,0 1-3 0,0-4 7 0,0-1 11 16,0 1 14-16,0 0 16 0,0-4 20 15,0 3 13-15,0-6-1 16,-6 3-6-16,6-4-12 0,-8 0-16 0,8-3-17 0,-6-1-12 16,6-2-6-16,-6-1-4 0,6-3-2 15,0-1 0-15,0-4-3 0,6 1-1 0,0-3 1 16,2 1 0-16,-2-2-2 0,6 8-2 15,-5-4 3-15,6 3-1 0,0 4-2 0,1 0 1 16,-2 4 1-16,2 2 0 0,5 3 1 16,-6 2-2-16,6 2 1 15,-5 3 0-15,-2 2 0 0,2 4 0 0,-1 3 0 0,-1 1 0 16,2 0 1-16,-2 3-1 0,-5-3 2 16,6 3 0-16,0 1 0 0,-6-6 2 0,6 3 0 15,-7-1 0-15,0 0-1 0,2-1 0 16,-2-3 2-16,-6-1-2 0,6 2 0 15,1-1-16-15,-7-4-34 0,6 0-56 0,-6 0-76 16,0-2-88-16,7 2-113 16,-7-3-154-16,6-4-186 0,1 0-186 0,-1 0-114 0,8-4-10 15,-2 0 61-15,8-4 142 0,-1 1 205 16,7 0 235-16</inkml:trace>
  <inkml:trace contextRef="#ctx0" brushRef="#br0" timeOffset="31712.24">10153 7997 91 0,'-7'-7'646'0,"7"3"141"0,0-3 75 15,0 3 42-15,0 1-99 0,0 3-239 16,0 3-218-16,0 1-110 0,-6 3-42 0,6 4-6 16,0 3 2-16,0 5-1 0,0 0-7 15,0 2-7-15,0 2-15 0,6-2-14 16,-6 5-12-16,0-5-14 0,7 2-11 0,-7-1-13 15,0-4-13-15,7 1-13 0,-1-1-17 16,-6-4-15-16,6 1-10 0,-6 0-8 0,8-4-9 16,-8-1-11-16,6-2-29 0,-6 0-50 15,6-1-73-15,-6-3-97 0,0-1-139 0,0 1-179 0,0-8-184 16,0 1-169-16,-6-1-80 0,0-3 15 16,6 3 97-1,-8-8 162-15,2 5 197 0</inkml:trace>
  <inkml:trace contextRef="#ctx0" brushRef="#br0" timeOffset="31929.87">10088 8238 115 0,'-13'-6'551'16,"0"2"141"-16,-1 0 107 0,8-3 85 0,0 3-125 16,0 1-167-16,6-1-162 0,0-1-128 15,6 3-96-15,6 2-69 0,2-4-37 0,5 4-11 16,1 0 3-16,0-4 11 0,5 4 17 16,1-3 13-16,0 3 11 15,7-4-1-15,-7 0-3 0,0 0-14 16,1 2-26-16,-1-3-27 0,-1 2-22 0,1-2-20 15,-6 2-18-15,-7-1-23 0,7 1-53 16,-8 3-77-16,-5 0-127 0,0-4-173 16,-1 4-217-16,-6 0-251 0,0-4-94 0,-6 4 1 15,6-3 84-15,-7 3 152 0,0-4 206 16</inkml:trace>
  <inkml:trace contextRef="#ctx0" brushRef="#br0" timeOffset="32640.6">11436 8213 79 0,'0'-7'467'15,"0"2"90"-15,0-5 80 0,0 3 79 0,0-3-99 16,0-3-115-16,-7 3-90 0,7-1-70 15,-6 0-60-15,-8 0-73 16,8 0-59-16,-6 4-47 0,-2-5-29 16,-5 5-14-16,-1 0-9 0,1 3 2 0,-1 4 2 0,0-3 11 0,-6 3 7 15,7 3 6-15,-7 1 0 0,6 3-3 16,1 0-5-16,-1 5-14 0,8-1-3 0,-2 7-5 16,2-4-3-16,-2 1 4 0,14 3 4 15,-6 1 5-15,6-4 6 0,6-1 8 0,1 0 2 16,6 1-2-16,0 0-5 0,0-4-1 15,6-3-16-15,1-1-10 16,6 0-8-16,0-3-3 0,-7-1-6 16,7 1 0-16,1-4 4 0,-7-4 8 0,-2 4 5 0,2-3 7 0,-7-1 10 15,1-3 9-15,-8 3 4 0,6-7-3 16,-12 4-1-16,8-4-5 0,-8 0-8 16,6-4-8-16,-6 1-2 0,-6-1 2 0,6 0 6 15,0-2 3-15,-8 4 6 0,8-1 5 16,0 7 0-1,-6-4-9-15,6 4-8 0,0 3-8 0,0 0-11 0,-6 1-12 16,6 3-10-16,0 3-6 0,0 5-3 0,0-1 0 16,0 7 1-16,6-3 1 0,0 9-1 15,2-6 3-15,-2 4 1 0,7 0 3 0,-6 1-5 16,6-5-2-16,6 4 3 0,-6-3-1 16,0 3-2-16,0-2-11 0,6-2-27 0,-5 1-45 15,-2-5-74-15,2 1-94 16,-1-3-126-16,-7-1-166 0,7-3-174 0,6-4-165 0,-11 0-139 15,4 0-16-15,-5-4 64 0,6-3 145 16,-6-1 185-16,-1 2 203 0</inkml:trace>
  <inkml:trace contextRef="#ctx0" brushRef="#br0" timeOffset="33296.05">11677 8250 213 0,'-6'-18'413'16,"6"3"68"0,-7-3 73-16,1 3-3 0,6 0-40 0,0 4-46 15,0 0-40-15,0 0-33 0,0 0-41 0,6 4-64 0,1 0-65 16,5-1-40-16,2 1-23 0,-2 4-10 15,2-2-13-15,5 5-10 0,1 0-8 0,0 5-9 16,-1-2-8-16,0 1-16 0,8 3-9 16,-8 0-9-16,-6 4-10 0,6 0-6 15,1 0-9-15,-7 3-2 0,0 1-4 0,0 0-2 16,0 0-3-16,-6 3-1 16,-1-4-1-16,0 1-4 0,-6 0 0 0,0-1-1 0,0 1 0 15,0-4-2-15,-6 0-2 0,0 1-3 16,-1-1-2-16,0-4-2 0,-6 0-3 0,7-3-5 15,-7-1 1-15,0 2-1 0,7-5 4 16,-8 0 6-16,1-5 10 0,1 2 9 0,-2-1 6 16,8-3 5-16,0 0 0 15,-2-4-5-15,2-1-5 0,0-2-6 16,6-1-9-16,6 0-5 0,-6 1-3 0,14-4-4 0,-8 3-4 16,7-3-2-16,0 3 2 0,0 4-1 0,7 1-3 15,-8-3 3-15,8 3 0 0,-1 2-2 16,1 5-1-16,0-1 0 0,6 0-2 15,-1 4-3-15,1 0 2 0,1 0 1 0,-7 4-1 16,-1 0 0-16,7 3 1 0,-6 0 4 16,-8 5-1-16,8-4 4 0,-7 2-1 0,-6 1 2 15,6 4 0-15,-7-4-2 0,-6 3 8 16,6 1 6-16,-6-1 14 0,0 4 7 0,-6-3 6 16,6 0 7-16,0-3-3 0,-6 2-3 15,6-3-7-15,-7-4 0 0,1 5 5 16,-1-6 9-16,7-2 17 0,-7 0 14 0,1-1 13 15,0-3 10-15,0 0 4 0,-2 0-1 16,-4-3-100-16,12-5-10 16,-7 5 0-16,0-5 0 0,7-2 0 0,-6-1 0 0,6 0 0 15,0-4 0-15,6 0 0 0,-6 1 0 16,7-5 0-16,6-2 0 0,1 2 0 0,-2-3 0 16,1 0 0-16,0 4 0 0,6-1 0 15,-5 4 0-15,-2 5 0 0,8-1 0 0,-7 0 0 16,1 4 0-16,4 2 0 0,-4 2-63 15,-1-1-376-15,0 4-136 16,0 0-160-16,-1 0-170 0,2 0-159 0,-1 0-29 0,0 0 46 16,-6 0 130-16,5 0 192 0,2-3 226 0</inkml:trace>
  <inkml:trace contextRef="#ctx0" brushRef="#br0" timeOffset="33936.78">12687 7920 216 0,'-13'-11'617'16,"-1"1"116"-16,2-3 85 0,4 3 61 0,2 3-171 15,0-1-202-15,6 4-167 0,0-3-110 0,6 4-82 0,0 3-62 16,8-4-41-16,-1 4-24 0,7 0-10 16,-1 0-2-16,0 0-1 0,1 0-1 0,-1 0-1 15,1 0-1-15,0 0-2 16,-7 0-1-16,0 0-1 0,0-4-8 0,-13 4-14 15,6 0-32-15,-12 0-51 0,-1 4-65 0,-6-4-59 16,0 0-46-16,-7 4-22 0,1-4 10 0,0 3 37 16,-1-3 54-16,-6 4 57 0,7-4 54 15,-1 3 38-15,7-3 26 0,-7 4 37 16,8-4 45-16,-2 0 53 0,8 4 55 0,-7-4 38 16,7 0 32-1,-2 0 10-15,8 4-15 0,-6-4-27 0,6 0-19 0,-6 3-10 0,6 1-9 16,0 6 1-16,0-2 9 0,0 7 10 15,6 0-7-15,-6 4-10 0,6 2-5 16,-6 5-3-16,8 0-7 0,-8-1-8 0,0 4-4 16,6 4-5-16,-6-4-3 0,6 5-4 15,-6-1 0-15,0 0-2 0,0-1 4 16,-6 1 5-16,6 1 9 0,0-2 9 0,-6 2-127 16,6-2-31-16,-8-3 0 0,8 1 0 15,-6-5 0-15,6 1 0 0,-6-3 0 0,6-6 0 16,0-2 0-16,0 0 0 0,0-4 0 15,0-5 0-15,0 3 0 16,0-6 0-16,0 1 0 0,6-4 0 0,-6 0 0 16,0 0 0-16,6-4 0 0,2 1 0 15,-8-1 0-15,6-3 0 0,0 3 0 16,1-3 0-16,-1 3 0 0,1-4 0 0,6 1 0 0,-7 0 0 16,8 3 0-16,-2-3 0 0,2 3 0 0,-1 0 0 15,-1 1 0-15,8 0 0 0,-7-2 0 16,7 2 0-16,-8-1 0 0,8 4 0 0,-6-3 0 15,-2 3 0-15,1-4 0 0,0 4 0 16,-6-4 0-16,5 4 0 0,-4 0-113 16,4-3-508-16,-5 3-213 0,-1-4-231 0,7 0-118 15,-6 1 2-15,-1-1 80 16,1-4 168-16,6 1 228 0,0 0 287 0</inkml:trace>
  <inkml:trace contextRef="#ctx0" brushRef="#br0" timeOffset="34265.94">13123 8201 403 0,'-13'-6'659'15,"6"-5"99"-15,-6 1 80 0,7 2-7 0,0 0-159 16,-2 1-164-16,8 3-144 0,-6 0-75 16,6 1-55-16,-6-1-41 0,6 4-22 15,0-4-13-15,-7 4 9 0,7 0 18 0,0 0 15 16,-6 4 9-1,6-4 3-15,0 4 7 0,0 3-6 16,-7 0-11-16,7 0-15 0,0 6-10 0,0 1-35 0,0 4-142 0,7-3 0 16,-7 2 0-16,6 6 0 0,1-5 0 15,-1 4 0-15,0-4 0 0,2 1 0 0,4-1 0 16,-5-3 0-16,6-1 0 0,-7-2 0 16,7-5 0-16,-6 0 0 0,6 0 0 0,0-3 0 15,0-4 0-15,-7 0 0 0,7-4 0 16,-6 1-105-16,0-1-381 15,-1-3-181-15,0 0-186 0,-6-5-206 0,0-2-77 0,0-1 23 16,0 1 92-16,0-4 182 0,-6-5 226 16</inkml:trace>
  <inkml:trace contextRef="#ctx0" brushRef="#br0" timeOffset="34428.18">13149 8051 113 0,'-20'-10'601'0,"1"-5"128"15,6 5 91-15,0-2 67 16,-1 1-107-16,2 4-211 0,5 0-193 0,1 0-120 0,-1 7-87 15,7-4-66-15,0 4-60 0,7 0-69 16,-1 4-113-16,1-1-159 0,5 1-188 16,2-1-233-16,5 1-117 0,-6 0-24 0,7-1 62 15,-1 1 132-15,-5-4 174 0</inkml:trace>
  <inkml:trace contextRef="#ctx0" brushRef="#br0" timeOffset="35015.58">13396 7920 142 0,'-12'-7'653'16,"4"0"137"-16,2 0 92 0,6-1 63 0,-6 0-114 16,6 1-254-16,0 3-213 0,0-3-131 0,6 7-89 15,8-4-60-15,-2 4-36 0,8 4-23 0,-1-4-13 16,1 4-4-16,0-1-3 0,5 1 0 0,1 0-5 15,1-1 5-15,-1-3-1 0,0 3-4 16,-7-3 0-16,1 0 0 0,0 0 11 0,-8 0 15 16,2 0 19-16,-1 0 21 0,-7-3 15 15,0 0 16-15,-6 3 5 16,7-4-2-16,-7 0-4 0,0 1-3 0,0-1-2 0,0 4-2 16,0-4 0-16,0 0-3 0,0 4-9 15,0 0-6-15,-7-3-6 0,7 3-9 0,0 0-13 16,0 0-8-16,0 0-8 0,0 3-1 15,0 1 10-15,0 0 19 0,-6 7 20 0,0 4 20 16,6 3 17-16,-7 4 18 0,1 0 1 0,6 7-7 16,-7 0-3-1,0 1-38-15,7 3-83 0,-6 0 0 0,0-4 0 0,6 4 0 16,-8 4 0-16,8-5 0 0,-6 2 0 16,6 2 0-16,0-2 0 0,0-2 0 15,0 1 0-15,-6-3 0 0,6-4 0 0,0-1 0 16,0 0 0-16,0-6 0 0,0-1 0 0,0 0 0 15,0-7 0-15,-6 1 0 16,6-4 0-16,-7-2 0 0,7-2 0 16,-13 0 0-16,6-1 0 0,-5-3 0 0,-2 0 0 15,2-3 0-15,-8 3 0 0,7-4 0 16,-7 0 0-16,7-2 0 0,-6 1 0 0,6 2 0 16,-7-1 0-16,6-4 0 0,-4 1 0 15,4 3 0-15,1-2 0 0,7-2 0 0,-8 1 0 16,8-1 0-16,0-3 0 0,0 4 0 15,-2-1 0-15,8 1-548 0,8-4-289 16,-2 4-273-16,0-5-122 0,8 2 6 0,-2 2 91 0,8-3 175 16,5 1 245-16,2-5 309 0</inkml:trace>
  <inkml:trace contextRef="#ctx0" brushRef="#br0" timeOffset="35234.93">14282 8081 684 0,'-6'-11'915'16,"6"-3"118"-16,-7-1 87 0,0-4 61 15,7 8-367-15,-6 1-304 0,6 2-188 16,0 1-118-16,-6 0-105 0,6 3-113 0,0 4-111 16,6 0-139-16,-6 4-202 0,6 3-255 15,1 4-222-15,6-4-77 16,0 5 9-16,1 2 86 0,-2 0 174 0,8 1 245 0</inkml:trace>
  <inkml:trace contextRef="#ctx0" brushRef="#br0" timeOffset="35428.44">14432 8371 415 0,'-20'22'757'0,"8"-4"131"0,-2-3 109 0,2 3 86 16,-2 1-195-1,1 2-214-15,0-2-129 0,-6 3-79 0,5 0-67 0,-5 3-66 16,6-3-70-16,-6 0-63 0,-1 0-57 0,0-3-50 15,1-1-59-15,-1 0-79 0,1-4-111 16,-1-2-144-16,1-1-229 0,6-4-292 0,-1 0-276 16,2-7-101-16,-1 5 15 0,0-10 92 15,0 5 201-15,-1-7 278 16</inkml:trace>
  <inkml:trace contextRef="#ctx0" brushRef="#br0" timeOffset="37232.33">4167 9715 238 0,'0'0'372'0,"0"-3"56"0,-6-2 22 0,6 2 15 0,0-1-10 0,0 1-6 15,0-1-13-15,0-3-22 0,0 3-26 0,0-3-40 16,0 0-63-16,6 2-63 0,-6-1-47 15,8 2-35-15,-2 0-26 0,0 1-20 0,1 3-15 16,6 0-11-16,-7 0-14 0,7 3-7 16,1 1-1-16,-8 3-5 15,7 4-3-15,0 4-1 0,0-1-4 16,0 1 1-16,-6 7-8 0,-1-3-6 0,0 3 1 16,1 0 0-16,0-4 3 0,-7 4 1 15,-7-5 1-15,7 2 5 0,-7-1-8 0,7-3-1 0,-6 0-1 16,0-4-3-16,-1-3-3 0,0 2-2 15,1-6 3-15,-1 3-2 0,1-7 4 0,0 4 5 16,-1-4 1-16,0-4 1 16,7 1-1-16,-6-5-4 0,6-2-4 15,0-2-5-15,6-2-4 0,-6-2-3 0,7-1 0 0,0-2-1 16,-1 1-4-16,7 0-2 0,-7 0-1 16,8 0 2-16,-2 3-3 0,2 0 1 0,-8 3 0 15,7 5 2-15,-7 0 0 0,8 7 2 16,-8 0 1-16,0 0-1 0,8 7 1 0,-8-2-1 15,1 5-2-15,6 1 0 0,-7 0 2 16,1 1 0-16,5-2 1 16,2 5 3-16,-8-4 0 0,7-3-2 0,0 2 0 0,0-3 2 15,1 1-3-15,-8-5-1 0,14 1 1 16,-14-4-1-16,7 0 0 0,0 0-1 0,0 0 0 16,-7-4 1-16,2 1-1 0,4-5 0 0,-12 5 2 15,6-5 1-15,-6 2-1 0,0-2-1 16,0-3 0-16,-6 0 0 0,0 0-2 0,0 0-1 15,-8-4 0 1,8 4 3-16,-8 1-8 0,1-2 4 0,1 5 2 0,-2-1 2 16,8 1-1-16,-7 4 1 0,0-2 8 0,0 2 0 15,0 6 1-15,0-3 2 0,7 5 0 0,-8 2 1 16,8 0 1-16,-1 4 5 0,1 3 3 16,-1 2 5-16,7 2 7 0,-6 0 7 0,6 0 10 15,6 1 10-15,-6 3 7 0,7-4 11 16,-7 1 5-1,6-5 3-15,7 4 1 0,-7-3 1 0,8 0 5 0,-1-4 0 16,0-1 2-16,6-2-4 0,-5-1-10 16,5-3-12-16,0-1-16 0,1-3-15 0,-1 0-12 0,1 0-9 15,0 0-6-15,-1-3-4 0,-5-4-7 16,-2 3-8-16,8-4-20 0,-14 1-33 16,7-4-44-16,1 0-47 0,-8 1-45 0,0-2-48 15,0-6-34 1,2 4-16-16,-2-5-4 0,0 1 15 0,1-1 26 0,-1-3 41 15,1 1 47-15,0 2 46 0,-1-3 43 16,0 0 35-16,-6-3 31 0,6 3 27 0,-6 0 28 16,8 0 30-16,-8 0 27 0,6 4 26 15,-6-1 21-15,0 1 16 0,0 3 7 16,0 0-3-16,6 4 0 0,-6 1-8 0,0 2-19 16,0 1-19-16,0 3-26 0,0 4-25 15,0 0-23-15,0 4-18 0,0-1-7 0,7 9-8 16,-7 2 8-16,0 4 7 15,7 1 8-15,-1 2 15 0,-6 1 9 0,7 4 5 16,-7-1-2-16,6 2-3 0,0-5-6 16,-6 3-14-16,8 1-11 0,-8-1-9 0,6-2-5 15,-6-2-3-15,6-2-6 0,-6-1 0 16,6 0-18-16,-6-4-40 0,7-2-62 16,-7-1-75-16,7 0-89 0,-7-3-123 0,6-5-143 15,-6-3-123-15,0 0-108 0,7-3-102 16,-7-2-21-16,0-2 65 0,-7-3 126 0,7-2 147 15,0-3 158-15</inkml:trace>
  <inkml:trace contextRef="#ctx0" brushRef="#br0" timeOffset="37797.57">4885 9803 252 0,'-14'-15'448'0,"1"1"97"0,7-1 107 0,-1 5 5 15,-6-2-68-15,7 1-70 16,-2 4-60-16,8-5-68 0,0 9-86 0,0-4-86 0,0 0-56 16,14 3-42-16,-8 0-29 0,8 1-16 15,-1-1-12-15,7 0-4 0,-2 1-7 0,2 3 0 16,-1-5 4-16,7 5-3 0,-6-3 4 15,0 0 5-15,-1-1 3 0,-5 4 3 16,-2-4 4-16,-5 4 6 16,6 0 9-16,-13-3 3 0,7 3 1 0,-1 0-2 15,-6 0-6-15,0 0-15 0,0-3-16 0,0 3-17 0,0 0-11 16,0 3-9-16,-6-3-9 0,6 0-1 16,-7 3-5-16,1 1 1 0,6 3 0 0,-7 4 1 15,0 0 4 1,7 0 9-16,-6 3 12 0,6 1 16 0,-6 0 11 15,6 4 10-15,0-1 7 0,0-4 0 16,6 5-4-16,-6-5-11 0,6 5-5 0,-6-5-7 16,7 1-4-16,6-4 2 0,-6 0 5 0,5-1 4 0,2-2 7 15,-2 0-2-15,8-1-6 0,-1-3-9 0,1-4-10 16,0 3-11-16,-1-6-12 0,1 3-2 0,0-7-2 16,-8 3-1-16,1-4 1 0,0-2-3 15,-6-2 3-15,-1-1-1 0,1-4-1 16,0 0-1-1,-7-2 0-15,0-2 0 0,0-1-3 0,0 0 1 16,-7-4 1-16,7 8 0 0,0-4 0 0,-7 7-1 0,7 0 4 16,0 4-1-16,-6 0-2 0,6 4 1 0,0 0 1 15,0 3-1-15,0 1-2 0,0 3-1 16,0 0 1-16,0 3 0 0,0 3 1 0,0 6-1 0,0 3 2 16,6 0 2-16,-6 3-1 0,7 3 0 15,-7-2-1-15,7 4 3 0,-1-2-2 0,0-3 1 31,-6 5-1-31,7-5-1 0,0 0 0 0,-1-3-13 0,-6 3-36 16,13-4-63-16,-7-2-83 0,1-1-104 0,0 0-139 16,5-4-164-16,-4 1-165 0,4-5-161 15,-5-3-93-15,6-3 12 0,-7 3 87 0,7-8 152 16,-7 1 184-16</inkml:trace>
  <inkml:trace contextRef="#ctx0" brushRef="#br0" timeOffset="38734.06">5457 9785 204 0,'-6'-18'461'0,"-7"2"89"15,0 2 95-15,6-1 23 0,-5 0-72 0,4 5-91 16,8-1-65-16,-6 4-58 0,0-1-75 16,6 0-77-16,6 5-57 0,-6 0-40 0,14-1-28 15,-8 4-15-15,7 0-11 0,6 4-8 16,-6-4-1-16,7 6-4 16,-1 2-3-16,1 0-7 0,0-1-2 15,-1 7-3-15,-6-2-3 0,0-2-3 16,0 5-1-16,0-1-3 0,1 2-3 0,-8-2 2 0,0 5 6 0,0-5 5 15,-6 4-1-15,7-3 0 0,-7 3-3 16,0-3-8-16,-7-1-12 0,1-2-10 0,0-1-7 16,0 0-4-16,-8-4 0 0,1 1-1 15,6-5-2-15,-6 1 0 0,-6-1 2 16,6-3-1-16,0-3 0 0,6-1 0 0,-6-4 1 16,7 1-1-16,-1-3-1 0,1-2 3 15,6-3-2-15,0-3-1 0,6 4-2 0,1-8 1 16,-1 3-1-16,7 1-3 0,1-4 0 15,-2 4 1-15,2 4 0 0,-2-2 0 0,8 2 1 16,-1 2 0-16,-5 5 0 0,5-3-1 16,1 6 2-16,0 0-1 0,-8 1 0 0,8 3 0 15,-7 3 2 1,7 1 3-16,-8 0 0 0,2 6 5 0,-2-3 10 0,1 8 13 0,1 0 7 16,-2-1 3-16,2 5 6 0,-2-1 6 15,-5 1 1-15,6 3 3 0,-6-4 1 0,-1 4 3 16,0-4 3-16,2 1-5 0,-8-1-6 15,6 1-8-15,-6-5-4 0,6-3-3 0,-6 0-8 16,0 0-1 0,0-4 5-16,0 0 8 0,0-3 17 0,0 0 18 15,0-1 13-15,0-3 5 0,-6-3-7 0,6 3-12 0,-6-8-20 16,-2 1-31-16,2 0-27 0,6-4 0 16,-6 0 0-16,6-4 0 0,-7-3 0 0,7 0 0 15,0 0 0-15,7-5 0 0,-1 1 0 16,0 5 0-16,2-6 0 0,-2 9 0 0,6-5 0 15,2 5 0-15,-1 3 0 0,-1-1 0 16,2 5 0-16,-2-4 0 16,2 7 0-16,5 1-1 0,-5 3-4 0,4 0 3 0,-4 3-1 15,-1 5 0-15,0-1 2 0,0 5-2 16,-7 2 0-16,8 1 3 0,-8 0-1 0,0 3 3 16,1 0 3-16,0 0 6 0,-1 0-7 0,-6 1-4 15,0-4 0 1,0 3 0-16,0-4 0 0,0 1 0 0,0-4 0 15,-6 0 0-15,-1 0 0 0,7-3 0 16,-7-1 0-16,1-4 0 0,0 1 0 0,-1-4 0 0,0 0 0 16,1-4 0-16,6 1 0 0,-6-4 0 0,6-1 0 15,0-3 0-15,0 0 0 0,0-3 0 16,6-5 0-16,0 4 0 16,1-7 0-16,6 4 0 0,0 0 0 0,0-1 0 15,0 1 0-15,7 4 0 0,0 2 0 0,-8 5 0 16,14 0 0-16,-7 0 0 0,8 7 0 15,-1 0 0-15,-6 3 0 0,12 5 0 0,-13-1 0 16,7 1 0-16,1 2 0 0,-8 1 0 16,-6 0 0-16,7 1 0 0,-7-2 0 15,-7 0 0-15,1 2 0 0,-1-1 0 0,-6-4 0 16,7 0 0-16,-7 5 0 0,-7-5 0 16,7 1-120-16,-6-5-243 0,-1 4-121 0,1-3-153 15,-1-1-175-15,-5-3-202 0,4 0-71 16,-4 0 24-16,5 0 95 0,-6-3 163 0,0-1 216 15</inkml:trace>
  <inkml:trace contextRef="#ctx0" brushRef="#br0" timeOffset="39361.54">7177 9854 259 0,'6'-7'455'0,"0"3"82"0,1-2 90 16,-7-2 11-16,7-3-53 0,-7 0-76 16,6 0-55-16,-6-4-51 0,-6 1-80 0,-1-2-95 15,0 2-61-15,1-1-47 16,-7 0-45-16,0 5-30 0,-6-1-19 0,5 4-12 0,-5-1-8 16,-1 5-4-16,0 3-1 0,2 0-1 15,-2 0 4-15,1 7 1 0,5 0 0 0,2 1-5 16,-2 2 2-16,8 2 3 0,6-2 1 15,0 5 4-15,6 4 9 0,0-5 14 16,14 4 11-16,-6 1 12 0,5-1 9 0,7 0 8 16,0 1 11-1,0 3 9-15,0 0 12 0,0 0 16 0,0-4 3 0,0 4-2 0,-6-3-8 16,-7-2-7-16,0 3-9 0,0-3-11 16,-13-2 0-16,0 0 1 0,0-4 0 15,-6 0-7-15,-8 0-8 0,1-4-9 0,1 0-13 16,-8-3-10-16,0-1-4 0,-6-3-2 15,7 0-3-15,-7-3-2 16,6-1 1-16,1-3-2 0,-7 0-6 16,6-1-4-16,1-3-6 0,-1 0-5 0,6-4-4 0,2 1-13 0,-1 0-32 15,6-2-53-15,0 2-70 0,1 3-89 16,6-4-121-16,6 4-154 0,1 0-161 16,6 4-164-16,0-1-121 0,7 1-13 0,0 0 69 15,-1-4 134-15,7 7 176 0,0-6 209 0</inkml:trace>
  <inkml:trace contextRef="#ctx0" brushRef="#br0" timeOffset="39765.3">7320 9854 291 0,'7'-3'637'15,"-7"3"128"-15,0-4 103 0,0 0 48 0,0 1-154 16,0 0-181-16,-7 3-158 0,7 0-113 16,0 0-87-16,0 0-58 0,0 3-36 15,7 0-17-15,-7 5 2 0,0-2 4 0,6 11 1 16,-6-7-7-16,6 5-9 15,-6-1-9-15,7 4-13 0,0-3-14 0,-7 0-9 0,6 3-6 16,0-3-3-16,1-1-2 0,0 2-5 16,-1-6-2-16,7 1 0 0,0-5-5 0,0 2-8 15,0 1-7-15,0-6-5 0,7 0-3 16,-1-3-8-16,-5 0-1 0,-2-3 0 0,8 0 0 16,-14-2-2-16,7 1-1 15,-7-4 2-15,8 2-1 0,-14-2 0 16,6-3 0-16,1-3 2 0,-7 3-1 0,0-3 0 0,0-5 0 15,0 4 5-15,0 0 7 0,0 1 7 16,0 3 6-16,0-1 3 0,0 5 3 0,0 0-5 16,0 4-7-16,0-1-9 0,-7 4-4 15,7 4-4-15,0-1-3 0,-6 9 0 0,6-2 1 16,0 2-1-16,0 2 1 0,0 1 2 16,0 3-2-16,6-4 1 15,-6 5-2-15,7-5-7 0,-7 2-21 0,7-2-26 0,-1 0-34 16,0 1-67-16,7-4-93 0,1 0-125 0,-2-3-160 15,8-1-169-15,-7 0-151 0,7-7-127 16,-8 4-11-16,8-4 78 0,-7-4 152 0,0 1 178 16,0-5 179-16</inkml:trace>
  <inkml:trace contextRef="#ctx0" brushRef="#br0" timeOffset="40500.18">7795 10071 36 0,'0'-12'355'16,"0"-2"97"-16,-6 0 93 16,6-5 99-16,0 4-26 0,-6-3-62 0,6 3-59 0,0 1-50 15,-8 2-54-15,8 5-102 0,0 0-81 16,0 0-52-16,0 3-45 0,0 0-34 0,0 4-21 15,0 0-7-15,0 4 3 0,0 4 10 16,8 2 16-16,-8 2 11 0,0-2-1 0,6 5-1 16,-6-1 0-16,6 1-3 0,-6 0-1 15,0-1-6-15,0 1 0 16,0 0 2-16,0 0 4 0,0-4 1 0,0 0-4 16,0 0 2-16,0 0 1 0,0-4-7 15,0 0-11-15,0-4-10 0,0 2-11 16,0-2-4-16,0 1-1 0,0-4 2 0,0 0 2 0,0 0 0 15,0 0-1-15,-6-4-5 0,6-4-12 0,0 1-10 16,0-3-8-16,-6-1-1 0,6-5-3 16,0 2-2-16,6-4-1 15,-6-1-2-15,6 1 0 0,1-4-1 0,6 4 1 0,-7 0 0 0,7 3-1 16,1 0 1-16,-8 5-1 0,7-2-1 16,0 9-1-16,0-4-1 0,0 2 2 15,6 5-1-15,-11 5 0 0,4-3 2 0,1 6-2 16,0 0 0-16,-6 3 3 0,5-1-1 15,-4 5 1-15,-2-4 1 0,0 0-1 0,0 4 1 16,-6-4 1 0,8 0-2-16,-2 1-1 0,0-2 0 0,-6 1 1 0,7 0 0 15,-7-4-1-15,6 4-1 0,-6-7 1 16,0 3 1-16,0 1 1 0,0-5 1 0,0 1 2 16,0-4 3-16,-6 4 4 0,6-4 1 15,-7 0-3-15,7 0 3 0,-6-4-1 0,0 0-3 16,6 1-4-16,-8-5 1 0,8 1-1 15,0-3-2-15,0-2-1 16,0-3 0-16,8 0-1 0,-8 1-1 0,6-1 1 0,0 0 1 16,7 1 0-16,-6 3 0 0,6 0-1 0,-1 0 1 15,2 4-2-15,-1 0-1 0,0-1 1 16,0 4-2-16,7 4 0 0,-8 0-1 0,8 0 1 16,-7 4 3-16,0 0-2 0,0 3 1 0,1 0 1 15,-8 5 2-15,7-2-2 0,-7 1 1 16,1 0 3-1,-7 1 9-15,7 2 11 0,-7-3 12 0,6 3 14 0,-6 1 16 16,0 0 7-16,0-3 1 0,-6 2-4 0,6-3-10 16,0 3-13-16,0-3-14 0,-7 0-12 15,7-3-7-15,0-1-5 0,-7 4-8 0,7-8-17 16,-6 5-38-16,6-5-54 0,-7-3-84 16,7 5-104-16,0-5-146 15,-6-5-187-15,6-2-218 0,0 0-195 16,0-1-50-16,6-2 34 0,1-2 112 15,-1 2 184-15,8-9 243 0</inkml:trace>
  <inkml:trace contextRef="#ctx0" brushRef="#br0" timeOffset="40677.9">8714 9778 6 0,'0'-8'592'0,"0"5"161"0,0-5 101 0,-7 5 60 0,7-4-71 16,0-1-211-16,0 4-244 0,0-3-158 0,0 7-116 15,0-4-121-15,0 4-152 0,7 4-189 16,-7-1-227-16,6 1-193 0,0 0-85 16,2-1 5-16,-2 4 88 0,7 1 157 0,-7 0 208 15</inkml:trace>
  <inkml:trace contextRef="#ctx0" brushRef="#br0" timeOffset="40858.92">8825 10001 429 0,'-14'18'755'0,"2"0"140"0,4-4 114 15,-4 6 82-15,5-3-183 0,-6 6-212 0,7-5-131 16,-7 8-87-16,7-5-76 0,-8 2-77 16,1-1-67-16,7 3-60 0,-8-6-55 15,-5 3-104-15,6-4-39 0,0 1 0 0,-7-5-141 16,8 1-138-16,-8-5-162 0,6-2-212 16,2-1-243-16,-1 1-200 0,0-8-49 15,0 3 46-15,-1-3 121 0,8-3 197 0,-7 3 256 16</inkml:trace>
  <inkml:trace contextRef="#ctx0" brushRef="#br0" timeOffset="42015.96">3021 11169 238 0,'-6'0'392'0,"0"-3"45"16,-2-1 12-16,8-3-39 0,-6 3-75 16,6-3-66-16,0 0-27 0,6-1 10 0,2 1 22 0,-2-4 3 15,0 3 2-15,1-2 0 0,6 2-9 0,0-3-28 16,0 1-35-16,-6 2-16 0,5 0-21 0,2 2-21 15,-8 1-24-15,7 2-26 0,-7 3-24 16,1 3-22-16,0 8-11 0,-1 5-9 0,-6 5-5 16,0 1-3-16,0 3 1 0,-6 5-75 0,-1 3 29 15,7-3 18 1,-7 2 16-16,1-2 16 0,6-1 11 0,0 1 81 0,0-5-27 16,0 1-13-16,0-4-13 0,6 0-10 0,-6-7-5 15,7-1-5-15,0-3-5 0,-1 1-4 0,-6-6-2 16,14-2-3-16,-14 0-6 0,12-1-5 15,-5-3-7-15,-7-3-4 0,6-1-2 0,1 0-5 16,-7 1-1-16,6 0 2 0,-6-1-2 0,0-1-3 16,0 2 0-1,0 0 0-15,7 3-2 0,-7 0-1 0,-7 0 1 0,7 3 1 0,0 9-1 16,0-2-5-16,0 5 3 0,0 3 2 16,0 4 14-16,0 3 20 0,7 6 18 0,-7-2 23 15,0 3 22-15,0 1 14 0,0 0 6 16,0 0 0-16,-7 1-5 0,1-5-8 0,-7 0-14 15,0-4-14-15,-7 0-13 0,7-2-12 16,-13-1-4-16,6-7 0 16,1-1 6-16,-7-3 14 0,0-4 13 0,0-3 12 0,6-4-85 0,-5-4-7 15,-1 1 0-15,6-5 0 0,0-2 0 16,1-5 0-16,-1 1 0 0,1-1 0 0,5 0 0 0,2-4 0 16,-2 5 0-16,8 0 0 0,0-1 0 0,-1 0 0 15,0 1 0-15,1 2 0 0,6 1-417 16,0 0-239-1,0 1-242-15,6-1-224 0,-6 0-71 16,7 4 31-16,0-1 101 0,-1-3 205 0,0 0 264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56:55.2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18392 4246 187 0,'6'3'282'0,"1"-3"42"15,-7-3-53-15,6 3-28 0,1-4 9 16,-7 0-26-16,6 1-17 0,-6-4-5 0,6 2 8 15,-6 2 9-15,0-4 11 0,0-1 16 16,8 5 12-16,-8-4-5 0,0-2-12 0,-8 7-21 16,8-6-28-16,0 0-29 0,0 5-30 15,-6-3-17-15,6 1-21 0,-6 2-11 16,6-2-16-16,-7 1-12 0,1 1-16 0,-1 3-15 16,1-3-2-16,-1 3-8 0,-5 0 4 15,4 3-9-15,-4-3-4 0,-2 7 0 0,1-2-5 16,-6 6 2-16,6-5-2 0,0 5 3 15,-7 1 1-15,8-1 4 0,-2 3 3 0,2 2 1 16,-2-2 4-16,1 4 5 0,7-4 10 16,-7 4 6-16,6 1 7 0,1 2 5 15,0-1 4-15,-2 2 1 0,2-4 1 0,6 7 1 16,-6-3 2-16,6 1-3 0,0-1 1 16,0-1 1-16,6 2-5 0,0 2-4 0,2-3-4 15,-2 0-2-15,0 0-3 0,7-4 3 16,0 4 0-16,6-3 4 0,-5-4 6 15,6 2 2-15,-8-2 6 0,8 0 0 0,-1-4 4 16,7 0-1-16,-6 0-1 0,-1-4-2 16,1 1 0-16,6-5-3 0,-7-3-4 0,1 0 0 15,6 0-2-15,1-3-2 0,-8-5-4 16,7 5-2-16,-6-8-5 0,6 2-3 0,-7-1-3 16,1-1-2-16,0 0 0 0,-2-4 0 15,2 4 6-15,-7-3 7 0,7-1 5 16,-8 4 3-16,2-4 6 0,-1 1 4 0,-7-1-5 15,1-3-7-15,6 3-6 0,-7 1-6 16,0-5-7-16,-6 1-11 0,8 3-6 0,-8-2-5 16,0-2-2-16,0 1-2 0,0 3 1 15,0-4 5-15,-8 4 1 0,2-3 7 0,6 4-2 16,-6-1-1-16,0-3-2 0,-1 2-4 16,-6 3-2-16,6-6-7 0,1 4-3 0,-8 1 0 15,8-1 0-15,-6 1 0 0,-2 3 0 16,1-4 0-16,0 4 0 0,0 0 0 15,1-1 0-15,-2 2 0 0,1 2 0 0,0 2 0 16,-6 3 0-16,5-2 0 0,-5 2 0 0,-1 3 0 16,8 0 0-16,-8 0 0 0,0 8 0 15,1-5 0-15,-1 3 0 0,0 2 0 0,8 0 0 16,-8-1 0-16,1 4 0 0,5-4 0 16,2 4 0-16,-2-3 0 0,8 2-17 15,-7 1-149-15,7-3-71 0,-1 2-67 0,7-2-64 16,-7-1-42-16,14 0-42 0,0 0-49 15,-1 1-68-15,7-1-98 0,7-3-97 0,-8 0-70 16,8 0 13-16,6-1 72 0,-7-6 114 16,15 3 157-16</inkml:trace>
  <inkml:trace contextRef="#ctx0" brushRef="#br0" timeOffset="567.89">19310 3759 31 0,'0'-8'284'0,"0"0"52"15,0 5 25-15,0-3-59 0,-6 1 2 0,6-3-54 16,-7 4-36-16,7 1-14 0,-7 0-1 16,7-1 8-16,-6 0 6 0,-1 1 4 0,7 3-4 15,-6 0-12-15,6 0-17 0,-6 0-20 0,-1 0-12 16,-6 0-8-16,7 0 6 0,-2 3 5 16,-4 5 8-16,-1-5-2 0,6 4-9 0,-6 6-3 15,1-4-15-15,-2 7-17 0,1-2-15 0,0 8-9 16,0 0-1-16,0 3-8 0,0 1-5 15,7 7-5-15,-8 0-3 0,8 4-3 0,-7-1 2 16,7 9-1-16,-1-5 2 0,0 4 6 16,1-1 7-16,6 6 6 0,0-6 2 15,0 5 11-15,6-4 4 0,1 3 3 0,0 2-5 16,-1-5 0-16,7-1-7 0,0 1-9 16,0-4-13-16,7-3-8 0,-7-1-5 0,6 1-9 15,0-4-8-15,-5-3-8 0,5-5-3 16,1-3-5-16,0-4-3 0,-1 0-5 0,0-6-2 15,-6-5-5-15,7 1-2 0,-7-8-3 16,6 3 0-16,-6-6-3 0,-6 3-2 16,6-4-6-16,-7-3-33 0,2 3-53 0,-2-3-74 15,-6 0-84-15,6-5-97 0,-6 1-120 16,0 0-127-16,0 0-138 0,0-4-144 16,0-3-80-16,0 4 11 0,0-5 80 0,7-3 134 15,-7 0 177-15</inkml:trace>
  <inkml:trace contextRef="#ctx0" brushRef="#br0" timeOffset="1285.98">19480 4345 262 0,'0'-15'417'0,"0"0"55"0,0 1 53 16,-7-1-46-16,7 0-74 0,0 4-42 0,0-3-16 16,-7 3-19-16,7-1-20 0,0 2-24 15,0 2-37-15,0 5-38 0,0-4-29 0,-6 3-25 16,6-1-27-16,0 5-34 0,0-2-28 15,0 2-27-15,6 2-22 0,-6 3-9 16,0-1-4-16,7 3 7 0,0 0 8 16,-1 7 11-16,0-2 11 0,1 2 11 0,-1 1 13 15,-6 3 9-15,7 1 9 0,0 3 9 0,-1-4 7 16,0 0 8-16,1 1 7 0,-7-1 0 16,7 0-2-16,-7 0-6 0,0-3 3 15,6 4-3-15,-6-5-2 0,0-3-5 0,0 1-3 16,6-2-2-16,-6-3-4 0,0 1-10 15,0-4-4-15,0 3 5 0,0-4 6 0,0-3 12 16,0 4 14-16,0 0 15 0,0-4 10 16,0 0 3-16,0-4-47 0,0 4-94 15,-6-4 0-15,6 1 0 0,0-4 0 0,-6 3 0 16,6-4 0-16,-7 1 0 0,0 0 0 0,7-4 0 16,-6 0 0-16,0 4 0 0,6-9 0 15,-7 6 0-15,0-1 0 0,7-3 0 0,-6-2 0 16,6 2 0-16,-7 3 0 0,7-7 0 15,0 3 0-15,0-1 0 0,0 3 0 16,0 1 0-16,7-3 0 0,-1 1 0 0,1 3 0 16,0-3 0-16,-1 3 0 0,0 0 0 15,8-1 0-15,-8 2 0 0,7 2 0 0,0 1 0 16,-6 0 0-16,5 2 0 0,2 3 0 16,-2-3 0-16,-5 5 0 0,6 0 0 0,0 5 0 15,1-3 0-15,-2 3 0 0,1 2 0 16,-6 0 0-16,6 4 0 0,0-4 0 0,-6 5 0 15,-1 2 0-15,0-3 0 0,8 4 0 16,-8-1 0-16,0-2 0 0,1 2 0 16,-1 1 0-16,-6 0 0 0,7-1 0 0,-7-3 0 15,7 1 0-15,-7-2 0 0,6 1 0 16,-6-4 0-16,0 4 0 16,0-6 0-16,0 1 0 0,0 2 0 15,0-5 0-15,6 1 0 0,-6 0 0 0,0-4 0 16,0 3 0-16,0-3 0 0,0 0 0 15,-6 0 0-15,6 0-15 0,0-3-282 0,-6 3-90 16,6-4-96-16,-7-3-111 0,0-1-129 16,7-3-148-16,-6 0-111 0,-1-3-10 15,7-4 62-15,0-4 120 0,-6-4 170 0,12-3 216 0</inkml:trace>
  <inkml:trace contextRef="#ctx0" brushRef="#br0" timeOffset="1774.73">19864 3696 204 0,'0'-7'391'0,"0"0"58"16,0-1 48-16,0-3-53 0,0 4-26 16,6-1-28-16,-6 1-22 0,6 4-20 0,2-5-18 15,-2 1-36-15,0 0-50 0,0 4-58 16,8-6-38-16,-8 6-22 0,14-2-22 15,-7 5-12-15,7 0-15 0,-1 0-7 0,1 5-5 16,6 3-11-16,-7-1 0 0,7 4 5 16,0 3 10-16,0 5 9 0,0-2 10 0,1 9 16 15,-2 0 8-15,1-1 3 0,0 9 4 16,-6-1 2-16,-1 0-3 0,1 7-7 0,-7 0 0 16,0 4-9-16,0 4-7 0,-7-1-10 15,-6 1 1-15,0-1 4 0,-6 1 6 16,0 0 8-16,-1-3 11 0,1-2 9 0,-8-3 2 15,2 0 11-15,-2-6 9 0,8-2 6 16,-7 2-1-16,0-9-127 0,6-3-24 0,1 0 0 16,0-7 0-16,-2-1 0 0,2-3 0 0,6-4 0 15,-6 2 0-15,6-3 0 0,-7-2 0 16,7 0 0-16,0-1 0 0,0-3 0 0,0 4 0 16,-6-4 0-16,6 0 0 0,0 0 0 15,0-4 0-15,0 4 0 0,-7-3 0 0,7-1 0 16,-6-3-379-16,6 4-147 0,-7-6-152 15,1 6-198-15,0-4-186 0,-2-4-42 16,-4 3 37-16,-2 0 99 0,2-2 170 0,-1 2 249 16</inkml:trace>
  <inkml:trace contextRef="#ctx0" brushRef="#br0" timeOffset="2732.9">16712 7488 153 0,'6'-4'335'0,"0"-2"58"0,-6 2 28 32,0-4-55-32,0 0-1 0,0-3-25 0,0 5-6 0,-6-3-9 0,6 2-8 0,-6-4-27 15,-2 4-32-15,2 0-54 0,-6 4-56 16,-2-6-45-16,1 6-36 0,-7 3-20 0,2 0-19 16,-2 0-11-16,0 3-3 0,1 6-5 15,-7-2-4-15,12 3-6 0,-5-2 0 16,6 2 3-16,0 2-5 0,0-1 0 0,6 0 1 15,7 4 7-15,0-4 7 0,7 0 11 0,0-1 16 16,12 1 6-16,0 0 7 0,1 1 7 16,13-2-2-16,-7 5-4 0,7-5-5 15,-1 2 4-15,1 2-2 0,-1 2 0 0,-6-2 4 16,0 1 12-16,0 0 7 0,-6 3-3 16,-1-4 3-16,-6 4 6 0,-7-3 7 0,2 4-3 15,-8-1 4-15,-8 0 11 0,2-3 4 31,-7 4 1-31,0-5-5 0,0 0-7 0,-7 1-14 16,1-4-13-16,-7-4-11 0,6 1-12 16,-6 0-11-16,0-4-9 0,7-4-3 0,-7 0-5 15,0 0-4-15,6-4-1 0,7-1-3 16,-7 2-18-16,8-2-29 0,5-1-48 16,0 2-59-16,1-3-89 0,6-5-103 0,6 5-115 15,1-4-117-15,0-3-116 0,5-1-103 16,8 1-21-16,0-1 48 0,-7-3 101 0,7-1 131 15,-2 1 152-15</inkml:trace>
  <inkml:trace contextRef="#ctx0" brushRef="#br0" timeOffset="2999.85">16874 7521 177 0,'13'-8'421'0,"-6"5"76"0,-7-1 64 16,6 1-49-16,-6-1-61 0,7 4-102 15,-7 0-83-15,0 0-49 0,0 0-25 0,6 4-3 16,-6 3 2-16,0 4 16 0,6 0 23 15,-6 7 7-15,8 0-3 0,-8 5-19 0,6-1-12 16,0 7-15-16,1-3-21 0,-1 3-19 0,1 0-19 16,0 0-13-16,5 4-18 0,-6-3-14 15,2-1-17-15,-2-4-13 0,0 2-12 16,1-2-13-16,0-6-9 0,-1-2-7 0,1-2-3 16,-7 0-5-16,6-4-14 0,-6-5-27 15,0 3-50-15,0-6-70 0,0-3-104 0,0-3-130 16,-6-2-135-16,-1-2-148 0,1-4-137 15,-8 0-54-15,2-7 37 0,-2 0 98 0,2-4 126 16,-2 1 165-16</inkml:trace>
  <inkml:trace contextRef="#ctx0" brushRef="#br0" timeOffset="3265.41">16828 7638 122 0,'-6'-10'359'0,"6"1"51"15,0-2 44-15,0 0-43 0,0 5-50 16,6-6-60-16,-6 1-19 0,14 0 4 0,-2 1 4 15,2-5-1-15,-1 4-6 0,6-4-12 16,0 4-25-16,8 0-37 0,-1-4-29 16,-6 7-24-16,6-2-23 0,-1 6-19 0,-5-2-16 15,6 1-11-15,-6 5-7 0,-7 0-7 16,-1 5-2-16,2 1-1 0,-1 2 3 0,-7-2 2 16,1 7-5-16,-7-3-8 0,0 5-12 15,-7-1-10-15,1 5-11 0,-7-1-9 16,-1 0-7-16,2 0-26 0,-1 1-48 0,0 0-74 15,-7-1-105-15,13-4-120 0,-5-2-132 16,5-2-141-16,0-2-131 0,1-1-47 0,6-7 38 16,0 0 84-16,0-4 112 0,6-3 155 15</inkml:trace>
  <inkml:trace contextRef="#ctx0" brushRef="#br0" timeOffset="3702.89">17330 7455 147 0,'7'-11'422'0,"-1"3"92"15,0 1 73-15,-6 0-22 0,-6-1-28 0,6 5-103 16,-6-1-84-16,-7 1-75 0,6 3-65 16,-6 0-58-16,0 3-51 0,0 4-30 0,0-3-13 15,0 3-12-15,0 4-1 0,0 0-8 16,6 0 1-16,-5 5-5 0,4-6-5 16,8 5-2-16,-6-1-8 0,6-3-1 0,0 0-4 15,0 1 7-15,6-5 2 0,2 0 2 16,-2 0 14-16,0-3 7 0,1-4 15 0,6 4 0 15,-7-4 4-15,7-4 10 0,1 0 0 16,-2 1 5-16,-5-5 1 0,6 1 12 16,-7-4 10-16,1 4 3 0,0-4 0 0,-1 0 2 15,-6 0-1-15,7 0-7 0,-7 1-5 16,6-2-5-16,-6 4-5 0,0 5-7 0,0-5-12 16,0 5-12-16,0 0-15 0,0-2-13 15,6 5-12-15,-6 0-9 0,0 5-4 0,8-2 0 16,-2 0 0-16,0 8 2 0,0-3 1 15,1 0-1-15,6 2-5 0,-6 1 2 16,5-3-1-16,-4 2-20 0,4 1-39 0,-5 0-56 16,6-4-72-16,-7 5-109 0,1-5-137 15,6 0-138-15,-6-3-142 0,-1-4-132 0,7 0-24 16,-6 0 53-16,-1-4 109 0,0-3 142 16,7 0 174-16</inkml:trace>
  <inkml:trace contextRef="#ctx0" brushRef="#br0" timeOffset="4233.93">17637 7356 315 0,'0'-11'435'0,"-8"-4"75"0,8 4 51 16,0 0 4-16,0 4-65 0,-6-4-53 0,0 7-48 15,6-3-47-15,-7 3-62 0,7 1-73 16,-6-2-59-16,-1 5-40 0,0 0-28 0,7 5-18 16,-6-2-19-16,0 8-11 0,0-4-3 15,-2 8-2-15,2-4-5 0,0 4-4 16,6 4-2-16,-7-5-3 0,7 4-5 0,0 1-3 15,7-1-2-15,-7-4-7 0,6 5 3 16,0-5 4-16,2 1 5 0,4-4 1 0,-6 0 6 16,8-4 8-16,-1 1-3 0,-1-5 0 15,2 1 3-15,6-4 5 0,-8 0-4 16,8-4-2-16,-7-3-5 0,-1 0-3 0,8 0-2 16,-7-1-3-16,1-3 12 0,-2-4 9 15,-5 4 6-15,0-3 5 0,-1-1 4 0,0 0 5 16,-6 1-5-16,0-4 0 0,0 3-2 15,-6 1-1-15,0 2-7 0,-1 1-12 0,0 5-11 16,1 1-6-16,-7 2-10 0,6-2-6 16,-6 5-2-16,1 5 0 0,-2 3-1 15,2-2-2-15,5 2 5 0,-6 3 0 16,6 0-3-16,1 0 4 0,6 3 3 0,-6 1 7 16,6-1 3-16,6-3 8 0,0 5 14 15,1-2 10-15,6-3 7 0,-6 1 9 0,11-2 8 16,-4 1 8-16,5-4 10 0,1 0 11 15,0-3 15-15,6 0 5 0,-1-4 0 0,1 0-7 16,1-4-14-16,-1 0-21 0,0-3-22 0,0 0-17 16,-7 0-12-16,1 3-12 0,-7-3-6 15,0 4-3-15,0-1-10 0,-7-1-31 16,1 2-54-16,0 3-75 0,-7-5-98 0,0 5-123 16,0 0-169-16,-7 0-204 0,0 0-213 15,-5 0-66-15,5 0 22 0,-6 0 85 0,6 0 153 16,1-3 223-16</inkml:trace>
  <inkml:trace contextRef="#ctx0" brushRef="#br0" timeOffset="5404.59">19323 7432 37 0,'-7'-3'289'0,"7"-1"55"0,0 1 30 0,-6-5-63 16,6 5 36-16,-6-1-40 0,-1-3-25 15,0 4-9-15,7-6-2 0,-13 6 8 0,7 0-13 16,0-1-19-16,-1 0-18 0,-6 1-27 15,-1-1-24-15,2 4-23 0,-1 0-17 16,0 0-12-16,0 4-16 0,-7-1-11 0,7 5-10 16,0-5-10-16,-6 9-8 0,5-5-3 0,-5 7-2 15,6-3 2-15,0 7-3 0,0-4-1 16,6 9 2-16,-5-4 0 0,4 6 2 16,8-3-2-16,0 4 4 0,0 3 6 0,8-3 3 15,-8 3-3-15,12 0 0 0,-5 0 5 16,6 2 1-16,6-2-5 0,-5-4-4 15,5 4-1-15,-6-4-1 0,13-2-2 0,-7 0 1 16,1-6 2-16,0 1 3 0,5-3-1 16,-5-4-4-16,6 0-5 0,1-4-6 15,-8-3-5-15,7-4-6 0,-6 0-3 0,6-7-1 16,-7 0-1-16,1-1 0 0,6-7 4 16,-13 4 5-16,6-3 5 0,-6-1 4 0,7-3 4 15,-7 3 1-15,0-7 2 0,0 4 0 16,0-5-1-16,-6 2-2 0,-1-1-4 0,0-4-3 15,2 0-7-15,-2 1-10 0,-6 0-41 0,-6-1 0 16,6 0 0-16,-8 1 0 0,8-1 0 0,-12 0 0 16,5 4 0-16,-6 4 0 0,0 0 0 15,0-2 0-15,0 3 0 0,-7 2 0 0,7 0 0 16,-6 5 0-16,0-2 0 0,-1 2 0 0,0 2 0 16,1 1 0-16,-1 3 0 0,0 1 0 15,1-1 0-15,-7 4 0 0,6 0 0 16,1 4 0-16,-1-4 0 0,0 3 0 0,-5 5 0 15,5-5 0-15,0 5 0 0,1 2 0 16,0-2 0-16,-1 3 0 0,1 3 0 0,-1-3 0 16,7 4 0-16,0 0 0 0,0 3 0 15,7-3 0-15,-2 3 0 0,2 0 0 0,6 1 0 16,0-1 0-16,0 1 0 0,0-2 0 16,14 3 0-16,-8-6 0 0,7 0 0 15,0 2 0-15,0-6 0 0,7 1 0 0,-8 0 0 16,8-8 0-16,6 5 0 0,-7-5 0 0,1 1 0 15,6-4 0-15,-7 0 0 0,8 0 0 16,-8-4 0-16,1 4 0 0,-1-3 0 16,1-1 0-16,-7-3 0 0,7 3 0 0,-14 1 0 15,8-1 0-15,-2 0 0 0,-5 1 0 16,-1-1 0-16,-6 0 0 0,7 4 0 0,-7-3-104 16,0 3-47-16,6-3-10 0,-6 3-2 15,0-4 8-15,0 4 10 0,0 0 9 0,0 0 21 16,0-5 20-16,0 5 23 0,0 0 14 15,0 0 16-15,0 0 11 0,0-3 9 0,0 3 10 16,0 0 6-16,0 0 2 0,0 0 2 16,7 0 3-16,-7 0 0 0,0 0 0 0,0 0-1 15,0 0 0-15,0 0 0 0,6-4 0 16,-6 4 1-16,0 0-1 0,6 0 0 16,-6 0-1-16,8-3 1 0,-8 3 0 0,6 0-2 15,-6 0 2-15,0 0-5 0,0 0-19 16,6 0-38-16,-6-4-72 0,-6 4-107 15,6 0-146-15,0-4-178 0,0 1-176 0,-6-4-161 16,6 0-35-16,-8-2 51 0,8 3 112 0,0-5 168 16,8 0 188-16</inkml:trace>
  <inkml:trace contextRef="#ctx0" brushRef="#br0" timeOffset="5901.55">19929 7143 286 0,'0'-11'390'0,"6"1"47"16,-6-2-10-16,0 2-11 0,0-2-75 16,0 2-34-16,0 2-13 0,-6 1 2 0,6 0-14 15,0 0-16-15,0 2-23 0,-7 2-33 16,7-2-40-16,0 5-39 0,-6-2-22 15,6 2-16-15,-7 2-2 0,0 3 1 0,-5-2 2 0,6 6 9 0,-8-3 12 16,8 5 3-16,-7 4-4 0,6 0-3 0,-6 2-1 16,7 6 1-16,-2 3-3 0,-4-1 3 15,6 4-1-15,6 1-2 0,-7 3-3 0,0 0-6 16,7 0-1-16,0 0 3 0,7-1 5 16,-7 5 4-16,7-4 4 0,-1 4 3 0,0-4 1 15,8-1-6-15,-2-2-6 0,8 3-7 0,-7-4-4 16,7-3-10-16,-1-1-7 0,1-2-8 15,6-1-8-15,-6-4-6 0,5 0-7 16,-5-3-2-16,0-1-3 0,-1-6 4 0,-6-1-2 16,6 0-14-16,-5-3-32 0,-2-4 0 15,2 0 0-15,-1 0 0 0,-7-4 0 16,0 4 0-16,1-4 0 0,0-3 0 0,-7 4 0 16,6-1 0-16,-6-3-39 0,-6-1-183 15,6 2-85-15,-7-3-89 0,0-1-84 0,7 3-91 16,-6-4-93-16,6 0-105 0,0-4-102 15,0 0-45-15,-6 0 37 0,6-3 96 0,0-4 138 16,6 5 175-16</inkml:trace>
  <inkml:trace contextRef="#ctx0" brushRef="#br0" timeOffset="6604.4">20196 7385 296 0,'0'-14'468'0,"0"3"88"15,0-4 104-15,-6 4-19 0,6 1-72 16,-8-6-71-16,8 9-51 0,0-4-47 0,-6 4-68 15,6-1-61-15,0 5-42 0,-6-5-35 16,6 5-37-16,0 3-36 0,0-4-34 0,0 4-28 16,0 4-27-16,0-1-7 0,0 5 6 15,0 3 10-15,6-1 15 0,-6 5 18 0,6 1 17 16,2 1 14-16,-2 2 10 0,0 3 3 16,1 0 3-16,-1-1 0 0,1 1-1 15,6 0-8-15,-7 1-8 0,0-5-6 0,2 0-8 16,-2 1-5-16,0-5-3 0,1 1-2 15,0 0-4-15,-1-9-4 0,-6 5-2 16,6-3-3-16,-6-5 0 0,0 2 4 0,7-1 10 16,-7-1-80-16,0-3-1 0,0 0 0 15,0 0 0-15,0 0 0 0,0-3 0 0,0-1 0 16,0-1 0-16,0 2 0 0,0-5 0 0,-7 5 0 16,7-5 0-16,-6 2 0 0,6-3 0 15,-6-1 0-15,-1-1 0 0,7 0 0 16,-7 0 0-16,1 0 0 0,0 0 0 0,-2 0 0 15,2 0 0-15,0-3 0 0,-1 2 0 16,1-2 0-16,-1 3 0 0,7-4 0 0,-6 4 0 16,-1 0 0-16,7-4 0 0,-6 5 0 15,6-1 0-15,-6 0 0 0,6 0 0 0,0 3 0 16,0-3 0-16,0 0 0 0,6 3 0 16,0 1 0-16,1-4 0 0,-1 4 0 0,1 0 0 15,6 0 0-15,-7 2 0 0,8-1 0 16,-2 2 0-16,2 0 0 0,-2 1 0 0,1 0 0 15,1-2 0-15,-2 5 0 0,2-4 0 16,-1 4 0-16,-7 0 0 0,7 4 0 0,0 1 0 16,-7-2 0-16,8 0 0 0,-8 1 0 15,1 3 0-15,6 1 0 0,-7 3 0 0,1-4 0 16,5 4 0-16,-4-1 0 0,-2 6 0 16,0-5 0-16,1 0 0 0,-1 3 0 0,1 1 0 15,-1-1 0-15,-6-2 0 0,7 2 0 16,-1 0 0-16,1-2 0 0,-7-1 0 15,7 0 0-15,-7-3 0 0,6-1 0 0,-6 0 0 16,0-3 0-16,6-1 0 0,-6 1 0 16,0 0 0-16,0-4 0 0,0 3 0 15,0-3 0-15,0 0 0 0,0-3 0 0,0-1-266 16,0 0-190-16,0-3-117 0,0 0-123 16,0 0-134-16,-6-6-124 0,6-1-56 0,0 3 31 15,-6-3 94-15,6-4 154 0,0-1 191 16</inkml:trace>
  <inkml:trace contextRef="#ctx0" brushRef="#br0" timeOffset="7104.27">20456 6828 332 0,'-6'-11'486'0,"-1"-3"70"0,1 3 73 16,6 0-30-16,0-1-121 0,-7 6-85 15,7-5-53-15,7 3-44 0,-7 0-46 0,6 1-45 16,1 4-24-16,-1-1-15 0,8-3-13 16,5 7-5-16,-6 0 0 0,6 0 1 15,7 3-11-15,0 5-5 0,1 0-4 0,5 2-4 16,1 5-6-16,-1 4 0 0,1 2 10 16,-1 2 11-16,1 2 11 0,-1 7 14 0,1 2 1 15,-1 2-1-15,-6 1-9 0,-6 7-11 16,-1-4-14-16,-5 7-15 0,-2 2-12 0,-4-5-9 15,-8 3-4-15,0 0 2 0,-8-2-21 16,2-2-72-16,-6 1 0 0,-2-2 0 0,1-3 0 16,0-2 0-16,0-5 0 0,1 1 0 15,-2-3 0-15,8-4 0 0,-7-4 0 0,6-1 0 16,-6-3 0-16,7-2 0 0,0-5 0 16,-2 4 0-16,2-8 0 0,6 0 0 0,-6 0 0 15,6-3 0-15,0 0 0 0,-7-1 0 16,7 0 0-16,0-3 0 0,0 0 0 15,0 0 0-15,0 5 0 0,0-5 0 0,0 0 0 16,7-5 0-16,-7 5 0 0,0 0 0 0,0-3 0 16,0 3 0-16,0-3 0 0,0 3 0 15,0-4 0-15,0 4 0 0,-7-4 0 16,7-3 0-16,-7 3 0 0,7-3-312 0,-6 4-210 16,6-5-160-16,0 1-198 0,-7-4-188 15,7 0-42-15,0-1 34 0,0-2 98 0,-6-1 171 16,6 1 248-16</inkml:trace>
  <inkml:trace contextRef="#ctx0" brushRef="#br0" timeOffset="9936.82">24787 5553 442 0,'0'-3'565'0,"0"0"95"16,0-5 76-16,0 4-87 0,0 1-117 0,0 3-137 16,0 0-111-16,-6 0-89 0,6 7-61 15,-7 1-35-15,1 2-4 0,-1 8 10 16,1 5 18-16,-8 2 20 0,8 8 11 0,-7 3 3 16,7 1-14-16,-7 0-20 0,0 3-16 15,-1 4-21-15,8-3-21 0,-7-1-16 16,6 4-11-16,-6-4-6 0,13-3-10 0,-6-4-3 15,0-4-6-15,6 0-4 0,0-6-3 16,-7-3-4-16,7-3-3 0,0-3-15 0,0-3-25 16,0-8-45-16,0 1-53 0,0-4-72 15,-7-4-82-15,7-4-86 0,0-2-87 0,0-5-79 16,-6-3-65-16,6-3-37 0,0-6-29 16,0-2 38-16,0-4 78 0,0-1 106 0,0-2 109 15</inkml:trace>
  <inkml:trace contextRef="#ctx0" brushRef="#br0" timeOffset="10186.78">24625 5872 85 0,'6'-25'314'0,"0"-1"78"0,-6 4 66 15,7 1 7-15,-1 2-31 0,-6 1-23 16,7-1-9-16,-7 4-20 0,7 5-29 0,-1-5-49 16,-6 7-55-16,6 1-60 0,-6 3-45 15,7 4-20-15,0 4-7 0,6 3 5 0,0 8 9 16,-7 0 19-16,13 7 2 0,-5 4-6 16,5 0-4-16,-6 2 0 0,6 2-10 0,-5-1-11 15,6 0-15-15,-1 5-15 0,1-2-14 16,-8-3-16-16,8 1-10 0,0-1-13 15,-7-4-11-15,-1 1-9 0,2 0-7 0,-8-8-6 16,0 0-17-16,1-2-35 0,0-2-44 16,-7-7-51-16,6 1-63 0,-12-1-97 0,6-3-106 15,-7-4-90-15,-6-4-97 0,1 0-81 16,-2 1-56-16,-5-5-8 0,-1-4 63 16,0 6 92-16,1-5 125 0,-1 3 121 0</inkml:trace>
  <inkml:trace contextRef="#ctx0" brushRef="#br0" timeOffset="10842.5">24722 6085 273 0,'-6'-12'385'0,"-7"2"61"15,6-1 43-15,1 0-50 0,6 0-46 16,-7 0-19-16,7 1-18 0,7-2-20 0,-7 1-30 16,6 3-29-16,1-3-39 0,6 0-43 15,0 1-32-15,7 2-21 0,-8 1-18 16,8-1-14-16,5 5-14 0,-5-1-5 0,6 1-6 16,7 3-11-16,-7 0-6 0,7 3-9 15,-7 1-6-15,0 4-11 0,7 2-2 0,-7 1-3 16,-7 0-4-16,7 4 3 0,-6-1-1 15,-1 1-2-15,-6 0-2 0,0 0 0 16,1 3 1-16,-8-7 2 0,0 4 3 0,0-5 9 16,1 1 5-16,-7 0 6 0,0 1 4 15,-7-5 0-15,7 0 5 0,-6 0 1 0,0-3-2 16,-8-1-5-16,8-3-4 0,-7-3-4 16,6-1-11-16,-6 1-12 0,1-8-7 15,-2 4-4-15,2-8-4 0,5 0-3 0,-6 1-2 16,6-5 0-16,1 1-6 0,6-1 1 0,0 1 0 15,0 0-2-15,0 4 0 0,6-2-2 16,-6 2 4-16,13 0-5 0,-6-1-1 0,6 4-2 16,-7 0 1-16,14 4-2 0,-7-1 1 15,0 0 1-15,6 5-1 0,-5 3 3 0,5 0-2 16,1 0 2-16,0 3-1 0,-2 1 1 16,2 3 0-16,0 0-1 0,-1 5 2 0,1-1 2 15,-1 3-1-15,1-2 0 0,-7 2 1 16,0 1 4-16,0 3 2 0,0-3 5 15,-6 3 9-15,-1-3 3 0,-6-1 5 0,0 1 3 16,0-1-1-16,0 1-2 0,-6-4-2 0,-1 0 0 16,-6-4 7-16,6 1 7 0,1-4 7 15,-7-1 6-15,6 1 8 0,-5-4 7 16,-2-4-2-16,8 1-6 0,-7-4-5 0,-1-5-5 16,8 1-6-16,0-7-9 0,0 0-7 15,-1-1-6 1,0-6-7-16,7 3-6 0,0-3-6 0,7-1-2 15,-7 3-1-15,7 2-2 0,-1-2-1 16,0 5-1-16,0-1-1 0,8 5-2 16,-1-4-1-16,0 7-15 0,0 0-26 0,0 1-39 15,0 2-53-15,-7 4-58 0,8 1-67 16,-1 3-63-16,-7 0-83 0,7 3-118 0,-6 1-149 16,-1 4-135-16,7-5-97 0,-6 4-10 15,-1 0 66-15,1 4 131 0,-1-3 190 0</inkml:trace>
  <inkml:trace contextRef="#ctx0" brushRef="#br0" timeOffset="11808.64">25706 5842 124 0,'6'-3'516'0,"-6"-4"114"0,0 0 96 16,0-4 61-16,0 0-139 0,-6 0-153 0,-1 0-113 16,0 0-93-16,1 0-79 0,0-1-49 15,-1 6-41-15,-6 1-33 0,0 3-25 0,0-3-19 16,0 5-14-16,-1 5-10 0,2-3-4 15,-8 6 0-15,7 3 3 0,1 4 0 16,-2-1 1-16,1 1 0 0,7 3 0 0,-1 1 0 16,1-1-1-16,6 4 3 0,0-4 3 15,0 1 9-15,6-1 10 0,1-3 9 0,-1-1 7 16,7 1 8-16,-7-8 7 0,8 4-2 16,-1-4 0-16,0-3-3 0,0-4 2 15,-1 5-3-15,2-10 3 0,-1 1 3 0,0 1 5 16,0-5 5-16,0 1 6 0,-6 0 5 15,-1-4-3-15,0 0-1 0,1 0-3 0,-7-3-10 16,0 2-10-16,7-2-13 0,-7-4-9 16,0 2-6-16,0 2-9 0,0-4 0 0,6 3-6 15,-6 4 5-15,0 0 1 0,0 4-3 16,0-1-4-16,0 2-4 0,0 1-6 0,0 5-5 16,7 0-5-16,-7 0-4 0,6 8 2 15,1-1-2-15,-1 0 0 0,1 4-1 16,5 0 1-16,-4 4 3 0,4 0-1 0,1-1-1 15,-6 1 5-15,6 0-2 0,-1 3 1 16,2-4-1-16,-1-2-6 0,-6-1-27 0,5-1-42 16,-5 1-51-16,-1-3-58 0,8-1-60 15,-8-3-58-15,0-1-46 0,-6-3-49 0,7 0-58 16,0-3-45-16,-1-5-40 0,0 2-29 16,1-6 3-16,-1 1 42 0,1-3 81 15,0-1 87-15,-1-3 95 0,-6-5 107 0,6-2 99 16,-6 3 89-16,8-4 74 0,-8 1 72 15,6 3 73-15,-6-1 72 0,0 9 61 0,0-1 29 16,0 5-1-16,0-2-33 0,0 9-56 16,-6-5-77-16,6 8-75 0,0 4-42 0,6 0-17 15,-6 6-9-15,0 2 5 0,6 2 8 16,-6 2-3-16,6-3-16 0,1 3-18 16,6 2-12-16,-6-4-14 0,5 1-13 0,-4-4-10 15,4 0-5-15,-6-1 2 0,8-5 9 16,-8 2 1-16,7-7 2 0,-6 3-2 0,6-6 0 15,0-1-5-15,-6-4-4 0,5 2 7 16,1-5 5-16,-6-4 7 0,6 0 6 0,-7 1 0 16,2-4-7-16,-2-4-8 0,0-1-2 15,0 2 4-15,1-2 3 0,0 5 6 0,-1-4 9 16,-6 8 8-16,7-1 4 0,-7 4 0 16,6 1-4-16,-6 1-10 0,6 2-11 15,-6 3-10-15,8 1-15 0,-8 3-12 0,6 3-1 16,0 5 12-16,0 4 17 0,2 5 20 15,4 2 20-15,-5-1 25 0,6 7 14 0,-6 1 15 16,5 0 9-16,2 3-27 0,-8 5-118 16,7-6 0-16,-7 5 0 0,1-4 0 15,-7 5 0-15,7-1 0 0,-7-4 0 0,0 4 0 16,0-4 0-16,0 1 0 0,0-1 0 16,-7-4 0-16,0-3 0 0,1 0 0 0,-1-4 0 15,-5-4 0-15,4 3 0 0,-4-7 0 0,-1-3 0 16,0 1 0-16,-6-5 0 0,-1-3 0 15,6 0 0-15,-5 0-130 0,-7-3-324 16,6-2-144-16,-6 2-150 0,1 3-169 16,-1-3-137-16,-7-1-19 0,1 0 53 0,-8 4 126 15,1 0 181-15,-6 0 232 0</inkml:trace>
  <inkml:trace contextRef="#ctx0" brushRef="#br0" timeOffset="12686.15">24690 6700 289 0,'-33'29'740'15,"13"1"114"-15,1-8 57 0,6 0 32 16,7 0-182-16,-2-5-320 0,16 2-206 0,-2 4-108 16,7-9-52-16,6 4-28 0,14 1-15 15,6-1 1-15,1-4 9 0,11 1 21 0,8-4 21 16,-1 0 22-16,7 1 23 0,8-6 14 15,-2-2-2-15,0-4-15 0,8-4-17 0,5 1-24 16,7-5-21-16,0 1-18 0,8-4-16 16,5 0-12-16,-7-4-3 0,7 1-2 15,1-4-3-15,-1-4-3 0,1 0-1 0,-8-4 0 16,1 0-5-16,-1-7-3 0,-12 0-1 0,6-6 3 16,-13-3 1-16,-6-5 0 0,-1-4-1 15,-6-1 3-15,-6-6-3 0,0-1-5 16,-7-3 1-16,0 0 1 0,-6 0 3 0,-1-5 0 15,-5 5 0-15,-1-4 1 0,-7 0 0 16,1-3-2-16,-14 2 0 0,0 3-1 0,-5-3-1 16,-14-2-2-16,0 2 5 0,0 5 0 15,-14-3 0-15,2-2-4 0,-14 2-6 0,-1-2-1 16,-5-2-6-16,-7 3-2 0,-7 0 2 16,1 0 5-16,-1 4 6 0,-6 3 0 0,0 1 4 15,-7 6 1-15,0-2 1 0,-6 5 0 16,-6 2-2-16,-1 3 2 0,1 0-3 15,-7 4-3-15,-7 3 1 0,0 4 4 0,-6 0 1 16,-13 8 0-16,-1-1 1 0,1 3 3 0,-13 2-8 16,7 6 0-16,-1 4 0 0,0 4 3 15,7 3 1-15,-7 8 0 0,13 3 6 0,-6 4-3 16,13 4 0-16,0 6-1 0,6 6 3 16,7-2 2-16,6 12 6 0,1-1 17 15,6 4 17-15,-8 8 8 0,8 0 19 0,0 11 16 16,-6-1 13-16,0 4 5 0,-2 5-5 15,2-2 7-15,0 1-13 0,-2 4-11 0,8-4-10 16,7 3-7-16,-1 1 3 0,8-4-3 16,-2 7 10-16,1-4 12 0,7 5 9 0,6-1 3 15,-1-3-93-15,1 3-10 0,7-2 0 16,6-2 0-16,-1-3 0 0,1 3 0 0,7-3 0 31,6 0 0-31,0 0 0 0,0-4 0 0,13 0 0 16,0-3 0-16,7-5 0 0,5 2 0 15,8-1 0-15,6-8 0 0,1 1 0 0,11 0 0 16,1-4 0-16,14-4 0 0,-2 0 0 16,8-7 0-16,13 0 0 0,6-3 0 0,7-5 0 15,6-6 0-15,6-1 0 0,7-11 0 0,14 0 0 16,5-11 0-16,15-2 0 0,-2-5 0 16,14-4 0-16,-6-3 0 0,12-1 0 15,-6-3 0-15,-8-3 0 0,8 3 0 0,-12 0 0 16,-8 0 0-16,-7 0 0 0,-5-1 0 15,-14 2 0-15,-1 3 0 0,-18-1 0 0,-6 5 0 16,-20-2 0-16,-8 2 0 0,-11 3 0 16,-8-1 0-16,-19 3 0 0,-7 1 0 0,-12-2 0 15,-14 1 0-15,-12 6-111 0,-20-4-924 16,-13 3-252-16,-13 0-118 0,-20-3 15 0,-13-1 135 16,-19-2 275-16,-14-5 434 0</inkml:trace>
  <inkml:trace contextRef="#ctx0" brushRef="#br0" timeOffset="30256.25">5901 14258 112 0,'6'-7'341'0,"-6"-1"53"0,0-2 47 16,-6-5-54-16,6 4-32 0,-8-5-32 0,2 2 1 15,0 1 4-15,-1-7 3 0,-6 6-6 16,0 3-13-16,0-4-47 0,0 4-47 0,-7 4-39 15,1 4-31-15,-1-2-28 0,-6 10-20 0,7 1-15 16,-7 2-12-16,0 6-9 0,-1 5-5 16,1-2 0-16,7 6 1 0,-1 3 5 0,8 3 6 15,-2 0 0-15,14 0-4 0,0 4-6 16,7-3-10-16,0 2-9 0,5-2-12 16,8-1-8-16,7-2-6 0,-9-2-4 0,9-3 1 15,5-4 5-15,-6 0 8 0,7-7 12 16,-1 0 18-16,-5-8 17 0,5 2 15 0,-6-10 8 15,1 2 4-15,-9-8 1 0,9 0 4 0,-15-7 3 16,8 0 0-16,-14-8-5 0,8 0-8 16,-8-3-9-16,-6-4-21 0,-6-3-22 0,0-1-17 15,-2-4-12-15,-10 5-4 0,4-1-3 16,-5 4-2-16,-1 3-1 0,0 9-1 16,1 3 1-16,-7-1-4 0,6 13-13 0,1-3-35 15,-1 9-47-15,0 4-66 0,2 4-78 16,4 3-96-16,1 0-120 0,7 3-129 15,6 1-116-15,-7-5-91 0,7 9-82 0,7-4 14 16,-1-5 88-16,1 6 139 0,5-5 151 16</inkml:trace>
  <inkml:trace contextRef="#ctx0" brushRef="#br0" timeOffset="30637.46">5952 14240 307 0,'14'-7'406'0,"-2"-1"60"0,2 1 52 0,-2-1-41 16,8 1-58-16,-1 0-38 0,-5 0-30 15,5 2-30-15,7 2-46 0,-6-1-48 16,6 4-49-16,-7 4-40 0,7-1-20 0,0 9-15 16,0-5-17-16,1 8-12 0,-2 0-5 15,1 3 1-15,0 0-4 0,-6 0-2 0,-1 0 1 16,-5 4 1-16,-2 0 3 0,-4 1-2 0,-2-2-3 16,-6-2-5-16,0 3-5 0,-6-4-6 15,-2 1-6-15,-4-5-1 0,-2 0 3 16,8-2 12-16,-7-1 11 0,0-8 11 0,0 1 10 15,0-4 12-15,6 0 7 0,-5-7-4 16,-2-1-1-16,8-7 4 0,-1 5-5 16,1-8-12-16,0-5-16 0,6-3-15 0,0 1-13 15,0-4-20-15,0 0-10 0,6-1-9 16,7 1 0-16,-7 3-2 0,14 0-1 0,-7 5-3 16,6 5-9-16,1-2-31 0,-1 9-56 15,1 0-69-15,0 6-92 0,6 3-121 0,-7 0-150 16,1 7-139-16,6 0-95 0,-7 4-107 15,-5 1-4-15,5-2 76 0,-6 5 130 16,0-1 157-16</inkml:trace>
  <inkml:trace contextRef="#ctx0" brushRef="#br0" timeOffset="31699.72">6825 14349 273 0,'7'-8'458'0,"-1"2"89"15,-6-5 97-15,0 1-11 0,0-6-94 16,-6-2-78-16,6 3-54 0,-14-3-58 0,8-1-72 15,-7 5-59-15,0-1-43 0,0 0-25 16,-7 4-25-16,1 4-19 0,-1 0-19 0,0 3-17 16,1 4-14-16,-1 4-16 0,1 3-10 15,0 4-9-15,5 1-4 0,-5 2-4 0,6 8 0 16,0-4 1-16,0 8 1 0,6-1 1 16,1-3 2-16,6 3 1 0,0 2 1 0,6-2 0 15,1-3-2-15,6 0 0 0,0-3-1 16,0-1-4-16,0-3-1 0,7-5 1 15,6-1 8-15,-7-3 6 0,7-2 11 0,0-4 13 16,-6-4 12-16,5 1 13 0,-5-9 4 16,0 2 10-16,-1-5 6 0,-5 0-1 0,-2-3-7 15,2-4-10-15,-8-4-9 0,0-3-17 16,1-4-21-16,-7-4-10 0,0-3-9 0,0 0-6 16,0-1-2-16,0 1-4 0,-7 4 0 15,7-1 0-15,-6 8 3 0,6 0-2 0,-6 6 1 16,6 2 1-16,-7 6-1 0,7 0 1 15,0 3-2-15,-7 6 1 0,7 2-2 0,0 0-2 16,-6 8 1-16,6 4 1 0,0 2 0 16,-6 5-1-16,6 7 1 0,0 0 2 15,0 7-1-15,0 0 0 0,6 4 1 0,0 1 2 16,-6 2 0-16,7-3 3 0,6 0 3 16,-7-3 0-16,8-1 2 0,-1 0 1 0,-1-3 2 15,2-4 2-15,-2 0 1 0,8-4 3 16,-1-3-3-16,-5-4 1 0,12-1 0 0,-7-5 0 15,7-2-3-15,-6-3-2 0,13-3 0 16,-14-5-1-16,7-3-4 0,0-4 4 16,-6 5 1-16,-8-9 7 0,2 1-2 0,-1-1 4 15,-7-3 5-15,-6 4-5 0,0-4-2 16,-6 4-5-16,-1 4 1 0,-5-5-7 16,-8 8-5-16,0-1-1 0,1 5-4 0,-1 4 1 15,0-1-2-15,8 8 0 0,-8-1 1 16,1 4 1-16,5 5 1 0,-5 3-2 0,12 0-1 15,-6 3 0-15,7 0 1 0,0 4 0 16,6-4-1-16,0 4 2 0,6 4 1 0,0-5 3 16,1 2-1-16,6-2-1 0,0-2 0 15,7 4 0-15,-8-10-1 0,15 6-1 0,-8-7-1 16,7-2 1-16,0 1-1 0,0-4 2 16,0-7 2-16,1 4-2 0,-1-8-2 0,-7 1-2 15,1-5-2-15,-1-3-3 0,-6 0-11 16,0-3-16-16,0-1-15 0,-6-7-16 15,-1 0-10-15,0 0-5 0,-6-3 5 0,0 3 13 16,0-4 16-16,0 5 16 0,0 1 11 16,0 3 9-16,0-2 3 0,7 4 2 0,-7 0 2 15,7 1 0-15,-7 3 1 0,6 4-2 16,0-5 1-16,1 9 0 0,6 3 0 16,0 0 1-16,0 0 1 0,0 8 2 0,7-1-1 15,-7 7 1-15,6 1 2 0,-6 0-2 0,7 3 1 16,0 4 2-16,-8 0 0 0,1 3-1 15,1 1 1-15,-8-1 2 0,0 1 3 16,1-3-1-16,-7 2 3 0,0-3 3 0,-7-3 5 16,1-1 6-16,0 0 8 0,-1-7 17 15,0 0 22-15,-6-4 20 0,7 1 15 0,-7-8 18 16,6 0 18-16,1-8 4 0,0 1-8 16,-2-4-13-16,2-4-14 0,0 1-27 0,6-8-85 15,0-1 0-15,0-2 0 0,6-1 0 16,-6-3 0-16,6 4 0 0,8-1 0 15,-8 0 0-15,8 8 0 0,-2-4 0 0,-5 7 0 16,6 1 0-16,6-1 0 0,-5 8 0 0,-2-1-29 16,8 8-199-16,-1-3-106 0,7 6-135 15,1 1-166-15,-1 0-186 0,6 3-177 16,7 1-70-16,-6-1 24 0,13 4 95 0,-7-8 166 16,7 5 219-16</inkml:trace>
  <inkml:trace contextRef="#ctx0" brushRef="#br0" timeOffset="32387.1">8570 14189 385 0,'0'-16'543'0,"-6"2"101"15,6-1 94-15,-13-3-34 0,0 3-126 16,0 1-95-16,-1 0-78 0,-5 2-75 16,0 5-69-16,6 0-51 0,-7 2-33 15,0 5-27-15,1 5-23 0,6 2-12 0,-6 3-8 16,5 5-7-16,2 4-8 0,-2-1-4 15,8 8 2-15,-1-5-7 0,7 5-11 0,-6 3-10 16,12-3-12-16,-6 0-15 0,7-1-11 16,-1 1-6-16,8-4-5 0,-2 0-2 0,8-4 0 15,-7-3 1-15,7-1 6 0,-1 1 5 16,0-7 7-16,1-5 10 0,-7 1 11 0,7-8 9 16,0 1 9-16,-1-5 10 0,-6-2 9 15,0-5-2-15,-7-4-6 0,0 1-9 0,2-8-15 16,-8-7-17-16,-8 0-19 0,8 1-9 15,-6-5-8-15,-7 0-2 0,7 4-1 16,-7 4 6-16,0 3-1 0,-1 8-1 0,2-1-2 16,5 6-2-16,1 1 0 0,-1 5-7 15,1 3 0-15,6 4 3 0,6 4 2 0,-6-1 2 16,13 5-2-16,0 0 2 0,1 2 0 16,5 1-5-16,-6 0-3 0,12 1-5 0,-5-6 1 15,0 2-1-15,-1-1 0 0,1-3 3 16,-7-4 5-16,6-4 2 0,-5 0 2 15,-8-3 0-15,1 0 0 0,-1-8-1 0,0 1 0 16,-6-2 1-16,-6-5-1 0,0-2 0 16,-1-2 1-16,1-4-1 0,-1 0-2 0,0 4 2 15,1-2 2-15,0 2 1 0,-1 3 3 16,7 3 4-16,-7 5 5 0,1 3 2 0,6-1-3 16,-6 5-1-16,6 7-2 0,-7 4-4 15,7 4 11-15,0 6 15 0,0 8 26 0,0 4 26 16,7 10 28-16,-7 4 24 0,12 5 14 15,-5 5-53-15,0 5-96 0,-1 1 0 0,7 2 0 16,-6-3 0-16,-1 4 0 0,1-4 0 16,-1 0 0-16,-6-4 0 0,0 1 0 0,6-9 0 15,-6 1 0-15,0-8 0 0,0-2 0 16,-6-5 0-16,6-6 0 0,0-6 0 0,0-2 0 16,-6-4 0-16,6 0 0 0,0-3 0 15,0-8 0-15,-7 0 0 0,7 0 0 16,-6-8-259-16,-1 1-396 0,0-1-244 0,1-6-230 15,0 3-75-15,-1-8 21 0,0 1 93 16,7-7 198-16,0 3 275 0</inkml:trace>
  <inkml:trace contextRef="#ctx0" brushRef="#br0" timeOffset="33091.53">10348 14141 29 0,'0'-4'439'0,"13"-3"57"16,-6-4 29-16,0 0 10 0,5 0-131 15,-6-3-190-15,8 2-107 0,-1 1-57 0,-6-3-29 16,-1 2-10-16,-6-2-2 0,7-1 7 15,-7-3 26-15,-7 3 33 0,7-4 47 0,-6 2 51 16,-1-3 44-16,0 3 36 0,1-2 14 31,-8 1 4-31,-4 3-11 0,4 1-23 0,-5 3-25 0,-7 4-21 0,0 3-20 0,-1 4-16 16,-5 4-23-16,-1 3-19 0,1 0-21 16,6 8-19-16,-1 3-15 0,2 4-22 0,5 4-11 15,0 0-7-15,8-1-1 0,-2 4-4 16,14 1-4-16,-6-4 2 0,12-1 2 15,2 1 0-15,4-4 2 0,8 0-1 0,-1-4 5 0,7-7-5 16,0 0-1-16,1-1-1 0,5-5-1 16,-6-5 3-16,7 0 7 0,-7-5 8 15,0-5 9-15,-1 2 10 0,-5-6 12 0,0-1 9 16,-7-3 5-16,-1 0 2 0,-4 3 3 16,-2-4 1-16,0 5 2 0,1 0-5 15,-7 2-8-15,0 1-9 0,0 4-11 0,0 3-12 16,0 4-12-16,0 0-11 0,0 8-6 15,0-1-2-15,0 7 1 0,0 5-2 0,0 4 4 16,7-2 4-16,-7 8 18 0,6 2 13 16,1 1 18-16,-1 0 19 0,0 2 11 15,1 2 15-15,0 5-1 0,-1-5 0 0,0 1-10 16,1-1-10-16,-7 1 2 0,0-4-68 16,0 0-20-16,-7 0 0 0,1-8 0 0,0 1 0 15,-1-3 0-15,-6-5 0 0,0-4 0 16,0-2 0-16,0-6 0 0,-7-2 0 15,1-4 0-15,-1-4 0 0,-6 1 0 0,0-9 0 16,0 2 0-16,-7-5 0 0,8 1 0 0,-1-1 0 31,-7-8 0-31,7 5 0 0,6-8 0 0,1 5-303 0,6-5-113 0,0 0-70 0,13-2-87 16,0 2-100-16,13-4-88 0,-7 1-58 16,14 4-33-16,0-5-6 0,-1 4 79 15,1 1 127-15,0 3 134 0,-2 0 132 0</inkml:trace>
  <inkml:trace contextRef="#ctx0" brushRef="#br0" timeOffset="33659.72">10290 14147 151 0,'13'-14'295'0,"6"0"63"0,-5-1 24 16,-2 0-9-16,8 4-2 0,-7 1-12 16,7 2 5-16,6-3-7 0,-7 3-18 0,7 6-24 15,7-3-30-15,-7 5-30 0,6 0-38 16,1 7-25-16,-7 1-17 0,7 0-20 0,-1 3-9 16,-6 4-13-16,7-1-9 0,-7 4-10 15,0 0-8-15,-1 4-3 0,-5 0-11 0,0 0-2 16,-7 0 0-16,0-3-2 0,-6 3-1 15,-1-4 2-15,-6-4 6 0,-6 6 2 0,-1-10-3 16,0 5 0-16,-6-8-1 0,1 0-2 16,-2 1 0-16,8-8-3 0,-8 0-3 15,2 0-6-15,5-8-7 0,1 1-12 0,-1-4-15 16,1 0-12-16,6-4-13 0,0-3-6 16,6-4-6-16,1 0-1 0,6-4-5 15,-1 1-1-15,2-1-1 0,6 3-2 0,-1 2 1 16,1-1 1-16,-8 7 0 0,8 0 0 15,-1 9 0-15,1-2 0 0,-6 8 0 0,-2 0-1 16,8 8-1-16,-14-2 2 0,7 9-4 16,-7 0 3-16,8 3 0 0,-8 1-1 0,0 4 6 15,8-6-1-15,-8 5 2 0,7-4-2 16,1 4 0-16,-2-3-1 0,8-1-4 16,-1-4 0-16,1 1 11 0,0-4 14 0,-1-4 17 31,7 1 19-31,-6-4 20 0,-1-4 21 0,1-4 19 0,0 0 10 0,-2-3 9 0,-4-3-19 31,-1-6-119-31,0 1 0 0,-6-3 0 0,-7-4 0 0,-7-3 0 0,0-2 0 0,-6-5 0 16,-7 3 0-16,-5-4 0 0,5 4 0 15,-12 2 0-15,-1 2 0 0,7 6 0 0,-6 5 0 16,5 0 0-16,-5 6 0 0,6 0 0 16,-1 8 0-16,9 0 0 0,-2 5 0 0,0-2 0 15,7 8-129-15,1 0-204 0,4 3-53 16,8 1-59-1,0 0-77-15,14-1-93 0,-2 5-87 0,2-5-62 16,5-2-71-16,1-1-28 0,6 0 58 16,0-8 111-16,0 1 141 0,6 0 134 15</inkml:trace>
  <inkml:trace contextRef="#ctx0" brushRef="#br0" timeOffset="34159.6">11358 14074 62 0,'19'-10'386'0,"1"3"93"0,-8-4 98 15,2-1 49-15,-8 5-15 0,1 0-55 0,0-1-66 16,-1 1-66-16,-6 4-82 0,0 3-90 0,0 0-79 15,0 3-46-15,0 1-15 0,0 7 1 16,-6 0 10-16,6 7 10 0,0 1 5 16,0 2-11-16,0 1-17 0,0 0-22 0,6 0-18 15,1 0-14-15,-1 0-9 0,0-3-5 16,8-1-1-16,-2 0 4 0,2-3 1 16,-1-4-1-16,6 0 0 0,-6-4-6 0,7-3-3 15,-1-1-5-15,1-3-1 0,-8-3-1 16,8-5 0-16,0 1 4 0,-7 0 6 0,0-4-1 15,0-4-3-15,0-3-1 0,-6 0-5 16,-1-4-3-16,1 3-5 0,-1 1 2 0,0 0 1 16,-6 3 4-16,7 0 4 0,-7 4-2 15,0 4-1-15,0 0-5 0,0 7-6 0,0 0-7 16,0 3-5-16,0 5-2 0,0 3-3 16,7 3-1-16,-7 1 0 0,6 0 0 0,0 3 0 15,2 1 0-15,-2-1 2 0,7 0 1 16,-7 0 5-16,14-3 5 0,-8-1 8 0,8-3 12 15,-6 0 17-15,5-3 18 0,1-1 17 16,-1-2 22-16,-6-5 22 0,6-5 19 16,1 1 15-16,0-7 12 0,-8 4-154 0,8-8-21 15,-7 1 0-15,1-4 0 0,-8-4 0 16,6-5 0-16,-5 0 0 0,-7-7 0 16,0-3 0-16,0 1 0 0,-7 2 0 0,-5-2 0 15,6 7 0-15,-14-1 0 0,7 8 0 16,-7 0 0-16,0 4 0 0,8 4 0 0,-8 2 0 15,1 5 0-15,5 0-29 0,2 7-430 0,-2 0-95 16,8 0-98-16,-1 3-125 0,1 1-106 16,6 3-111-16,0-3-5 0,0-1 79 15,6 2 122-15,1-2 176 0,6 0 181 0</inkml:trace>
  <inkml:trace contextRef="#ctx0" brushRef="#br0" timeOffset="34896.83">12107 13782 167 0,'13'-11'485'0,"-6"-4"129"0,5 0 111 15,-5 4 53-15,6-3-84 0,-7 3-93 0,7 0-78 16,-6 3-93-16,0 1-89 0,-1 3-65 16,0 1-49-16,2 6-26 0,-2 1 2 15,0 7 9-15,0 7 16 0,1 1 5 0,0 6-5 16,-1 1-13-16,1 7-25 0,-1 0-24 16,-6 0-25-16,6 6-18 0,2-2-24 0,-2 4-21 15,0-4-65-15,0 0-13 0,-6-5 0 16,7 1 0-16,-7 0 0 0,7-3 0 15,-7-5 0-15,0-3-13 0,6-3-122 16,-6-1-53-16,0-7-65 0,7-4-58 0,-7 0-37 16,6-7-19-16,-6 0-8 0,0-7-3 15,0-4 21-15,0-4 31 0,-6-3 37 0,-1-3 40 16,-6-5 45-16,-6-4 47 0,5-3 41 16,-5-3 37-16,-1 2 38 0,-6 1 42 0,7 4 38 15,6 0 38-15,-6 4 28 0,5 3 23 16,2 2 11-16,5 3-8 0,0 2-16 15,7 4-25-15,7 0-24 0,0 4-20 0,-1 4-18 16,14-2-12-16,-1 2-8 0,1-1-10 16,6 4 3-16,0 0-3 0,7-3 2 0,-8-1 0 15,8 0 12-15,0 1 18 0,-14-1 18 16,7 0 24-16,-6-3 25 0,-1 4 21 16,-6-2 3-16,0-2 6 0,-7 4 0 0,1-5-9 15,0 5-11-15,-7 3-15 0,0-4-12 16,6 4-18-16,-6 0-20 0,0 4-12 0,0 3-9 15,-6 4 7-15,6 4 19 0,0 7 14 16,0-1 11-16,6 5 10 0,-6 0 3 0,0 3-5 16,6 1-12-16,-6 3-9 0,0-4-6 0,0 0-3 15,7 0-2-15,-7-3-2 0,0-4 5 16,0 0 9-16,0-4 12 0,0-4 14 16,0 2 26-16,0-9 36 0,0 0 39 0,0 0 23 15,0-2-19-15,7-5-191 0,-1-5 0 16,1 2 0-16,-1-4 0 0,0-4 0 0,8-5 0 15,-2 2 0-15,2-8 0 0,-1 0 0 0,7 0 0 16,-8 4 0-16,8-1 0 0,0 2 0 16,-7 6 0-16,6-1 0 0,-6 5 0 15,7 7 0-15,-1 0 0 0,-6 7 0 0,6 5 0 16,-5 2 0-16,-1 4 0 0,0 1 0 16,-7 3 0-16,7-4 0 0,-7 4 0 0,2-4 0 15,-8 1 0-15,6-1 0 0,-6 1 0 16,0-5 0-16,0-3-166 0,0 3-222 0,-6-3-98 15,-2-3-158-15,2-1-207 0,0-7-186 16,-1 4-61-16,1-8 27 0,-1 0 98 0,1-3 191 16,-1-3 251-16</inkml:trace>
  <inkml:trace contextRef="#ctx0" brushRef="#br0" timeOffset="35662.21">13956 13979 351 0,'7'-3'550'0,"0"-1"61"0,-7-3 44 0,6 0-22 16,0-4-147-16,-6 0-135 0,7-4-70 15,-7 4-40-15,6-3-27 0,-12 2-32 16,-1-3-27-16,1 4-14 0,-7 0-9 0,-6 1 5 15,-1 2 7-15,0 1 8 0,-5 3-1 16,-2 4-4-16,1 4-8 0,0 3-9 0,0 4-11 16,0 4-10-16,7 3-9 0,5 5-12 15,-5-3-9-15,13 11-8 0,-8-2-5 0,14 4 0 16,0-3 2-16,0 2 7 0,14 1 4 16,-1-4 4-16,13 2 2 0,0-6-10 15,6-4-12-15,1 2-17 0,6-5-10 0,6-7-10 16,-5-1-10-16,-2-2-6 0,-5-8-4 15,0 0 1-15,-7-3 0 0,0-5-1 0,-13-7-1 16,-7 1-1-16,1-8 2 0,-7-5-5 16,-13 0-1-16,0-4 1 0,-1-2-1 15,-5 1-1-15,0 3 1 0,-8 2-1 0,8 9 1 16,6 0-1-16,0 3 1 0,0 1-2 16,6 6-2-16,1 2 0 0,6 1 2 0,6 1-1 15,1 4-1-15,6 4-1 0,6 1 0 16,1-2-5-16,6 0-5 0,7 5-7 15,-1-5-5-15,7 5-4 0,-6-8 1 0,6 3 3 16,-6-3 6-16,-1-3 6 0,1-2 7 16,-14-1 7-16,1-5 1 0,-8-1 0 15,2 2-1-15,-14-8 1 0,0-1 1 0,-6-3 2 16,-2-4 1-16,-4 0 2 0,-1 1 1 0,-1-5-1 16,-4 4 1-16,4 1 5 0,1 3 4 15,0 5 4-15,6-2 2 0,-5 4 0 0,5 5-2 16,0 2-7-16,7 8-4 0,-6 0-4 15,6 8-2-15,0 6 2 0,0 4 8 16,6 4 20-16,1 12 19 0,0 3 20 0,5 2 14 16,-5 9 17-16,6 6 10 0,0 2-5 0,1 2-5 15,-8 5-8-15,6-5-9 0,-5 0-86 16,6-3 0-16,-6 0 0 0,-1-3 0 0,0-4 0 16,2-9 0-16,-8 3 0 0,0-10 0 15,0-6 0-15,6-1 0 0,-6-6 0 16,0-5 0-16,0-3 0 0,-6-4 0 0,6-3 0 15,0-4-85-15,-8 0-215 0,2-7-99 16,0-1-145-16,-1 1-185 0,7-4-204 0,0-3-128 16,7-5-15-16,-1 5 52 0,0-9 137 15,8-2 209-15,6-1 251 0</inkml:trace>
  <inkml:trace contextRef="#ctx0" brushRef="#br0" timeOffset="38099.87">15331 13899 178 0,'0'-8'589'0,"-6"-3"93"16,6-3 53-16,0 3 42 0,-8-4-140 15,8 4-214-15,0 0-132 0,0 4-73 0,0-1-39 16,8 1-29-16,-8 4-34 0,0-1-24 15,0 0-13-15,0 4 3 0,0 4 3 16,6 3 18-16,-6 0 21 0,6 8 26 0,0 4 17 16,-6 6 14-16,7 2 15 0,0 5-1 15,-1 0 1-15,7 5-2 0,-7 0-9 16,8 0-20-16,-8-1-19 0,0-3-24 0,2-7-27 16,4-1-29-16,-5-2-18 0,-7-5-12 15,6-3 3-15,1-4 30 0,-7 0 34 0,7-4 22 16,-7-7 14-16,0 0-105 0,0-7-34 15,0-1 0-15,0-3 0 0,0-4 0 16,-7-6 0-16,0-2 0 0,1-6 0 0,-1-4 0 16,1 0 0-16,0 1 0 0,-2-5 0 0,2 4 0 15,0-1 0 1,6 5 0-16,0 4 0 0,0-1 0 0,6 5 0 0,0 6 0 0,2-4 0 0,-2 9 0 16,7-2 0-16,7 5 0 0,-2 0 0 15,2 7 0-15,0 0 0 0,7 3 0 0,-2 5 0 16,1 2 0-16,0 2 0 0,0 2 0 0,1 4 0 15,-1 4 0-15,-7 0 0 0,7 1 0 16,-6 2 0-16,-8 1 0 0,2 3 0 16,-1-3 0-16,-1 0 0 0,-5-1 0 0,0 1 0 15,-1-4 0-15,-6 0 0 0,6-4 0 16,-6-4 0-16,0 2 0 0,0-6 0 16,0-2 0-16,0-1 0 0,0-3 0 0,0-4 0 15,-6 0 0-15,0-4 0 0,-1-7 0 16,-6 4 0-16,7-8 0 0,-7-2 0 0,6-6 0 15,-6-7 0-15,7 5 0 0,6-9 0 16,-7 2 0-16,7-1 0 0,7-1 0 0,-1 5 0 16,0 7 0-16,8-3 0 0,-1 6 0 15,-1 5 0-15,8-1 0 0,0 4 0 0,-1 4 0 16,7 4 0-16,0 3 0 0,-6 3 0 16,6 4 0-16,-7 1 0 0,1 6 0 0,-1 1 0 15,1 3 0-15,-7 0 0 0,0 5 0 16,0-1 0-16,0 0 0 0,0-1 0 15,1 2 0-15,-2-2 0 0,1-3 0 0,0 5 0 16,6-9 0-16,-5 1 0 0,6 0 0 16,-1-4 0-16,7-8 0 0,-6 1 0 0,6-4 0 15,-1 0 0-15,1-7 0 0,1-1 0 16,-7-3 0-16,-2-3 0 0,2-1 0 16,-7-7 0-16,-6 0 0 0,0 0 0 0,-1-7 0 15,-12 3 0-15,-1 4 0 0,0-4 0 0,-12 8 0 16,5 0 0-16,-4 4 0 0,-2-1 0 15,0 7 0-15,1 1 0 0,-1 7 0 16,7 0 0-16,-7 4 0 0,8 3 0 0,-8 4 0 16,14 3 0-16,-8 5 0 0,8 3 0 15,6 0 0-15,0 7 0 0,0-3 0 0,6 3 0 16,1-3 0-16,0 0 0 0,5 0 0 16,8-1 0-16,0-3 0 0,5-5 0 0,1 0 0 15,1-4 0-15,5-1 0 0,1-5 0 16,-7-7 0-16,6 0 0 0,-5 0 0 15,-7-7 0-15,5-1 0 0,-12-3 0 0,0-7 0 16,1-1 0-16,-2-3 0 0,-12-3 0 0,6-4 0 16,-6-1 0-16,0-3 0 0,0 8 0 15,-6-5 0-15,6 7 0 0,-6 3 0 0,6 1 0 16,-6 4 0-16,6 0 0 0,0 8 0 16,0-4 0-16,0 8 0 0,0-1 0 15,0 4 0-15,6 4 0 0,-6-1 0 0,6 5 0 16,0 2 0-16,2 5 0 0,-2 0 0 15,0 4 0-15,7 1 0 0,-6 7 0 16,0-1 0-16,-1-1 0 0,0 1 0 0,0 0 0 16,2-1 0-16,-2 1 0 0,0-4 0 15,-6-4 0-15,7 0 0 0,-7-3 0 0,6-4 0 16,-6-1 0-16,0-2 0 0,7-4 0 0,-7 0 0 16,0-4 0-16,0 0 0 0,-7-8 0 15,7 0 0-15,0-2 0 0,-6-1 0 16,-1-7 0-16,7-1 0 0,-6-3 0 0,6-3 0 15,0-4 0-15,0-1 0 0,0-3 0 16,6 4 0-16,-6 0 0 0,7 3 0 0,-1 0 0 16,8 4 0-16,-8 4 0 0,7 0 0 15,0 7 0-15,0-1 0 0,7 5 0 0,-8 4 0 16,8-1 0-16,-6 4 0 0,5 4 0 16,-6 3 0-16,6 4 0 0,-5 0 0 15,5 7 0 1,-6 0 0-16,6 4 0 0,-5 0 0 0,-8 4 0 15,7-4 0-15,-6 4 0 0,-1 0 0 16,1-5 0-16,-1 2 0 0,0-5 0 16,-6 1 0-16,0-5 0 0,0 0 0 0,0-3 0 15,0 0 0-15,0-3 0 0,0-5 0 0,0 0 0 16,0 2 0-16,-6-5 0 0,6-5 0 16,-6-1 0-16,6-2 0 0,-7-3 0 15,1-3 0-15,6-5 0 0,0 1 0 0,0-7 0 16,0-1 0-16,6 0 0 0,-6-3 0 15,7 0 0-15,5 3 0 0,-5 0 0 0,6 4 0 16,0 4 0-16,0 3 0 0,0 1 0 16,7 7 0-16,0-1 0 0,-1 4 0 0,0 8 0 15,0-1 0-15,-5 5 0 0,6 7 0 16,-8-1 0-16,1 1 0 0,1 3 0 16,-2 0 0-16,-5 5 0 0,0-1 0 0,-1 3 0 15,0-3 0-15,-6 4 0 0,7-4 0 16,-7-1 0-16,0-2 0 0,0-1 0 0,0 1 0 15,7-8 0-15,-7 0 0 0,6 0 0 16,-6-8-267-16,13 0-292 0,1-3-104 0,4 0-103 16,2-6-81-16,-1-2-28 0,8-3-8 15,-8-3 2-15,8-5 96 0,-1-2 135 0,-7-6 182 16,7 2 205-16,-6-4 226 0,-8 3 241 16,2 1 177-16,-1 3 139 0,-7-1 99 0,-6 5 27 15,0 0-22-15,-6 3-56 0,-1 1-58 16,1 6-63-16,-8 1-78 0,2-1-57 15,-2 8-40-15,2 5-27 0,-2-2-16 0,1 8-12 16,-6 4-13-16,6 0-15 0,7 6-13 16,-8 2-15-16,8 5-23 0,-1 1-24 0,1 5-21 15,6-1-20-15,0-4-21 0,0 5-13 16,6-6-6-16,1-2 0 0,-1 1 4 16,8-7 4-16,-2-1 6 0,2-4 9 0,-2-5 5 15,8-2 9-15,-1-4 13 0,1-1-2 16,0-6-81-16,-1-4 0 0,1-1 0 0,-8-3 0 15,8-7 0-15,-7-1 0 0,-6-3 0 16,6-7 0-16,-7 0 0 0,-6 0 0 16,0-5 0-16,0 2 0 0,-6-1 0 0,0 3 0 15,-1 5 0-15,0 0 0 0,1 2 0 16,-1 4 0-16,7 1 0 0,-6 7 0 0,6-4 0 16,0 5 0-16,0 2 0 0,0 1 0 15,6 0 0-15,1 2 0 0,-1 3 0 0,8-3 0 16,-2 5 0-16,2 0 0 0,5 5 0 15,1-5 0-15,-8 7 0 0,8-4 0 0,0 8 0 16,-1 0 0-16,1 1 0 0,-1 2 0 16,-6 4 0-16,0 0 0 0,7 1 0 0,-8 6 0 0,-4-3 0 15,4 4 0-15,-5 0 0 0,-1-5 0 16,-6 5 0-16,0-3 0 0,0-1 0 0,-6-4 0 16,-1 0 0-16,1-3 0 0,0-1 0 15,-8-3 0-15,8 0 0 0,-7-2 0 0,6-7 0 16,1 2 0-16,-7-4 0 0,6 0 0 15,0-6 0-15,7 1 0 0,-6-7 0 0,6 2 0 16,6-1 0-16,-6-4 0 0,7 1 0 16,6 0 0-16,-6 2 0 0,6-2 0 0,0 3 0 15,-1-1 0-15,2 1 0 0,5 0 0 16,1-4 0-16,0 5 0 0,-1-1 0 0,-6 0 0 16,6-1 0-16,1-2 0 0,-7 3 0 15,0-3 0-15,0 2 0 0,0-1 0 16,0-3 0-16,-7 5 0 0,8 1 0 0,-8-2 0 15,1 5 0-15,-7 0 0 0,6 3 0 16,-6 0 0-16,7 1 0 0,-7 3 0 0,6 0 0 16,-6 0 0-16,7 7 0 0,-7 4 0 15,6 3 0-15,0 5 0 0,2 4 0 0,4 4 0 16,2 4 0-16,-8 1 0 0,7 5 0 16,-7-1 0-16,1 1 0 0,0 0 0 0,-7-4 0 15,0-1 0-15,-7-2 0 0,0 0 0 16,1-4 0-16,-7-1 0 0,0-3 0 0,0-5 0 15,-7-1 0-15,7-1 0 0,-6-4 0 16,0-4 0-16,-1 0 0 0,0-3 0 16,-6-1 0-16,7-3 0 0,-7 0 0 0,-1-3 0 15,1-1 0-15,7 0 0 0,-7-3 0 16,6-1 0-16,-6 2-561 0,7-5-232 0,5-1-224 16,2-2-149-16,-2-5-20 0,8-3 66 15,0-3 142-15,-1-4 212 0,1-4 278 16</inkml:trace>
  <inkml:trace contextRef="#ctx0" brushRef="#br0" timeOffset="39403.51">20371 13899 271 0,'7'0'392'0,"0"-8"54"15,-1 6 19-15,0-7-24 0,8 2-49 16,-1-4-23-16,-7 4 4 0,7-4 2 0,0-4-8 16,1 4-19-16,-8 1-36 0,7-5-48 15,-7 0-46-15,1 1-38 0,-1-2-29 0,-6 2-31 16,0-1-24-16,-6 4-22 0,-1 0-20 15,-6 0-19-15,-7 4-15 0,1 0-6 16,-7 3-4-16,-6 1-2 0,6 3-5 0,-7 3 1 16,7 1 1-16,0 3 1 0,-1 4-4 15,8 1 1-15,6-2 2 0,0 5-3 0,7 3 1 16,6 1 2-16,6-1 2 0,1 3-3 16,12-2-1-16,0 6 3 0,8-3-1 0,-1 5-4 15,6-2 0-15,1 1 3 0,7-1 1 16,-8 5 5-16,1-5 12 0,-1 0 17 0,1 6 14 15,-14-10 13-15,0 1 14 0,-6-1 11 16,1 2 14-16,-8-9 14 0,-6 5 14 16,-6-4 11-16,-8 0 8 0,1-5 0 0,-6-2-14 15,0-1-20-15,-1-3-20 0,-6-1-18 16,-1 1-20-16,2-8-15 0,-1 1-12 0,-7-1-10 16,7-3-9-16,-6-1-6 0,5-2-4 15,1-5-2-15,0 4-3 0,7 0-20 16,-1-4-41-16,8 0-64 0,-2 4-87 0,8-3-107 15,6 3-144-15,6-4-153 0,0 4-144 16,14 0-152-16,0-4-58 0,-1 5 29 0,7-1 106 16,7-5 150-16,-7 2 172 0</inkml:trace>
  <inkml:trace contextRef="#ctx0" brushRef="#br0" timeOffset="39934.15">20703 13914 171 0,'14'-4'607'0,"-1"0"135"0,0 0 104 16,-6 1 75-16,-1 0-146 0,0-2-184 15,0 3-172-15,-6 2-101 0,8 2-60 0,-2 6-30 16,-6-1-7-16,6 8 5 0,-6 3 11 16,7 4-5-16,-7 4-23 0,6-1-25 15,-6 9-20-15,7-2-22 0,0 1-19 0,-7 0-14 16,6 4-11-16,-6 0-15 0,6-4-17 16,2-1-17-16,4 1-12 0,-6-3-17 0,1-4-7 15,0-1-10-15,-1-3-24 0,1-4-38 0,-7-3-48 16,6-3-63-16,-6-5-78 0,6-4-85 15,-6 0-65-15,0-6-73 0,0-5-81 16,0-2-59-16,-6-5-38 0,0 1-20 0,-1-9-7 16,1 2 22-16,-1-5 54 0,-6-4 79 15,7-3 120-15,-8-3 142 0,2-1 150 0,-8 0 164 16,7 0 155-16,-1 5 124 0,-4 0 72 16,4-2 51-16,1 8 45 0,7 0-2 15,-1 1-22-15,0 3-35 0,7 5-39 0,7-6-53 16,6 4-72-16,0 1-42 0,1 3-29 15,12 1-18-15,-1-1-7 0,9 4-10 0,-2 4-1 16,7-1-13-16,0 1-9 0,-7 4-5 16,7-1-10-16,1 4-7 0,-1 4-7 15,-1-1-2-15,1 4 9 0,-5 1 7 0,-2 3 9 16,-7 0 5-16,-5 0 7 0,0 0 10 16,-7-4 9-16,0 4-160 0,-6 0-15 0,-7 1 0 15,-7-2 0-15,0 0 0 0,-5 7 0 16,-8-7 0-16,-7 0 0 0,2 2 0 0,-1-1 0 15,0 3 0-15,-7-2 0 0,7-2 0 16,0 1 0-16,7 0 0 0,-1-4-167 0,6 1-320 16,2 0-107-16,6-5-134 0,6-3-132 15,6 0-129-15,0-3-47 0,8-5 36 0,5 0 117 16,1-2 174-16,6-1 192 0</inkml:trace>
  <inkml:trace contextRef="#ctx0" brushRef="#br0" timeOffset="40808.89">21511 13884 384 0,'20'-11'581'0,"0"-4"128"0,-8 1 107 16,-5 3-21-16,0 0-124 0,-7 0-112 0,-7 3-110 16,0-2-96-16,1 6-79 0,-14 0-55 15,7 4-30-15,-6 4-31 0,0 3-14 0,-1 0-15 16,0 5-17-16,7 2-23 0,-7 4-19 0,8 1-14 16,-2-1-18-16,2 0-15 0,5 4-8 15,7 1-3-15,-6-1-1 0,6-4-2 0,6 0 1 16,1-3 3-16,-1-4 11 0,7-1 12 15,0-5 18-15,1-2 25 0,5-3 19 16,-6-3 19-16,6-4 15 0,1-5 13 0,-1 1 8 16,-6-8 7-16,7 1 7 0,-1-3-29 15,-5 2-138-15,-2-4 0 0,1 3 0 0,1 1 0 16,-8 4 0-16,8 0 0 0,-8 5 0 16,-6-1 0-16,6 3 0 0,-6 5 0 15,6-1 0-15,1 4 0 0,-7 4 0 0,7 3 0 16,-1 8 0-16,1 0 0 0,-1-1 0 15,0 9 0-15,8-2 0 0,-8 5 0 0,7-1 0 16,0 1 0-16,0-1 0 0,-6-3 0 16,6 4 0-16,7-8 0 0,-8 1 0 0,1-5 0 15,7-3 0-15,0 0 0 0,-1-3-306 16,7-8-264-16,-6 0-101 0,6-4-81 16,-7-3-60-16,7-4-26 0,-6-8-2 0,-1 2 21 15,1-6 65-15,0-3 110 0,-8-3 122 16,8-4 174-16,-1-3 194 0,-5-1 216 0,-2 4 191 15,2 0 141-15,-8 0 127 0,-6 4 83 16,7 3 29-16,-7 3-23 0,0 3-32 0,0 1-34 16,-7 4-46-16,7 0-82 0,-6 5-75 15,-1 2-55-15,0 1-34 0,1 3-28 0,0 8-20 16,-1 0-9-16,-6 3 0 0,0 3 2 16,0 9 0-16,0-1 7 0,-1 4 5 0,2 0 1 15,-1 4-7-15,6 3-203 0,-6 4 0 16,7-4 0-16,6 4 0 0,-6 1 0 0,12-5 0 15,-6 0 0-15,6 1 0 0,1-5 0 16,6-3 0-16,0-3 0 0,-1-1 0 0,8-7 0 16,0-4 0-16,6-3 0 0,0-1 0 15,0-6 0-15,0-1 0 0,0-3 0 0,1-4 0 16,-1-4 0-16,6-4 0 0,-6-2 0 16,-7-5 0-16,8-3 0 0,-8 3 0 0,0 0 0 15,1 1 0-15,-13 3 0 0,-1 0 0 16,-6 7 0-16,-6 1 0 0,-1 3 0 15,-5 4 0-15,-2 2 0 0,1 5 0 0,-6 5 0 16,6-2 0-16,-7 8 0 0,7 0 0 16,6 8 0-16,1-2 0 0,0 3 0 0,6 5 0 15,6-3 0-15,0 3 0 0,14-3 0 16,0 0 0-16,5 0 0 0,9-3 0 16,4-1 0-16,1-4 0 0,7 1 0 0,-1-4 0 15,8 0 0-15,-8-4 0 0,1-3 0 0,-7 3 0 16,0-7 0-16,-7 0 0 0,-6 0 0 15,1 0 0-15,-7-3 0 0,-8-1 0 16,-6 0 0-16,1-3 0 0,-14-4 0 0,1 0 0 16,-6-4-596-16,-15 1-217 0,7-4-250 15,-6-1-124-15,0-3-2 0,-6-4 77 0,5 0 133 16,-5-6 226-16,7 2 314 0</inkml:trace>
  <inkml:trace contextRef="#ctx0" brushRef="#br0" timeOffset="41464.97">18665 12727 134 0,'-6'-8'309'0,"0"-3"27"16,-2 0 18-16,2-3-62 0,0-1-36 15,-1 0-17-15,1 1 29 0,-1-4 64 16,0 3 66-16,1 0 32 0,6 4 7 0,-6 0-23 16,0 4-53-16,-2-1-75 0,2 8-70 15,-7 0-54-15,0 4-29 0,0 7-7 0,0 4 8 16,-6 3 11-16,-1 8 12 0,7-1 7 16,-7 12-3-16,8 0-6 0,-2 2-8 0,1 6-11 15,7-1-14-15,-1 4-18 0,7-1-18 16,-6 0-14-16,12-3-16 0,-6 4-14 15,13-4-13-15,-6-4-8 0,5 1-4 0,2-8-4 16,6 0-4-16,-1-8-1 0,7 1-2 16,-6-7-2-16,-1-5-4 0,7-3-26 0,-6-3-55 15,-1-5-69-15,7-6-85 0,-6-2-116 16,-1-5-148-16,1-5-140 0,0 1-115 16,-2-5-143-16,-4-4-26 0,5 3 56 0,-5-7 119 15,-2 2 149-15,2-1 159 0</inkml:trace>
  <inkml:trace contextRef="#ctx0" brushRef="#br0" timeOffset="42277.31">18919 12950 54 0,'0'-14'368'0,"0"-1"70"0,0 0 54 15,0 0-4-15,0 1-21 0,-6 3-48 16,6 0-16-16,-7 3-14 0,1-3-15 0,6 4-24 16,-7 4-43-16,0-5-57 0,1 5-58 15,0-1-41-15,-1 1-29 0,-6-2-23 0,7 2-11 16,-1 3-5-16,1-4 0 0,-1 4 5 15,0 0 4-15,1 0 6 0,0 0-1 0,-2 0-6 16,8-3-4-16,-6 3 0 0,6 0-6 16,0 0-2-16,-6 0-1 0,6 0 2 0,0 0 0 15,0 0-8-15,0 0-3 0,0 0-4 16,0 0-3-16,0 0-3 0,0 0 1 16,0 0 1-16,0-4 4 0,0 4 1 0,0 0 1 15,0 0-2-15,0 0-11 0,0 0-9 16,0 0-12-16,0 0-11 0,0 0-9 0,0 4-7 15,0-1-2-15,-6 9-3 0,6-5-1 16,0 7 0-16,0 4 0 0,0 4 1 16,0 0 0-16,0 3 2 0,0 5 1 0,0-4 2 15,6 4-1-15,-6-5-2 0,0 4 1 16,6-2 1-16,-6-7-2 0,6 7 0 0,-6-10-1 16,8 2 1-16,-8-1-2 0,6-3 0 15,-6-4 0-15,0-3-6 0,0-1-20 16,0-4-43-16,0 2-60 0,0-5-71 0,0-5-76 15,-6 2-77-15,6-8-85 0,-8 0-84 16,8-3-69-16,-6-9-49 0,6 1-25 0,-6-3 10 16,0-5 64-16,-1-3 103 0,0 0 129 15,1 0 146-15,-1 1 142 0,-5 2 116 0,4 1 88 16,2 2 74-16,-6 10 61 0,5-5 26 16,0 7 24-16,1-3 12 0,6 3-7 0,0 1-15 15,0-1-22-15,6 0-22 0,1 1-29 16,6-1-23-16,-1 0-5 0,8 1-11 15,0-1-15-15,5 8-15 0,9-4-20 0,-2 7-21 16,1 4-20-16,6 4-15 0,-7 4-15 16,7-2-15-16,-6 8-10 0,-1 2-10 0,-12-2-9 15,0 5-6-15,-1-1-3 0,-12 1-2 16,-1 2 1-16,-6-3-3 0,-6 1 0 0,-7-1-4 16,0-3-2-16,-7 2-4 0,-6 0-3 15,7-3 0-15,-7-3-2 0,0-4-1 16,-7 4-3-16,13-7 3 0,-6-1-1 0,7 1 6 15,-1-1 16-15,7-3 23 0,0 0 9 0,0 0 10 16,7 0 6-16,-1 4-5 0,7-4-13 16,0 3-16-16,0 2-5 0,7-2 0 0,6 4-4 15,-1 4 6-15,2 0 7 0,5 1 3 16,1 2 0-16,6-3-2 0,0 3-1 16,-7 1-5-16,7-5-9 0,-6 7-9 0,0-7-5 15,-1 0-4-15,-6 2-3 0,0-1-2 16,0-4-9-16,-6 4-28 0,6-3-48 15,-7-5-67-15,1 4-71 0,-7-3-102 0,6-4-135 16,1 0-143-16,-1-4-120 0,0-3-133 16,8-1-53-16,-8-6 36 0,7 0 106 0,-6-5 153 15,12-3 160-15</inkml:trace>
  <inkml:trace contextRef="#ctx0" brushRef="#br0" timeOffset="42761.54">19395 12829 318 0,'13'-18'491'0,"-7"0"76"0,1-1 95 16,-1 1 0-16,1-1-79 0,-1 4-60 15,0 1-42-15,2 3-36 0,-8 4-75 0,6 0-87 16,-6-1-79-16,0 8-61 0,0 0-48 16,0 3-22-16,6 9 0 0,-6-1 10 15,-6 3 18-15,6 8 14 0,0 0 10 0,-6 4 1 16,6 0-3-16,-8 3-5 0,2 0-12 16,6 1-5-16,-6-4-4 0,-1-1-4 0,7 1-5 15,-6-5-4-15,6-2-2 0,-7-5-3 16,7-3 1-16,0 4 15 0,0-7 26 15,0-6 24-15,0 3 13 0,0-1-60 0,0-8-98 16,0-3 0-16,0-1 0 0,7-2 0 16,-7-6 0-16,6-2 0 0,1-4 0 0,-1-3 0 15,0-1 0-15,2-7 0 0,-2-1 0 0,0-5 0 16,8-1 0-16,-8-1 0 0,7-3 0 16,-7 4 0-16,8 4 0 0,-8 6 0 0,0 0 0 15,8 9 0-15,-8-2 0 0,7 9 0 16,-7 0 0-16,1 5 0 0,0 7 0 15,5 2 0-15,-4 7 0 0,4 4 0 0,-6 10 0 16,8 2 0-16,-1 3 0 0,-1 6 0 16,-4 0 0-16,4 5 0 0,-6 0 0 0,1 0 0 15,0 0 0-15,-1-4 0 0,1 3 0 16,-1-3 0-16,1-3 0 0,0-1 0 0,-7-3 0 16,6-5 0-16,-6-2 0 0,6-5 0 15,-6-3-51-15,0 1-286 0,0-5-87 0,0-3-98 16,0-4-120-16,-6-4-119 0,0 0-105 15,-8-6-106-15,1-2 1 0,-7-3 83 16,2 1 144-16,-2-8 165 0,-7 0 171 0</inkml:trace>
  <inkml:trace contextRef="#ctx0" brushRef="#br0" timeOffset="42917.74">19408 12836 291 0,'-13'-3'500'0,"-1"-1"89"0,2 1 94 16,5-1-10-16,0 0-121 0,7 1-102 15,0-1-83-15,7 4-65 0,6-3-75 16,1 3-60-16,5-5-40 0,0 5-32 0,8-3-22 15,5 3-21-15,-6 0-17 0,7 0-22 16,-1 3-43-16,1-3-92 0,-1 0-132 0,1-3-165 16,-1 3-158-16,1 0-164 0,-7-4-55 15,0 4 35-15,-1-7 102 0,-5 3 151 16</inkml:trace>
  <inkml:trace contextRef="#ctx0" brushRef="#br0" timeOffset="43558.89">19916 12653 39 0,'0'-12'452'0,"0"3"91"0,0-2 87 15,0 4 93-15,0-5-68 0,-7 5-106 16,7-1-74-16,0 1-59 0,0 4-67 0,0-2-85 16,0 5-75-16,0 0-65 0,0 5-43 15,7 2-12-15,-7 4 4 0,6 3 14 0,-6 1 18 16,0 7 16-16,7-4 17 0,-7 8 5 16,6-4 1-16,1 3-1 0,-7 2-4 0,0-6 0 15,7 5-12-15,-7-8-11 0,6 5-11 16,-6-9-12-16,0 1-6 0,6-1-4 15,-6-3 6-15,0-3 16 0,0-1 27 0,0-3 25 16,0-4 15-16,0 3-37 0,0-6-135 16,0-1 0-16,0-8 0 0,0 6 0 0,0-8 0 15,0-6 0-15,0 3 0 0,0-6 0 16,0-3 0-16,0-3 0 0,0-4 0 0,0 0 0 16,0 0 0-16,0-1 0 0,0 7 0 15,6 0 0-15,-6 5 0 0,0 8 0 0,0-1 0 16,8 4 0-16,-8 4 0 0,6 3 0 15,-6 4 0-15,6 8 0 0,1 6 0 0,6 1 0 16,-6 3 0-16,5 4 0 0,2 1 0 16,-2-2 0-16,8 2 0 0,-7-3 0 15,0 3 0-15,6-2 0 0,-5-2 0 0,-1-4 0 16,-1 0 0-16,2-4 0 0,-2-4 0 16,2 0 0-16,-1-3 0 0,0-4 0 0,0 0 0 15,-7-4 0-15,8-3 0 0,-2 0 0 16,-5-4 0-16,0-4 0 0,-1-4 0 0,0-3 0 15,-6 1 0-15,7-5 0 0,-7-3 0 16,0 4 0-16,0-2 0 0,0 2 0 0,-7 3 0 16,7 4 0-16,0 3 0 0,0 4 0 15,0-1 0-15,0 6 0 0,0 2 0 0,0 4 0 16,0 4 0-16,0 7 0 0,0 3 0 16,7 5 0-16,-7 6 0 0,6 0 0 15,1 5 0-15,-7 3 0 0,7 4 0 0,-1-4 0 16,0 3 0-16,1 1 0 0,-7 3 0 0,7-6 0 15,-1 3 0-15,1-5 0 0,-7-3 0 16,6 0 0-16,-6-6 0 0,0-6 0 16,6 3-202-16,-6-6-230 0,0-7-104 0,7-1-126 15,-7-6-136-15,0-2-141 0,0-6-86 16,0-7 11-16,0-3 90 0,-7-3 160 0,7-9 192 16</inkml:trace>
  <inkml:trace contextRef="#ctx0" brushRef="#br0" timeOffset="43793.21">20405 12404 28 0,'12'-33'574'16,"-5"3"123"-16,6 1 70 0,0 0 52 16,-1 8-52-16,2-2-209 0,5 5-171 0,1 7-84 15,0 4-27-15,6 3-9 0,-1 8-5 0,9 9-3 16,-9 7-3-16,7 6 6 0,-6 6 1 16,1 13-8-16,-7-1-14 0,-2 10-24 0,-4 0-23 15,-8 9-31-15,-6-3-37 0,0-2-29 16,-12 1-27-16,-2-1-21 0,-5-3-16 15,-1-4-32-15,-6 0-8 0,0-3-63 0,0-1-71 16,1-5-102-16,-9-6-130 0,9-3-182 16,-8-8-217-16,7-6-211 0,-6-8-112 0,-1-8 2 15,1-6 79-15,-2-8 162 0,-11-8 226 16</inkml:trace>
  <inkml:trace contextRef="#ctx0" brushRef="#br0" timeOffset="44293.09">18718 11715 172 0,'6'-14'570'0,"0"-4"88"16,-6 3 62-16,0 0 44 0,0 1-159 15,-6 6-198-15,0 1-119 0,-8 7-69 0,1 0-42 16,0 11-26-16,0 0-22 0,1 7-10 16,-2 5-23-16,1 5-10 0,7 5-14 0,-1 1-13 15,7 2-7-15,0 1-12 0,7-5-6 16,6 5-6-16,-1-3-2 0,2-5 3 15,5 0-2-15,1-6 1 0,6-2 8 0,-6-3 13 16,5-3 21-16,1-8 26 0,0 1 26 16,1-8 25-16,-1 0 22 0,-7-8 14 15,1 1 1-15,0-4-7 0,-8-5-8 0,2-1-17 16,-8-6-28-16,-6-2-26 0,0 0-24 16,-6-5-23-16,-8-2-22 0,2 2-13 0,-2 1-8 15,-5 7-6-15,-1 0 0 0,-6 4-2 16,7 3-10-16,-7 8-26 0,6 0-42 15,-6 2-58-15,7 5-77 0,-1 5-89 0,0-2-99 16,7 4-105-16,7 1-119 0,-1 3-114 0,7-4-131 16,0 4-26-16,7-4 50 0,6 4 98 15,0-7 145-15,0 3 164 0</inkml:trace>
  <inkml:trace contextRef="#ctx0" brushRef="#br0" timeOffset="44886.7">19108 11748 75 0,'20'-7'509'0,"-7"-8"118"0,6 4 95 0,-13-3 77 16,8 3-87-16,-8-1-148 0,1 2-123 16,-1 3-102-16,-6 3-83 0,7 0-71 0,-7 8-55 15,0 3-38-15,0 1-13 0,6 10 1 16,-6 0 6-16,0 8 0 0,0 4-2 16,7-1-9-16,-7 0-17 0,0 4-15 0,0-4-13 15,0-4-10-15,6 5-7 0,-6-8-5 16,0 0-1-16,0-4-2 0,0 0-1 0,0-3 0 15,0-4 2-15,0-3 0 0,-6-1 1 16,6-3-1-16,0-4 0 0,-7-4 2 16,1-3-1-16,6-1 0 0,-7-3-5 0,1-7 1 15,-1 3-3-15,1-10-2 0,6-1-2 16,-6-3-2-16,6-8 3 0,0 0 0 0,0 1-1 16,0-1 2-16,6 4 1 0,-6 4 2 15,6 0-1-15,7 7 0 0,-6 0 0 0,6 7 0 16,7 0-2-16,-1 4-2 0,0 4 0 15,8 3 2-15,-1 4 0 0,-1 0 5 16,9 7-1-16,-9-3 0 0,-5 7 3 0,0 0-4 16,-8 0 0-16,-12 4-2 0,0 3 2 15,0-4 1-15,-12 5 1 0,-2-1 0 0,-12 4 3 16,7-3 1-16,-7 3-4 0,-7-4 1 16,7 0-1-16,6-3 0 0,-5 0-2 0,5-4-1 15,6 0 7-15,2-1 12 0,5 1 20 16,1-3 36-16,6 3 38 0,0-3 46 0,13 2 35 15,-1 1 23-15,8-3 0 0,6 2-15 16,1-2-20-16,5-1-23 0,1 1-20 16,6-1-22-16,-7-3-11 0,8-1-62 0,-8 1-44 15,1-1 0-15,-1 1 0 0,1 0 0 16,-7-1 0-16,-1 1 0 0,1 0 0 0,-12-1 0 16,5 4 0-16,-12 1 0 0,6-1-76 15,-13 1-186-15,0 3-105 0,0 0-138 16,-6 0-179-16,-1 0-195 0,-6 4-166 0,6-1-38 15,-6-3 40-15,0 3 122 0,1 1 198 16,-2 0 236-16</inkml:trace>
  <inkml:trace contextRef="#ctx0" brushRef="#br0" timeOffset="46111.56">24013 13514 185 0,'0'0'348'16,"0"0"49"-16,-8 0-9 0,8-3-29 0,-6 0 1 15,6-2-24-15,-6 2 9 0,6-1 31 16,0-3 29-16,0 3 16 0,0 0-7 16,-7 0-24-16,7 1-44 0,0 0-40 0,0-2-36 15,0 3-31-15,0 2-28 0,0-5-35 16,-6 5-36-16,6 0-35 0,0 0-33 0,0 5-28 15,0 2-20-15,0 3-5 0,0 5 7 16,0 7 11-16,6 0 9 0,-6 0 11 16,7 3 7-16,-7 4-3 0,6-2-7 0,-6-2-12 15,6 1-8-15,2-4-12 0,-8 3-9 0,6-7-5 16,-6 1-6-16,6-4-5 0,-6 0-17 16,0-1-34-16,0-3-59 0,0-4-81 0,-6-3-119 15,6-1-157-15,-6-3-175 0,-8-3-151 16,8-4-135-16,-7-4-21 0,-1-4 64 0,2-3 133 15,6-4 172-15,-8-1 179 0</inkml:trace>
  <inkml:trace contextRef="#ctx0" brushRef="#br0" timeOffset="46236.55">23875 13415 83 0,'0'-25'453'0,"0"6"55"16,0-2 32-16,0 2 18 0,0 4-159 16,0 1-171-16,0-1-104 0,0 8-56 0,7-1-55 15,0 1-74-15,-1 7-96 0,0-4-100 16,8 8-150-16,-1 0-80 0,7 4-19 15,-8-5 34-15,8 4 74 0</inkml:trace>
  <inkml:trace contextRef="#ctx0" brushRef="#br0" timeOffset="46767.66">24260 13393 18 0,'6'8'515'0,"7"-1"114"0,-6-3 62 0,6-4 36 15,-13 3-73-15,6 4-173 0,0 1-135 0,2-1-74 16,-2 8-28-16,0-1-4 0,1 5-23 15,6-1-15-15,-6 4-28 0,-1 4-22 16,0 0-20-16,1-1-19 0,-7 5-9 0,7-4-14 16,-7 2-6-16,6-2-1 0,-6-4 7 15,0 0 4-15,0-4 5 0,0-3 9 0,0-1 11 16,0-2 7-16,0-5 15 0,0 0 22 16,0 1 24-16,-6-8 11 0,6 3-6 0,0-6-17 15,0-1-29-15,-7-3-36 0,0-1-44 16,1-7-57-16,0 1-9 0,-1-4 0 15,0-5 0-15,1-3 0 0,6 1 0 0,-7-4 0 16,7 4 0-16,0-2 0 0,0 6 0 16,7-2 0-16,-1 2 0 0,1 6 0 0,6-3 0 15,7 3 0-15,-1 1 0 0,1 2 0 16,6 6 0-16,0-1 0 0,0 2 0 0,-1 5 0 16,2 5 0-16,5 2 0 0,-6-1 0 15,-6 6 0-15,6-1 0 0,-13 3 0 16,7 0 0-16,-7 2 0 0,0 2 0 0,-7-3 0 15,7 3 0-15,-13 1 0 0,6-1 0 0,-6-4 0 16,0 5 0-16,0-5 0 0,0 1 0 16,0-1 0-16,0-3 0 0,0 0 0 0,-6 0 0 15,6-4 0-15,0 1 0 0,0-5 0 16,0 2 0-16,0-3 0 0,-6 3 0 0,6-5 0 16,0 3 0-16,0-3 0 0,0-3 0 15,-7 3-111-15,7-5-189 0,-6 3-70 16,-1-6-77-16,7 0-77 0,-6 1-104 0,-1 5-115 15,7-7-96-15,-6 6-85 0,6-5 17 0,0 5 74 16,0-1 133-16,0 0 171 0</inkml:trace>
  <inkml:trace contextRef="#ctx0" brushRef="#br0" timeOffset="53380.3">24664 13221 91 0,'0'-3'343'0,"6"-1"49"0,-6-3 42 0,6-1-45 16,1 0-65-16,0 1-60 0,-1 0-47 15,1 0-25-15,6 3-21 0,-7-3-14 0,7 3-21 16,-7-4-18-16,8 5-14 0,-8 3-20 16,7-4-14-16,-6 1-10 0,-1 3-3 0,1-4 1 15,-1 4 10-15,0 0 17 0,2 0 17 16,-2 4 10-16,-6-1 8 0,6 1 8 15,-6-1 4-15,7 9 1 0,-7-1 4 0,0 3 8 16,0 5 2-16,0-1-7 0,0 8-1 16,-7 4-8-16,7 2-17 0,0 0-17 0,0 5-14 15,0 4-12-15,7-5-13 0,-7 5-4 16,7-4 4-16,-1 2 3 0,7-2 2 16,-7 0-3-16,8-4-6 0,-2 0-7 0,2-6-13 15,-2-2-12-15,2-7-7 0,-1 0-2 16,-1-3 0-16,2-8-1 0,-2 0 0 0,2-7-2 15,5 0 1-15,-5-3-4 0,-2-8-3 16,2-1-1-16,-2 2-2 0,1-9 2 0,1 1-2 16,-2-4 1-16,-6-4-1 0,2 1-1 15,-2 0 0-15,-6 2 2 0,0 2 2 16,-6-2 4-16,6 9 5 0,-8-1 3 0,-4 4 3 16,6 4 2-16,-8-1 0 0,1 5-4 15,1-2 3-15,-2 10 4 0,2-2 4 0,-2 1 4 16,1 3 13-16,7 4 13 0,-1 3 11 15,0 5 7-15,1-1 8 0,12 1 4 0,-6 2-1 16,7 5-7 0,6-4-9-16,-6 0-10 0,5-2-14 0,8-3-13 15,-6 1-11-15,5-3-6 0,1-4-7 16,-2 0-3-16,9-4 0 0,-1-3 0 16,0-4-1-16,0 0-8 0,1-4-8 0,-9-3-33 15,9-1-50-15,-14-2-66 0,6-1-84 0,-5-5-100 16,-8 2-127-16,-6-8-123 0,-6 4-102 0,-2-4-83 15,-4-3-68-15,-14 3-3 0,-1 0 78 16,1-1 124-16,-13 5 136 0,1 0 140 0</inkml:trace>
  <inkml:trace contextRef="#ctx0" brushRef="#br0" timeOffset="54260.72">24982 13511 46 0,'-38'-8'307'0,"-1"1"84"0,-1-4 90 0,15 3 63 16,-1 2 11-16,6 1-21 0,7-2-37 16,0 3-53-16,13-3-67 0,0 3-87 0,13 1-89 15,0-1-45-15,13 1-19 0,0 3 4 16,13 0 8-16,0 0 4 0,7 3-2 15,-1 1-1-15,7-1-1 0,-7 5 3 0,8-1-4 16,-1 0-2-16,-7 4-10 0,2 1-13 16,-9-1-17-16,1 3-21 0,-6 0-16 0,-1 5-12 15,-12-1-5-15,0 1 0 0,-1 3 1 16,-6-4-1-16,-6 7-2 0,-1-2-1 0,-6-1-3 16,0-4-3-16,0 4-7 0,-6-4-1 15,-1-4-6-15,1 2-4 0,-1-5-4 0,1-1-5 16,-1-5-3-16,-6 2-4 0,0-7-3 15,0-4 0-15,6 1-3 0,-5-5 0 16,-1-3-2-16,-1-4 12 0,8-3-3 0,-7-4-4 16,6-4-1-16,1 4-3 0,0-6 1 15,6 5-13-15,0-3 3 0,0 4 4 0,0 4-1 16,6 0 0-16,0 0 2 0,8 3-1 16,-2 0 0-16,2 3 1 0,-1 6 1 0,6-2 2 15,-6 2-1-15,7 6 2 0,-1 0-4 16,1 0 1-16,0 3-1 0,-8 8-2 0,8-5 1 15,-7 11-1-15,7-3 4 0,-8 0 0 16,2 1 2-16,-8 3-1 0,7 0-1 0,0 1 0 16,-6 3 0-16,-1-1 3 0,0-2-2 15,1 3 6-15,0 0 5 0,-1-4 5 0,1 0 6 16,-7 0 3-16,0-2 6 0,6-5 2 16,-6-1 4-16,0-2 13 0,0-1 22 15,0-3 17-15,0 0 5 0,0-4 3 0,-6 0-2 16,6-4-66-16,-7-3-30 0,7 0 0 15,-6-5 0-15,-1-2 0 0,0-2 0 0,7-2 0 16,-6-3 0-16,6-1 0 0,0-4 0 0,0 0 0 16,0 1 0-16,0-1 0 0,6 4 0 0,1 0 0 15,0 4 0-15,-1 0 0 0,7 4 0 16,0-3 0-16,6 11 0 0,-5-5 0 16,5 8 0-16,1 3 0 0,0 0 0 0,-8 3 0 15,8 4 0-15,-7 3 0 0,7 2 0 0,-8 3 0 16,-5 3 0-16,6 0 0 0,-7 0 0 15,7 1 0-15,-6 4 0 0,0-5 0 16,-1-1 0-16,8 2 0 0,-8-1 0 16,6-2 0-16,-5-6 0 0,6 0 0 0,0-2 0 15,1-4 0-15,-2-4 0 0,-6 0 0 0,8-4 0 16,-1-4 0-16,-7-2 0 0,1 0 0 16,0-6 0-16,-1-2 0 0,0-1 0 0,1 2 0 15,-7-9 0-15,0 4 0 0,0 0 0 16,0 0 0-16,0 4 0 0,0 4 0 0,0 2 0 15,0 1 0-15,0 3 0 0,7 2 0 16,-7 6 0-16,12 0 0 0,-5 3 0 16,6 4 0-16,0 3 0 0,7 7 0 0,-8-3 0 15,2 0 0-15,5 4 0 0,-5 5 0 0,-2-5 0 16,-6 3 0-16,8-2 0 0,-8-1 0 16,1 1 0-16,-7-5 0 0,0 2 0 15,-7-2 0-15,1-3 0 0,0 1 0 0,-8-6 0 16,2 1 0-16,-2 0-147 0,1-2-169 0,0-5-204 15,0 0-272-15,1-5-284 0,4-2-107 16,2 0 5-16,0-8 83 0,12 1 178 0,0-5 259 16</inkml:trace>
  <inkml:trace contextRef="#ctx0" brushRef="#br0" timeOffset="54932.95">27464 13533 592 0,'7'-11'776'0,"-7"-3"82"16,-7-5 70-16,-6 1 55 0,0-5-349 15,-7 5-216-15,1 3-106 0,-7 1-60 0,6 3-52 16,-6 4-37-16,0-1-25 0,1 8-22 16,5 3-17-16,-7 5-13 0,9 3-13 0,-2 4-13 15,0 3-6-15,7 4-1 0,7 3-2 16,-8 6-1-16,14-3 10 0,0 1 7 15,7 4 3-15,0-3-2 0,-1 0-2 0,7-2-2 16,7-2-8-16,-8-4-9 0,8 0-5 16,0-7-4-16,-1-1-5 0,7-6-4 0,-6-1-3 15,6-7-4-15,-1-4-5 0,-5-3-4 16,0-4-5-16,-1-1-1 0,-5-6-2 16,-8-3 1-16,0-4-2 0,-6-5-1 0,0 1 0 15,-6-5-3-15,0 5-1 0,-2 0-2 16,-4 6 1-16,6 3-3 0,-1-3 2 0,0 9-3 15,7-2-13-15,-6 5-14 0,6 4-12 16,6 0-7-16,1 4-14 0,6-2-10 0,-1 5-5 16,8 0-3-16,7 0-3 0,-1 0-2 15,0-3 7-15,-7 3 9 0,7-4 8 16,-6 1 21-16,-1-5 16 0,-5 1 13 0,-2-4 5 16,2 0 3-16,-8-3 10 0,-6-6-3 15,0 2 1-15,0-3-2 0,0-1 0 0,-6-4 1 16,-2 5 2-16,2-2 0 0,0 2 3 15,0 5 6-15,-1-2 6 0,0 7 3 0,7 4-2 16,-6 0 1-16,6 3-3 0,-7 4 0 16,7 4 14-16,0 6 24 0,-6 5 33 15,12 7 40-15,-6 8 38 0,0 6 44 0,7 4 20 16,-7 4 9-16,6 4-4 0,1 4-218 16,0 2-16-16,-1-2 0 0,-6 2 0 0,6 2 0 15,0-5 0-15,-6 0 0 0,0 0 0 16,8-7 0-16,-8 0 0 0,0-7 0 15,0-8 0-15,0-3 0 0,0-8 0 0,0 0 0 16,0-7 0-16,6-7 0 0,0 0 0 0,1-8-224 16,6-3-478-16,0-4-241 0,7-8-216 15,6 1-56-15,-1-7 42 0,1-6 109 16,7-1 195-16,-1-5 270 0</inkml:trace>
  <inkml:trace contextRef="#ctx0" brushRef="#br0" timeOffset="55156.24">28233 13378 393 0,'6'-7'734'16,"-6"4"112"-16,6-1 73 0,-6 1 68 15,7 3-211-15,-7 0-228 0,7 7-116 0,-1 0-64 16,-6 8-36-16,13 3-37 0,-7 1-31 16,2 2-44-16,-2-3-51 0,6 5-43 0,-5-1-36 15,0 0-29-15,6-4-34 0,-13 0-47 16,6-3-66-16,1-1-85 0,-7-3-98 15,7-4-156-15,-7-2-193 0,-7-5-191 0,7-5-173 16,-7-2-47-16,1-4 31 0,-7-3 118 16,6-5 182-16,-6 1 211 0</inkml:trace>
  <inkml:trace contextRef="#ctx0" brushRef="#br0" timeOffset="55249.96">28213 13221 8 0,'-6'-22'427'0,"-1"0"63"15,0 4 43-15,7-1 32 0,0 9-113 16,0-1-176-16,0 0-111 0,7 6-98 0,0 2-129 15,5 3-153-15,2 3-181 0,5 2-95 16,-6-2-49-16,6 5 10 0,1-1 74 0</inkml:trace>
  <inkml:trace contextRef="#ctx0" brushRef="#br0" timeOffset="55660.22">28460 13191 435 0,'0'5'620'0,"7"-2"98"15,-7 1 75-15,7-4-41 0,-7 4-153 0,6 3-134 16,1 0-96-16,-1 5-59 0,0 2-31 15,1 4-10-15,6 8-6 0,-7-1-7 16,1 0-12-16,0 9-15 0,-1-5-25 0,1 4-28 16,-1-4-34-16,-6 5-30 0,0-9-22 15,0 4-14-15,-6-6-5 0,6-2-2 0,0-5 2 16,-7-2 7-16,7-3 13 0,0-1 10 16,-6-6 0-16,6 1-6 0,-7-5-8 15,7-9-61-15,-7 3-26 0,1-5 0 0,0 0 0 16,6-8 0-16,0 1 0 0,0-4 0 15,0 0 0-15,6-4 0 0,0 1 0 0,1 2 0 16,0-2 0-16,-1 3 0 0,7 4 0 0,1 0 0 16,-2 6 0-16,2 2 0 0,-2 2 0 15,1 5 0-15,1 3 0 0,-2 3 0 0,8 5 0 16,-7 6 0-16,-6 1 0 0,6-1 0 0,-1 9 0 16,-5-2 0-16,0 2 0 0,5-3 0 15,-12 7 0-15,7-5 0 0,0-4 0 16,-1 4 0-16,-6-4 0 0,0-2 0 0,7 2 0 15,-7-7 0-15,0-1 0 0,6-2 0 16,-6-1-322-16,0-3-158 0,0-1-175 0,6-3-186 16,-6-3-168-16,0-1-84 0,-6-3 18 15,6-1 95-15,0-6 169 0,0-1 222 0</inkml:trace>
  <inkml:trace contextRef="#ctx0" brushRef="#br0" timeOffset="56145.51">28805 13408 442 0,'-6'-18'633'16,"6"3"133"-16,0 1 102 0,0 3-21 0,6-5-142 15,-6 9-122-15,8 0-117 0,-2 3-91 16,0 4-57-16,1 4-36 0,6-1-21 0,-7 13-6 16,1-2-5-16,5 8-7 0,-4 4-16 15,-2 3-14-15,7 5-19 0,0-2-24 16,0 8-77-16,0-4-93 0,0 1 0 0,-7 0 0 16,1 0 0-16,0-4 0 0,-1-4 0 0,0-3 0 15,-6-1 0-15,0-3 0 0,0-3 0 16,0-4 0-16,0-5 0 0,0 1 0 0,0-7 0 15,0-1 0-15,0-3 0 0,-6-3-61 16,6-5-76-16,-6 1-3 0,-1-8-6 16,0-3 1-16,1-3 2 0,0-5 10 0,-1-4 10 15,-6 0 19-15,6-2 25 0,7-5 21 16,-6 0 18-16,0 1 14 0,6 3 11 0,-7 0 10 16,7 0 16-16,0 7 21 0,7 1 23 15,-7-1 23-15,6 5 20 0,0 2 19 16,7 5 8-16,-6-5 0 0,12 8-7 0,-5 0-6 15,-2 4-6-15,8 7-2 0,-1 0 1 16,1 0 8-16,0 7-57 0,-1 0-56 0,1 4 0 16,-1 1 0-16,-6 2 0 0,7 1 0 15,-13 3 0-15,-1-3 0 0,0 3 0 0,1-3 0 16,-7 3 0-16,-7-4 0 0,1 5 0 16,-7-4 0-16,0-4 0 0,-7 3 0 0,1 1 0 15,-1-4 0-15,1 0 0 0,-1-4 0 16,0 1 0-16,8-1-183 0,-2-4-499 0,8-3-195 15,-1-3-175-15,1-1-106 0,6-7 16 16,0 0 83-16,6-3 164 0,1-2 227 0,6-1 241 16</inkml:trace>
  <inkml:trace contextRef="#ctx0" brushRef="#br0" timeOffset="56717.86">29131 13350 430 0,'7'-4'567'0,"-1"-3"109"0,1 7 98 0,0-5-43 15,-1 10-101-15,0-3-86 0,8 7-73 0,-8 2-65 16,0 3-59-16,7 4-47 0,-6 1-40 15,6-1-35-15,1 0-34 0,-2 5-35 16,1-5-32-16,0 1-33 0,6-5-28 0,-5 0-23 16,-2 1-14-16,2-8-10 0,-1 0-6 15,7-3-2-15,-8-1-1 0,2-3-4 0,-2-3-1 16,1-1 1-16,1-3 0 0,-2-4-2 16,-6 0 2-16,8-3-1 0,-8 0-2 15,1-5 0-15,0 4 1 0,-1-4 1 0,1 5 8 16,-1 3 11-16,-6 0 8 0,0 0 3 15,6 4 1-15,-6 3-2 0,0 4-7 0,0 0-11 16,0 4-4-16,8 7-2 0,-8-1 3 16,0 2 2-16,6 6 1 0,-6-4 1 15,6 5 1-15,0-4-1 0,-6 3-3 0,7-3 0 16,6-1 8-16,-6-3 13 0,5 0 13 16,-4-3 11-16,4-5 10 0,2 1 8 15,5-4 7-15,-6-4 13 0,0 1 10 0,-1-5 9 0,2 1-28 0,-1-8-85 16,-6 1 0-16,6-5 0 0,-7-4 0 15,0-4 0-15,1-3 0 0,0-7 0 16,5-3 0 0,-5-1 0-16,0 2 0 0,-1-2 0 0,1 4 0 15,-7 4 0-15,6 0 0 0,-6 11 0 16,0 0 0-16,0 8 0 0,6-1 0 16,-6 4 0-16,0 3 0 0,0 6 0 0,0-3 0 15,0 10 0-15,0 2 0 0,0 3 0 16,7 9 0-16,0 3 0 0,-7 7 0 0,6 4 0 15,0 4 0-15,2 0 0 0,4-1 0 0,-5 4 0 16,-1-3 0-16,7 0 0 0,-6-8 0 16,-1 3 0-16,8-5 0 0,-14-7 0 15,6 0 0-15,0-6 0 0,-6-3 0 0,0 0-6 16,0-4-512-16,0-3-116 0,-12-4-139 16,4-4-146-16,-4-3-144 0,-1-4-14 0,-7 0 61 15,0-6 128-15,1-2 189 0,0 1 213 16</inkml:trace>
  <inkml:trace contextRef="#ctx0" brushRef="#br0" timeOffset="56920.93">29646 13361 457 0,'-13'-11'656'0,"6"0"153"0,1-1 117 16,6 5-19-16,0-4-118 0,6 4-118 0,7-1-133 15,1 1-106-15,-2 3-79 0,8 1-58 16,0 0-41-16,5 3-35 0,1-5-35 16,1 5-31-16,-1 0-30 0,6 0-30 0,1 0-27 15,-7 5-19-15,6-5-12 0,-5 0-15 16,-1 0-10-16,-1 0-5 0,-11 0-16 0,6-5-43 15,-8 5-74-15,-5-3-95 0,6 3-126 16,-7 0-185-16,-6 0-234 0,7-4-247 0,-7 4-92 16,0 0 12-16,6 0 82 0,8-4 162 15,-8 4 234-15</inkml:trace>
  <inkml:trace contextRef="#ctx0" brushRef="#br0" timeOffset="57329.33">30655 13191 219 0,'-6'-14'675'0,"6"-4"125"16,0-1 95-16,0 1 67 0,-7-1-127 0,1 2-279 15,-8 2-172-15,2 0-113 0,-2 0-87 16,-5 4-62-16,-1 4-42 0,2 0-27 0,-2 0-15 16,0 7-13-16,1 0-6 0,-1 3-6 15,7 4-5-15,0 1-4 0,0 4 0 0,7-2 0 16,6 1 3-16,0 4 8 0,6 3 10 15,0-3 17-15,7 3 17 0,1-4 15 0,4 5 14 16,2-1 10-16,0-4 11 0,7 9 0 16,-9-4-2-16,15 2-1 0,-7 2 1 0,0-3-7 15,7 3-1-15,-7-2-2 0,-6 2 2 0,5-4 0 16,-5-1-2-16,0 0-1 0,-7-3-5 16,-1-1-7-16,-5-3-7 0,0 1 1 0,-7-2-1 15,-7-2-77-15,0-1 0 0,1 0 0 0,-7 1 0 16,-7-5 0-16,1 1 0 0,0 0 0 15,-1-4 0-15,-7 0 0 0,2 0 0 0,-1 0 0 16,0 0 0-16,6-4 0 0,-6 0 0 16,7 1 0-16,-1-5 0 0,1 5 0 0,5-1 0 15,8-3 0-15,0-1 0 0,6 1-422 16,6-1-172-16,0-3-120 0,8 0-126 0,5-3-126 16,1-1-64-16,6 1 26 0,-1-4 84 15,1-4 150-15,1 2 192 0</inkml:trace>
  <inkml:trace contextRef="#ctx0" brushRef="#br0" timeOffset="57516.75">30870 13236 374 0,'7'0'473'0,"6"0"94"0,-1 4 109 16,-4-4-39-16,-2 7-60 0,0 0-39 15,1 4-29-15,6 4-38 0,-13-1-62 0,6 1-47 16,1 3-35-16,-1 1-31 0,1-1-30 16,-7 1-33-16,7-1-34 0,-7 0-42 0,6-3-39 15,-6-1-34-15,6 2-28 0,-6-3-21 0,0-1-17 16,0-1-29-16,0-3-59 0,0-2-79 15,0-2-101-15,0 0-152 0,-6-1-222 0,6-3-217 16,-13-3-154-16,6-1-35 0,1-6 43 16,-1-2 119-16,1 1 205 0,-7-8 227 0</inkml:trace>
  <inkml:trace contextRef="#ctx0" brushRef="#br0" timeOffset="58215.5">30799 13170 394 0,'-13'-11'579'16,"6"-1"119"-16,7 5 84 0,-7-3-48 0,7 2-155 15,0 1-151-15,7 0-124 0,0 2-121 16,-1 2-123-16,1 0-124 0,5 3-121 0,2 0-132 16,-2 0-136-16,2 3-111 0,5 0-71 0,-6 2-25 15,0-2 42-15,1 1 91 0,-2-4 121 16,1 4 189-16,0-4 206 0,-6 3 188 16,-1-3 137-16,1 0 112 0,6-3 90 0,-7 3 19 15,8-4-5-15,-1 0-20 0,-1 1-29 0,2-2-27 16,-2 2-39-16,2 0-59 0,5-1-60 15,-6 4-50-15,6-4-37 0,1 4-39 0,0 4-30 16,6-4-20-16,-7 4-13 0,1 2-9 0,-1 2-10 16,1 0-6-16,-7 3-8 0,0-1-6 15,0 2 0-15,-6 2-1 0,-1 4 8 0,-6 1 10 16,0 3 21-16,-6 0 18 0,-1 0 5 16,0 3 4-16,1 1 2 0,0-5-3 0,-8 6-9 15,8-5-5-15,0-4 1 0,-1 1 6 0,7-2 3 16,0-2-100-16,-7 0-28 0,14-4 0 15,-7 0 0-15,7-4 0 0,5 1 0 0,-5-1 0 16,6-3 0-16,7-1 0 0,-7-3 0 16,7 0 0-16,-2 0 0 0,2-3 0 0,-1-1 0 15,7 0 0-15,-6-2 0 0,0-6 0 0,6 1 0 16,0-3 0-16,0-9 0 0,0 5 0 16,7-8 0-16,-7 0 0 0,-6 1 0 0,5-1 0 15,-11 1 0-15,-2 3 0 0,-6 3 0 16,-6 1 0-16,0 3 0 0,-12 1 0 0,6 3 0 15,-8 4 0-15,-5 0 0 0,5 7 0 0,-4 0 0 0,4 2 0 16,-5 10 0-16,5-1 0 0,-4 3 0 16,10 5 0-16,-4-1 0 0,5 4 0 0,1 5 0 15,6-2 0-15,6 0 0 0,1 4 0 0,5-3 0 16,8 3 0-16,6-3 0 0,7 3 0 16,6-4 0-16,-1 1 0 0,15 0 0 0,-7-4 0 15,5-3 0-15,-5-1 0 0,0 1 0 16,0-9 0-16,-1 1 0 0,1-4 0 0,-7-3 0 15,0 0 0-15,-7-4 0 0,1 0 0 0,-7-4 0 16,-6-3 0-16,-1 3 0 0,0-3 0 16,-12-4 0-16,6 3 0 0,-13-2 0 0,0-1 0 15,-6 0 0-15,-8-1 0 0,2-2 0 0,-8-1-704 16,0 0-370-16,-5-3-183 0,-9-4-38 16,9 0 62-16,-7-7 132 0,5 3 251 0,-5-3 327 15</inkml:trace>
  <inkml:trace contextRef="#ctx0" brushRef="#br0" timeOffset="171529.06">26168 8572 212 0,'0'-10'394'15,"7"2"57"-15,-7-3 34 0,6-4-13 16,-6 5-22-16,0-5-30 0,0 4-22 0,0-7-2 16,-6 2-27-16,6 2-41 0,-7-1-62 0,0 1-49 15,1 3-35-15,-1 0-40 0,1 0-10 16,-7 3-15-16,0 2-22 0,0 1-17 0,0 2-15 15,0 3-11-15,-1 0-10 0,-4 3-4 16,-2 5 1-16,0-1 2 0,1 4 2 0,5 4 0 16,-5-1 3-16,-1 9 3 0,8-1 5 0,-8-1 6 15,7 8 7-15,0 1 11 0,6 3 11 16,-5 4 10-16,5 3 9 0,7 0 3 16,0 0-1-16,0 1 1 0,7 3-6 15,5-5-6-15,-5 3-12 0,13-3-9 0,-8-2-4 16,14 0-8-16,1 0 0 0,-1-4-4 15,6-4-1-15,1 0 5 16,-1-3-2-16,7-4-4 0,-6-4 3 0,7-6 1 0,-2-2 3 0,1-6-1 0,0-1 1 16,-7-6-38-16,1-5-29 0,-7 2 0 15,7-11 0-15,-13 4 0 0,-1-1 0 16,0-5 0-16,1-4 0 0,-7 2 0 0,0-5 0 16,-6 1 0-16,-1-5 0 0,0 1 0 15,-6-4 0-15,0 0 0 0,-6-3 0 0,0 3 0 16,-7-4 0-16,0 4 0 0,0 0 0 0,-1 3 0 15,-5 1 0-15,0 3 0 0,-1 1 0 16,-7 3 0-16,9 4 0 0,-9 4 0 0,1 2 0 16,0 1 0-16,-7 3 0 0,15 5 0 15,-9 0 0-15,1 6 0 0,0 0 0 16,6 5 0-16,1-1 0 0,-1 4 0 0,8 0 0 16,-2 4 0-16,8 0 0 0,-1-4 0 31,1 3-145-31,6 4-338 0,0-3-125 0,6-4-147 0,7 0-136 0,1 0-140 0,5-4-22 31,7-7 51-31,0 4 122 0,0-8 181 0,7-3 198 0</inkml:trace>
  <inkml:trace contextRef="#ctx0" brushRef="#br0" timeOffset="171966.41">27053 8264 352 0,'0'-11'510'0,"0"1"81"0,0-1 98 0,0 0-16 15,0 0-106-15,-6 2-85 0,6-1-57 0,-6 3-49 16,-1-1-75-16,1 6-61 0,-1-3-49 16,0 2-35-16,1-2-25 0,-6 5-15 15,-2 5-7-15,1-2-6 0,0 2-6 0,-6 5-5 16,-1 1 7-16,0 0 3 0,1 7 6 15,-1 5 11-15,0-2 14 0,1 8 10 0,0 5 6 16,6 3 7-16,-7 6 4 0,7 1 2 16,0 4-1-16,0-1 1 0,7 4 0 15,-1 1-4-15,7-1-142 0,0 1-16 16,7-1 0-16,-1-4 0 0,7 0 0 0,0 2 0 16,6-9 0-16,1 4 0 0,6-7 0 0,1-5 0 15,-1 2 0-15,-1-5 0 0,1-7 0 16,0 0 0-16,1-8 0 0,-7 0 0 0,-2-6 0 15,2 0 0-15,-1-5 0 0,-5-3 0 16,6 0 0-16,-14-3 0 0,7-1 0 0,-7 0 0 16,1-4 0-16,0 2 0 0,-7-2 0 15,0 2 0-15,0-2 0 0,0-3 0 0,-7 0-28 16,7-1-495-16,0-2-183 0,-7-1-172 16,7 0-155-16,7 1-77 0,-7-4 24 0,0 0 83 15,7-4 180-15,-1-4 209 0</inkml:trace>
  <inkml:trace contextRef="#ctx0" brushRef="#br0" timeOffset="172466.29">27282 8631 140 0,'0'-7'383'15,"0"-1"63"-15,0-3 59 0,-6 5-32 16,6-2-12-16,0 4-50 0,-8-4-41 0,8 1-29 15,0 3-32-15,0 1-31 0,-6 0-48 16,6-2-39-16,0 2-22 0,0-1-10 0,0 1 0 16,0 3-12-16,0-4 1 0,-6 4 3 15,6 0 3-15,0 0 4 0,0-4 4 0,0 4 7 16,0 0 3-16,0 0 3 0,0-3 0 16,-7 3-10-16,7 0-11 0,0 0-19 15,0 0-19-15,0 0-23 0,0 0-21 0,0 0-18 16,0 0-16-16,0 0-11 0,0 0-10 15,0 3-6-15,0-3-4 0,0 4-2 0,0 0 4 16,0 3 7-16,0 1 17 0,0 2 16 16,7 5 22-16,-7-1 18 0,0 5 17 0,0 3 13 15,0 4 7-15,6 3-83 0,-6 0-43 16,0 1 0-16,0 2 0 0,0-2 0 0,6 3 0 16,-6-4 0-16,0 0 0 0,8-3 0 15,-2 0 0-15,0-5 0 0,-6 1 0 16,6-2 0-16,1-6 0 0,-7-1 0 0,7-1 0 15,-7-4 0-15,6-1 0 0,-6-3 0 16,0-1 0-16,7-3 0 0,-7 0 0 0,0 0 0 16,6 0 0-16,-6-3 0 0,0-1 0 15,0 0 0-15,0-3 0 0,0 0 0 16,0-2-51-16,0 3-570 0,0-5-222 0,0-4-214 16,0 4-132-16,0-4 3 0,0-3 86 15,0-4 172-15,7 0 227 0,-7-3 255 0</inkml:trace>
  <inkml:trace contextRef="#ctx0" brushRef="#br0" timeOffset="173059.9">27432 8253 253 0,'-8'-3'441'16,"8"-4"75"-16,0 2 68 0,0-1-2 0,8-2-60 16,-8 5-63-16,0-5-50 0,6 5-41 15,0-6-45-15,-6 7-55 0,7-2-44 16,0 0-33-16,6 1-18 0,-7-1-16 0,0 0-12 16,8 4-11-16,5-4-9 0,-6 2-2 15,7 2 2-15,-1 0 5 0,1 0 1 0,-1 0-2 16,7 0 2-16,0 2-2 0,1 2-5 15,-1 0-1-15,0 3-7 0,6 1-5 0,-5-1 0 16,5 4-1-16,-7 4 1 0,9 0 3 16,-9-1 4-16,8 7 8 0,-1 2 2 0,-6-2-1 15,0 9-127-15,1-1 0 0,-1 1 0 16,0 2 0-16,-7 5 0 0,-5 0 0 0,5 4 0 16,-12 2 0-16,-1 5 0 0,0-4 0 15,-12 3 0-15,6 2 0 0,-13-2 0 0,0 1 0 16,-7-1 0-16,1-3 0 0,-1 3 0 15,-6-2 0-15,0-5 0 0,1-4 0 0,-2 1 0 16,1-3 0-16,0-6 0 0,6-2 0 16,1-1 0-16,-1-3 0 0,0-3 0 15,8-1 0-15,-1-3 0 0,0-4 0 0,6-4 0 16,1 0 0-16,0 1 0 0,-2-5 0 16,8 5 0-16,-6-5 0 0,6-3 0 0,0 4 0 15,0-4 0-15,0 0 0 0,0 0 0 16,0 4 0-16,0-4 0 0,0-4 0 0,0 4 0 15,6 0 0-15,-6-4 0 0,8 1 0 16,-8 0 0-16,6-2 0 0,0-2 0 0,1 0 0 16,-7 0 0-16,6-1-261 0,1 1-461 15,-1-4-243-15,-6 4-207 0,7-4-49 0,-7 0 52 16,0-1 119-16,-7 1 210 0,1-3 265 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18:50:01.7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13019 1158 117 0,'6'-8'396'0,"-6"2"60"0,6-6 56 15,-6 4 20-15,0-3-62 0,0 0-50 0,7 4-21 16,-7 0-12-16,0-1-23 0,0 1-42 16,0 3-70-16,0 1-65 15,0 0-56-15,-7 3-46 0,7 3-33 0,-6 4-18 0,0 0 4 16,0 12 16-16,-8-1 19 0,8 4 24 0,-8 3 18 16,1 5 13-16,1-1 6 0,-2 8-9 15,2-3-9-15,-2 2-19 0,8-3-13 0,-7 3-17 16,0 1-20-16,6-4-14 0,-5 0-9 0,4-4-9 15,2 1-6-15,0-5-2 0,-1 1-2 16,1-8-3-16,-1 0-1 16,7 1 3-16,-6-9 0 0,6 5-1 0,0-8 1 0,-7 1-3 15,7-1-8-15,0-7-35 0,0 5-57 0,0-10-83 16,0 5-102-16,0-7-134 0,7-4-126 16,-7 0-123-16,6-4-118 0,1-3-37 0,6-4 38 15,-7 0 101-15,8-3 116 0,-2 3 147 0</inkml:trace>
  <inkml:trace contextRef="#ctx0" brushRef="#br0" timeOffset="334.5">13019 1278 175 0,'12'-15'316'0,"-5"4"48"0,0-3 26 0,-7 3-23 16,6 0-32-16,1 0 9 0,-1 0 32 15,-6 4 20-15,6-4-8 0,2 4-24 16,-8-1-21-16,6 0-39 0,-6 1-58 0,0 0-49 15,6 4-40-15,-6 3-33 0,0-4-32 0,0 8-27 0,7-1-10 0,-7 4 0 16,6 0 14 0,-6 9 17-16,7-2 17 0,-1 4 10 0,1 4 1 15,6 0-2-15,-6 0-14 0,-1 5-15 0,7-2-11 16,0 0-12-16,-7 1-13 0,7-1-10 16,1 5-5-16,-2-9-6 0,2 6-6 0,-8-2-3 15,7-3-6-15,0-4-2 0,-6 1-2 16,-1-1-3-16,0-4 0 0,2 1-5 0,-8-4-5 15,0-3-22-15,0 2-46 0,0-2-71 0,-8-4-107 16,-4-1-142-16,5-3-158 0,-6 0-147 16,-6-3-161-16,-1-1-39 0,0-4 47 15,-5 1 113-15,-1-4 147 0,-1 0 160 0</inkml:trace>
  <inkml:trace contextRef="#ctx0" brushRef="#br0" timeOffset="567.91">12830 1524 454 0,'-7'0'634'0,"7"0"90"0,-6-4 66 15,-1 4-37-15,7-4-172 0,7 4-158 16,-7-3-108-16,6 3-65 0,7-4-49 0,0 4-36 16,7 0-29-16,-1-4-21 0,7 4-17 0,7 0-15 15,-1 0-9 1,2 0-9-16,-2-3-4 0,1 3-13 0,-1 0-13 16,1-4-10-16,-7 4-8 0,-1-4-9 0,1 1-8 0,-6 3 0 0,-7-3 0 15,0 3 1-15,0 0-2 0,-7 0-5 16,2-5-23-16,-8 5-41 0,0 0-70 15,0 0-102-15,0 0-132 0,0 5-150 0,-8-5-153 16,2 3-135-16,0-3-23 0,-7 3 49 16,6-3 108-16,0 0 143 0</inkml:trace>
  <inkml:trace contextRef="#ctx0" brushRef="#br0" timeOffset="1152.72">13441 1444 364 0,'0'-8'499'0,"8"4"61"0,-8-3 54 0,0-4-36 16,0 4-125-1,0-1-83-15,0 4-45 0,0-3-35 0,0 0-34 0,0 3-46 16,0 1-42-16,0-1-29 0,0 4-18 0,0-4-9 16,0 1-3-16,0 3-10 0,0 0-11 0,0 0-16 15,0 0-15-15,0 0-17 0,0 0-12 16,0 3-5-16,0 1 4 0,0 3 12 0,0 0 9 15,0 4 17-15,0 1 16 0,0 2 11 16,0 1 0-16,0 3-7 16,6 1-8-16,-6-1-16 0,6 0-15 0,1 0-12 0,0 1-8 15,-1-1-9-15,7 1-2 0,-7-6-2 0,8 6-2 16,-8-8 0-16,7 1 5 0,0-2 2 0,0 1 2 16,1-3 4-16,-2-5 1 0,2 1 2 15,-2-1-6-15,-5-3 0 0,6 0 5 0,0-3-6 16,-7-1 4-1,8 1 0-15,-8-5 2 0,0 1 0 0,1 0-6 16,0-5 1-16,-7-2-5 0,6-1-5 0,-6-3-2 0,0 3-2 0,7-7-5 16,-7 4 1-16,0 0-3 0,0-1 0 15,0 1 0-15,0 0 3 0,0 4 7 0,-7-2 8 16,7 5 10-16,0 1 7 0,0 2 8 16,-6 1 2-16,6-1-4 0,0 5-4 0,0-1-10 15,0 1-7-15,0 3-8 0,0 0-6 16,0 3-5-16,0 4-1 0,0 1 0 15,0-1 2-15,0 5 0 0,6 2 7 0,-6 0 8 0,0 1 9 16,7 0 7-16,-1 4 4 0,-6-2 4 16,6 2-4-16,1-5-5 0,-7 5-10 0,7-5-6 15,-1 1-5-15,0 0-5 16,1-4-1-16,0 0-2 0,-1-1-1 0,-6 2-2 16,7-5-20-16,-1 0-41 0,0 1-64 15,1-5-76-15,0 1-65 0,5-1-96 16,-4-3-109-16,11 0-124 0,-6 0-119 0,6-7-148 0,1 4-52 0,-1-8 35 15,1 3 94-15,6-2 147 0,-6-5 173 16</inkml:trace>
  <inkml:trace contextRef="#ctx0" brushRef="#br0" timeOffset="1402.89">14191 1432 206 0,'6'-11'505'0,"1"1"93"0,-1-2 89 0,-6 5 43 16,7-4-112-16,-7 4-119 15,7 3-90-15,-7-3-78 0,0 2-80 0,0 5-73 0,0 0-48 16,0 5-24-16,-7 2-5 0,7 0 14 15,-7 4 16-15,1 3 14 0,-1 1 7 0,1 4-4 16,-7-1-11-16,0 1-19 0,0 2-14 0,0-2-15 16,0 3-18-16,0 0-15 0,0-4-14 15,7 1-6-15,-8 2-9 0,1-6-8 0,0 3-5 16,7-3-6-16,-1-4-3 16,1 3-2-16,0-6-4 0,6-1-19 0,-8 0-23 0,8-3-48 15,0-4-69-15,0 0-96 0,8 0-111 0,-8-4-130 16,6-3-130-16,-6 0-124 0,6-4-98 15,-6-4 4-15,0 1 69 0,0-4 119 0,0-1 140 16</inkml:trace>
  <inkml:trace contextRef="#ctx0" brushRef="#br0" timeOffset="1668.57">13989 1465 127 0,'-7'-7'419'0,"1"0"77"0,6 2 87 16,-6-2 43-16,6 0-52 0,0 3-65 15,0 1-45-15,-7-1-38 0,7 0-61 0,7 1-77 16,-7 3-66-16,0 0-40 0,0 0-17 15,6 3-4-15,0 1 7 0,1 3 17 0,-1 4 14 16,8 1-2-16,-8-1-6 0,8 3-15 16,-2 1-13-16,-5 3-20 0,6 0-21 0,0-3-19 15,-7 4-21-15,8-2-21 16,-2 1-17-16,1-2-11 0,-6-2-10 0,6 1-6 16,0 0-6-16,-6-4 1 0,5-1-5 0,-5 1-3 0,6-3-8 15,-7-1-31-15,1-3-48 0,-1 3-77 0,1-7-95 16,0 0-143-16,-1 0-171 0,0-4-180 15,1 1-209-15,0-5-61 0,-1-3 25 0,-6 0 103 16,6 1 158-16,-6-5 201 16</inkml:trace>
  <inkml:trace contextRef="#ctx0" brushRef="#br0" timeOffset="1901.82">14334 1488 569 0,'0'-8'729'0,"7"1"107"0,-7-1 81 15,0 5-43-15,0-5-193 0,0 5-208 0,0 3-133 16,0-5-77-16,6 10-40 0,-6-2-16 15,0 5 2-15,0 3 7 16,7 4 9-16,-7-1-2 0,6 0-19 0,-6 1-25 0,6 3-23 16,2-3-27-16,-8 4-26 0,6-6-25 15,-6 3-20-15,6-2-14 0,-6-2-19 0,0 2-10 16,6-7-16-16,-6 4-37 0,0-7-64 0,0 4-89 16,0-5-131-16,0-3-202 0,0 0-235 15,0-3-258-15,-6-2-100 0,0-2 1 0,0-4 85 16,-2-3 178-16,2-5 231 0</inkml:trace>
  <inkml:trace contextRef="#ctx0" brushRef="#br0" timeOffset="2043.32">14360 1257 332 0,'0'-12'679'0,"-6"1"88"0,6-3 66 0,-7-1 55 16,7 4-209-16,0 0-255 15,-6 4-147-15,6 0-82 0,0 2-65 0,0 5-57 16,0 0-60-16,6 0-88 0,-6 5-135 0,7 2-163 0,-1 0-197 15,0 0-182-15,2 1-76 0,-2-1 15 0,0 1 98 16,0-5 144-16</inkml:trace>
  <inkml:trace contextRef="#ctx0" brushRef="#br0" timeOffset="2372.23">14589 1171 35 0,'0'-7'545'15,"0"1"124"-15,0-6 101 0,0 2 86 0,0-2-47 16,0 5-173-16,0 0-142 0,0-1-88 0,0 1-78 16,0 3-74-16,0 4-68 0,0 0-58 15,0 0-44-15,0 0-18 0,0 8 3 0,0 3 12 16,0 0 28 0,6 7 29-16,-6 1 24 0,0 3 7 0,0 3 2 0,6 1-6 15,-6 3-16-15,0 5-12 0,6-7-14 0,-6 7-11 0,0-1-11 16,8 0-5-16,-8 0-4 0,6 1-41 15,0-6-51-15,-6 2 0 0,7-5 0 0,-1 0 0 16,1-2 0-16,-7-4 0 0,7-1 0 0,-1 0 0 16,-6-7 0-1,6 0 0-15,-6-4 0 0,6 0 0 16,-6-3 0-16,0 1-206 0,0-3-140 0,0-2-115 0,0 0-141 0,8-2-157 16,-8-3-172-16,0-2-105 0,0-1-1 15,6-3 77-15,0-3 143 0,1 3 192 0,-7-4 228 16</inkml:trace>
  <inkml:trace contextRef="#ctx0" brushRef="#br0" timeOffset="2634.68">14855 1458 214 0,'0'-7'689'0,"7"2"137"0,-1-2 103 16,-6 0 78-16,0 3-115 0,7 1-241 16,-7-1-175-16,0 0-119 0,0 4-91 0,0 0-71 15,0 0-40-15,6 4-20 0,-6 3-11 16,6 1 11-16,-6 2 20 0,8 6 18 0,-8-5 1 15,6 7-13-15,-6-4-14 0,6 1-21 16,-6 0-23-16,7 2-24 0,-7-2-57 16,0-4-22-16,6 5 0 0,-6-6 0 15,0 1 0-15,0 0 0 0,7-4 0 0,-7 1-94 16,0-1-128-16,0-3-118 0,-7 0-160 16,7-4-204-16,-6 0-209 0,-1-4-157 0,1-3-30 15,0 0 55-15,-8-5 125 0,8 1 207 0,-7-3 241 16</inkml:trace>
  <inkml:trace contextRef="#ctx0" brushRef="#br0" timeOffset="2761.69">14822 1286 61 0,'0'-15'542'0,"0"4"102"0,0-4 74 15,0 4 41-15,0 0-102 0,8 1-234 16,-8 5-166-16,6 2-98 0,-6 3-74 0,6 0-52 16,1 8-86-16,-1-1-123 0,1 0-160 15,-1 4-208-15,1 0-121 16,-1 3-54-16,-6 1 26 0,6-4 95 0,2 4 145 15</inkml:trace>
  <inkml:trace contextRef="#ctx0" brushRef="#br0" timeOffset="3308.86">15325 1524 497 0,'6'-8'664'0,"0"1"96"0,0-4 77 0,-6 1-34 0,7-2-178 15,-7 1-183-15,0-3-111 0,0-1-75 0,0 0-58 16,0 1-46-16,0 2-33 0,-7-2-22 16,1 3-26-16,0 4-15 0,-8-4-17 0,2 3-8 15,-1 5-3-15,-1-1 0 0,2 0 0 16,-8 4-3-16,7 0-4 0,-7 4-4 0,8 3-5 16,-2 4-5-16,2 0-1 0,-2 0 1 0,1 7 1 15,7-2 0-15,-7 5 4 0,13-2 2 16,-7 3 1-16,7-4 0 0,0 0 0 15,7 4 4-15,-7-4-5 0,13 0-1 0,-7-2-1 16,1-3 0-16,5-1 0 0,2-1 2 0,-1-4 7 16,0 0 9-16,0-2 14 0,7-2 19 15,-8-3 17-15,2 0 9 16,-2-3 6-16,2-2 3 0,-1-2-6 0,-1-4-14 16,-4 0-16-16,-2 1-8 0,0-6-10 0,0-1-9 15,1-2-8-15,0 1 0 0,-7-1 0 16,0 2 6-16,6-2 10 0,-6 1 13 0,0 3 12 0,0 0 9 0,0 5 7 15,0 1 4-15,0-1-8 0,0 6-9 0,0-3-12 16,0 3-11-16,0 4-16 0,0-3-13 16,0 6-6-16,0 1-6 15,0-1 6-15,0 8 8 0,0 1 14 16,7-2 3-16,-7 9-38 0,6-4 0 0,0 3 0 0,2 1 0 16,4-2 0-16,-6 5 0 0,2-7 0 0,4 4 0 15,-5-2 0-15,-1-1 0 0,8 2 0 0,-8-7 0 16,0 4 0-16,8-8 0 0,-14 4 0 15,6-4 0-15,0 0-249 0,1 0-202 0,0-2-145 16,-1-5-163-16,1 0-156 0,-7-5-134 16,6 2-18-16,-6-4 65 0,0-4 131 0,0 0 191 15,0-4 216-15</inkml:trace>
  <inkml:trace contextRef="#ctx0" brushRef="#br0" timeOffset="4089.85">15513 1444 413 0,'0'-12'609'16,"0"1"107"-16,0 1 84 0,0-2-27 0,0 5-149 15,7-4-142 1,-7 4-109-16,6-1-83 0,0 0-67 0,8 5-49 16,-2 0-36-16,-5-1-19 0,6 0-10 0,6 4-3 0,-5 0 6 0,6 4 6 15,-8 0 7-15,8-1 0 0,-7 0 0 16,7 5-1-16,-8 3-6 0,8-4-7 0,-7 4-5 16,0 5-6-16,0-6-3 0,0 5-10 0,-6 3-6 15,6 1-4-15,-7-1-4 0,0 0-4 16,-6 0-9-16,7-3-5 0,-7 4-4 15,0-5-2-15,-7 5-7 16,1-9-2-16,0 5-2 0,-1-4-1 0,1 0 0 0,-1 0 2 16,-6-4 1-16,7-3 7 0,-1 3 9 0,-6-7-53 15,7 4-3-15,-1-4 0 0,-6 0 0 0,6-4 0 16,1 1 0-16,0-5 0 0,-2 1 0 16,2-4 0-16,6-4 0 0,0 1 0 0,0-2 0 15,0-2 0-15,6-3 0 0,2-1 0 0,-2 0 0 16,7 0 0-16,0 4 0 0,0-1 0 15,0 4 0-15,0 1 0 0,0 6 0 0,7 2 0 16,-8-3 0-16,8 9 0 0,-6 0 0 16,-2 5 0-16,8 2 0 0,-7 4 0 0,-1 0 0 15,2 4 0-15,-1-1 0 0,-7 1 0 16,7-1 0-16,0 5 0 0,-6-5 0 0,6-3 0 16,0 0 0-16,-6 1 0 15,6-6 0-15,-1 2 0 0,2 0 0 0,-2-5 0 16,2-3 0-16,-1 0 0 0,0-3 0 0,0-2 0 0,-1 2 0 15,2-8 0-15,-8 4 0 0,7-4 0 0,-6-4 0 16,6 4 0-16,-7-7 0 0,0 4 0 0,-6-1 0 16,8-4 0-16,-8 4 0 0,6 4 0 15,-6-3 0-15,0 7 0 0,0-5 0 0,0 9 0 16,0-5 0-16,0 8 0 0,0-3 0 0,0 6 0 16,0 5 0-1,0-1 0-15,-6 5 0 0,6 2 0 0,-8 5 0 0,2 2 0 16,6 5 0-16,0 3 0 0,0 3 0 0,0 2 0 15,0 6 0-15,6 1 0 0,-6 2 0 16,8 2 0-16,-2-2 0 0,0 1 0 0,1 1 0 16,0-5 0-16,-7-4 0 0,6-3 0 15,-6-3 0-15,0-5 0 0,0-3 0 0,0-3 0 16,0-9 0-16,-6 1 0 0,-1-3 0 0,0-5 0 16,-5 1 0-16,-2-4 0 0,1-4 0 0,-6 1 0 15,0-1 0-15,-1-3 0 0,0-1 0 16,1 1 0-16,-1 0 0 0,0 0 0 15,1-4 0-15,-1 4 0 0,8-5 0 0,-2 5 0 16,-5-4-249-16,6-3-450 0,6 2-259 0,-5-6-216 16,-2 0-47-16,8-4 46 15,-1 0 116-15,7-4 203 0,-6 4 276 16</inkml:trace>
  <inkml:trace contextRef="#ctx0" brushRef="#br0" timeOffset="4652.37">17838 1465 98 0,'6'0'264'0,"8"0"32"0,-2 0-17 0,8 0-36 16,-7-3 18-16,7-1-8 16,-8-3 14-16,8 2 35 0,-7-5 42 0,1 2 24 0,-2-3 9 15,-6-4-15-15,2 1-29 0,-8 0-46 0,-8-2-54 16,2 2-53-16,0 3-52 0,-7-3-40 0,0 3-31 16,-6 3-17-16,-7-3-19 0,6 4-6 15,-7 3-8-15,1 0 0 0,1 1-4 0,5 3-4 16,-6 0 6-16,6 3-6 0,7 1 1 15,-7 0 0-15,14 3 2 16,0 0 11-16,0 5 9 0,6-1 18 0,0 0 16 0,12 3 19 16,2 0 19-16,-2 2 11 0,15-2 0 0,-8 0-6 15,14 5-6-15,-1-1-6 0,-6 1-5 0,7 3 2 16,0-4 10-16,-1 4 6 0,-7 0 11 16,2 0 3-16,-1 3-2 0,-6-2-8 0,-8-2-8 15,2 2-5-15,-8-5-9 0,-6 0-5 16,0 0-7-16,-6-3-7 15,-1 0-4-15,-6-4 1 0,-7 0 7 0,8 0 12 0,-8-4 15 16,-7-4 13-16,9 2 12 0,-9-5 5 0,7 0-5 16,-5 0-14-16,-1-5-34 0,0-1-71 0,0-2 0 15,-1 1 0-15,1-4 0 0,0 4 0 0,7-4 0 16,-1-1 0-16,1 1 0 0,-1 4 0 16,8 0 0-16,-2-1 0 15,8 2-91-15,0-2-181 0,6 4-118 16,0-3-141-16,6 0-160 0,0-1-159 0,14 1-169 15,-1-1-36-15,1 1 50 0,6-4 113 0,0 4 172 0,7-5 199 16</inkml:trace>
  <inkml:trace contextRef="#ctx0" brushRef="#br0" timeOffset="4949.31">18196 1498 479 0,'19'-7'708'0,"-5"-1"109"15,-1 1 90-15,0 0 1 0,0 0-163 0,-7-1-178 0,1 5-126 0,0-2-85 16,-7 3-77-16,6 2-67 0,-6-5-58 15,6 10-41-15,-6-3-14 0,7 6 11 0,-7 3 28 16,0 4 28-16,0 3 42 0,0 4 24 0,0 4 6 16,-7-1-11-16,7 5-140 0,-6-1-87 15,6 0 0-15,-6 4 0 0,6 0 0 0,-7 0 0 16,7 0 0 0,0 0 0-16,-7 0 0 0,14-3 0 0,-7-4 0 0,0-1 0 0,0-3 0 15,7-5 0-15,-7-2 0 0,0 0 0 16,6-8 0-16,-6 0 0 0,0 1 0 0,6-8 0 15,-6 0-142-15,0-3-403 0,-6-9-189 0,6 1-207 16,-6-7-181-16,6-4-29 0,-7-3 59 16,-6-8 121-16,6 4 188 0,-5-5 245 15</inkml:trace>
  <inkml:trace contextRef="#ctx0" brushRef="#br0" timeOffset="5247.01">18125 1524 259 0,'0'-11'682'16,"6"0"116"-16,1-3 78 0,-1-1 65 15,8 4-143-15,-2-5-215 0,8 6-145 0,-1-1-78 16,7 0-49-16,0 4-44 16,7-1-50-16,-1 4-46 0,1 1-40 0,6 3-30 15,-7 0-17-15,2 3-12 0,-2 1-7 0,1 4-4 0,-8-1-2 16,1 4 4-16,0 0-1 0,-6-1-4 0,-7 2 0 16,1-1 2-16,-2 0 5 0,-6 3 5 15,-6-3 9-15,0 4 5 0,0-4 1 0,-12 4-7 16,-2-4-11-16,2-1-14 0,-15 6-18 0,1-5-35 15,0-1 0-15,1 5 0 16,-8-4 0-16,1 0 0 0,-8 0-8 16,8-4-90-16,-7 1-56 0,6 2-71 0,7-5-76 0,-7 1-61 0,14-2-58 15,0 0-69-15,5-4-88 0,1 3-80 16,7-6-85-16,6 3-68 0,6-4-29 0,7 0 49 16,1 1 109-16,5 0 133 0,7-2 154 15</inkml:trace>
  <inkml:trace contextRef="#ctx0" brushRef="#br0" timeOffset="5730.69">18756 1615 172 0,'33'-3'406'0,"-7"-5"93"0,-6 0 99 0,-1 1 30 15,1-4-19-15,-8 4-35 0,2-3-40 16,-1 1-48-16,-7-1-71 0,-6-1-85 0,7 4-66 16,-7-1-58-16,-7-3-45 0,1 4-33 0,-7 0-23 15,6 4-18-15,-12-5-9 0,-1 4 1 16,7 1-1-16,-13 3 0 15,6 0-5-15,1 3-7 0,-1 1-14 0,0 4-10 0,2 2-9 0,4 1-10 16,-5 0-5-16,5 7-4 0,2-4 2 0,6 1 0 16,-2 4-1-16,2-1 3 0,6 1 0 15,0-4 0-15,6 3-1 0,2-4-2 16,-2 1-5-16,6-4-2 0,2 0 0 0,-1-4-1 16,7 0-2-16,-8-3 0 15,2 0 5-15,-2-4-3 0,1-4 0 0,7 0 13 16,-8-3 13-16,2 0 10 0,-8-1 11 0,8-3 12 0,-8-3 8 15,1-1-1-15,5-3-9 0,-5 3 0 16,0-3 4-16,-7-1 10 0,6 5 12 0,-6 0 11 16,6 2 16-16,-6 5 4 0,0-4-32 0,7 7-89 15,-7 1 0-15,0-1 0 0,0 0 0 16,0 4 0-16,0 4 0 0,0-4 0 0,0 7 0 16,7 4 0-1,-7 0 0-15,0 1 0 0,6 5 0 0,1-1 0 16,-1 2 0-16,1-4 0 0,0 5 0 0,-1-1 0 15,0 1 0-15,8-2 0 0,-8-2 0 0,7 4 0 0,0-6 0 0,-6 3 0 16,5-5 0-16,2-1 0 0,-2-2 0 16,2-1 0-16,-1 1-68 0,-1-5-437 0,2-3-172 15,-2 0-176-15,2-3-162 0,5-5-91 0,-6 1 15 16,6-1 93 0,-5-6 160-16,-1 0 211 0,0-1 228 0</inkml:trace>
  <inkml:trace contextRef="#ctx0" brushRef="#br0" timeOffset="6293.22">19375 1491 452 0,'0'-15'697'0,"6"4"116"0,-6-3 92 16,8-1 6-16,-8 4-156 15,0 3-193-15,0 2-132 0,0-3-96 16,0 6-82-16,0-1-70 0,-8 4-56 0,8 0-41 0,-6 0-16 0,0 7 7 16,-8 2 23-16,8 1 27 0,-7 5 21 15,0 0 21-15,0 3 16 0,0 4-5 0,0 0-17 16,6 0-15-16,-5 4-8 0,5-1-19 15,0 1-49-15,1 0-71 0,6-1 0 0,0-3 0 16,6 0 0-16,1 0 0 0,0-5 0 0,5 3 0 16,1-6 0-16,7-3 0 0,0 0 0 15,5-4 0-15,-5-3 0 0,6 0 0 0,7-8 0 16,-7 0 0-16,6 1 0 0,1-8 0 16,-7 4 0-16,0-8 0 0,1 0 0 0,-2-3 0 15,1-1 0-15,0-3 0 0,-6 0 0 0,-1-3 0 16,1 3 0-16,-8-4 0 0,-4 5 0 15,-2 2 0-15,0 1 0 0,-12-1 0 0,6 5 0 16,-6-1 0-16,-8 5 0 16,2-2 0-16,-2 5 0 0,1 3 0 0,-7 1 0 0,2 3 0 15,4 3 0-15,-5 1 0 0,-1 7 0 0,8 3 0 16,-8 1 0-16,6 0 0 0,8 3 0 0,-7 4 0 16,7 0 0-16,-1 0 0 0,0 0 0 15,7 0 0-15,0-4 0 0,7 4 0 0,0-4 0 16,-1-3 0-16,7 4 0 15,7-5 0-15,0-3 0 0,5 0 0 0,1-3 0 16,13-1 0-16,1-4 0 0,-2 1 0 0,7-4 0 0,-5 0 0 16,5 0 0-16,-5 0 0 0,-1-4 0 15,-6 1 0-15,-1 3 0 0,-6-4 0 0,-7 1 0 16,1-2 0-16,-7 2 0 0,0 0 0 16,-6-1 0-16,-1 0 0 0,-6 1 0 0,0-1 0 15,-6 0 0-15,-7-3 0 0,-1 2 0 0,-12-1 0 16,7 2-329-1,-13-3-592-15,-1-1-300 0,-7 1-100 0,8 0 28 0,-7-1 117 0,-6 1 205 16,5 0 316-16</inkml:trace>
  <inkml:trace contextRef="#ctx0" brushRef="#br0" timeOffset="7824.42">12510 2146 292 0,'-12'0'387'0,"5"0"54"16,-6 4-23-1,13-4-21-15,-6 0-58 0,6 0-52 0,-7 0-28 0,7 0-6 16,7 0 9-16,-7 0 14 0,6 0 5 16,0 4-3-16,8-4-7 0,-2 3-14 0,8-3-17 0,-7 4-14 15,7-4-13-15,6 4-1 0,0 0-2 0,7-2-3 16,-1 3-1-16,1-1-8 0,6-4-6 0,7 3-11 16,-1 1-15-1,7-4-17-15,7 4-18 0,0-1-16 0,6 1-12 16,0-4-11-16,6 4-14 0,-6-1-4 0,6 0-7 0,2 2-6 0,-2-2-8 15,0 1-5-15,2 3 0 0,4 0 1 16,-5-3 3-16,6 3 2 0,-6 0 5 0,0 1-50 16,5-4-9-16,-4 3 0 0,-2-3 0 0,-6 3 0 15,6-3 0-15,-5-1 0 0,6 2 0 16,-1-3 0-16,1 3 0 0,-7-2 0 0,7 0 0 16,-7 2 0-1,6-5 0-15,-5 3 0 0,-7-3 0 0,6 4 0 0,-8-4 0 16,9 4 0-16,-7-1 0 0,6-3 0 0,-6 3 0 15,6 1 0-15,0 1 0 0,0-2 0 0,0-3 0 16,0 3 0-16,-6 1 0 0,6 0 0 16,-7-4 0-16,1 3 0 0,0 1 0 0,-1 0 0 15,1-4 0-15,0 0 0 0,-1 3 0 16,0-3 0-16,1 0 0 16,0 0 0-16,-1 4 0 0,1-4 0 0,-6 0 0 0,5 0 0 0,-6 0 0 15,0 4 0-15,0-4 0 0,7 0 0 16,-7 3 0-16,0-3 0 0,0 4 0 0,7-4 0 15,-7 4 0-15,6-4 0 0,1 3 0 16,-7-3 0-16,7 4 0 0,-7-4 0 0,6 4 0 16,-5-4 0-16,5 3 0 15,-5-3 0-15,-2 0 0 0,2 0 0 0,5 0 0 16,1 0 0-16,0 0 0 0,-2 0 0 0,9 0 0 0,-1 0 0 16,-6 0 0-16,6 0 0 0,-6 0 0 0,0 0 0 15,-2 0 0-15,-4 0 0 0,-1-3 0 0,1 3 0 16,-8-4 0-16,7 4 0 0,-7-4 0 15,1 4 0-15,6 0 0 0,-6-3 0 0,-1 3 0 16,1-4 0-16,-1 4 0 0,1-4 0 0,-1 4 0 16,1 0 0-1,-7-3 0-15,0 3 0 0,1 0 0 0,-1 0 0 0,-7 0 0 0,-6 0 0 16,7-4 0-16,-7 4 0 0,-7 0 0 16,1 0 0-16,-7 0 0 0,0-4 0 0,0 4 0 15,-7 0 0-15,1 0 0 0,-7-3 0 0,0 3 0 16,-7 0 0-16,1-4 0 0,-7-3 0 15,-7 3 0-15,-6-3 0 0,-13-1-53 0,-7-2-574 16,-5-1-236-16,-14-5-262 16,-14-2-102-16,-12 0 32 0,-13-4 99 0,-7 0 172 0,-19-3 232 15,0 3 304-15</inkml:trace>
  <inkml:trace contextRef="#ctx0" brushRef="#br0" timeOffset="9289.5">12413 2480 26 0,'-6'0'247'16,"-1"-4"45"-16,0 4-15 0,1-3 1 0,6-1 6 16,-7 0-42-16,7 1-45 0,7-5-29 0,-1 5-22 15,1-4-18-15,0 2-12 0,5-2-8 0,-6 3 1 0,8-3 3 16,-8 3 3-16,8-3-2 0,-8 4 2 15,1-2 2-15,-1 2-1 0,7-4 1 0,-13 3-5 0,7 4 1 16,-1-3-1-16,-6 3-1 0,6-4 3 16,1 4 3-16,-7 0 8 0,7-4 5 0,-1 4 7 15,1 4 8-15,5-4 1 0,-5 0-2 16,0 4 1-16,5-4 1 0,2 3 3 0,-1 1-2 16,7 0 1-16,-2-1 2 0,2 0-1 0,0 2-7 15,6-2-3-15,0 1-6 0,0-1-8 16,6 1-9-16,1 0-8 0,7-1-4 0,-2 1-5 15,8 0-4-15,6-1 1 0,0 2-2 16,7-3-3-16,0 3-5 0,0-2-5 0,-2-3-2 16,2 4-6-1,0 0-2-15,-1-1-4 0,1 1-6 0,0 0-5 16,0-1-7-16,-1 4-2 0,-6-2 0 0,6-2 1 0,-5 1 6 16,5-1 4-16,-5 1-49 0,-2 0-9 15,2-1 0-15,-8 1 0 0,7 0 0 0,1-1 0 16,-8-3 0-16,7 4 0 0,1-4 0 15,-8 3 0-15,7 2 0 0,1-5 0 0,-2 3 0 16,1-3 0-16,1 0 0 0,-2 3 0 0,2-3 0 16,-1 0 0-16,-1 0 0 0,2 0 0 15,-1 4 0-15,-7-4 0 0,1 0 0 0,0 0 0 16,0 0 0-16,-1-4 0 0,1 4 0 16,-1 0 0-16,1 0 0 0,-1 0 0 0,1 0 0 15,6 0 0-15,-6 4 0 0,5-4 0 0,2 0 0 16,-7 4 0-16,-1-4 0 0,1 0 0 15,-1 3 0-15,1-3 0 0,-7 0 0 0,6 4 0 16,-5-4 0-16,-8 0 0 16,7 0 0-16,0 0 0 0,-6 0 0 0,5 0 0 15,-4 0 0-15,5 0 0 0,-1 0 0 16,-5 0 0-16,13 4 0 0,-7-4 0 0,0 0 0 0,0 0 0 0,0 0 0 16,0 0 0-16,-6-4 0 0,5 4 0 0,-5 0 0 15,-1 0 0-15,1 0 0 0,0 0 0 16,0 0 0-16,-8 0 0 15,9 0 0-15,-2 0 0 0,-7 0 0 16,8 0 0-16,-1-4 0 0,-5 4 0 0,5 0 0 0,1 0 0 16,-7 0 0-16,6 0 0 0,1 4 0 0,-1-4 0 15,2 0 0-15,-2 0 0 0,1 0 0 0,-1 0 0 16,1 0 0-16,-7 4 0 0,7-4 0 16,-1 0 0-16,-6 0 0 0,7 0 0 0,-8 0 0 15,9 3 0-15,-9-3 0 0,7 0 0 0,-6 0 0 16,1 0 0-16,5 4 0 0,-6-4 0 0,1 0 0 15,5 0 0-15,-6 0 0 0,0 5 0 16,0-5 0-16,0 0 0 0,0 0 0 0,0 0 0 16,1 0 0-16,-1 0 0 0,0 0 0 15,6 0 0-15,-6 0 0 0,0 0 0 0,6 0 0 16,-5 0 0-16,-1 0 0 0,6 0 0 16,-6 0 0-16,1 0 0 15,5 0 0-15,-6 0 0 0,1 0 0 0,5 2 0 16,-7-2 0-16,9 0 0 0,-9 0 0 0,1 0 0 0,7 0 0 15,-7 0 0-15,0 4 0 0,0-4 0 0,1 0 0 16,-2 0 0-16,1 0 0 0,0 0 0 0,0 0 0 16,-6 0 0-16,5 0 0 0,2 0 0 15,-1 0 0-15,0 0 0 0,0 0 0 0,1 0 0 16,-1 0 0-16,6 0 0 0,-7 0 0 16,2 0 0-16,-1 0 0 15,0 0 0-15,0 0 0 0,0 0 0 0,1 0 0 0,-2 0 0 16,-5 0 0-16,6 0 0 15,-6-4 0-15,-1 4 0 0,1 0 0 0,-1 0 0 0,0 0 0 16,-6-2 0-16,7 2 0 0,-6 0 0 16,-2-5 0-16,1 5 0 0,-6 0 0 0,-1-4 0 15,7 4 0-15,-7 0 0 0,-6 0 0 16,8-3 0-16,-2 3 0 0,-6 0 0 0,0 0 0 16,6-4 0-16,-6 4 0 0,0 0 0 0,-6-4 0 15,6 1 0-15,-6-1 0 0,-2 0 0 16,2-2 0-16,0-2-583 0,-7-3-350 0,6 0-265 15,1-3-74-15,-1 2 36 0,1-2 115 0,6-2 192 16,0 2 293-16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1:58:38.59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2403 4191 260 0,'0'-5'395'0,"0"-2"70"0,0 1 39 15,0-2 15-15,0 2-46 0,-7-7-36 0,7 6-21 16,-6 4-35-16,-1-5-50 0,0 5-67 16,1-1-61-16,0 4-49 0,-8 0-32 0,2 4-27 15,-2-1-19-15,-5 8-15 0,6 1-9 16,0-1-11-16,-7 6-10 0,7 2-3 0,1-1 1 16,5 4 0-16,-6 0 0 0,13 0 4 0,-6 5 1 15,6-6-1-15,6 5 0 0,0-4 2 16,1-4 1-16,0 3 1 0,5-2 3 0,1-4 3 15,7 3 2-15,0-7 1 0,-1 0 2 16,1-4-4-16,6 1 4 0,-7-5 2 0,7 1 1 16,-6-8 4-16,6 1 7 0,-7 0 14 15,1-5 3-15,0-3 11 0,-1-4 16 0,-6 0 13 16,0 1-2-16,-7-5-6 0,2 1-6 16,-2-7-13-16,-12 3-17 0,6-4-24 0,-8 0-13 15,-4 0-6-15,5 1-10 0,-13 0-6 0,8 2-6 0,-8 4-2 16,0 6-3-16,7-1-5 0,-6 6 0 15,0-1-4-15,5 6-3 0,-5 0-26 0,5 3-40 16,2 3-48-16,-2 4-61 0,2 6-67 0,5-7-90 16,0 8-101-16,7 2-119 0,0-2-134 15,0 0-112-15,0 1-73 0,0 0 18 16,7-4 85-16,-7 3 135 0,13-3 178 0</inkml:trace>
  <inkml:trace contextRef="#ctx0" brushRef="#br0" timeOffset="395.96">2520 4238 221 0,'6'-10'426'0,"1"-2"70"0,-1 1 81 15,1-3 6-15,0 2-74 0,-1 1-54 0,0 2-48 16,2-4-47-16,4 6-60 0,1-4-75 16,0 8-65-16,0-1-39 0,7 4-31 0,-8 0-20 15,8 4-13-15,7-1-12 0,-9 8-9 0,2 1-11 16,7 2 1-16,-9 0-3 0,9 2-6 15,-7 2-3-15,-1 1-7 0,0 2 5 0,1-3-2 16,-7 0 3-16,-6 2 4 0,0-3 4 16,-1 2 10-16,-6-1-4 0,0-3 4 0,-6-1 8 15,-1-3 8-15,-6 0 14 0,6-4 18 0,-6 1 16 16,0-1 14-16,0-3 11 0,0-4 8 16,0-4 2-16,0 0-7 0,0-2-5 0,-1-6-13 15,8 1-9-15,-6-3-11 0,5-2-15 16,0-1-13-16,1-5-14 0,6-1-7 0,0-2-10 15,0-1-7-15,0 1-2 0,6-1-5 16,-6 1 3-16,14 3-3 0,-8 2-4 0,6 3-4 16,2 2-5-16,-1 0-4 0,7 5-29 15,-1 3-36-15,-6-1-52 0,7 4-69 0,-1 4-92 16,1 0-120-16,0 4-136 0,-1-1-156 0,-6 5-122 16,0-1-77-16,7 0 17 0,-8 1 83 15,8 3 138-15,-7-4 182 0</inkml:trace>
  <inkml:trace contextRef="#ctx0" brushRef="#br0" timeOffset="1411.35">3224 4154 259 0,'0'-8'451'15,"0"1"81"-15,0-4 111 0,-8 0 21 16,8 1-113-16,-6-5-58 0,0 4-46 0,-1 0-46 16,-6 0-86-16,7 0-79 0,-7 4-53 0,-1 0-42 15,2 2-36-15,-8 5-31 0,7 0-22 16,0 0-15-16,-6 9-12 0,5-3-12 0,2 5-3 15,-8 4-2-15,7 0-4 0,-1 7 1 16,8-1-4-16,0 2 0 0,0 2-1 0,6 1 0 16,0-5-1-16,6 5 1 0,-6-4 3 0,12 0-1 15,-4-4-1-15,4 1 3 0,8-4 1 16,-7-1-1-16,0-3-1 0,6-3 4 0,1-1 3 16,-1-3 3-16,-5-4 7 0,6 0 9 15,-1-4 9-15,0-3 6 0,-6-1 14 0,1-3 13 16,-2 0 8-16,2-3 6 0,-8-5 4 15,0 0 1-15,1-2-10 0,-7-1-13 0,0-8-14 16,0 5-12-16,-7-8-14 0,1 0-12 0,6 4-4 16,-6-4-5-16,-1 4-2 0,0 3-5 15,1 3 4-15,0 2 1 0,-2 3 2 0,2-1 0 16,0 5 1-16,6 3 3 0,-7 3-1 16,7 1-3-16,0 0-1 0,0 4-2 0,-6 3-2 15,6 3-1-15,0 4 1 0,0 0 2 0,0 5-4 16,0 3-2-16,6 2-1 0,-6 2 4 15,0 2 0-15,7 5 0 0,-1 1 10 16,0-2 8-16,2 4 4 0,-2 0 3 0,7-4 0 16,-6 5-1-16,5-4-4 0,-5 0-4 0,6-5-3 15,6-3-4-15,-5 1-1 0,-2-1 3 16,8-3 0-16,-1-4 1 0,8-5 2 0,-8 3 1 16,0-6 0-16,8-3-3 0,-8-3-2 15,1-1-2-15,-1-3-4 0,1-1 0 0,-7-3 0 16,0 0 1-16,-6-4 3 0,-1-3 5 15,0 0 5-15,-6 0 1 0,0-1 0 0,0-2 2 16,-6 2-3-16,-7 5-2 0,6-6-3 16,-6 10-3-16,1-1 1 0,-2 4-5 15,2 0-2-15,-2 3-1 0,8 4-2 0,-7 0-1 16,0 4 0-16,6 3 0 0,-5 4 0 16,4 0 2-16,8 4 2 0,-6 2 4 0,12 1 3 15,-6 5 3-15,8-4 1 0,-2 2 3 16,7 1-1-16,-7-4-3 0,7 2-2 0,0-3-2 15,1-2-2-15,5 0-4 0,-6-4 1 16,6 0 0-16,-5-4-1 0,6-3 0 16,-2-1-1-16,-4 1 0 0,5-8-1 0,-5 1 0 15,-2-1-1-15,1-3 2 0,-6-4-1 16,-1-4 1-16,1-1-2 0,-7 3 0 0,6-6 0 16,-6-3-1-16,0 4 0 0,0-4 0 15,7 3 0-15,-7 1 0 0,0-1 0 16,7 6 1-16,-7 2-1 0,6 0 0 0,0-1-1 15,0 5 0-15,2 3-3 0,4 1 2 16,1 3 2-16,1 3-2 0,4 5 2 0,2-2 0 16,0 6 2-16,-1 2-1 0,1 2-1 15,0 2 0-15,-7 0-1 0,7 0 0 16,-8 1-2-16,-6-1 2 0,2 0-1 0,-8 0 2 16,0-3 4-16,-8 4 13 0,2-8 19 15,-6 3 29-15,4-6 43 0,-4 3 50 0,5-8 56 16,-6 1 37-16,0-4-235 0,7 0-16 15,-8-7 0-15,8 0 0 0,0-5 0 16,-1-6 0-16,1 0 0 0,6-5 0 0,6-6 0 16,1 4 0-16,-1-9 0 0,0 6 0 15,8 1 0-15,-2 1 0 0,8 1 0 0,-7 7 0 16,1 0 0-16,-2 3 0 0,2 4 0 16,-2 4 0-16,1 0-414 0,1 4-267 0,-8 3-192 15,0 0-219-15,8 3-68 0,-14-3 26 16,6 0 93-16,0 0 168 0,1 0 242 0</inkml:trace>
  <inkml:trace contextRef="#ctx0" brushRef="#br0" timeOffset="2136.19">5223 4063 183 0,'6'-8'472'0,"-6"-3"60"16,0-4 45-16,0 4-12 0,-6-3-106 16,6-1-117-16,-7 0-56 0,-6-2-26 0,7 5-9 15,-8-2-7-15,2 3-18 0,-2 0-18 16,-5 0-19-16,6 7-18 0,-6-3-22 0,-1 7-20 16,1 0-25-16,-1 4-26 0,0 3-15 15,1 0-14-15,-1 8-6 0,8-1-1 0,-2 5-1 16,2 2-2-16,4-3-3 0,2 8-3 15,6-3 2-15,0 2-2 0,0-3 1 0,6 0 1 16,8-4 3-16,-8 0 3 0,8 1 5 16,-2-5 4-16,8-2 10 0,-1-5 6 15,1 0 2-15,0-3 8 0,-1-4 6 0,1-4 7 16,-1 1 5-16,-6-4 3 0,0-4 2 16,-7 0-8-16,8-3-12 0,-14-6-16 0,0 2-19 15,-7 0-15-15,0-7-10 0,1 6-8 16,-7-2-4-16,0 1-1 0,6 3 0 15,-5 5-2-15,5-3-2 0,0 8 0 0,1 0-11 16,6 0-15-16,0 2-17 0,0 2-14 16,0 3-15-16,6 0-14 0,1 0-6 0,6 0-1 15,7 0 0-15,-7 0-3 0,13 0-3 16,-6 0 2-16,-1 0 6 0,7-3 9 16,-6-1 13-16,-1 0 17 0,-6-2 14 0,0-2 12 15,0 1 12-15,-13-5 12 0,7-2 5 0,-7-2 9 16,0 2 9-16,-7-1 14 0,0-3 9 0,1 4 10 15,-1-1 14-15,-6 0 18 0,7 1 15 0,-1 2 5 16,1 6-2-16,6-2-13 0,-6 2-15 16,6 6-24-16,0 0-26 0,0 3-15 15,0 11-4-15,0 1 5 0,6 10 14 0,0 5 18 16,7 3 20-16,-6 4 20 0,6 6 16 0,0 5 18 16,6 4 16-16,-5-1 12 0,5 0 4 15,-6-1 7-15,6 2-1 0,1-8-91 0,0 0-67 16,-7-3 0-16,7-5 0 0,-8-3 0 15,1-3 0-15,-6-8 0 0,6-4 0 16,-7-4 0-16,-6-2 0 0,7-2 0 0,-7-6 0 16,0-4 0-16,0-4 0 0,0 1 0 15,0-4-302-15,-7-5-251 0,7-2-215 0,0 3-256 16,0-7-127-16,0 2-8 0,7-2 66 16,0-4 140-16,5 0 230 0,-5 1 300 15</inkml:trace>
  <inkml:trace contextRef="#ctx0" brushRef="#br0" timeOffset="2706.36">7124 4018 347 0,'0'-14'450'0,"-6"-5"42"0,0 1 44 0,-1-4-58 16,-6 0-104-16,-6 0-40 0,5 0-2 0,-5 4 3 15,-1-1 2-15,0 1-14 0,2 4-38 16,-2 2-43-16,0 5-39 0,-5 4-29 16,5-1-40-16,0 8-32 0,-6-1-28 0,7 8-19 15,-1 0-16-15,1 8-9 0,5-1-1 0,2 3-5 16,-2 2 0-16,1 3-2 0,7-4-2 16,6 3-3-16,0-3-1 0,0 0 1 15,6 1-1-15,1-5 1 0,5-4 0 0,2-2 2 16,-1-2 1-16,6-3 0 0,1-3 0 0,-1-4 4 15,7-4 10-15,1 1 15 0,-7-8 14 16,-2 0 21-16,2 0 17 0,-1-4 17 16,-5 0 4-16,-2 1 1 0,2-5-1 0,-1 5-8 15,-7 3-5-15,1-3-6 0,-7 2-5 16,7 5-9-16,-7 0-16 0,6 4-12 16,-6-2-17-16,0 5-14 0,6 5-14 0,-6 1-7 15,6 5-6-15,2 4 2 0,-8-1-2 16,12 8 0-16,-5 3 10 0,6 2 9 0,-6 3 12 15,-7 2 7-15,6-3 14 0,-6 5 15 16,0-5 15-16,0 1 13 0,0-2 14 0,-6-2-25 16,-1-1-87-16,0-2 0 0,-6-1 0 15,7-5 0-15,-8-1 0 0,2-2 0 0,-1-7 0 16,0 4 0-16,0-6 0 0,-1-5 0 16,-4 0 0-16,-2 0 0 0,0-9 0 0,1 2 0 15,-1-4 0-15,1 1 0 0,-1-9-494 16,7 1-117-16,0 0-144 0,7-5-167 0,6-2-141 15,0-4-18-15,6 4 49 0,0-5 121 16,1 1 189-16,6-2 236 0</inkml:trace>
  <inkml:trace contextRef="#ctx0" brushRef="#br0" timeOffset="3253.12">7014 3898 418 0,'19'-14'521'0,"-5"1"96"0,-2 3 102 0,2 3-52 15,5-1-113-15,1 1-81 0,-8 0-70 0,8 3-78 16,0 4-76-16,5 0-50 0,-5 4-20 15,6 3-22-15,7 0-10 0,-7 1-4 16,0 6-13-16,0 2-26 0,-7-2-27 0,8 4-13 16,-15 0-14-16,8 1-5 0,-14 2-2 15,8 1-1-15,-14 0-1 0,0-2-3 0,-7-3-1 16,0 1 4-16,1 1 11 0,-7-4 16 16,0-5 24-16,0 1 20 0,0-3 16 0,0-5 8 15,-7-3-1-15,8 0-12 0,-2-7-18 16,1 0-19-16,7-4-18 0,-8 0-18 0,8-7-13 15,6-1-12-15,0-6-11 0,0 2-7 16,6-3-7-16,2 1-3 0,4 3-7 16,-5 0-5-16,13 4-1 0,-8 0-2 0,8 7 4 15,-7-1 0-15,7 5 3 0,-8 4 3 16,8-1 0-16,-7 8 1 0,0-1 0 16,0 8 3-16,0 0 0 0,0 4 1 0,1 0 3 15,-8 4 1-15,7-2-1 0,-7 2 0 16,1-1 0-16,6 4 1 0,-7-5-1 0,0 0 0 15,8 0 0-15,-8-6 1 0,8 4 5 16,-2-4 7-16,1-4 15 0,1-3 20 0,-2-4 23 16,2 0 26-16,-2-4 24 0,2 0 19 15,-1-6-55-15,-1 3-85 0,-4-8 0 0,-2 0 0 16,0 1 0-16,-6-5 0 0,0-4 0 16,-6 5 0-16,0-3 0 0,-8-1 0 0,1 0 0 15,-7 7 0-15,1 0 0 0,0 0 0 16,-1 8 0-16,-6 0 0 0,7 3 0 0,-8 4 0 15,8 4 0-15,0 3 0 0,-1 0-345 16,0 0-132-16,7 6-105 0,7 1-140 0,-1-3-163 16,0 0-139-16,7 0-20 0,7 0 49 15,0-5 124-15,-1 3 182 0,7-2 223 16</inkml:trace>
  <inkml:trace contextRef="#ctx0" brushRef="#br0" timeOffset="3759.89">7795 3909 497 0,'14'-8'723'0,"-8"5"127"16,-6-4 95-16,6 3-5 0,-6 1-191 0,0-2-206 16,0 2-162-16,0 3-120 0,0 0-90 15,0 3-68-15,0 5-40 0,0 3-18 0,0 0-6 16,0 3 0-16,0 5 2 0,0-1-2 16,7 4-2-16,-1 0-8 0,8 0-8 15,-8 0-6-15,7-4-6 0,0 1-2 0,0-1 1 16,0-7 1-16,0 0 4 0,7-4 2 15,-8 0 9-15,8-7 9 0,-1 0 9 0,-5-7 18 16,-2 0 17-16,8-4 13 0,-13 0 12 16,6-4 4-16,-6-3-1 0,5 0-11 15,-12 0-16-15,6-1-11 0,-6-4-8 0,8 9-10 16,-8-4-5-16,0 6-6 0,-8 2-4 16,8 0-7-16,0 5-11 0,0-2-7 0,0 7-5 15,0 0-3-15,0 0-1 0,-6 7-2 16,6 4 1-16,6 0 1 0,-6 4-1 0,0-1 0 15,8 4 1-15,-2 1 1 0,0-1-1 16,7 1 2-16,1-1 1 0,-2 1 1 0,8-5 30 16,0 1-5-16,-1-4 5 0,1 0 12 15,0-8 21-15,-1 0 23 0,1-3 2 0,-2 0-49 16,2-6-43-16,-7-2 0 0,1-3 0 16,-2 1 0-16,-5-5 0 0,0 1 0 15,-7-9 0-15,0 6 0 0,-7-6 0 0,0-3 0 16,1 4 0-16,-7 0 0 0,0 0 0 15,-6 4 0-15,5 0 0 0,-5 2 0 0,6 6 0 16,-6-1 0 0,5 3 0-16,-6 1 0 0,8 4-453 0,-1 3-155 15,6 0-163-15,0 0-201 0,1 0-131 16,0 3-7-16,6-3 58 0,0 0 141 0,6-3 208 16,7 3 260-16</inkml:trace>
  <inkml:trace contextRef="#ctx0" brushRef="#br0" timeOffset="4041.03">8427 3670 296 0,'7'-10'717'0,"-1"2"136"0,-6-3 115 15,6 4 95-15,-6 0-142 0,0 3-237 0,0-3-173 16,0 4-117-16,0 3-105 0,0 0-90 16,7 0-61-16,-7 6-20 0,7 5 1 0,-1 4 16 15,1 7 16-15,6 3 27 0,-7 0 20 16,1 9 6-16,5 3-149 0,-4-1-55 0,-2 1 0 15,7 3 0-15,-7-3 0 0,1 3 0 16,-7-3 0-16,6-4 0 0,-6-3 0 0,7-1 0 16,-7-8 0-16,6 2 0 0,-6-9 0 15,0-3 0-15,6-3 0 0,-6-6 0 0,0-2-372 16,0-7-156-16,0-4-115 0,0-3-109 16,0-4-108-16,-6-4-72 0,-7-4-39 15,0-3 47-15,0-1 115 0,-7-3 146 0,8 4 175 16</inkml:trace>
  <inkml:trace contextRef="#ctx0" brushRef="#br0" timeOffset="4572.16">8440 3887 88 0,'-13'-19'358'0,"0"1"125"0,0 3 128 0,0 1 135 16,6 3-36-16,1 3-73 0,0-3-70 16,-1 4-70-16,7 3-97 0,0-3-114 0,0 4-92 15,7-1-68-15,5 4-49 0,2 0-31 16,-1-3-20-16,6 3-10 0,7 0-5 0,0 0-3 16,6-4-2-16,-5 4 1 0,-1-5-3 15,0 5-4-15,0-3 0 0,-7 0 2 0,1-5 2 16,-7 5 1-16,-6-5 7 0,-1 0 4 15,-6-2 4-15,0 2 5 0,0 1 6 16,-6-4 6-16,-1 3 5 0,0 1 7 0,1 0 1 16,0 0-3-16,6 3-8 0,-7 0-8 15,7 4-11-15,-7 0-9 0,7 0-6 16,0 8-2-16,-6-1 0 0,6 4 0 0,0 4 1 16,0 7 1-16,6 1 8 0,-6 2 11 0,7 7 13 15,0 1 18-15,-7 4 21 0,6 0 15 16,0-1 13-16,-6 1 3 0,7-1 5 0,-7-2 0 15,0 3-1-15,7-8-4 0,-7-4-1 16,0-3 3-16,0-3 7 0,0-6 22 16,0 3 31-16,6-9 24 0,-6-3-150 0,0-4-43 15,0-8 0-15,0 1 0 0,0-7 0 16,0-5 0-16,0-4 0 0,6-2 0 16,-6-4 0-16,7-4 0 0,-7 4 0 0,7-1 0 15,-1 8 0-15,7 1 0 0,-7-1 0 16,8 7 0-16,-1 4 0 0,0 4 0 0,6 0 0 15,1 7 0-15,0 3 0 0,-1 4 0 16,7 1 0-16,-6 6 0 0,-1 1 0 0,1 4 0 16,-8-2 0-16,8 5 0 0,-7 0 0 15,0-2 0-15,-6 1 0 0,5-2 0 0,-4-2 0 16,-2 2 0-16,0-5 0 0,0-3 0 16,-6 1 0-16,8-1 0 0,-8-5 0 0,0-1 0 15,6-2 0-15,-6 0-23 0,0-3-365 16,-6 0-129-16,6-6-167 0,-8-2-217 0,2 2-186 15,-6-11-42-15,4 3 47 0,-4-4 123 16,-1 0 192-16,-1-1 255 0</inkml:trace>
  <inkml:trace contextRef="#ctx0" brushRef="#br0" timeOffset="5798.29">10674 4059 237 0,'13'-4'425'0,"-7"-3"70"0,8 0 84 15,-8 0-1-15,1-1-49 0,-1 0-46 16,-6-3-22-16,6 0-27 0,-6 4-45 0,0-4-68 16,0 0-60-16,-6 4-50 0,0-5-50 0,-1 6-39 15,1-2-34-15,-8 5-27 0,2 0-23 16,-2-2-18-16,-5 5-8 0,-1 5-5 15,-6 1 0-15,0 5 1 0,7 1 8 0,-7 2 8 16,0 0 5-16,6 8 8 0,1 0 6 16,5 1 2-16,-5 3 5 0,13-1 4 0,-1 4 7 15,0-2-1-15,14-2-1 0,-7-4 2 16,13 2-5-16,0-2-5 0,7-6 0 16,-1 3-3-16,1-7 0 0,6 0 1 15,0-4-3-15,0-3-1 0,7-4-7 0,-7-4-2 16,-1 2-1-16,1-6-1 0,-6-4 0 15,-1 1-1-15,-5-3 1 0,-2-1-1 0,-12-6-6 16,8-2-6-16,-16-3-6 0,2 1-6 16,-7-4-5-16,0 3-5 0,-6 5-1 0,-1-2 1 15,0 6-1-15,1-3 1 0,-1 9-1 16,0 0 2-16,1 4 0 0,6 0-2 0,0 7-2 16,1-4-4-16,4 4-3 0,8 0-6 15,-6 4-3-15,12-1-3 0,2 4-1 16,4 2-2-16,8-3-2 0,-1 5 1 0,7-3 2 15,1 0-1-15,-1-1 0 0,6-4 2 16,1 1 6-16,-1 0 4 0,-6-8 2 0,7 4 6 16,-7-7 3-16,7 4 2 0,-14-6 2 15,0-2 0-15,1 4 7 0,-7-8 6 0,-7 4 7 16,2-3 5-16,-8-4 9 0,0-1 10 16,0 1 1-16,-8 0 5 0,8-1 8 0,-6 1 5 15,-7-1-2-15,6 5-4 0,1-1-2 16,-1 4-10-16,1 4-13 0,0 0-8 0,-1 3-10 15,0 0-8-15,7 8-3 0,-6 0-2 16,0 6-1-16,-1 9 0 0,7 3 2 0,0 3 0 16,0 12 13-16,0 0 9 0,7 7 8 15,-7 3 8-15,6 5 5 0,0 3 6 0,1-5-3 16,0 2-1-16,-1-1 6 0,0-6 8 16,1 3 15-16,-1-9 9 0,1-1-30 0,-7-9-56 15,7 0 0-15,-7-11 0 0,0-3 0 16,6-4 0-16,-6-8 0 0,0 0 0 15,0-6 0-15,0 0 0 0,0-1 0 0,-6-7 0 16,6 4 0-16,0-4 0 0,-7 0 0 16,7 0 0-16,0 0 0 0,-7 0 0 0,7 0 0 15,-6-1-133-15,6 2-467 0,0-1-200 16,6 0-237-16,-6-1-131 0,7-2-6 0,0 0 71 16,-7-5 144-16,6 1 230 0,0-4 296 15</inkml:trace>
  <inkml:trace contextRef="#ctx0" brushRef="#br0" timeOffset="6300.85">12178 3759 335 0,'7'-11'472'0,"-7"-3"64"16,0-3 65-16,0 3-48 0,7-4-87 15,-14 3-79-15,7 5-62 0,-7-2-47 0,7 5-59 16,-13 0-70-16,1 3-62 0,-2 4-39 16,2 4-20-16,-8 0-15 0,0 3-8 0,1 0 7 15,5 4 2-15,-5 0-2 0,6 0 3 16,6 4 7-16,1-4 12 0,0 4 8 0,12-1 13 15,0 0 12-15,8 2 5 0,5 2 2 16,7-4-3-16,0 5-2 0,7-1 2 0,-7 4 11 16,7-4 12-16,-1 1 14 0,-6 3 14 15,1 0 7-15,-2-4 2 0,-12 4-10 16,0-3-9-16,-6-2-4 0,0 3 0 16,-7-6 3-16,-7 0 3 0,-6 1 9 0,0-4 13 15,-7 0 7-15,0-4 4 0,1-3-7 0,-1-1-9 16,-6-3-11-16,7 0-19 0,-7-3-22 15,6-4-22-15,1-1-14 0,-1 1-10 16,0-4-9-16,8 0-8 0,-2 4-5 0,2-4-16 16,5 3-28-16,1 2-53 0,-1-3-71 15,7 1-88-15,0 5-102 0,0-4-125 16,13 3-149-16,-6-2-167 0,13 1-161 0,-8 1-38 16,8 1 36-16,-1-1 103 0,-5 1 158 15,5 3 205-15</inkml:trace>
  <inkml:trace contextRef="#ctx0" brushRef="#br0" timeOffset="6800.79">12178 3824 112 0,'-6'-7'461'0,"-1"0"77"15,-5 4 59-15,5-2 44 0,0 1-133 0,1 1-120 16,0 6-84-16,-1-3-43 0,0 9-33 15,7-6-30-15,-6 4-15 0,6 0-16 16,0 1-11-16,6-1-15 0,-6 0-7 0,7 1-8 16,0-1-12-16,-1 0-3 0,7-4-5 15,0-3-3-15,0 5-4 0,0-5-7 16,6-5-6-16,-5 2-9 0,-2-1-6 16,8-3-5-16,-13 0-2 0,5-1 3 0,2-2 5 15,-8-5 5-15,-6 5 5 0,6-6 0 0,-6-2-5 16,-6 4-13-16,0-2-12 0,-8-1-15 15,2 2-12-15,-8 4-11 0,7-4-6 16,-7 7-4-16,1 1-2 0,-1 4 0 0,-6 3-2 16,7 0 0-16,-1 3 1 0,-6 4 4 15,6 1 1-15,1 7 5 0,-1-1 10 0,2 9 13 16,4-1 18-16,8-1 17 0,-8 6 18 16,14-2 18-16,0 4 15 0,0-3 9 0,7 0-3 15,6-1 0-15,1 1 9 0,-2-5 10 16,8 1 14-16,-1 0-96 0,7-3-63 0,7-1 0 15,-1-6 0-15,1 2 0 0,13-7 0 16,-7 1 0-16,-1-5 0 0,9-3 0 0,-9 0 0 16,1-3 0-16,-6-1 0 0,-1-4 0 15,-6 1 0-15,1-3 0 0,-8 2 0 16,0-3 0-16,1 0-65 0,-7-3-445 0,1-2-120 16,-8 2-137-16,6-5-145 0,-4 1-141 15,-2-1-15-15,7-1 62 0,0 1 129 0,0-3 178 16,7-1 211-16</inkml:trace>
  <inkml:trace contextRef="#ctx0" brushRef="#br0" timeOffset="7006.87">12836 3748 426 0,'7'-8'686'16,"-1"2"148"-16,0 1 108 0,-6 2-22 0,0-2-127 31,0 5-172-31,0-4-170 0,0 4-113 16,0 4-70-16,-6 4-37 0,6 0-15 0,-6 3-3 15,-1 4-5-15,-6 2-13 0,7 1-24 16,-7 5-31-16,7 2-34 0,-8-3-31 0,1 8-25 15,0-5-14-15,0 0-14 0,0 1-8 16,0 1-8-16,0-2-25 0,0-3-45 0,7-4-65 16,-1 1-72-16,1-9-75 0,6 2-113 15,0-5-143-15,0-7-139 0,0-4-142 0,0-7-143 16,0 0-39-16,6-7 55 0,-6 0 132 16,0-8 165-16,0 1 192 0</inkml:trace>
  <inkml:trace contextRef="#ctx0" brushRef="#br0" timeOffset="7241.2">12654 3813 301 0,'0'-11'602'0,"0"0"152"0,0 4 116 16,0 0 39-16,0 0-120 0,0 0-122 16,0-2-138-16,0 6-124 0,0 3-99 0,0-3-73 15,6 6-44-15,1 0-22 0,0 9 3 16,6-1 7-16,-1 3 11 0,2 5 4 0,5 3-7 16,1 0-15-16,-8 3-23 0,8 1-17 15,0 3-19-15,-1 1-111 0,1-5 0 0,0 4 0 16,-1-6 0-16,0 2 0 0,-6-3 0 15,7 0 0-15,-7-7 0 0,0-1-176 0,0-2-178 16,0-4-162-16,-6-5-204 0,5-3-210 16,2-8-156-16,-8-4-29 0,7-5 49 15,-6-1 131-15,6-4 211 0,-7-4 253 0</inkml:trace>
  <inkml:trace contextRef="#ctx0" brushRef="#br0" timeOffset="7475.5">13116 3711 319 0,'0'-11'725'15,"-6"-4"139"-15,6 0 107 0,0 5 93 0,-7-2-166 16,7 2-244-16,0 2-178 0,-6 5-122 16,6-1-104-16,6 4-81 0,-6 0-44 0,7 7-18 15,6 1 1-15,0 6 4 0,0 1 7 16,0 3 2-16,6 4-15 0,-6 5-25 16,7-2-24-16,-6 4-17 0,-2 0-14 0,1 0-9 15,0 1-9-15,-6-5-4 0,-1 2-17 16,0-2-40-16,2 0-63 0,-2-2-83 0,-6-6-108 15,0 3-152-15,0-6-171 0,0-3-171 16,0-4-157-16,0-4-57 0,0 2 35 0,-6-5 115 16,-2-5 165-16,2-2 197 0</inkml:trace>
  <inkml:trace contextRef="#ctx0" brushRef="#br0" timeOffset="7870.14">13201 3945 191 0,'-7'-14'487'15,"1"3"130"-15,-1-4 133 0,7 1 54 0,-6 2-90 16,6-3-92-16,0 5-77 0,6-2-96 15,1 2-105-15,-1-1-82 0,1 3-57 0,6 2-43 16,1-6-35-16,4 8-23 0,2 1-19 16,-1 3-14-16,1 0-6 0,0 0-12 0,-1 3-7 15,7 4-3-15,-6 2 0 0,-1 1-1 16,1 1-4-16,0 0 3 0,-1 4 4 16,-6-1 0-16,0 2-3 0,0-2 0 0,-6 4-1 15,-1-3 2-15,-6-1 6 0,0 1 0 16,0-1 9-16,-6 1 5 0,-1-3 6 15,0 2 6-15,1-8 3 0,-7 7 14 0,7-6 20 16,-1-4 32-16,0 1 36 0,1 0-126 16,0-4-54-16,-2-4 0 0,2-3 0 0,6 0 0 15,-6-9 0-15,6 2 0 0,0-1 0 16,6-7 0-16,-6-3 0 0,6-1 0 0,8-3 0 16,-8 3 0-16,8 0 0 0,-8 4 0 0,7 0 0 15,0 4 0-15,0 4 0 0,0-2 0 16,0 7 0-16,0-4 0 0,1 6 0 15,-2 4 0-15,2 3 0 0,-8 0 0 0,7 0-37 16,-7 3-469-16,1 4-91 0,6 1-119 0,-7 0-139 16,8 3-142-16,-8 0-45 0,7 0 37 15,7-1 93-15,-8-2 162 0,8 2 207 16</inkml:trace>
  <inkml:trace contextRef="#ctx0" brushRef="#br0" timeOffset="8221.67">13852 3813 109 0,'7'-3'549'0,"-7"-5"155"16,0 1 118-16,0-4 89 0,-7 4-106 0,1-4-151 15,-1 4-142-15,1-1-131 0,-7 0-101 0,-1 5-71 16,-5 0-53-16,6 6-41 0,-6 0-29 16,-1 5-19-16,0 0-12 0,8 6-14 15,-8 4-12-15,7 4-7 0,-1 0-6 0,2 0-3 16,6 5-7-16,-1-6-2 0,7 2-1 16,0-6 0-16,7 2 2 0,-1-5-2 0,6 0 2 15,-4-2-2-15,11-9 3 0,-6 1 0 16,0-4-2-16,7 0 5 0,-8-7 26 0,8-5 29 15,-7 2 34-15,0-1 33 0,6-7 32 16,-11 3 27-16,4-3 12 0,1-1 9 0,-6 5 11 0,-1-2 3 16,1 6-168-16,-1-1-57 0,0 3 0 15,-6 1 0-15,8 4 0 0,-2-1 0 0,-6 4 0 16,6 4 0-16,1 3 0 0,6 0 0 0,-7 4 0 16,7 0 0-16,-6 5 0 0,6-2 0 15,0 4 0-15,0-3 0 0,-7-1 0 0,7 1 0 16,-6-1 0-16,6-3-121 0,-7 0-478 15,8 0-250-15,-1-3-269 0,-7-5-94 0,7-3 8 16,0-3 80-16,1-1 173 0,5 0 271 16</inkml:trace>
  <inkml:trace contextRef="#ctx0" brushRef="#br0" timeOffset="8788.2">14575 3707 350 0,'-13'-4'655'0,"0"1"100"0,0-1 69 16,7 4-2-16,-8-4-145 0,8 8-189 15,0-4-142-15,-1 4-71 0,7 3-45 16,0 0-31-16,0 0-24 0,0 1-25 0,7 3-21 16,-1 0-22-16,8-3-18 0,-2 3-23 15,1-4-19-15,0 0-11 0,6-3-2 0,-5-1 3 16,-2 1 7-16,2-4 11 0,-1-4 16 15,0 1 26-15,-6-1 15 0,-1 0 7 0,0 1 4 16,0-4-2-16,-6 0-8 0,0-5-24 16,0 4-19-16,0-1-17 0,-6-8-15 15,0 3-11-15,0 3-9 0,-1-4-7 0,0 1-4 16,-6-1-2-16,7 5-4 0,-8-1 0 16,8 0-1-16,-6 4-1 0,-2-1 1 15,1 3-1-15,0 2-1 0,-6 3 0 0,5 0 1 16,-5 3 0-16,-1 2-6 0,0 3 3 15,8-1 1-15,-1 0 1 0,0 4 0 0,6 0 2 16,-5 0 4-16,12 3 0 0,0-2-2 16,0 2-1-16,12-3-1 0,-5 3 2 0,13 2 1 15,-2-2-1-15,2 5 3 0,7-1-1 0,-1 1 0 16,0-5-1-16,7 7-3 0,-7-2 0 16,-1-1 1-16,1 1 2 0,-6-1 7 0,-7 0 6 15,7 1 12-15,-14-5 14 0,0 4 19 16,-6-2 27-16,0-2 24 0,-6-3 26 15,-7 1-120-15,0-2-18 0,0-3 0 0,-7 1 0 16,-6-5 0-16,1 1 0 0,-1-4 0 16,-7 0 0-16,1-4 0 0,-1-3 0 0,-1 3 0 15,9-3 0-15,-1-3 0 0,0-7 0 16,12 7-221-16,2-5-397 0,-1 1-193 16,13-1-202-1,0 1-130-15,13-5-4 0,-1 5 70 16,2-1 149-16,6 1 219 0,5-1 258 0</inkml:trace>
  <inkml:trace contextRef="#ctx0" brushRef="#br0" timeOffset="9037.93">14731 3763 330 0,'14'0'727'0,"-2"-4"136"0,2 4 97 0,-8 0 90 16,1 0-169-16,-1 0-219 0,0 0-148 16,1 7-79-16,-7 0-39 0,13 4-25 15,-7 3-10-15,2 5-5 0,4 3-71 0,-5 3-285 16,6 5 0-16,-7-1 0 0,1 1 0 0,-1 2 0 15,0 1 0-15,2 4 0 0,-8-4 0 16,0-4 0-16,0 5 0 0,0-9 0 16,0 1 0-16,-8-5 0 0,8-2 0 0,0-4 0 15,-6-5 0-15,6-2-50 0,0-5-412 16,-6 1-77-16,6-8-93 0,-7-7-103 0,1 1-98 16,-1-9-74-16,-6-3-43 0,1-3 46 15,4-4 110-15,-4-5 143 0,-2 1 164 16</inkml:trace>
  <inkml:trace contextRef="#ctx0" brushRef="#br0" timeOffset="9272.17">14757 3934 91 0,'0'-25'399'0,"-6"3"109"16,6-1 130-16,0 5 99 0,0-4-37 0,6 8-59 16,-6-5-46-16,14 5-46 0,-8 0-75 15,7 2-81-15,7 1-63 0,0 5-43 16,-1-2-27-16,0 3-20 0,8 5-19 0,-8 0-12 16,7 8-8-16,0 0-6 0,0 3-11 0,0 0-19 15,1 3-17-15,-8 1-122 0,0 4-26 16,-6-5 0-16,1 0 0 0,-8 1 0 0,0-1 0 15,-12 1 0-15,0-3 0 0,-2 2 0 16,-4-3 0-16,-8 1 0 0,-5-2 0 16,5 0 0-16,-6-1 0 0,6-2 0 0,-6 0 0 15,6 0 0-15,7-3-454 0,0-4-292 16,1 0-224-16,4 0-180 0,8-4-40 0,0-3 51 16,8 3 121-16,4-3 208 0,1 0 271 15</inkml:trace>
  <inkml:trace contextRef="#ctx0" brushRef="#br0" timeOffset="9632.1">15102 3832 123 0,'8'-8'598'0,"-2"-3"144"0,-6 5 106 16,0-6 84-16,0 5-108 0,0-1-187 15,0 1-184-15,-6 4-120 0,-2-1-90 0,-4 4-68 16,5 0-50-16,-6 4-19 0,0 3-10 16,1 4-10-16,4-1-10 0,-4 5-10 0,5 4-6 15,0-1-20-15,1 0-12 0,6 1-11 16,0-1-6-16,0-3-5 0,6-1-1 0,1 0 1 15,0-2-4-15,5-5 0 0,-4 0 4 16,4-3-2-16,1-4 2 0,7-4 19 0,-8 1 28 16,2-4 25-16,-1-4 27 0,0 0 29 15,0-3 27-15,-7 2 17 0,8-3 12 0,-8 1 17 16,0 3 20-16,8-1-50 0,-14 5-177 16,6 0 0-16,0 3 0 0,-6-3 0 15,7 7 0-15,-7 0 0 0,6 3 0 0,1 1 0 16,0 4 0-16,-1 6 0 0,0 2 0 15,1-2 0-15,0 1 0 0,-1 3 0 16,0-4 0-16,1 5 0 0,0-1 0 0,-1-4 0 16,1-3 0-16,-1 0 0 0,0 0 0 15,2-2-247-15,4-3-434 0,-6-2-226 0,8-8-226 16,5 1-71-16,-5-4 27 0,4-6 99 16,2 3 196-16,0-5 264 0</inkml:trace>
  <inkml:trace contextRef="#ctx0" brushRef="#br0" timeOffset="10066.73">15605 3714 377 0,'-8'-11'684'0,"-4"-3"124"0,-1 2 97 16,-1 5 27-16,2 0-164 0,-2 4-188 0,2-1-146 15,-8 8-83-15,7-1-57 0,-7 4-33 16,8 5-20-16,-2 6-10 0,1-1-8 0,7 6-12 16,0 0-16-16,-2 2-22 0,8 4-29 15,0-4-27-15,0 1-27 0,8 0-24 16,4-4-20-16,1-4-15 0,1 1-4 0,4-5-25 15,2-3-2-15,0-4 0 0,7 0 0 16,-2-7 0-16,7 0 0 0,-6-3 0 0,7-4 0 16,-7-4 0-16,0-3 0 0,-6-1 0 15,-1-4 0-15,1 1 0 0,-7-3 0 0,-6 1 0 16,-1 2 0-16,-6 0 0 0,-6 3 0 0,6 4 0 16,-14 4 0-16,2 3 0 0,-2 1 0 0,-5 6 0 15,6 1 0-15,-6 8 0 0,5-2 0 16,2 1 0-16,-2 7 0 0,1-3 0 0,7 8 0 15,6-6 0-15,0 2 0 0,0-1 0 0,6 1 0 16,7-5 0-16,7 0 0 0,-8-3 0 0,15 0 0 16,-1 0 0-16,6-8 0 0,7 5 0 0,-5-3 0 15,4-1 0-15,1-1 0 0,-6-3 0 16,-1 0 0-16,1 0 0 0,-13 0 0 0,-1-3 0 16,1-1 0-16,-7-1 0 0,-7 2-78 15,-6-2-492-15,0-1-144 0,-6-2-188 0,-7 2-189 16,-7-6-47-16,1-3 37 0,-1 1 110 15,-6-4 169-15,-7-1 250 0</inkml:trace>
  <inkml:trace contextRef="#ctx0" brushRef="#br0" timeOffset="10832.34">17779 3674 25 0,'-12'-7'433'0,"-2"3"117"16,1-7 93-16,7 4 17 0,0 0-17 15,6-4-121-15,0 0-106 0,0 4-85 16,0-6-61-16,6 7-35 0,-6-2-25 0,6 2-20 16,-6-3-20-16,0 6-23 0,-6-1-25 15,0 1-17-15,-8-1-14 0,2 4-8 0,-8 0 3 16,-7 4 9-16,9-1 9 0,-9 4 1 16,7 2-6-16,-6 2-7 0,7 3-7 0,-1 4-8 15,8 1-8-15,5-1-4 0,0 3 0 16,1 5-2-16,12 0 1 0,1-1-5 15,12 1-3-15,-6 1-3 0,13-2-3 0,-6-3-1 16,13-5 2-16,-7 3 4 0,0-10 7 16,0 2 4-16,-1-5 1 0,2 1 3 15,-7-8 12-15,-1 0 13 0,-6-5 4 0,0 2 1 16,-6-8-2-16,-1 0-10 0,1-3-22 16,-7-9-56-16,6 1-10 0,-6 0 0 0,0-4 0 15,6 1 0-15,-6-1 0 0,7 0 0 0,-7 8 0 16,7-1 0-16,5 2 0 0,-5 2 0 15,6 4 0-15,0 0 0 0,1 4 0 0,12 0 0 16,-7 7 0-16,13 0 0 0,1 4 0 16,-1 2 0-16,1 5 0 0,6 4 0 15,-12 3 0-15,5 1 0 0,-7 2 0 0,-5 2 0 16,-6 2 0-16,-2 1 0 0,-5-5 0 16,-14 2 0-16,7-2 0 0,-12 1 0 15,-2-7 0-15,2 0 0 0,-2 0 0 0,1-8 0 16,0 0 0-16,0-2 0 0,1-5 0 0,-2-5 0 15,1 2 0-15,0-4 0 0,7-5 0 16,-1-2 0-16,1-5 0 0,6-3 0 0,0 0 0 16,0-4 0-16,6 1 0 0,1 0 0 15,-1-2 0-15,1 6 0 0,6-2 0 0,-1 6 0 16,-4-2 0-16,11 5 0 0,-6 0 0 16,0 2 0-16,-1 1 0 0,-4 3 0 15,4 2 0-15,-5 1 0 0,0 1 0 0,-1 1 0 16,0 3-220-16,-6 0-358 0,0 0-136 15,0 0-174-15,-6 3-182 0,-7 1-33 16,-6-4 42-16,-1 0 93 0,0 0 163 0,-13-4 233 16</inkml:trace>
  <inkml:trace contextRef="#ctx0" brushRef="#br0" timeOffset="11066.7">17637 3484 298 0,'-20'4'581'0,"-7"-1"89"0,9-3 70 16,-2 4 21-16,0 3-174 0,1 0-129 15,5 7-96-15,2 2-38 0,-2 9-11 16,8 1-3-16,-1 11-2 0,7 3-2 0,0 4-3 16,7 4-18-16,6 3-33 0,0 3-38 15,0 2-43-15,6-2-43 0,8 1-38 16,-1-3-31-16,6-5-24 0,1-2-16 0,-1-5-26 16,-5-11-49-16,11 0-82 0,-11-11-114 0,11-3-166 15,-5-8-211-15,-1-7-223 0,8-7-174 16,-1-8-40-16,-6-3 50 0,-1-11 133 0,1-4 194 15,-1-8 230-15</inkml:trace>
  <inkml:trace contextRef="#ctx0" brushRef="#br0" timeOffset="11301.57">18359 3667 17 0,'26'-29'631'0,"-6"0"160"16,5-1 109-16,-5 4 85 0,0 5-12 0,-1 2-235 16,1 4-211-16,0 5-120 0,5 2-71 31,-5 8-41-31,6 4-27 0,-6 7-3 0,5 7 4 0,1 11 20 0,-6 5 16 0,0 3-110 15,-1 6-195-15,1 4 0 0,-7 1 0 0,-7 3 0 16,8-3 0-16,-14 3 0 0,0-4 0 16,-7-3 0-16,-6 2 0 0,0-6 0 0,-1-4 0 15,-4-4 0-15,4-2 0 0,-5-8-3 16,-1-7-562-16,8-5-193 0,-2-5-226 0,1-10-158 16,0-2-34-16,0-7 49 0,7-4 129 31,0-7 210-31,-2-6 278 0</inkml:trace>
  <inkml:trace contextRef="#ctx0" brushRef="#br0" timeOffset="11911.54">20072 3220 432 0,'0'-11'565'0,"-6"-4"100"0,6 0 92 0,0 1-44 0,0 0-114 31,6-2-102-31,-6 9-80 0,0-4-78 0,0 4-80 0,0 4-70 0,-6-2-60 0,6 5-37 15,0 5-13-15,0 5 15 0,-7 1 30 16,7 12 30-16,-7-3 31 0,7 14 31 0,-6 3 28 16,6 3 7-16,0 7-6 0,-6 6-9 15,12-6-9-15,-6 0-18 0,6 0-28 0,8 1-88 16,-1-6-93-16,-1-3 0 0,8-2 0 16,0-5 0-16,5-2 0 0,1-8 0 15,-6 0 0-15,6-10 0 0,7-2 0 0,-7-6 0 16,7-8 0-16,-1-3 0 0,-6-1 0 15,1-6 0-15,-2-4 0 0,1-4 0 0,-6 0 0 16,-7-1 0-16,6 2 0 0,-12-1 0 16,-1 3 0-16,-6 1 0 0,0 4 0 0,-6-2 0 15,-1 10 0-15,1-5 0 0,-7 6 0 0,6 1 0 16,-5 4 0-16,-8 0 0 0,7 4 0 16,0 4 0-16,0 0 0 0,7 1 0 0,-8 4 0 15,8 1 0-15,-1 1 0 0,7 3 0 16,0 3 0-16,0 2 0 0,13-2 0 31,-7 1 0-31,8 1 0 0,-1-1 0 0,6-3 0 16,8-5 0-16,-8 4 0 0,7-7 0 15,6-4 0-15,-6 0 0 0,7-3 0 16,-1-4 0-16,-5 0 0 0,-1-4 0 0,0-3-114 16,-13-4-364-16,0 0-100 0,-6-3-126 0,-7-5-156 15,-14-3-167-15,-5-4-33 0,-7 1 37 16,-7-4 111-16,-5 3 170 0,-2 4 216 0</inkml:trace>
  <inkml:trace contextRef="#ctx0" brushRef="#br0" timeOffset="12625.34">20182 3550 378 0,'-38'-4'572'0,"5"-3"137"0,7 3 110 15,0 1-10-15,13-2-119 0,-1-2-115 0,8 4-122 16,0-5-127-16,12 5-101 0,8-5-90 16,5 5-56-16,13-4-35 0,1 3-18 15,13-4 0-15,-1 5 2 0,1-1 13 0,6 1 14 16,-6 3 18-16,6-4 17 0,-7 4 9 15,-6 4 7-15,1-4 1 0,-8 3-3 16,1 1-8-16,-13-1-7 0,-2 9-4 0,2-5 6 16,-1 4 13-16,-5 3 14 0,-2 1 21 15,2 3 16-15,-1 5 13 0,0 2-2 0,-6 1-1 16,5-1-7-16,2 0-70 0,-8 5-88 16,7 0 0-16,-7-1 0 0,8-4 0 0,-8 1 0 15,-6-4 0-15,6-4 0 0,2-4 0 16,-8 2 0-16,0-5 0 0,6-4 0 0,-6-3 0 15,0 0 0-15,-6-8 0 0,6 0 0 16,-8-3 0-16,2-7 0 0,0-6 0 0,-1 2 0 16,0-7 0-16,1-5 0 0,6 2 0 15,0-1 0-15,0-2 0 0,0 5 0 16,6 1 0-16,1 3 0 0,0 1 0 0,-1 2 0 16,8 5 0-16,-2 2 0 0,1 1 0 15,0 0 0-15,0 8 0 0,7-1 0 0,-8 4 0 16,2 0 0-16,5 7 0 0,-5 1 0 15,4 2 0-15,-4 1 0 0,-1 8 0 0,7 0 0 16,-8-1 0-16,2 7 0 0,-8-3 0 16,7 0 0-16,-6-1 0 0,-1 2 0 0,1 0 0 15,-7-6 0-15,0-2 0 0,6 0 0 0,-6-4 0 0,-6 0 0 16,6-8 0-16,0 4 0 0,-7-7 0 16,7 0 0-16,-6-3 0 0,-1-4 0 0,7-4 0 15,-7-3 0-15,7-2 0 0,0-2 0 16,7-4 0-16,-7 0 0 0,7-4 0 0,-1 0 0 15,7 5 0-15,-7-5 0 0,8 9 0 16,-2-6 0-16,2 9 0 0,-1-2 0 0,6 6 0 16,-6-1 0-16,7 4 0 0,-1 2 0 0,1 5 0 15,-8 0 0-15,8 8 0 0,-6 3 0 16,-1 3 0-16,-1 2 0 0,2 9 0 16,-2 1 0-16,2 7 0 0,-1 3 0 0,-7 5 0 15,7-1 0-15,-6 4 0 0,-1-4 0 16,8 4 0-16,-8-4 0 0,0-3 0 0,-6-1 0 15,7-2 0-15,-7-8 0 0,6-1 0 16,-6-7 0-16,0-7 0 0,0-4 0 0,0-4-88 16,0-6-504-16,0-4-163 0,0-8-180 15,0-3-179-15,0-8-27 0,7 1 56 0,-7-8 123 16,0-4 182-16,6-3 229 0</inkml:trace>
  <inkml:trace contextRef="#ctx0" brushRef="#br0" timeOffset="12864.74">21498 3670 200 0,'0'-14'665'0,"0"6"140"0,0 1 94 15,0 0 67-15,-6 0-140 0,6 3-215 16,0 4-169-16,0 0-81 0,0 7-29 0,0 4-1 16,0 4 13-16,6 3 29 0,1 8 21 15,6 8-9-15,-7-2-128 0,7 9-257 0,1-2 0 16,-2 2 0-16,-5 3 0 0,6-1 0 16,-7 1 0-16,1 1 0 0,-7-5 0 15,0-4 0-15,0 1 0 0,0-8 0 0,-7 1 0 16,7-8 0-16,-6-4 0 0,6 0 0 15,-6-7 0-15,6-4 0 0,-7-3 0 0,7-4 0 16,-7-4 0-16,1 2-386 0,0-11-124 16,-1-5-92-1,-6 0-106-15,0-7-133 0,0-5-122 0,0-7-37 16,-7-3 41-16,1 0 112 0,6-7 156 16,0 2 192-16</inkml:trace>
  <inkml:trace contextRef="#ctx0" brushRef="#br0" timeOffset="13114.64">21368 3798 238 0,'0'-21'502'0,"0"-2"134"0,7 6 122 15,-1-3 38-15,0 6-87 0,8-4-82 0,-2 3-70 16,8 1-80-16,0-1-77 0,5 1-58 16,2 6-43-16,-1-2-38 0,6 5-32 0,-6 2-28 15,7-2-23-15,-1 10-21 0,1-2-17 16,-1 6-17-16,-5-3-13 0,-1 5-5 0,0 0-4 16,-7 4-4-16,1 3-2 0,-7-3-42 15,0 3-53-15,-7-4 0 0,-6 5 0 0,0 0 0 16,-6-1 0-16,0 0 0 0,-14-3 0 15,7-1 0-15,-13 4 0 0,6-6 0 0,-6 2 0 16,7-3 0-16,-7 1-141 0,6-2-340 16,7-6-186-16,0 0-220 0,6-4-208 15,7 0-62-15,0-8 34 0,14 1 104 0,-1-3 189 16,7-6 254-16</inkml:trace>
  <inkml:trace contextRef="#ctx0" brushRef="#br0" timeOffset="13678.45">21999 3648 237 0,'8'-10'666'0,"-2"-1"130"0,-6 0 97 0,0-1 82 16,0 1-137-16,-6 5-185 0,-2-2-151 0,-4 5-86 16,-2-2-63-16,2 5-50 0,-1 0-54 15,-1 8-45-15,-4-5-34 0,4 8-27 16,1 0-23-16,0 4-14 0,0 4-9 0,0 3-10 16,6 0-12-16,7-1-12 0,-6 5-10 15,12-1-14-15,1 1-11 0,0-4-8 0,-1 0-5 16,7 0-5-16,7-7-3 0,-8 3-2 15,8-6 2-15,-7-2 4 0,7-2 5 0,-8-1 9 16,8-7-16-16,-6 0-9 0,-2 0 0 16,-5-7 0-16,6-1 0 0,-6 1 0 0,-1-3 0 15,-6-3 0-15,0-1 0 0,0-4 0 16,0 0 0-16,0-1 0 0,0-3 0 0,0 1 0 16,0 2 0-16,6 0 0 0,-6 1 0 15,6 4 0-15,-6-1 0 0,8 4 0 0,-2 4 0 16,7-4 0-16,-6 7 0 0,6 1 0 15,-1-1 0-15,2 4 0 0,-2 0 0 0,2 4 0 16,-1-1 0-16,6 8 0 0,-6 0 0 16,1 0 0-16,5 4 0 0,-6 3 0 0,0 1 0 15,-1-2 0-15,-4 3 0 0,4 1 0 16,-12 2 0-16,7-6 0 0,-7 1 0 0,-7 1 0 16,7-1 0-16,-6-3 0 0,0-4 0 15,-8 0 0-15,8-4 0 0,0 1 0 0,-1-5 0 16,0-3 0-16,-6 0 0 0,7-3 0 15,0-5 0-15,6 1 0 0,-8-4 0 0,8-3 0 16,0-6 0-16,0-1 0 0,8-5 0 16,-2-3 0-16,7 4 0 0,0-8 0 15,0 3 0-15,-1 0 0 0,8 5 0 0,0 3 0 16,-7 1 0-16,7 2 0 0,-1 5 0 16,-6 2 0-16,0 1 0 0,0 4 0 0,0 0 0 15,1 3 0-15,-8 4 0 0,0 0-154 0,1 0-524 16,-1 4-227-16,1-1-235 0,-7 1-68 15,6 0 28-15,-6-1 96 0,7 1 180 16,-1 3 260-16</inkml:trace>
  <inkml:trace contextRef="#ctx0" brushRef="#br0" timeOffset="14612.04">22833 3638 139 0,'0'3'171'16,"0"-3"-1"-16,0 4-19 0,7-4-22 16,-7 0-9-16,0 0 4 0,0 0-8 0,0 3-11 15,0-3-6-15,0 0-1 0,0 0 7 16,0 4 12-16,0 0 10 0,0-4 17 0,0 4 19 16,7-1 14-16,-7 1 18 0,0-1 25 15,0 1 29-15,0-4 30 0,0 3 22 16,0-3 21-16,0 5 13 0,0-5-2 0,0 0-16 15,6 0-27-15,-6 0-31 0,0-5-34 0,6 2-30 16,-6 3-31-16,0-7-20 0,7 3-8 0,-7-3-7 16,0-1-4-16,0 1-9 0,0-4-5 15,0 4-7-15,0-3-10 0,-7-2-13 0,1 1-11 16,0 0-10-16,-1 3-13 0,-6 1-14 16,0 0-11-16,0 0-7 0,0 3-7 15,-1 4-4-15,-5 0-4 0,-1 4 1 0,2-1-2 16,-2 8 2-16,7 1 5 0,-7 2-1 15,0 5 1-15,8 2 0 0,-2 1 2 0,8 0 0 16,-1 4 2-16,1-5 4 0,12 6 2 16,-6-5 6-16,13-1 1 0,1-2 0 0,-2-1-1 15,8-7-3-15,0 0-3 0,5 0-3 16,1-8 0-16,1 1 1 0,-1-4 6 0,-6 0 13 16,-1-4 18-16,1-3 16 0,-1 0 14 0,-6-4 13 15,0 0 4-15,-6-4-9 0,-1 0-12 16,1-3-13-16,-7-3-30 0,0 2-34 15,0-4 0-15,0 6 0 0,0-1 0 0,-7 3 0 16,7 0 0-16,0 4 0 0,-6 4 0 0,6 0 0 16,0-1 0-16,-7 5 0 0,7 0 0 0,0-1 0 15,0 4 0-15,0 0 0 0,0 4 0 16,0-1 0 0,0 4 0-16,7 4 0 0,-7 0 0 0,6 4 0 0,-6 2 0 0,13-2 0 0,-7 4 0 15,2-1 0-15,-2 1 0 0,6-1 0 16,-5 0 0-16,6-4 0 0,-6 1 0 0,-1 0 0 15,8-4-127-15,-8-4-182 0,0 4-118 16,8-7-169-16,-8-1-199 0,7 1-207 0,-7-4-93 16,1-4 11-16,6 1 79 0,-7-4 170 15,0-1 227-15</inkml:trace>
  <inkml:trace contextRef="#ctx0" brushRef="#br0" timeOffset="15190.41">23107 3596 335 0,'0'-14'561'0,"0"3"145"15,0 0 115-15,7 1-26 0,-7-5-71 16,6 3-112-16,1 2-113 0,-1 3-118 0,0-1-98 16,8 1-72-16,-2 4-61 0,2 3-46 15,-1-4-32-15,-1 8-19 0,8-1-9 0,-6 4-6 16,5 1-2-16,-6 3 0 0,6 4 4 16,-5-1 6-16,-2 0 7 0,-5 5 11 15,6-2 10-15,-6 6 19 0,-7-1 12 0,6 0 8 16,-6 0 13-16,0-4 5 0,-6 5 12 15,-1-1 1-15,0-4 8 0,-6-4 9 0,1 1 3 16,-2 0-43-16,2-4-121 0,-2 0 0 16,1-4 0-16,1 0 0 0,-2-3 0 15,1 0 0-15,6-4 0 0,-5-4 0 0,5 0 0 16,1-3 0-16,-1 0 0 0,7-4 0 0,-7 0 0 16,14-8 0-16,0 5 0 0,-1-4 0 15,7-1 0-15,0 0 0 0,6 5 0 0,1-4 0 16,0 3 0-16,5 1 0 0,2-1 0 15,-7 4 0-15,6 0 0 0,-7 1 0 0,1 1 0 16,-1 1 0-16,-6 2 0 0,1-2 0 16,-8 2 0-16,7 1 0 0,-7 1 0 15,-6 1 0-15,7-1 0 0,-7 4 0 0,0 0 0 16,6 0 0-16,-12 0 0 0,6 4 0 0,0 3 0 16,-7 4 0-16,7 3 0 0,0 6 0 15,0 2 0-15,0 3 0 0,0 1 0 0,0 6 0 16,7 1 0-16,-1 1 0 0,-6-1 0 15,7 0 0-15,-1 0 0 0,0-4 0 16,-6 0 0-16,8-3 0 0,-8-5 0 0,0-2 0 16,6-1 0-16,-6-6 0 0,0-1 0 15,0-4 0-15,-6 0 0 0,-2-7 0 16,2 4 0-16,-7-4 0 0,-6 0 0 0,6-4 0 16,-13 1 0-16,6-5 0 0,1 5-33 15,-7-5-699-15,0 2-298 0,-1-3-194 0,1-5-48 16,0 3 53-16,1-4 125 0,-2-3 233 15,1-5 316-15</inkml:trace>
  <inkml:trace contextRef="#ctx0" brushRef="#br0" timeOffset="15771.62">24364 3171 78 0,'20'-2'314'15,"6"-2"69"-15,-1-4 76 0,-5 2 7 16,0-6 21-16,-7 5 16 0,0-8-1 0,-13 5-15 16,0-5-41-16,-7 0-61 0,1 1-81 15,-7 3-70-15,-7 0-53 0,0 3-46 0,-5 4-33 16,-8 1-31-16,7-2-22 0,-6 10-13 16,-1-2-9-16,7 5-6 0,0 3 0 0,6-1-1 31,7 5-5-31,7 4 3 0,-1 3-1 0,14-1-1 15,12 9 6-15,1-1 10 0,6 4 8 16,7 0 4-16,5 8 8 0,1-4 14 0,1 2 12 16,-1 3 6-16,0-7 6 0,-1 2-1 15,-5-5 3-15,-7-2-6 0,-6-1-1 16,-7-2 8-16,-6-6 17 0,-7 1 26 0,0-7 20 16,-7 0 22-16,-6-1 17 0,-1-7 15 15,-5 1 9-15,0-5 3 0,-8-3-187 16,2-3-35-16,-1-1 0 0,0-3 0 0,0-1 0 15,-7-2 0-15,7-2 0 0,-7 2 0 16,7-2 0-16,0 2 0 0,7-1 0 0,-1 0 0 16,8-1 0-16,-2 4 0 0,8-1 0 0,-1 1 0 15,14 0-92-15,-7 1-424 0,12 0-158 16,8 0-191-16,0-4-212 0,6 4-65 0,7-5 32 16,-1 1 96-16,1-3 174 0,-1 3 237 15</inkml:trace>
  <inkml:trace contextRef="#ctx0" brushRef="#br0" timeOffset="16242.8">24800 3382 64 0,'14'0'656'16,"-2"0"171"-16,-5 0 100 0,0 0 60 15,-1 0-81-15,-6 0-210 0,6 3-232 16,-6 0-114-16,0 8-35 0,0 0 9 0,0 8 22 16,0 3 16-16,7 3 9 0,-7 5-9 15,6 3-128-15,-6-1-234 0,0 6 0 0,7-2 0 16,-7 1 0-16,0 2 0 0,7-6 0 15,-7 4 0-15,0-7 0 0,0 3 0 0,0-8 0 16,6-3 0-16,-6 0 0 0,0-7 0 16,6 0 0-16,-6-4 0 0,7-4 0 0,-7-4-253 15,0-3-107-15,7-3-33 0,-7-4-37 0,0 0-43 16,0-8-49-16,-7-7-23 0,7 0 6 16,-7-8 24-16,1-3 53 0,0-4 82 0,-8-2 120 15,8-3 132-15,-1-1 144 0,1 3 149 16,-7-1 111-16,6 5 86 0,-5 2 47 15,4 2 14-15,8 0-27 0,-6 5-60 0,12 2-55 16,2 0-46-16,-2 6-39 0,14-3-33 16,-8 7-24-16,15 1-18 0,-1 3-12 15,6 4-14-15,1 2-8 0,6 2-5 0,-7 6-1 16,7 2 6-16,1 5 7 0,-8 1 9 16,1 0 10-16,-1 4 8 0,-5 3 1 0,-9-4-7 15,2 1 1-15,-7-1 8 0,-6 5 8 16,0-4 4-16,-7 0-111 0,-7 0-25 0,-6-1 0 15,0 1 0-15,-7-4 0 0,0 0 0 16,-5 4 0-16,5-5 0 0,-6 1 0 16,6-4-79-16,1 4-329 0,-1-3-128 0,8 0-136 15,-2-5-149-15,14 0-152 0,-6-3-73 16,12 0 22-16,-6-3 93 0,20 3 148 0,-8-8 197 16</inkml:trace>
  <inkml:trace contextRef="#ctx0" brushRef="#br0" timeOffset="16665">25406 3480 107 0,'20'-11'629'0,"-1"1"167"0,1-6 127 16,-8 2 103-16,-5-1-62 0,0 3-159 16,-1-2-180-16,-6 3-123 0,7 4-99 0,-14 0-85 15,7 0-82-15,-6 3-69 0,-8 0-58 16,8 4-40-16,-14 4-25 0,8 3-18 16,-1 0-12-16,-7 9-4 0,7-2 1 0,0 4-3 15,0 0-2-15,0 1-2 0,6 3 0 16,1-4 1-16,0 0-5 0,6 0 2 0,6 1 3 15,0-5 2-15,1-3-1 0,-1-3 3 0,8 3 1 16,-2-8 0-16,8 0-1 0,-7-3 2 16,7-3 1-16,-1 0 2 0,-6-5 11 15,7-3 10-15,-1 0 14 0,-6-3 14 0,0-5 16 16,1 1-45-16,-2-3-34 0,1-1 0 16,-6 2 0-16,-1 6 0 0,1 1 0 0,-7-4 0 15,6 11 0-15,-6-2 0 0,0 2 0 16,0 1 0-16,6 1 0 0,-6 4 0 15,0 4 0-15,0 4 0 0,0 3 0 0,8 7 0 16,-8-3 0-16,6 7 0 0,0-4 0 16,1 4 0-16,0 0 0 0,6-3 0 0,-7 2 0 15,7-7 0-15,0 6 0 0,0-6 0 16,0-2 0-16,0-2 0 0,0-6-358 16,6-1-370-16,8-3-193 0,-8-3-186 0,8-5-69 15,-1 2 39-15,-1-6 110 0,1-2 193 16,0-6 233-16</inkml:trace>
  <inkml:trace contextRef="#ctx0" brushRef="#br0" timeOffset="17137.06">26103 3345 17 0,'7'-22'515'0,"-1"3"176"16,-6 4 129-16,-6 1 102 0,-1 3-38 0,0-1-134 15,1 5-132-15,-1 0-125 0,-5 4-85 16,-2 3-58-16,2 0-39 0,-2 7-25 0,1 3-8 16,-7 2 10-16,8 6 10 0,-2 9-36 15,2-2-262-15,5 0 0 0,-6 8 0 0,6-4 0 16,7 1 0-16,0-1 0 0,7 0 0 15,-1 1 0-15,8-9 0 0,-2 1 0 16,8-3 0-16,6-4 0 0,-7-1 0 0,15-6 0 16,-9-5 0-16,8 1 0 0,-1-8 0 15,2 1 0-15,-2-8 0 0,-7 0 0 16,1-4 0-16,1-7 0 0,-1 0 0 0,-6-8 0 16,-1 1 0-16,1 0 0 0,-14-1 0 0,6 1 0 15,-12 4 0-15,0 6 0 0,-6-2 0 16,0 5 0-16,-7 6 0 0,0 0 0 15,0 5 0-15,-1 2 0 0,-4 3 0 0,-2 3 0 16,7 5 0-16,-7-1 0 0,8 8 0 0,-2-1 0 16,8 4 0-16,-7 4 0 0,6 0 0 15,7 0 0-15,0 0 0 0,7-3 0 0,6 3 0 16,-1-4 0-16,8-4 0 0,6 5 0 16,1-8 0-16,5-1 0 0,1-1 0 15,5-3 0-15,8 2 0 0,0-8 0 0,0 3 0 16,-1 0 0-16,-6-3 0 0,0 0 0 15,-6 0 0-15,-1 0 0 0,-13-3 0 0,1 3 0 16,0-3 0-16,-7 3 0 0,-7-3 0 16,0-2 0-16,-6 2 0 0,-6 0 0 0,-7-2 0 15,0-2-255-15,-6 3-519 0,-1-3-257 16,-6-4-171-16,0 1-25 0,0-2 63 0,0-2 129 16,0-1 217-16,6-3 292 0</inkml:trace>
  <inkml:trace contextRef="#ctx0" brushRef="#br0" timeOffset="17496.55">28115 3165 79 0,'13'-11'288'0,"-13"3"52"0,7 1 72 0,-7 0-23 16,0 0 97-16,0-1 71 0,-7 1 68 15,7 4 38-15,0-2-4 0,0 1-53 16,0 4-121-16,7 0-136 0,-7 0-111 0,7 9-69 16,-7 1-32-16,12 5-16 0,-5 4 2 15,0 1 7-15,5 7 9 0,1-2-13 0,-6 4-29 16,6 1-21-16,-7-3-23 0,8-2-18 15,-8-3-15-15,0-1-8 0,1-2-15 16,0-8-33-16,-7 1-55 0,0-2-76 0,0-7-103 16,0-3-155-16,0-3-173 0,0-5-176 15,-7 1-167-15,0-8-55 0,1-2 34 0,-6 1 118 16,4-5 163-16,2-1 196 0</inkml:trace>
  <inkml:trace contextRef="#ctx0" brushRef="#br0" timeOffset="17605.61">28174 3110 389 0,'0'-18'495'0,"0"-1"56"0,0 4 46 0,0 5-82 15,0-1-151-15,0 3-116 0,0 0-77 16,6 6-64-16,1-2-76 0,-1 4-97 0,1 0-118 16,6 0-136-16,1 4-149 0,-2-2-84 0,8 3-19 15,-1-2 35-15,1 1 84 0</inkml:trace>
  <inkml:trace contextRef="#ctx0" brushRef="#br0" timeOffset="17980.53">28487 3077 260 0,'12'4'502'0,"-5"-1"100"16,-7 1 92-16,7 0 2 0,-1-1-81 15,0 4-80-15,-6 1-70 0,7 3-47 0,0 0-50 16,-1 3-42-16,1 5-33 0,-1 4-28 16,1-2-14-16,6 1-17 0,-7-1-11 0,0 5-21 15,2 0-25-15,4-4-23 0,-5-3-37 16,-1-1-31-16,-6-4-29 0,7 1-17 16,-7-5-12-16,0-2-4 0,0 1 7 0,0-7 7 15,0-2 11-15,0 0 5 0,-7 0 3 16,1-7-1-16,6 0-8 0,-7-1-6 0,1-6-6 15,6-1-6-15,0 1-4 0,0-8-2 16,6 0-4-16,1-1-3 0,-1-2-4 0,8 3 0 16,-2 3-8-16,8-2-5 0,-7 7 0 15,7-3 0-15,-1 8 0 0,0-2 0 0,8 4 0 16,-8 2 0-16,0 5 0 0,1 0 0 16,0 7 0-16,-7 1 0 0,-1 0 0 0,2 6 0 15,-1 1 0-15,0-1 0 0,-7 4 0 16,7 1 0-16,-6 3 0 0,0-4 0 0,-1 4 0 15,0-3 0-15,-6-1 0 0,7 0 0 16,-7 0 0-16,0-3 0 0,7-5-432 16,-7 2-305-16,6-5-271 0,0 1-169 0,1-12-38 15,-1 0 56-15,8-7 127 0,-2 0 222 16,8-6 314-16</inkml:trace>
  <inkml:trace contextRef="#ctx0" brushRef="#br0" timeOffset="18496.02">29541 2780 542 0,'7'-14'839'0,"-7"-1"129"0,0 1 94 0,7-2 83 15,-7 5-269-15,0 1-266 0,0 2-172 0,0 5-119 16,6-1-89-16,-6 4-77 0,7 7-52 16,-7 4-17-16,6 5 9 0,8 9 21 0,-8 0 33 15,6 8 38-15,-4 4 33 0,4 3-151 16,1 4-67-16,1 0 0 0,-2 0 0 0,2 3 0 15,-2-7 0-15,2 1 0 0,-1-1 0 16,-7-6 0-16,7-2 0 0,0-2 0 0,7-9 0 16,-7 2 0-16,-1-8 0 0,8-4 0 15,0-4 0-15,-1-3 0 0,1-1 0 0,0-6 0 16,-1-5 0-16,0 1 0 0,1-5 0 16,-1-5 0-16,-5-1 0 0,-1-5 0 15,-1-3 0-15,-5 1 0 0,0-4 0 0,-7 7 0 16,0-3 0-16,0 6 0 0,-7 1 0 0,-6 3 0 15,7 4 0-15,-7 0 0 0,6 4 0 16,-6 2 0-16,0 2 0 0,0 6 0 0,-7-3 0 16,7 8 0-16,1-1 0 0,-2 4 0 15,8 3 0-15,-7 5 0 0,6-1 0 16,1 9 0-16,6-5 0 0,0 3 0 0,0 1 0 16,6-1 0-16,1-3 0 0,6 5 0 15,-1-7 0-15,2 3 0 0,5-9 0 0,7 5 0 16,0-5 0-16,7-3 0 0,-1-2 0 15,8-3 0-15,-7-2 0 0,-1-1 0 0,7-3 0 16,-13-3 0-16,7-1 0 0,-13-2 0 16,-2-3 0-16,-4-2-552 0,-8 0-156 0,-6 0-135 15,-6-3-130-15,-8-4-110 0,-4 2 8 16,-9-1 91-16,-5-1 157 0,-8-1 184 0,-5 1 203 16</inkml:trace>
  <inkml:trace contextRef="#ctx0" brushRef="#br0" timeOffset="20105.02">29646 3121 3 0,'-40'-4'578'0,"8"-3"185"0,6-1 131 0,1 1 103 16,5 0-18-16,7 0-153 0,6-1-203 0,7-2-154 16,13-1-107-16,0 3-79 0,7 1-64 15,6-4-42-15,13 4-17 0,0 3-6 0,-1 0-3 16,9 0-8-16,5 4-11 0,-7 0-13 0,7 4-10 16,0 0-59-16,-6 2-50 0,-1 2 0 15,1 4 0-15,-7-1 0 0,0 0 0 16,-6 3 0-16,0 1 0 0,-8 3 0 0,1 0 0 15,-6 0 0-15,0 5 0 0,-1-4 0 16,-5 2 0-16,-8 1 0 0,6-4 0 0,-12 4 0 16,7-7 0-16,-7 3 0 0,0-3 0 15,0 0 0-15,0-4 0 0,-7 0 0 0,1-4 0 16,0-4 0-16,0 4 0 0,-2-7 0 16,2 0 0-16,-7-3 0 0,7-1 0 0,-8-3 0 15,8-4 0-15,0-3 0 0,0-1 0 16,-2-8 0-16,8 5 0 0,8-8 0 0,-8 1 0 15,6-4 0-15,6 2 0 0,-5 2 0 16,6 0 0-16,0 2 0 0,1 6 0 0,-2 2 0 16,1 4 0-16,0 0 0 0,0 4 0 15,1 3 0-15,-2 0 0 0,2 4 0 0,-2 4 0 16,8 0 0-16,-7 7 0 0,-1-1 0 0,2 2 0 16,-1 6 0-16,-6 1 0 0,6 2 0 15,-7 2 0-15,0-3 0 0,8 7 0 0,-8-2 0 16,0 1 0-16,1-4 0 0,-7 3 0 15,7 2 0-15,-7-5 0 0,6-4 0 0,-6 1 0 16,0-5 0-16,7 0 0 0,-7-3 0 16,0-3 0-16,0-1 0 0,0 0 0 0,0-4 0 15,0 2 0-15,0-5 0 0,0 0 0 16,0 0 0-16,0-8 0 0,0 4 0 0,-7-6 0 16,7 2 0-16,0-6 0 0,-6-1 0 0,6 0 0 15,0-3 0-15,0-3 0 0,0-2 0 0,6-3 0 16,-6 1 0-16,7-1 0 0,-1 1 0 15,8 3 0-15,-8 0 0 0,0 4 0 0,8 2 0 16,-8 2 0-16,0 3 0 0,7-1 0 16,-6 6 0-16,6 2 0 0,-7 0 0 0,8 4 0 15,-2 4 0-15,2 0 0 0,-8 2 0 0,1 6 0 16,5-1 0-16,-5 3 0 0,-7 2 0 16,7 2 0-16,-1 1 0 0,-6 2 0 15,0 1 0-15,0-1 0 0,0-2 0 0,0 4 0 16,0-5 0-16,0-1 0 0,0-1 0 0,0-5 0 15,0-1 0-15,0 1 0 0,0-3 0 0,0-5 0 16,0 1 0-16,0 0 0 0,6-4 0 16,1-4 0-16,0 4 0 0,6-7 0 15,-7 4 0-15,7-6 0 0,-6 2 0 0,5 0 0 16,-4-4 0-16,-2 4 0 0,7-5 0 0,-13 2 0 16,6 0 0-16,1-3 0 0,-7 3 0 15,0-1 0-15,0 0 0 0,0-1 0 0,0 2 0 16,-7-1 0-16,7 0 0 0,0 4 0 0,0-4 0 15,0 3 0-15,0-2 0 0,0 2 0 16,0 1 0-16,0 0 0 0,-6-1 0 0,6 0 0 16,0 6 0-16,0-7 0 0,0 6 0 15,0-1 0-15,0 1 0 0,0 3 0 0,0-4 0 16,0 0 0-16,6 4 0 0,-6-3 0 16,0-1 0-16,0 4 0 0,7-3 0 0,-7-2 0 15,6 5 0-15,1-4 0 0,-7 4 0 0,6-3 0 16,-6 3 0-16,6 0 0 0,-6 0 0 15,8 0 0-15,-8-3 0 0,6 3 0 0,-6 0 0 16,0 0 0-16,6 3 0 0,-6-3 0 0,0 0 0 16,7 0 0-16,-7 3 0 0,6-3 0 15,1 4 0-15,-7 1 0 0,6-2 0 0,-6 1 0 16,7-1 0-16,-1-3 0 0,-6 4 0 16,0 0 0-16,7-4 0 0,-7 3 0 0,0-3 0 15,0 4 0-15,0-4 0 0,0 0 0 0,0 0 0 16,0 3 0-16,0-3 0 0,0 0 0 15,0 4-30-15,-7-4-343 0,1 5-41 0,-1-3-46 16,1-2-74-16,-7 5-76 0,0-2-70 16,7-3-57-16,-8 3-27 0,1-3 17 0,0 5 82 15,0-5 119-15,1 3 154 0,-2-3 174 0,1 0 173 16,6 0 154-16,1 0 127 0,-7-3 103 16,7-2 107-16,-1 2 83 0,0 0 40 15,1-2 8-15,6-2-9 0,-6 3-24 0,6-3-63 16,0 0-73-16,0 0-53 0,0 3-52 0,6-4-47 15,0 1-43-15,1 4-39 0,0-5-33 16,-1 5-33-16,7-1-20 0,-7 4-19 0,8-4-14 16,-2 8-12-16,2-4-14 0,-1 4-7 15,0 3-8-15,0 0-2 0,-1 5-4 0,2-2 3 16,-1 5 6-16,0-1 7 0,0 5 8 0,0-5 7 16,-6 1 7-16,5 4 7 0,2-5 5 15,-8 1 5-15,7-5 7 0,0 5 9 0,-6-7-52 16,5 3-27-16,2-3 0 0,-1-6 0 0,6 3 0 15,-6-5 0-15,7 0 0 0,-1-5 0 16,-6 3 0-16,7-6 0 0,-7 0 0 16,0-3 0-16,0 1 0 0,-7-2 0 0,7-2 0 15,-6-1 0-15,0-3 0 0,-7-1 0 0,0-3 0 16,0 0 0-16,0 4 0 0,0-1 0 16,0 5 0-16,-7 0 0 0,7 2 0 0,0 6 0 15,-7-2 0-15,7 1 0 0,0 3 0 0,0 0 0 16,0 4 0-16,0 0 0 0,0 0 0 0,7 4 0 15,-7 4 0-15,7-1 0 0,-1 3 0 0,7 2 0 16,0 2 0-16,0 0 0 0,0 2 0 16,6 2 0-16,-5-4 0 0,-2 5 0 0,8 0 0 15,-13-5 0-15,5 1 0 0,-4-1 0 16,-2 1 0-16,0-5 0 0,-6 2 0 0,0-5 0 16,-6 4 0-16,-8-4 0 0,8 0 0 0,-13 1 0 15,5-3 0-15,-4-2 0 0,-9 0 0 16,7-3 0-16,-6 4 0 0,7-4 0 0,-1 0 0 15,1 0 0-15,0 0 0 0,-1-4 0 16,7 4 0-16,0-3 0 0,0 0 0 0,-1-5 0 16,2 3-94-16,-8-2-677 0,7 0-300 0,-7-4-172 15,1 4-29-15,0-5 72 0,-8-2 133 16,1 3 240-16,-6-3 320 0</inkml:trace>
  <inkml:trace contextRef="#ctx0" brushRef="#br0" timeOffset="22771.34">2279 6242 15 0,'6'4'333'15,"1"-4"98"-15,0 0 82 0,-7 0-1 0,6-4 51 16,-6-3-2-16,0 0-39 0,0-1-45 16,0-3-37-16,-6 0-51 0,-1-1-63 0,-6 3-55 15,7-2-38-15,-8-1-30 0,1 1-20 16,1 0-23-16,-2 8-25 0,2-4-23 0,-8 7-25 15,0 0-20-15,1 3-18 0,-1 1-10 0,0 7-3 16,1-1-4-16,-1 9 5 0,1-2 2 16,6 6 0-16,0 3 0 0,0 0 6 0,6 6 10 15,1-2 5-15,0 0 6 0,12 2 6 16,-6-3 8-16,6-3 2 0,8 0 1 0,-1-4 2 16,-1-4 1-16,8-3 1 0,0-1 5 15,-1-7-2-15,7 1-5 0,-6-4-9 0,6-4-8 16,-7-4-9-16,7 1-12 0,-6-5-17 15,-1-3-30-15,1 0 0 0,-7-3 0 0,0-1 0 16,-7-4 0-16,-6 1 0 0,0-4 0 16,0 0 0-16,-6-4 0 0,-14 1 0 0,8-1 0 15,-8 0 0-15,-6 1 0 0,7 3 0 0,-8 4 0 16,8 2 0-16,-8 2 0 0,8 3 0 0,0-1 0 16,6 6 0-16,6-2 0 0,0 5 0 15,1 0 0-15,0-2 0 0,6 5 0 0,0 0 0 16,6 0 0-16,7 5-33 0,0-2-23 15,6 0 3-15,1-3-2 0,6 5-5 0,0-2 1 16,1-3-4-16,5 0 2 0,-6 0 6 0,7-3 10 16,-8-2 11-16,9-1 8 0,-9-1 11 15,1-2 6-15,-6 2 6 0,0-4 3 0,-8 1 3 16,1-5 4-16,1 0 4 0,-8 1 5 16,-6-5-1-16,6 1 5 0,-12-4 3 0,6 0 3 15,-6 0-1-15,-1-4 4 0,0 5 7 16,1 2 8-16,-1-4 8 0,1 9 1 0,0-4 3 15,-1 6-3-15,0 2-8 0,7 3-13 0,-6-1-14 16,6 5-9-16,-6 3-7 0,6 3-3 16,-8 5-2-16,8 6-1 0,0 4 0 15,0 9 4-15,8 2 7 0,-2 7 20 0,0 4 3 0,1 7-30 16,6 2 0-16,-7 2 0 0,7 7 0 16,1-2 0-16,-8 5 0 0,7-5 0 0,0 2 0 15,-7-6 0-15,1-1 0 0,-1-4 0 16,1-3 0-16,0-3 0 0,-1-9 0 0,0-2 0 15,-6-8 0-15,0 0 0 0,8-7 0 16,-8-4 0-16,0 0 0 0,0-8 0 0,0 1 0 16,0-4 0-16,0-4 0 0,-8 1 0 0,8-1 0 15,-6-3 0-15,0 0 0 0,-1-5 0 16,0 2 0-16,-6-1 0 0,7-5 0 0,0 6 0 16,-8-5 0-16,8 4 0 0,0-4 0 15,-8 1 0-15,8-1 0 0,-1 1 0 0,7 3 0 16,-6-1 0-16,0 2 0 0,6 3 0 0,0-1 0 15,0 0 0-15,0 6 0 0,0-7 0 16,0 6 0-16,0-1 0 0,0 1 0 0,6-5 0 16,-6 5 0-16,6-1 0 0,1 1 0 0,-7-2 0 15,6 2 0-15,1-1 0 0,0-3 0 16,-1 3 0-16,7 1-60 0,-6-1-21 0,-1 4 8 16,0-4 11-16,1 4 11 0,6-3 9 15,-13 3 7-15,7 0 9 0,-7 0 8 0,6 0 6 16,-6-4 6-16,0 4 2 0,6 0 3 0,-6 0 1 15,0 0 0-15,0 0 3 0,0-3 2 16,0 3 0-16,0-5 2 0,0-2 2 0,0 4 3 16,8-4-3-16,-8-1 1 0,0-4 0 15,0 2-2-15,-8 3-1 0,8-3 0 0,0-2 0 16,-6 1 0-16,0 0 0 0,6 3 0 0,-7-3 0 16,7 4-2-16,-7 0-2 0,1 0 0 15,6 0-2-15,-7-2 0 0,7 6-1 16,0 0 1-16,-6-5 2 0,6 8 0 0,0-7-2 15,0 7 0-15,6-4-1 0,1 1 0 0,-1-2-1 16,1 3 1-16,12-6 0 0,-5 4-8 16,5 0-14-16,7 1-23 0,0-5-34 0,0 5-47 15,7-4-65-15,-7-1-72 0,7 5-86 0,-7-5-119 16,0 5-150-16,-1-1-178 0,1-3-151 16,1 3-36-16,-7-3 40 0,-2 2 108 0,2-1 167 15,-7 2 216-15</inkml:trace>
  <inkml:trace contextRef="#ctx0" brushRef="#br0" timeOffset="23380.46">3836 6000 35 0,'0'-3'188'0,"-7"3"22"0,7 0-30 0,-7 0-62 15,7 0-31-15,-6 0-14 0,6 0-12 16,-6-4-15-16,6 4-6 0,-8-4 1 0,8 4 4 15,-6-3 4-15,6 3 3 0,-6-4-3 16,6 0-2-16,0 4-4 0,-6-3-8 0,6 3-10 16,0 0-10-16,0-3-7 0,-7 3-13 15,7 0-23-15,0 0-28 0,-7 0-36 16,7 0-61-16,-6 0-76 0,-1 0-31 0,1 0-1 16,0 0 14-16</inkml:trace>
  <inkml:trace contextRef="#ctx0" brushRef="#br0" timeOffset="25442.41">3686 6154 344 0,'0'-4'501'0,"0"-3"103"0,0 0 103 0,0 0-30 15,0 3-37-15,0-7-69 0,0 7-55 0,0 1-69 16,0-5-84-16,0 8-91 0,0 0-81 15,0 0-61-15,0 4-26 0,6 3 1 16,-6 5 13-16,7 2 20 0,-1 4 20 0,1 0 9 16,0 4-12-16,-7 1-27 0,6-5-27 15,0 4-29-15,0-4-22 0,2-3-16 16,-2 4-15 0,0-5-6-16,1-3-7 0,-7 3-18 15,6-6-42-15,-6 3-62 0,7-4-76 0,-7-3-104 16,0-1-156-16,-7 1-178 0,7-8-173 15,-6 4-144-15,-7-7-32 0,-1 0 43 0,2-4 128 16,-1-1 177-16,0-2 204 0</inkml:trace>
  <inkml:trace contextRef="#ctx0" brushRef="#br0" timeOffset="25582.96">3660 6041 395 0,'6'-19'551'0,"-6"6"69"0,0-3 43 0,0 5-71 15,0 1-179-15,6-2-152 0,-6 1-123 16,0 4-123-16,7 3-127 0,-7 4-141 0,7 0-142 15,6 0-150-15,-7 0-58 0,8 4 14 16,4-4 63-16,-4 4 103 0</inkml:trace>
  <inkml:trace contextRef="#ctx0" brushRef="#br0" timeOffset="25992.48">3946 6000 21 0,'6'11'399'0,"2"-3"57"15,-8-1 47-15,0 1 48 0,0-1-51 0,0 4-71 16,0 4-36-16,0-1-5 0,6 4-3 15,-6 0-21-15,6 1-55 0,1 6-51 0,-1-2-45 16,1-1-35-16,0 3-28 0,-1 1-22 16,0-4-19-16,0 0-16 0,2-4-9 0,-2-3-10 15,0-1-8-15,-6 1-5 0,7-7 8 16,-7-1 20-16,0 0 27 0,7-3 25 0,-14-4 16 16,7 0 2-16,-7-4-12 0,1 0-26 15,0-6-36-15,-2 2-30 0,-4-7-25 0,6 1-12 16,-1-4-10-16,0-1-4 0,1-3-2 15,-1 0-2-15,7 0 0 0,7 0 0 0,-1-1 0 16,1 6 0-16,0-2 0 0,5 5-1 16,2 0 1-16,-2 2 0 0,8 1 0 0,-7 4 0 15,7 0-2-15,-1 3 0 0,-6 4-3 16,6 0 0-16,1 7 3 0,-6 1 2 0,5 6 5 16,-6 1 10-16,0 0 18 0,-7 4 10 15,8 2 7-15,-8 2 8 0,7-3 2 0,-6 3-1 16,-1-2-9-16,0 5-10 0,1-3-4 15,-1-1-8-15,1 0-7 0,0-4-25 16,-1 1-44-16,0-5-72 0,1 0-90 0,-7-3-103 16,7-3-153-16,-7-5-187 0,6 1-187 15,0-8-156-15,1-3-33 0,-1-4 37 16,1-4 122-16,0-7 183 0,-1 4 217 0</inkml:trace>
  <inkml:trace contextRef="#ctx0" brushRef="#br0" timeOffset="26228.44">4455 6154 7 0,'0'-11'479'15,"0"4"140"-15,0-4 125 0,0 3 106 0,0 1-38 16,0 0-136-16,0 0-124 0,-8 3-122 16,8 4-114-16,0 0-89 0,0 4-60 0,8 3-28 15,-8 4-2-15,6 7 16 0,0 4 21 16,1 4 11-16,-1 3-1 0,1 1-9 0,-1 6-14 16,1 0-19-16,-1 6-21 0,1-3-21 15,0 3-21-15,-1-3-24 0,-6 1-18 0,6-6-16 16,1 3-7-16,0-10-10 0,-7 0-25 15,6-1-43-15,-6-8-56 0,0-3-79 0,6-5-113 16,-6-2-156-16,0-8-159 0,7-4-156 16,-7-3-147-16,0-8-69 0,0 1 32 0,-7-8 118 15,1-3 158-15,0-6 185 0</inkml:trace>
  <inkml:trace contextRef="#ctx0" brushRef="#br0" timeOffset="26531.38">4441 6206 440 0,'0'-15'563'0,"0"-4"103"15,0 8 95-15,0-3-46 0,6-1-122 0,2 0-94 16,-2 1-74-16,7 3-73 0,0-3-70 16,6 6-53-16,1-3-40 0,0 4-35 0,5 3-29 15,1 0-17-15,7 1-10 0,-1 6-9 16,1 1-6-16,0 0 5 0,-8 3 11 0,8 4 16 16,-7 0 16-16,0 0 20 0,-6 4 22 15,-1-5 14-15,-5 5 16 0,-2-4 12 16,2 5 16-16,-14-6-4 0,6 5-227 0,-12-1 0 15,-1-3 0-15,0 3 0 0,-5 2 0 16,-8-2 0-16,1 0 0 0,-7 1 0 0,0 0 0 16,-1-1 0-16,1 2 0 0,0-5 0 15,0 4 0-15,1-5 0 0,5 1 0 0,7-4-379 16,-7-3-201-16,14 0-148 0,0-4-163 16,6-4-172-16,0-3-37 0,6-4 40 0,0-3 119 15,7-5 186-15,0 1 225 0</inkml:trace>
  <inkml:trace contextRef="#ctx0" brushRef="#br0" timeOffset="27079.59">4903 6117 237 0,'14'-3'524'0,"-8"3"93"0,1 0 104 15,-1 0 36-15,-6 3-84 0,0 5-106 0,6-1-81 16,-6 8-56-16,0-3-71 0,0 1-67 16,0 1-60-16,0 6-49 0,8-3-33 0,-2-1-29 15,0 2-27-15,0-3-23 0,2-1-21 16,4-3-17-16,-5 3-15 0,6-6-7 15,6 0-3-15,-5-5-2 0,-2 1-5 0,8-4-1 16,-7-4 0-16,0-3-5 0,0 0-2 16,-7-5 0-16,1-2 0 0,0-1 3 15,-7 1 0-15,0-5 1 0,0 0 2 0,0 5 1 16,0 3 4-16,0-3 1 0,0 7 2 16,0-1 0-16,0 0-4 0,-7 6 3 0,7 2-2 15,0 2 0-15,0 3-1 0,7 1 0 16,-7 2 4-16,6 6-4 0,1-2-1 0,-1 2-2 15,0 5 1-15,1-5 0 0,6 5 1 16,-7-5-2-16,8 4 0 0,-1-6 2 0,0 2-1 16,0-3 2-16,-1-4-1 0,2 1 2 15,-1-8-1-15,0 4-2 0,0-8 1 0,0 4-1 16,0-8 0-16,0-2 0 0,-6-1-1 16,6-5-1-16,-7 2 1 0,-6-4-2 0,6-4 0 15,-6 0 2-15,-6-4 1 0,6 1 1 16,-6-5 0-16,-1 1 11 0,1-4 15 0,6 4 25 15,-7 2 26-15,0 2 28 0,1 3 26 16,6 8 7-16,-6-1-6 0,6 4-18 0,0 0-24 16,-7 4-27-16,7 4-25 0,0 3-19 15,7 3-9-15,-7 8-10 0,6 0-2 16,0 8 0-16,1 2 3 0,6 5 0 0,0 3 2 16,0 4 2-16,0 0 1 0,-7 0-1 15,8 0 2-15,-8-4-1 0,1 4-12 0,-1-3-39 16,1-5-65-16,-7 1-89 0,0-5-131 15,0-5-196-15,0-5-234 0,0-1-235 0,0-6-90 16,-7-8 6-16,1 1 83 0,-1-8 172 16,-5 0 235-16</inkml:trace>
  <inkml:trace contextRef="#ctx0" brushRef="#br0" timeOffset="27298.29">5281 6140 355 0,'-13'-4'704'0,"13"4"124"0,-6-4 88 16,0 4 40-16,6-3-163 0,0 3-213 0,6-4-162 15,0 4-97-15,7 0-65 0,7-3-51 16,0-2-40-16,6 2-26 0,-1-1-25 0,9 1-18 16,-2-1-19-16,1 0-16 0,-1 1-17 15,-6-5-12-15,7 5-12 0,-14-1-7 16,1 1-8-16,0-2-26 0,-14 2-57 0,6 3-86 16,-5-3-131-16,-7 3-170 0,7 0-207 15,-7 0-207-15,-7 3-110 0,7-3-5 0,-7 0 83 16,7 0 147-16,0 0 196 0</inkml:trace>
  <inkml:trace contextRef="#ctx0" brushRef="#br0" timeOffset="27782.44">6545 6041 7 0,'13'-7'535'0,"0"-5"120"0,-6 1 83 15,-7 0 78-15,0 0-40 0,0-3-159 16,0 3-169-16,-7 0-98 0,0 0-75 0,-5 4-71 16,-8-5-69-16,7 5-55 0,-13-4-36 15,6 8-23-15,-6-1-9 0,7 0-4 16,-7 4-3-16,6 0-5 0,7 4 0 0,-7 0 2 16,8 3-4-16,5 0-2 0,0 5-1 15,1-5 0-15,6 4 0 0,6-1 0 16,1 1 3-16,6 0 1 0,0 0 0 0,7 0-2 15,6 4 0-15,-6-4 0 0,12-1 1 16,-7 6 2-16,2-5 0 0,-1-1 1 0,0 2 3 16,0-1 12-16,0 3 13 0,-7-2 14 15,7 2 14-15,-12-3 16 0,5 3 9 0,-5 2 6 16,-2-2 8-16,-6-2 6 0,1 2 6 16,0 0 2-16,-7-3 8 0,-7 0 4 15,0 0 1-15,1 0 2 0,-6-4 0 0,-2 1 3 16,-5-5 0-16,-1 1 1 0,0 0-7 15,1-4-10-15,-7 0-9 0,0-4-6 0,6 0-10 16,-6 1-11-16,7-1-12 0,-1-3-28 16,1 0-36-16,-1-1 0 0,0 1 0 0,8-4 0 15,-2 4-150-15,8-1-109 0,0-3-123 16,6 4-169-16,6-3-190 0,0 1-198 0,1-1-131 16,12-2-4-16,-5-1 64 0,5 1 142 15,1-3 201-15,0 0 237 0</inkml:trace>
  <inkml:trace contextRef="#ctx0" brushRef="#br0" timeOffset="28001.16">6708 6022 216 0,'12'0'646'0,"-5"0"131"0,0 0 90 0,-1 0 75 15,1 0-141-15,-7 0-171 0,6 4-150 0,0 0-75 16,2 2-32-16,-2 2-21 0,0 7-17 16,8-1-11-16,-8 1 1 0,7 4-4 15,-7 3-13-15,1-4-219 0,0 1-89 0,-1-1 0 16,0 1 0-16,1-2 0 0,0-2 0 15,-7 0 0-15,0-4 0 0,0 0 0 0,6-1 0 16,-6-2 0-16,-6-1 0 0,6-3 0 0,-7-1-363 16,0-3-437-16,1-3-277 0,0-5-144 15,-8 1-21-15,1 0 73 0,1-8 157 16,-2 1 241-16,8-5 315 0</inkml:trace>
  <inkml:trace contextRef="#ctx0" brushRef="#br0" timeOffset="28126.1">6702 5982 467 0,'-8'-4'576'0,"2"1"62"0,0-5 31 16,-1 5-119-16,1-5-166 0,6 5-216 15,0-4-224-15,0 3-229 0,0 0-195 0,6 1-105 16,7-1-47-16,1 1 23 0,-2-5 103 16</inkml:trace>
  <inkml:trace contextRef="#ctx0" brushRef="#br0" timeOffset="28814.72">6923 5942 141 0,'0'4'650'0,"0"-4"144"0,0 0 98 15,0 0 84-15,6-4-89 0,0 4-195 16,1-4-193-16,6-3-108 0,0 4-69 0,7-2-60 16,0 2-53-16,-1-1-44 0,1 1-33 15,-2-1-29-15,9 4-27 0,-7 0-27 0,6 0-16 16,-7 0-14-16,1 4-10 0,-1-1-3 15,0 4-2-15,-5 1 10 0,-1 3 9 0,0 3 15 16,-13 5 23-16,0-1 25 0,-7 4 26 16,1 4 15-16,-7 0 14 0,-7-1 6 0,0 0-16 15,-5 1-131-15,5 3 0 0,-6-3 0 16,6-4 0-16,1 0 0 0,-1 0 0 16,1-4 0-16,6-3 0 0,0-3 0 0,-1-2 0 15,8-2 0-15,0-5 0 0,6 5 0 16,-6-8 0-16,6 3 0 0,6-3 0 0,0 0 0 15,0 0 0-15,14-3 0 0,-7-1 0 16,13 0 0-16,0 1 0 0,7-1 0 0,6-3 0 16,0 0 0-16,0-1 0 0,0 0 0 15,7-3 0-15,-7 1 0 0,0-1 0 0,-7 0 0 16,8-4 0-16,-15 0 0 0,8 4 0 16,-7-4 0-16,-6 1 0 0,0 0 0 0,-8-2 0 15,-5 2 0-15,-1 3 0 0,-6-4 0 16,0 4 0-16,-13 0 0 0,1 1 0 0,-2-1 0 15,-6 3 0-15,1 1 0 0,0 3 0 16,0 0 0-16,-1 4 0 0,0 0 0 0,1 4 0 16,5 0 0-16,-5 0 0 0,6 3 0 15,0 0 0-15,0 4 0 0,0-4 0 0,0 4 0 16,6 4 0-16,7-4 0 0,0 4 0 16,0-1 0-16,7 1 0 0,0 0 0 0,5-1 0 15,8 1 0-15,-1-5 0 0,7 2 0 16,1-1 0-16,-1-4 0 0,0 1 0 0,6-5 0 15,7-3 0-15,-6 0 0 0,6-3 0 16,0-1 0-16,0 0 0 0,0-3 0 16,1 0 0-16,-1-1 0 0,-7-3 0 0,1 4 0 15,-7 0 0-15,-7-1 0 0,1-4 0 16,-8 10 0-16,2-5 0 0,-14-1 0 0,6 0 0 16,-12 6 0-16,0-3 0 0,-8-2 0 15,-5 7 0-15,-7-4 0 0,0-3-216 0,-7 7-836 16,1-4-261-16,-1 1-72 0,1-1 52 0,-1 4 148 15,1-3 261-15,5 3 352 0</inkml:trace>
  <inkml:trace contextRef="#ctx0" brushRef="#br0" timeOffset="34586.75">2234 9876 120 0,'0'-7'335'0,"-7"0"50"0,7 2 48 16,-7-1-52-16,7-2-19 0,-6 2-12 0,6 1 13 15,-6-2 12-15,6 3-3 0,0 1-13 0,0-4-36 16,0 3-55-16,0 4-67 0,0-4-52 15,0 4-19-15,6 4-5 0,-6 3 3 0,6 0 7 16,1 9 17-16,6-2 15 0,-7 4-5 16,1 4-11-16,6 4-8 0,-6 0-11 0,5-1-14 15,-5 4-14-15,0 0-16 0,5 1-20 0,-5-1-19 16,6 1-13-16,-6-1-12 0,-1-4-7 16,0 1-7-16,-6 0-5 0,8-4-3 0,-8-3-7 15,6-2-9-15,-6-2-28 0,-6-4-45 16,6 0-66-16,-8-3-92 0,8-1-126 0,-6-7-128 15,-7 0-123-15,6 0-92 0,-6-7-77 16,7-1-22-16,-7-3 67 0,0-4 105 0,0 1 129 16,0-8 129-16</inkml:trace>
  <inkml:trace contextRef="#ctx0" brushRef="#br0" timeOffset="35467.91">2097 9957 273 0,'-13'-14'441'0,"-1"2"40"15,2-2 58-15,5 3 6 0,-6 4-48 16,7-5-46-16,-1 5-27 0,7 1-12 0,-6 1-37 15,6-2-87-15,6-1-98 0,1 1-62 16,5 3-46-16,8-2-28 0,6 1-22 0,7-2-11 16,-1 3-9-16,7-3-7 0,1 4-2 15,-1-1-1-15,-1 0-1 0,9-3-3 0,-9 4 2 16,1-2 0-16,-6 2 3 0,-7-1-1 0,0 1 4 16,-7-1-3-16,-5 4-1 0,-2-4-4 15,-4 1-2-15,-8-1-1 0,0 4-2 0,-8-7 2 16,2 2 1-16,0-2 4 0,-8 4 3 15,1-5 10-15,1 5 1 0,-2-5 1 0,2 5 1 16,5-1 2-16,-6 1 0 0,6 3-12 0,7-5 1 16,-6 5 0-16,0 0-4 0,6 5-4 15,-7-2 1-15,7 1 0 0,0 3 4 16,0 4 4-16,7 3 8 0,-7 2 4 0,0 2 4 16,6 4 13-16,-6 3 8 0,6 5 13 0,1-1 7 15,-1 4 15-15,1 0 11 0,0 0 0 16,-1 1-3-16,0 1-7 0,1-1 1 0,0-5-7 15,5 4-3-15,-5-7-2 0,-1-1 1 16,-6-3 5-16,0 0 2 0,0-4 0 0,7-4 6 16,-7-2 5-16,0-1 10 0,0-4 6 0,0-3 9 15,-7 4 2-15,7-8-10 0,0 0-8 16,-6-5-20-16,6 2-19 0,-7-5-21 0,7-1-14 16,-6-8-8-16,6 3-8 0,-6-8-2 0,6 1-6 15,-7-1-2-15,14-5-1 0,-7 6 0 16,6-2 2-16,-6 2-1 0,6 3 9 15,7-1-3-15,-6 4-2 0,6 1-2 0,-7 3 0 16,8 1-4-16,-2 5-3 0,2-2 1 0,-1 7 0 16,-1 0 1-16,2 3 0 0,-2 1 2 0,2 8-2 15,-1-2 2-15,-7 0 0 0,8 7 1 16,-2 0 0-16,-6 2 0 0,8-1 2 16,-8 4 0-16,1-4 0 0,6 4-1 0,-6-3 1 15,5 3 1-15,-6-8 1 0,8 1 1 0,-8-1 1 16,8-3-1-16,-1-3 3 0,-7-5-2 15,7 1-1-15,0-4-2 0,0 0 0 16,7-7-1-16,-7 2-2 0,0-5 2 0,7 0 0 16,-8-6-2-16,-5 2 1 0,6 0 0 0,-6-5-1 15,-7 1-2-15,6-1-4 0,-12-3-1 0,-1 4-2 16,0 0-2-16,-6 2 0 0,1 6 1 16,-2-5 1-16,2 8 3 0,-2 0 2 15,-5 3 2-15,5 0 3 0,-5 8-2 0,6-4 5 16,0 6-2-16,7 2-1 0,-8 4 1 0,8 2-2 15,0 5 1-15,6-1 1 0,0 0 1 16,6 4 1-16,-6 0-1 0,6 0 1 16,8 0 3-16,-8-4-3 0,7 1 2 0,0-2 0 0,6 0 2 0,1-4 1 15,0-1 0-15,-1 2 6 0,7-6 0 16,1-1 1-16,-1-4 0 0,6 1-1 0,-6-4-4 16,0-4-4-16,6 4-2 0,-6-3-4 15,-6-1-6-15,0 1-12 0,-1-5-38 0,1 4-62 16,-7 1-79-16,0-2-96 0,-7 3-135 15,7-3-166-15,1-2-169 0,-8 3-159 0,7 1-67 16,0-1 19-16,0 2 99 0,7-7 153 0,0 6 198 16</inkml:trace>
  <inkml:trace contextRef="#ctx0" brushRef="#br0" timeOffset="35891.19">3940 9987 22 0,'12'-23'508'15,"-4"5"114"-15,-2-4 74 0,-6-1 75 16,6 2-58-16,-6 3-161 0,-6 3-140 0,0-3-91 16,-2 3-61-16,-4 4-70 0,-2 1-65 15,2 2-44-15,-8 1-31 0,1 3-21 0,-1 0-13 16,1 8-9-16,5 0 0 0,-6-1-5 16,8 9-3-16,-1-2 0 0,6 1-1 15,1 4 2-15,6-1 1 0,0 5 1 16,0-1 2-16,13 1 3 0,0-1-1 0,-1-4 1 15,8 5-2-15,0-1 3 0,-1 1 1 16,1-5-2-16,0 4 7 0,5 0 13 0,-5 1 22 16,0 3 18-16,-1-4 17 0,-5 1 15 15,-8-2 11-15,6 2 3 0,-4-4 6 0,-8 3 2 16,6-7 10-16,-12 3 6 0,-2-2 5 16,2-1-1-16,-6-4-11 0,-2 0-13 0,-5 1-18 15,-1-5-18-15,-6 2-18 0,0-5-14 16,7 0-15-16,-7-5-12 0,-1 2-7 0,1-5-5 15,7 5-7-15,-1-8-6 0,0 4-8 16,2-5-15-16,4 5-43 0,1-4-66 16,7 0-89-16,6 1-136 0,0 2-176 0,6-3-185 15,1 3-165-15,6-2-100 0,6 2 1 16,1 1 96-16,6 0 155 0,-1-1 187 0</inkml:trace>
  <inkml:trace contextRef="#ctx0" brushRef="#br0" timeOffset="36156.73">4122 10008 67 0,'19'-4'473'0,"-5"-3"96"16,-2 4 112-16,-4-1 87 0,-2-4-94 16,0 8-151-16,1-3-102 0,-1 3-75 15,-6 0-84-15,0 0-40 0,7 8-14 0,-7-1 7 16,6 7 17-16,-6 2 11 0,7 1 5 0,-1 1-19 16,-6 8-28-16,6 0-24 0,-6 3-21 15,8 5-15-15,-2-2-20 0,-6 5-19 16,0-4-14-16,0 3-20 0,6-2-16 0,-6-5-16 15,7 0-13-15,-7 0-8 0,7-6-7 16,-7-3-3-16,0 0-4 0,6-3-7 0,-6-2-10 16,0-4-14-16,0-3-43 0,0-5-58 15,0 1-75-15,0-4-82 0,-6-4-105 0,6-3-123 16,-7 0-97-16,0-4-75 0,1-7-68 16,0 4-71-16,-2-9 13 0,-4-3 84 15,5-3 111-15,-6-4 119 0,0 0 136 16</inkml:trace>
  <inkml:trace contextRef="#ctx0" brushRef="#br0" timeOffset="36406.66">4129 10132 210 0,'-13'-17'420'0,"6"-5"79"0,7 0 99 0,-7 2 11 16,7 3-70-16,0-2-59 0,7 1-46 15,0 3-37-15,6-3-70 0,-1 4-65 0,8-1-35 16,0 4-35-16,-1-4-24 0,7 7-24 16,0-2-18-16,0 3-19 0,7 3-22 0,-7 4-6 15,7 0-4-15,-7 4 6 0,0 3 2 16,-1 1 0-16,2 2 4 0,-8 5 0 0,1-4-2 15,-7 7-5-15,0-3-1 0,-6 4 0 16,-1-5-4-16,-12 4-7 0,-1-3-6 16,-6 2-10-16,0 0-10 0,-7-3-11 0,1 0-11 15,-8 1-7-15,2-1-8 0,-1 1-12 16,0-4-19-16,6 0-48 0,-6-4-82 0,7 0-124 16,5 1-180-16,8-4-225 0,-1 0-237 15,14-8-95-15,-1 0 4 0,1 1 84 0,12-4 162 16,-5-1 221-16</inkml:trace>
  <inkml:trace contextRef="#ctx0" brushRef="#br0" timeOffset="36895.43">4780 10051 406 0,'13'-10'506'0,"0"0"99"16,-1-2 110-16,-4-3-43 0,-8 5-116 16,0-2-77-16,0 2-59 0,-8-1-74 15,2 0-90-15,0 4-72 0,-7-5-34 0,-7 9-29 16,8-4-18-16,-8 3-19 0,0 4-12 15,-6 4-10-15,7-1-18 0,-1 4-16 0,-6 0-8 16,7 5-6-16,-1 2-2 0,0 4-1 16,7-3-1-16,-6 7 4 0,6-4 13 0,7 1 6 15,-1 3 2-15,7-4 4 0,0 1 5 16,0-2 1-16,7-2-5 0,-1-4 0 0,0 0 3 16,8-4 0-16,-2 1-4 0,8-4-6 15,-7-4-7-15,7-4 1 0,-1 1 1 0,1-2 7 16,-8-2 11-16,8-4 11 0,-7 4 13 15,0-7 10-15,0-1 2 0,-6-3-2 16,6 2-2-16,-7-1 3 0,0-3 2 0,2 3 3 16,-2 2 6-16,0 0 8 0,-6 5-1 15,7 3-11-15,-7-1-16 0,0 4-18 0,0 1-16 16,6-1-16-16,-6 8-10 0,0 3-7 16,0 1 0-16,0 2-3 0,7 5 2 15,-7 4-2-15,7-1-2 0,-1 1 0 0,0 1 0 16,0 3 2-16,2-2-2 0,4 2-1 15,-5-4 4-15,6-1-6 0,0-1-8 0,1-1-28 16,-2-6-53-16,-6 1-81 0,8-3-108 16,-1-5-153-16,-1-3-174 0,8 0-167 15,-6-7-144-15,-2 0-89 0,8-4 18 0,-1 0 107 16,-5-4 158-16,5-3 180 0</inkml:trace>
  <inkml:trace contextRef="#ctx0" brushRef="#br0" timeOffset="37361.37">5177 9946 53 0,'0'-18'443'0,"0"3"83"0,0 1 97 16,-6-1 98-16,6 5-83 0,-7-2-124 16,0 4-77-16,1 1-65 0,0 3-82 0,-1 1-78 15,-6 3-50-15,6 3-29 0,-5 1-8 0,-2 6 3 16,8 2 9-16,-7 3 2 0,0 2-2 16,6 3-5-16,-5 5-6 0,4 1-6 0,2-1-3 0,6 2-11 15,-6-2-7-15,12 0-4 0,-6 1-6 16,6-4-5-16,8-4-3 0,-1 0-4 0,0-2-7 15,6-6-10-15,1-2-9 0,0-5-12 16,5-3-10-16,1 0-12 0,1-3-8 0,-1-5-6 16,0-2-2-16,0-2-1 0,0 1 0 15,0-3-6-15,0-5 6 0,-6 5 5 0,0-8 1 16,-8 3-1-16,-5-3 2 0,-1 0 7 16,-6 4 2-16,0-1-1 0,-6 5-2 0,-7 3 1 15,-1 0-3-15,2 3-1 0,-2 1-5 16,-5 7 0-16,-1 0 2 0,8 4 13 0,-8-1 15 15,7 9 21-15,0-1 22 0,0 0 23 16,-1 7 17-16,8-4 16 0,0 6 13 16,6 1 0-16,6-3-114 0,0 4-33 0,2-3 0 15,4 2 0-15,8-2 0 0,-1-5 0 16,7 2 0-16,1-2 0 0,5-3 0 16,7-4 0-16,-7 0 0 0,8-7 0 0,-1 5 0 15,0-10 0-15,1 5 0 0,-8-4 0 16,-7 4 0-16,1-3 0 0,-6-4 0 15,-7 3 0-15,1 1 0 0,-8-5 0 0,-6 0-17 16,-6 6-391-16,-2-6-149 0,-11 0-200 0,-1 5-224 16,2-5-134-16,-9 1-14 0,-5-1 57 15,-1 1 140-15,1-3 217 0,-8-1 272 16</inkml:trace>
  <inkml:trace contextRef="#ctx0" brushRef="#br0" timeOffset="39332.16">6851 9646 177 0,'13'-11'412'0,"0"0"77"0,-6-4 79 16,-1 0 26-16,-6 1-39 0,-6-4-43 0,-1 3-39 15,-6 0-31-15,0 1-37 0,-6 2-68 16,-8 2-60-16,8 2-44 0,-8 5-34 16,2-1-31-16,-1 8-28 0,6 3-22 0,-6 4-17 15,7 4-12-15,-7 3-1 0,12 3 2 0,1 5 2 0,1 3 6 0,5 5 7 16,7 2 2-16,0 1 3 0,7 0 7 0,-1-5-3 16,13 5-10-16,-5-5-12 0,12-2-13 15,0 0-11-15,7-4-19 0,-8-8-16 16,7 0-10-16,2-3-8 0,-2-5-5 0,1-6-8 15,-1 0-8-15,1-1-9 0,-7-6-13 16,-1-5-26-16,-5 1-24 0,0 0-30 16,-7-8-29-16,-7 4-25 0,-6-7-19 0,0 3-7 15,0-7 1-15,-13 4 15 0,7-4 23 16,-8 0 26-16,8 0 31 0,-6 0 37 0,4 4 26 16,2 0 15-16,0 0 7 0,6 2 9 15,-7 2 4-15,14 2-8 0,-7 2 4 0,6-1 2 16,0 4 2-16,8-1-2 0,-8 0 0 15,14 5-1-15,-7 0 2 0,7 3-2 0,6 3-1 16,-7 5 2-16,7-1 2 0,6 4 7 16,-5 0 6-16,5 4 6 0,-6 3 14 0,7 1 13 15,-7 2 9-15,-7 2 11 0,1-2 9 16,0 2 6-16,-14-3 1 0,7 3-7 16,-13-4 1-16,0-1-12 0,0 0-13 0,-7-3-6 15,-5-4-4-15,5 0-4 0,-6-4-2 16,0 1 0-16,0-5 2 0,0-3-3 0,-1 0-2 15,2 0 1-15,-1-8-3 0,0 1-1 16,0-7 0-16,7-1-2 0,-8-7 0 0,8 4-4 16,6-8-4-16,0 0-3 0,0 4-5 15,6-3-7-15,0-1-3 0,8 4-3 16,-1 4-2-16,7-1-4 0,-8 4 1 0,8 1 0 16,-1 7-1-16,1 0-1 0,0 3 0 15,-1 4 2-15,1 0-2 0,-1 7 0 0,-6-3 2 16,7 7 2-16,-7-1-2 0,6 2 0 15,-6-1 0-15,1 0 1 0,5-1 0 16,-6 2 0-16,6-1 1 0,-5 0 0 0,5-3 1 16,-6-5 1-16,6 1-1 0,1-4-2 15,-7 0 3-15,0 0-3 0,7-4-1 0,-7-4-1 16,-7 1 2-16,8 0 0 0,-8-4 0 16,0-1 2-16,-6 2-1 0,6-5 0 0,-12-4-1 15,6 2-2-15,-6 2 1 0,-8-3-3 16,2-1 1-16,-1 5 1 0,-1-1 1 0,2 5 1 15,-8 1 0-15,7 2 0 0,-7 4 0 16,8 3 0-16,-8 3 0 0,6 4-1 16,2 2 1-16,-1 1 0 0,0 1 0 0,0 4 2 15,7 3-1-15,-2 0 0 0,8 1-1 16,0 3 1-16,0-4 3 0,8 3-3 0,-2 2 6 16,7 3 6-16,0-5 5 0,0-2 5 15,7 3 1-15,-1-4 5 0,7-4-4 0,-6 5-5 16,12-4-4-16,1-5-3 0,-1-2-5 15,7-1-2-15,1 1-2 0,11-8-1 0,-5 0-2 16,6-4-1-16,0 0 0 0,1-3 0 16,-15-4 1-16,1 0 0 0,1 0 1 15,-15-3 0-15,1-1 0 0,-6-4 0 0,0 1-2 16,-13-4-3-16,-1 4 2 0,-6-4 0 16,0 4-1-16,-6 0 0 0,-8-1 2 15,1 8 1-15,1-1-1 0,-8 2-2 0,0 3 2 16,1 3-1-16,-1 4-1 0,0 4 1 15,1-1 1-15,-1 4 0 0,8 5-2 0,-8 2 2 16,7 1 0-16,0 0 2 0,6 3-2 16,1 1 2-16,6-5-1 0,0 4-1 0,0-3 0 15,6 2 0-15,1-5 1 0,6-1 0 16,-6-4 0-16,5 0 2 0,8-7-1 0,-7 0-2 16,7 0 0-16,-8-7-1 0,8 0 0 15,-7 1 1-15,0-11-4 0,0 7 3 16,0-5 1-16,-6-3 0 0,5 4 0 0,-4-5 0 15,-2 1 0-15,0 4 0 0,7-2 0 0,-13 2 0 16,7 2 0-16,0 5 0 0,-7 4 0 16,6-1 0-16,-6 1 0 0,6 6-2 15,0 1 0-15,-6 3 0 0,8 4 1 16,-2 0 3-16,0 4-1 0,-6-5-1 0,7 6 1 16,-1-2-1-16,1 1 1 0,0-4-2 15,5 3 2-15,-5-3 0 0,6-3 0 0,0 3 0 16,0-5 0-16,0-1-1 0,7-5 0 15,-8 3 2-15,2-6 1 0,5-2 1 0,-6 2-1 16,0-4 1-16,1 0-1 0,5-1-3 16,-13-6 1-16,7 3-1 0,-6-8 0 15,-1 5-1-15,0-9-2 0,-6 2-1 0,0-5 2 16,0 1 2-16,0-5 0 0,0-2 0 16,0-5 0-16,-6 4 2 0,6 4-2 15,0-1-4-15,0 5 1 0,0 2 2 0,0 1-1 16,0 8 0-16,0 3 0 0,0 0 2 15,0 4-3-15,0 3 1 0,0 1 0 0,0 3 1 16,0 3 0-16,6 4-1 0,-6 4 4 16,8 4 0-16,-8 7 0 0,6 1 1 0,0 2 0 15,1 4 4-15,0 0 0 0,5 4 2 16,-5-4 6-16,6 3 8 0,0-1 6 0,0-2 5 16,0 0 3-16,7-3 3 0,-7 0-1 15,7-5-5-15,-1 2-6 0,7-5-3 0,0-4-4 16,6-3-3-16,-5-3-4 0,5-5-4 15,1-3-2-15,-1 0-3 0,-6-8-2 0,1 5 0 16,-9-8-1-16,2 0-1 0,-7 0 1 16,1-7 0-16,-8 0-2 0,-6 0 0 0,0-5-2 15,0 1 2-15,-6 0-2 0,-1 4-1 16,-6-1-1-16,0 9 3 0,-1 0 0 16,2 2-1-16,-2 4 2 0,2-1 0 0,-1 10-1 15,-1-1-1-15,2-1 0 0,6 8 0 16,-2 0-1-16,2 0 4 0,6 4 3 0,0 3 2 15,0 0 7-15,6 1 8 0,2-1 8 16,-2 1 4-16,0-1 7 0,7 0-32 16,0-3-8-16,0-1 0 0,1 0 0 0,4 3 0 15,2-11 0-15,0 1 0 0,-1 0 0 0,7-7 0 16,1 0 0-16,-1 0 0 0,0-3 0 16,7-1 0-16,-8-3 0 0,1 1 0 0,-6 1 0 15,0-7 0-15,-8 6-114 0,1-5-119 16,-6 0-86-16,-7 0-115 0,0-4-140 0,-13 0-146 15,0 1-136-15,-13-4-114 0,0-1-30 16,-1 1 61-16,-11-1 135 0,-1-2 167 0,-7 2 183 16</inkml:trace>
  <inkml:trace contextRef="#ctx0" brushRef="#br0" timeOffset="39536.87">8668 9572 405 0,'-26'4'512'0,"6"-4"103"0,1 0 126 0,6-4-34 16,7 4-90-16,6 0-76 0,0 0-60 15,12-3-74-15,2 3-105 0,11 0-81 0,1 0-65 16,14-4-48-16,-1 4-32 0,6-3-28 16,7 3-25-16,-6-5-19 0,6 2-13 0,-6-1-15 15,-1 1-48-15,1-5-82 0,-7 5-98 16,-6-1-111-16,-1 0-118 0,1 1-117 16,-7-1-74-16,0 1-26 0,7-2 7 0,-15 5 58 15,9-3 93-15,-1-1 114 0,-6 4 148 16</inkml:trace>
  <inkml:trace contextRef="#ctx0" brushRef="#br0" timeOffset="39911.9">9424 9499 26 0,'12'0'186'0,"2"-3"92"15,-8-1 73-15,-6 0 36 0,0 4-1 16,-6-3 2-16,-1 3 13 0,0 3 4 0,-5 1-7 16,-1 0-23-16,6 6-34 0,-12 2-42 15,11 2-54-15,-4 4-42 0,6 1-25 16,-1 2-21-16,0 1-17 0,7 1-20 0,0-1-20 16,7 3-17-16,0-7-20 0,-1 4-14 15,6-7-8-15,-4 4-6 0,4-8-3 0,2 0-6 16,-1-4 0-16,6-4-5 0,-6-3 9 15,0-3 12-15,-6-1 12 0,6-3 12 0,-7-4 8 16,-6-8 0-16,0 1-13 0,0-4-14 16,-6-7-15-16,-7-3-16 0,6-10-9 0,-6 3-3 15,0-10-2-15,0 5 7 0,0 1 18 16,0-1 21-16,0 7 21 0,7 8 17 16,-2 3 12-16,2 4-5 0,0 8-14 0,0-2-19 15,6 13-16-15,0 0-2 0,-7 6 15 16,14 8 23-16,-7 4 23 0,6 11 22 0,6 0 14 15,-4 10-1-15,4 1-14 0,8 3-22 16,-7 3-20-16,7 1-20 0,-8-3-19 16,8 4-13-16,-7-6-11 0,7 2-8 0,-8-5-4 15,2-2-5-15,-1-2-6 0,-7-6-7 16,1-1-17-16,-7-6-34 0,6-1-63 0,-6-3-81 16,0-5-92-16,0 2-125 0,-6-5-165 15,6-7-178-15,-7 4-163 0,-6-8-86 16,7-3 8-16,-8 0 84 0,2-8 156 0,5 0 199 15</inkml:trace>
  <inkml:trace contextRef="#ctx0" brushRef="#br0" timeOffset="40462.32">11599 9301 119 0,'6'-7'379'0,"-6"-8"44"16,0 1 49-16,0-5 1 0,-6 5-88 16,-1-8-63-16,7 4-9 0,-6-5 8 0,-7 1-6 15,7 4-17-15,-8-4-12 0,1 3-23 16,-6 2-27-16,-1-3-31 0,1 7-24 0,-1 1-23 15,7 2-30-15,-7 2-27 0,0 1-19 16,8 7-3-16,-1 0 3 0,0 7 8 0,0 1 17 16,-1 10 25-16,8-1 23 0,0 6 6 15,0 6 13-15,-1 5 8 0,7-2-2 0,7 9-5 16,-7-1-15-16,6 4-17 0,6 0-24 16,-4 0-24-16,4 0-24 0,1-1-24 0,1-2-18 15,-2-1-10-15,2-7-10 0,-2 1-11 16,-5-5-13-16,6-4-27 0,-6-3-55 15,-1-3-73-15,-6-1-86 0,0-7-121 0,0-3-159 16,-6-6-157-16,-7-2-117 0,-1-2-82 0,2-3-49 16,-8-6 55-16,7 0 130 0,-13-7 161 15,6 4 162-15</inkml:trace>
  <inkml:trace contextRef="#ctx0" brushRef="#br0" timeOffset="41063.93">11241 9606 261 0,'-20'-16'397'16,"7"6"72"-16,-7-1 80 0,8-1 4 0,5 2-38 15,0 2-45-15,1 1-45 0,6 0-48 0,6 0-62 16,1 2-95-16,6-2-79 0,7 4-50 0,6-4-24 0,7 3-13 15,5 0-8-15,1-3-9 0,7 2-3 32,6 3-2-32,-6-6-5 0,-1 5-5 0,-5-1-7 15,-2 0-3-15,-11 0 0 0,-8 4 9 16,1-2 8-16,-8 2 8 0,-5 2 1 0,-7 2 18 0,-7 0 10 0,1 3 9 0,-7 1 8 16,0 3 4-16,-6 3 5 0,5 5-8 15,1-5-9-15,0 4-12 0,7 1-7 0,-7-1-4 16,13 1-7-16,0-1 1 0,6 1-7 0,1-2-3 15,6-2-9-15,0 0-1 0,7-1-2 16,-1-6-11-16,1 2-1 0,-1-6-5 16,7 0-1-16,-6-4-5 0,-1 0 1 0,-6-4 5 15,1-3 6-15,-8 0 10 0,0-1 3 16,1-6 6-16,-7-1 2 0,-7-3-8 0,1-1-8 16,-8-7-5-16,8 1-6 0,-7-5-7 15,13 1 1-15,-7 4 5 0,1-2 5 16,6 6-1-16,6 3 3 0,1 3 0 0,-7 0-4 31,13 4-2-31,1 4-3 0,-2 4-3 16,8-1 0-16,-1 8 0 0,1-1 3 0,6 1-1 0,0 7-1 0,0 3-1 0,0 0-1 31,0 9-1-31,0-2 1 0,0 2 6 0,-7 3 9 0,1-4 5 0,0 3 7 0,-14-3 2 16,1 1 5-16,-1-2 8 0,-6-2 3 15,-6-1 12-15,-1-7 11 0,-6 3 16 0,6-7 17 31,-5-2 18-31,6 2 10 0,-8-7 3 0,8-4 1 16,-7 1-1-16,6-5-8 0,0-3-17 16,-5 0-15-16,6-3-21 0,6-5-71 15,0 1 0-15,0-7 0 0,0-1 0 0,6-4 0 0,0-2 0 16,0 2 0-16,8 1 0 0,-1 2 0 16,-7 7 0-16,8 1-6 0,-2 1-124 0,1 6-69 15,-6 2-79-15,6 2-94 0,0 5-124 0,-6-1-154 16,5 4-176-16,2 0-165 0,-2 0-39 0,1 4 35 15,1-4 107-15,-2 0 172 0,2-4 223 16</inkml:trace>
  <inkml:trace contextRef="#ctx0" brushRef="#br0" timeOffset="42832.99">13605 9324 335 0,'-20'-11'479'0,"8"-5"108"0,-8 1 90 16,7 1-15-16,6 0-110 0,-6 3-117 15,7 0-84-15,6 0-82 0,-7 3-78 0,7 5-67 16,0-1-45-16,0 4-15 0,7 7-13 16,-7 1 0-16,6 6 19 0,0 5 14 15,8 3 14-15,-8 7 13 0,1 0 5 0,5 0 6 16,-4 4-2-16,-2-3 4 0,0-1 4 16,0 1-5-16,2-5-7 0,-2-3-11 0,-6-4-10 15,6-3-10-15,-6 0-5 0,7-5 9 16,-7-1 6-16,0-7 3 0,0 3-2 0,0-5-6 15,0-5-15-15,-7-2-22 0,7-4-16 16,-6 0-14-16,6-4-9 0,-6-3-7 0,-2-3-3 16,8-1-2-16,0-5-2 0,0 2-1 15,0-4-2-15,8 0 0 0,-2-1-3 16,7 5 1-16,-7-1-2 0,8 3 4 0,-2 6-2 16,2-2 0-16,5 5 1 0,-6 3-2 15,6 0 3-15,-5 2-3 0,-2 7 1 0,8 2 2 16,-7 0-1-16,7 2 4 0,-8 3-2 15,8 7 0-15,-7-2 1 0,0 5 1 16,0-1 1-16,1 8-1 0,-2-4 2 0,1 4-1 16,0 4-1-16,-6-3 1 0,-1 2 3 0,1-3-2 15,0 0 0-15,-1 0 3 0,0-5 4 16,-6-1-1-16,0-2 0 0,0 1 8 16,0-4 4-16,-6-4 8 0,6 1 6 0,-6-5 6 15,6 1 4-15,-7-4-5 0,7-4-4 16,-7-3-8-16,1 0-8 0,-7-4-8 0,6-1-3 15,1-5-2-15,-1 2 0 0,7-7-3 16,-6 0-1-16,6-3 0 0,0-5-2 16,0 1 0-16,6 0 0 0,1-1-1 0,6 4 0 15,0 1 0-15,0 3 0 0,6 2-1 16,1 3-4-16,-1 7 3 0,7-2-1 0,-6 5 1 16,6-1-1-16,-7 8 2 0,8 4 0 15,-8 3 1-15,-6 1-2 0,7 7 2 0,-7-1 1 16,0 4 0-16,0 1 0 0,-7 3-2 31,1 3 2-31,6-3-1 0,-7 3 1 0,1-2-1 16,6 3 0-16,0-5 2 0,0 1-1 15,0 0 2-15,1-7-1 0,4-1-1 0,2 2 2 16,-1-9 0-16,-5 0-2 0,6-3 2 16,-1-1-1-16,1-3 0 0,-2-3-1 0,-4-1 0 15,-1 1 2-15,0-1 0 0,0-3-1 16,-7 3 1-16,2-3 3 0,-2-1-3 0,-6 1-1 15,6-1 2-15,-6 1 1 0,0-5-2 16,0 6-1-16,0-2 2 0,0-3-3 16,0 4 0-16,-6-4-3 0,0 4 2 0,-2-4-2 15,2-4-1-15,0 8 1 0,-1-4-1 16,-6 4 1-16,6-5-1 0,1 9 1 0,-8-5-1 16,2 5 1-16,6-1 2 0,-8 4-1 15,1 0-1-15,1 4 2 0,-2-1 1 0,2 5 0 0,-2 0 0 0,8 2 3 0,-7 5-1 16,6-1-2-16,0 5 2 0,1-1 0 31,6 0 0-31,0 1-1 0,6 3 1 0,8-5 0 16,-8 3-1-16,13-3 5 0,-5-2 0 0,6 0 0 0,-1-4 1 0,1 0 3 0,6-4 3 31,0 1-1-31,-1-5 6 0,1 1 2 0,7-8 1 0,-7 4 0 0,0-3 3 0,1-5-1 31,-9 5 1-31,-4-4 2 0,-1-5 4 0,0 5 1 0,-6-4-5 0,-7-3-3 0,6-1-5 16,-12 0-5-16,6-4-6 0,-7 1-3 31,-6-1-3-31,6-1-2 0,1 1 1 0,-8 1 0 0,8-1 0 0,0 5 0 0,0-2 1 16,-1 6 1-16,0-1-1 0,1 3 0 15,6 1-1-15,0-1 1 0,-7 5-4 0,7 3 0 16,7-3-4-16,-7 3 2 0,0 3 1 16,6 0-2-16,1 5 2 0,0-1 2 0,-1 4 2 15,0 5 0-15,0-2 0 0,2 4 1 16,-2 1 2-16,0-1-1 0,1 4-1 15,-1-5 2-15,1 6-1 0,-7-4-2 0,7-1 0 32,-7 0 2-32,6-3-1 0,-6-1 4 0,0-3-2 0,0 1 4 0,6-5 4 0,-6 0 3 15,0-7 5-15,-6 4-1 0,6-4 2 32,0-4 0-32,-6 0-5 0,6-6-4 0,-7 2-5 0,0-7-3 0,1 1-1 0,6-5-2 15,-7-2 0-15,7-1-4 0,0-4-2 31,0 1-2-31,7-1-3 0,-7 0-1 0,6 0 2 16,8 5 2-16,-8 2 2 0,7 4 2 0,-6 1 1 0,5 3-1 0,2 0 2 0,-1 6-1 16,6 2-1-16,0 0 2 0,-5 6-1 15,-1 0 2-15,6 5 1 0,-6 3 0 0,7 0-1 16,-7 8 1-16,0-5 0 0,0 4 0 16,0 5-1-16,0-2-1 0,0 2 2 0,-6-2 0 15,-1 1 0-15,1 0 1 0,-1-4 1 16,0 1 0-16,1-4 3 0,-7 0 0 31,7-8 2-31,-7 4 1 0,0-8 3 0,6 5 8 16,-6-5 7-16,-6 1 3 0,6-8 1 15,0 1-1-15,-7-1-3 0,7-7-6 0,-7 0-10 0,1 0-3 0,0-3-1 0,-1-6-1 32,1 3 0-32,6-5 0 0,0-3 0 0,0-1 0 0,0 0-1 0,6 0 1 0,1 5 0 15,5-2-4-15,-5 1 0 0,6 4 2 16,1 3-3-16,-2 4-1 0,8 0 0 15,-7 4 0-15,7 2 0 0,-1 3-1 0,0 2 0 16,0 2-1-16,-5 7 2 0,6 2 0 16,-8 0 1-16,1 3 1 0,-6 5 2 0,6-2 2 15,-7 2-1-15,8-1 0 0,-14 1 2 16,6 3-1-16,0-4-2 0,1-3-4 0,-7 4-12 16,0-5-39-16,7-3-75 0,-7 1-101 15,0-2-134-15,6-3-192 0,1-4-225 16,-1 2-206-16,0-5-114 0,8-5 0 0,-2 2 82 15,8 0 167-15,-7-9 222 0,7 5 237 16</inkml:trace>
  <inkml:trace contextRef="#ctx0" brushRef="#br0" timeOffset="43166.93">15591 9257 143 0,'-6'-7'525'0,"-1"-5"125"15,-6 2 113-15,-6 3 96 0,5-1-126 0,2 1-129 16,-8 2-104-16,7 5-93 0,-7 5-79 0,8-1-66 15,-8 7-51-15,7 0-35 0,7 7-25 16,-8 0-22-16,8 1-26 0,6 2-25 16,-6 5-17-16,12-4-17 0,-6 4-11 0,6-4-11 15,8 0-7-15,-8-4-2 0,7-3-3 16,0 0 2-16,6-4 9 0,-5-4 14 0,5-3 18 16,1-4 21-16,0-4 26 0,-2 0 30 15,2-3 17-15,-7-5 13 0,1 2 4 0,-2-5-6 16,2 0-18-16,-8-2-27 0,-6-2-49 15,0-3-64-15,0 0 0 0,-6-3 0 0,-8-2 0 16,2 6 0-16,-2-5 0 0,1 8 0 16,-7-1 0-16,8 1 0 0,-8 7 0 15,7 1 0-15,-7 5 0 0,0 2 0 0,2-1-43 16,4 8-153-16,-5-1-109 0,5 2-135 0,8 2-193 16,0 0-229-16,0 4-200 0,6-4-53 15,6 0 39-15,0-2 105 0,0 1 187 0,2-2 249 16</inkml:trace>
  <inkml:trace contextRef="#ctx0" brushRef="#br0" timeOffset="43824.99">15572 9162 425 0,'13'-11'575'0,"-7"0"118"0,8 0 95 0,-2 0-33 16,2 4-129-16,5-4-108 0,-6-1-96 0,6 6-93 15,1 2-69-15,-1-3-56 0,1 7-40 16,0-4-26-16,-1 4-16 0,1 4-15 0,-1 3-10 15,-6 0-8-15,7 4-2 0,-1 0 4 16,1 4 6-16,0 3 8 0,-1 0 7 16,-6 5 12-16,6 2 0 0,-5 1 0 0,-2-1-6 15,2 5-11-15,-1-4-9 0,-7-1-23 16,0 0-11-16,1-2-10 0,-7-2-10 0,0-2-7 16,0-5-8-16,-7 1-5 0,7-4-3 15,-6-1-2-15,0-1-2 0,-7-6 1 0,6 1 1 16,-6-4 3-16,0-4 0 0,0 1-1 15,6-6-2-15,-6 2 1 0,0-3-2 0,1 0-3 16,4-10-1-16,2 6-1 0,0-8-5 16,-1 4-2-16,7-4-3 0,7-5 0 15,-1 6-1-15,0-2-2 0,2 2 0 0,4 6-2 16,1-3 1-16,0 8 1 0,7-2-4 16,-7 5 2-16,7 0-3 0,-7 3 3 0,6 0-2 15,-6 4-1-15,7 4 3 0,-7-4 1 16,6 4 1-16,0-4-2 0,-5 3-3 15,-1-3 0-15,0 0-4 0,0-3-1 0,-1 3-3 0,-4-8 1 16,-2 5 2-16,0-4-2 0,1-1 2 16,-7 0 1-16,0-3 2 0,0 1 2 0,0-2 2 15,-7 1 1-15,1 4-1 0,6-4 3 16,-6 3 0-16,6 5-2 0,0 0-1 16,-8-1 3-16,8 8-1 0,-6-1 1 0,6 8 2 15,0 4 2-15,0 3 5 0,6 8 2 16,-6 3 5-16,8 0 7 0,-8 8 9 0,6 3 10 15,0 1 11-15,1 3-9 0,6 3-44 16,-7-3 0-16,1 0 0 0,-1-4 0 16,8 0 0-16,-8-4 0 0,-6-5 0 0,6-2 0 15,-6-8 0-15,0 2 0 0,0-9 0 0,-6-2 0 16,0-1 0-16,-8-4 0 0,1 0 0 16,-6-7 0-16,0 4 0 0,-8-4 0 15,8-4 0-15,-8 1 0 0,2-1 0 0,-1-3 0 16,0 3-43-16,0-8-332 0,-1 5-171 15,8-4-221-15,-1-3-248 0,1-1-129 16,0-3-7-16,-1-5 68 0,7-2 155 0,0-1 232 16,0-6 283-16</inkml:trace>
  <inkml:trace contextRef="#ctx0" brushRef="#br0" timeOffset="44355.69">18034 9238 15 0,'13'5'327'0,"-1"-2"-21"0,2-3-70 16,-8 0-67-16,0 0-219 0,1-3-117 0,-7 3-18 15,0-5 76-15,0-1 155 0,-7-2 170 16,-5-3 126-16,5-1 72 0,0-1 32 0,1-1 14 16,0-2-20-16,-1 2-49 0,-6-1-51 15,6 8-43-15,-5-4-39 0,-2 7-52 0,2 4-44 16,-8 4-31-16,1-1-8 0,-1 8 2 16,0 8 4-16,1-1 5 0,5 8 4 0,-5-1 7 15,6 8 10-15,7 0 9 0,-1 4 10 16,1 3 7-16,12-3 3 0,1-1-3 0,-1 1-10 15,14-4-14-15,-1-4-15 0,1-7-17 16,6 0-13-16,6-7-10 0,-5-3-5 16,5-5-2-16,1-7-3 0,-1-5 2 0,1-2 5 15,-7 0 0-15,0-8 0 0,-7-3-8 16,-6-4-7-16,0 0-76 0,-13-7-8 16,-6-1 0-16,-1 1 0 0,-6-4 0 0,-6 4 0 15,-1 0 0-15,-6-1 0 0,0 8 0 16,0 0 0-16,0 3 0 0,-6 9 0 0,6 0 0 15,-1 2-100-15,7 4-118 0,-5-1-96 16,12 5-126-16,0 0-168 0,6 0-192 0,0 0-197 16,7 5-73-16,7-1 18 0,0-1 93 15,6-3 164-15,7-3 217 0</inkml:trace>
  <inkml:trace contextRef="#ctx0" brushRef="#br0" timeOffset="44605.64">18346 9078 207 0,'19'-15'674'0,"-5"1"127"15,-1-1 99-15,0-3 101 0,-7 6-77 16,-6-2-244-16,7 6-160 0,-7 1-108 16,6 0-88-16,-6 3-92 0,6 4-69 0,-6 4-40 15,0 7-13-15,8 3 6 0,-2 9 6 0,-6 2 9 16,6 5-4-16,8 6-12 0,-8 1-16 16,0 3-17-16,1 8-13 0,6-4-15 15,-6 4-18-15,-1-1-10 0,7-3-10 0,-6 0-6 16,-1-4-4-16,0-3-4 0,1-8-11 15,-1-4-21-15,1-3-39 0,-7-3-65 0,7-4-83 16,-7-8-92-16,0-3-116 0,-7-4-139 16,7-8-126-16,-7 2-120 0,-6-11-92 15,1 0-46-15,-2-5 47 0,2-8 121 0,-8 1 144 16,1-3 169-16</inkml:trace>
  <inkml:trace contextRef="#ctx0" brushRef="#br0" timeOffset="45668.52">18320 9254 377 0,'-13'-19'489'16,"0"5"87"-16,7-1 110 0,-1 4-31 0,7 0-102 15,0 1-95-15,7 2-70 0,-1 0-78 16,7 1-105-16,0 3-92 0,13 1-52 16,1 3-27-16,-2-4-16 0,7 4-8 0,2-3-6 15,5 3 4-15,-7 0-1 0,1-5 2 16,-7 2-3-16,0-1 0 0,-7-3 2 16,1 0-5-16,-14-1 4 0,0-2 0 0,1 2 11 15,-14-3 11-15,7 0 16 0,-6-1 21 16,0-1 19-16,-8 1 17 0,8 5 16 0,0-4 13 15,-1 4 3-15,1 3-7 0,-1-3-9 16,7 7-13-16,0-3-22 0,0-2-21 0,-7 5-21 16,14 0-16-16,-7 5-12 0,0 1-6 15,7 2 0-15,-1 3 13 0,1 7 15 16,-1 1 17-16,0 3 21 0,8 3 13 0,-8 4 14 16,0 1 5-16,1 3 8 0,0 3 3 15,-1-3-4-15,7 7-2 0,-6-3-7 0,0 0-8 16,-1-4-16-16,-6 0-10 0,6-4-7 15,0-3-7-15,2 0-4 0,-8-8-4 16,6-4-4-16,-6-2-1 0,0-2-1 0,0-2 0 16,0-5-1-16,0-3-1 0,0 0-2 0,0-3-10 15,-6-5-7-15,6-2-8 0,0-5-6 16,-8-4-3-16,8 1-4 0,0-4-2 16,8-3 0-16,-8 2-2 0,6 1-1 0,0 0-1 15,7 1 0-15,1 6 2 0,-8 0 0 16,6 1 1-16,2 7 1 0,-1-1 1 0,0 5 1 15,0-2 0-15,0 10-1 0,-6-2 1 16,5 0 3-16,-5 9 0 0,6-1-2 16,-6 0 1-16,6 4 1 0,0-1-1 0,-1 0-3 15,2 2 1-15,-1-2 1 0,7 0 0 16,-2-3 0-16,2 1 0 0,0-6 0 0,-1 1 1 16,1-2 0-16,0-5 0 0,6 0 0 15,-7-5 0-15,-5-2-1 0,5 1-4 16,-6-2-5-16,0-3-3 0,-7-4-7 0,0 4-4 15,2-7-6-15,-8 0-1 0,-8 4 0 16,2-5 1-16,0 1 4 0,-7 3 4 0,-7 0 5 16,8 8 4-16,-8-5 3 0,7 9 5 15,-7 0 3-15,0 3 1 0,8 3 3 16,-2 0 2-16,2 9 5 0,-1 2 4 0,6 2 4 16,7 2 2-16,-7 8-3 0,14-5-2 15,0 8-2-15,-1-3-3 0,7-1-2 0,0 5-1 16,0-8 2-16,7 0 0 0,-1-3-4 15,7-1-1-15,-6-8-3 0,6-1 2 16,-7-2-3-16,7-7-1 0,0 0 0 0,1-7-1 16,-8-2 1-16,0-1-2 0,1-8-2 15,-1-1 3-15,-5-3-2 0,-1-7 1 0,0 0-2 16,0-5 2-16,-1 1 2 0,2 0-2 16,-8 4 0-16,1 0 1 0,6 3 3 0,-7 4 0 15,1 3 1-15,-1 5 1 0,8 3 2 16,-8 4-2-16,7 2 1 0,0 5-4 0,0 5 0 15,0 7 0-15,0-2 0 0,1 8 1 16,-8 4 2-16,6 0 4 0,-5 4 3 0,0 3 1 16,-1 1 2-16,-6-1 4 0,0-1 4 15,-6-1 5-15,-1-1 5 0,0-5 7 16,-5-2-5-16,6-1-33 0,-8-7 0 0,1 0 0 16,6-4 0-16,-6-3 0 0,7-4 0 15,0-4 0-15,-1 1 0 0,0-9 0 0,7 2 0 16,0-9 0-16,0-3 0 0,7-3 0 15,6-1 0-15,-7-7 0 0,7 0 0 0,7-3 0 16,-6 2 0-16,-2 5 0 0,8 0 0 16,-7 6 0-16,-1 6 0 0,-4 2 0 15,-2 4 0-15,0 4 0 0,-6 0 0 0,0 2-188 16,-6 5-292-16,6 0-203 0,-6 0-250 16,6 0-190-16,0-2-51 0,0-3 44 0,0-2 121 15,12 3 208-15,-6-7 282 0</inkml:trace>
  <inkml:trace contextRef="#ctx0" brushRef="#br0" timeOffset="47379.19">20450 8737 385 0,'6'-22'586'16,"0"4"111"-16,2-1 92 0,-8 1-26 15,6 7-152-15,-6 4-123 0,0 0-92 0,6 7-62 16,-6 7-40-16,0 4-9 0,0 11 3 15,7 3 3-15,-7 12-2 0,0 0-10 16,6 7-21-16,-6 4-30 0,7 3-27 0,-1 3-31 16,1 1-34-16,6-3-35 0,-6-1-28 15,5 1-22-15,-5-9-22 0,6 1-11 0,-7-7-15 16,1-4-20-16,6-8-33 0,-6-2-51 16,-7-5-75-16,0-4-84 0,0-6-97 15,0-5-117-15,0-6-132 0,-14-5-104 0,8-3-81 16,-7-7-42-16,0-3 6 0,-6-9 55 15,-1 0 119-15,-6-2 157 0,7-1 186 0,-8 0 185 16,8 4 163-16,-8-5 144 0,1 9 117 0,7-1 76 16,-1 4 57-16,1 4 55 0,6 0 34 15,0 6 0-15,7 2-25 0,-1-2-52 0,7 1-66 16,0 8-95-16,7-5-78 0,5 5-53 16,8-1-40-16,-1 0-19 0,8 4-20 15,5 0-14-15,1 0-13 0,13 0-13 0,-8 0-6 16,8 0-7-16,0 0-3 0,6 0-5 15,-7 0-5-15,-6 0-3 0,1 0-3 16,-8-3 2-16,-5-1 0 0,-9 1-1 0,-4-1 1 16,-8-3 1-16,1 0-2 0,-14-5 1 15,1-2-3-15,-8-2 2 0,2 3-2 0,-8-3 0 16,7-2 1-16,-7 4 1 0,8-1 3 16,-2 0 1-16,2 4 2 0,5 0 5 15,0 4-1-15,1 4-3 0,6-1 0 0,0 0-2 16,0 8-1-16,0 0 0 0,0 6 5 15,6 5 13-15,8 0 10 0,-8 7 11 0,6 4 12 16,2-1 15-16,-1 4 10 0,-7 4 2 16,8 4 7-16,-2-1 7 0,-4 1 12 0,4 0 9 15,1 3 2-15,-6-4 4 0,6 1-4 16,-7 0-1-16,0-5-9 0,2 2-12 0,-8-8-7 16,6 0-3-16,-6-8-1 0,0 0-3 15,-6-4-4-15,6-6-3 0,0-2-4 16,-8-1-9-16,2-10-10 0,0 2-11 0,-1-4-36 15,1 0-8-15,-1-4 0 0,0-4 0 16,1-3 0-16,6-4 0 0,0-1 0 0,6 2 0 16,1-2 0-16,0 2 0 0,6 3 0 15,-1-4 0-15,8 2 0 0,-7 7 0 0,7-1 0 16,6 2 0-16,0 1 0 0,-7 4 0 16,7 0 0-16,-6 7 0 0,0 0 0 0,-1 3 0 15,1 1 0-15,-8 7 0 0,2 0 0 16,-1 4 0-16,-7 3 0 0,7 1 0 0,-6 1 0 15,-1-1 0-15,8 3 0 0,-8 0 0 16,0 1 0-16,7-2 0 0,-6-3 0 16,6-3 0-16,-7 0 0 0,8-1 0 0,-2-6 0 15,2-1 0-15,-1-3 0 0,-1-4 0 16,2 0 0-16,5-8 0 0,-6 2 0 0,0-6 0 16,7-2 0-16,-14-1 0 0,8-7 0 15,-8 4 0-15,0-5 0 0,1-3 0 0,-7 1 0 16,-7 3 0-16,1-3 0 0,0 7 0 15,-14 0 0-15,6 2 0 0,-5 2 0 0,-1 7 0 16,1-1 0-16,0 4 0 0,-1 4 0 16,-7 4 0-16,8 4 0 0,6 2 0 0,-6 1 0 15,5 5 0-15,2-2 0 0,-2 8 0 16,8-4 0-16,0 4 0 0,6 0 0 0,6 0 0 16,-6 0 0-16,6-4 0 0,8 1 0 15,-2-1 0-15,2-7 0 0,-1 0 0 0,6-8 0 16,-6 1 0-16,7 0 0 0,0-8 0 15,-1-3 0-15,-6 3 0 0,6-7 0 0,-5 1 0 16,-8-5 0-16,7 0 0 0,-7-4 0 16,1 1 0-16,-7-1 0 0,0 2 0 0,0 2 0 15,0 0 0-15,0 4 0 0,0 5 0 16,0-2 0-16,0 4 0 0,-7-1 0 0,7 10 0 16,0-1 0-16,0 4 0 0,0 2 0 15,0 5 0-15,0 3 0 16,7 0 0-16,0 4 0 0,-1 1 0 0,0-2 0 0,2 2 0 15,4-2 0-15,-5-3 0 0,6 1 0 16,0-5 0-16,7 1 0 0,-1-4-51 0,0-8-255 16,1 2-97-16,-1-3-112 0,7-4-109 15,-13-6-74-15,7 1-41 0,-6-3 1 0,-2-7 42 16,1 0 87-16,-6-5 123 0,-7 0 127 16,6-4 128-16,-6-3 121 0,0 3 118 15,0-3 115-15,0 3 122 0,0 1 129 0,-6 7 98 16,6 0 55-16,0 6 4 0,0-3-41 15,0 8-79-15,0-1-94 0,0 8-66 0,0 0-48 16,6 5-24-16,1 5-7 0,-1 1 7 16,0 7 5-16,2 1-8 0,-2 4-8 0,-6 2-10 15,6 0-10-15,0 4-13 0,-6-2-10 0,7-2-8 0,-7 1 1 16,0-1 6-16,7-7 0 0,-7 1-3 16,0-5 4-16,0 1 2 0,0-7-7 15,0-1-107-15,-7-7-13 0,7 0 0 0,-7-5 0 16,7-2 0-16,-6-3 0 0,6-5 0 15,0-3 0-15,0-4 0 0,6-4 0 0,-6-3 0 16,14-1 0-16,-8 1 0 0,7 0 0 0,1 3 0 16,5 1 0-16,-6 3 0 0,6 3 0 15,1 1 0-15,0 7 0 0,6 0 0 16,-7 7 0-16,7 4 0 0,-6 4 0 0,5 7 0 16,-5 0 0-16,0 12 0 0,-7-2 0 15,0 5 0-15,-6-1 0 0,-1 5 0 0,-6-1 0 16,0 0 0-16,0-3 0 0,-6 0 0 15,-1 0 0-15,0-9 0 0,1 5 0 0,-1-7 0 16,7-5 0-16,-6-1 0 0,0-2-84 16,-2-3-411-16,2-4-183 0,6-8-218 0,0 1-212 15,0-5-54-15,0-2 41 0,0-4 107 16,-6-4 185-16,6-4 247 0</inkml:trace>
  <inkml:trace contextRef="#ctx0" brushRef="#br0" timeOffset="47770.42">22950 9103 51 0,'-18'-15'341'0,"4"1"110"16,-5 3 98-16,5-3 78 0,8-1 48 16,0 0 1-16,-1 4-42 0,7 4-63 0,0-1-95 15,0 5-103-15,7 3-74 0,-1 0-52 0,0 7-31 16,1 8-9-16,0-1 5 0,-1 9 2 16,7 2-1-16,-7 4-3 0,2 8-6 0,-2-1-13 15,0 1-22-15,0 0-25 0,1 0-31 16,0-5-32-16,-1 2-34 0,-6-5-47 15,7-7 0-15,-7 0 0 0,6-4-20 0,-6-7-91 16,0-3-97-16,6-5-110 0,-6-3-135 16,0-7-153-16,0-3-163 0,-6-2-144 0,6-7-104 31,-6-3 6-31,-1-3 87 0,1-4 139 16,-1-5 173-16,0-2 199 0</inkml:trace>
  <inkml:trace contextRef="#ctx0" brushRef="#br0" timeOffset="47848.52">22899 8968 129 0,'0'-18'310'0,"-7"6"21"0,7-2 10 16,0 7-84-16,0 3-121 0,7 0-98 16,-1 1-85-16,1 3-84 0,5 3-105 0,-4 1-52 15,10 0-21-15,-4-1 13 0</inkml:trace>
  <inkml:trace contextRef="#ctx0" brushRef="#br0" timeOffset="48270.35">23139 8997 296 0,'7'11'467'16,"6"-3"87"-16,-7-5 137 0,1 4 16 0,-7 1-67 15,7 3-62-15,-1 0-32 0,1 0-35 16,-1 4-89-16,-6 3-69 0,6 0-47 0,1 4-25 16,6 0-18-16,-7 4-24 0,2-1-12 0,-2 0-20 0,0 2-23 0,7-2-22 0,-6 1-26 15,0-4-22-15,-7-4-29 0,6-3-21 16,-6 0-10-16,6-5-8 0,-6 1 0 16,0-6-34-16,0 1-12 0,-6-6 0 0,0 0 0 15,-1-6 0-15,0-2 0 0,-6-3 0 16,1-4 0-16,4-3 0 0,-4-4 0 0,5 0 0 15,0-4 0-15,7-3 0 0,0 3 0 16,0-3 0-16,7 4 0 0,0 2 0 16,5 2 0-16,2 2 0 0,5 1 0 0,1 6 0 15,0 2 0-15,5 3 0 0,1 3 0 0,-6 0 0 16,6 4 0-16,0 8 0 0,-7-5 0 16,1 8 0-16,0 0 0 0,-7 4 0 0,7 3 0 15,-8 0 0-15,1 9 0 0,0-6 0 16,-6 5 0-16,-1-4 0 0,1 3 0 15,0-3 0-15,-1 1 0 0,-6-2 0 0,0-2 0 16,6-1 0-16,-6-3 0 0,0-1-202 16,0-7-174-16,7 4-146 0,-7-7-177 0,0-4-171 15,7 0-154-15,-1-4-44 0,0-2 32 16,1-6 113-16,6-2 184 0,-6-4 211 0</inkml:trace>
  <inkml:trace contextRef="#ctx0" brushRef="#br0" timeOffset="48785.8">23758 9140 486 0,'7'-15'676'0,"-7"1"119"0,6 3 99 0,-6-1-28 16,7 6-147-16,-7-2-166 0,0 5-130 0,0 3-74 16,0 3-47-16,0 5-27 0,6 3-7 15,-6 7 3-15,6 3 5 0,-6 5-16 0,8 4-26 16,-2 6-28-16,-6 1-29 0,6 3-27 16,1 4-139-16,0 0-11 0,-1-1 0 0,0 1 0 15,1-2 0-15,-1-6 0 0,1 0 0 16,-7-6 0-16,7-4 0 0,-1-4 0 0,-6-4 0 15,6-4 0-15,-6-7 0 0,7 1 0 16,-7-1-166-16,0-7-101 0,0-3-68 0,0-1-65 16,-7-4-60-16,7-6-69 0,-6 0-66 15,0-5-47-15,-1-3-24 0,0-7 1 16,1 0 34-16,-7-8 78 0,7 0 104 16,-8 0 114-16,-6 0 126 0,8 1 131 0,-8 0 124 15,7 7 127-15,1-5 119 0,-2 9 123 16,8-1 93-16,-1 1 42 0,1 3 6 0,6 4-34 15,0-1-57-15,6 1-81 0,7-1-78 16,1 5-50-16,-2 3-32 0,8-4-14 16,-1 8-7-16,7 0-9 0,0-1-4 0,1 5-7 15,5 3-8-15,1 3-4 0,-1 1 1 16,7 3 6-16,-7 1 1 0,1 3-1 0,-1-1 1 31,-5 5-108-31,-1-4-71 0,-6 4 0 0,-1 3 0 0,-6-4 0 0,-6 2 0 0,-1 2 0 31,-6-4 0-31,-6 5 0 0,-7-5 0 0,-7 5 0 0,0-1 0 0,-6-4 0 0,1 4 0 32,-1-2 0-32,-7-2 0 0,7-2 0 0,-7 2 0 0,7-7 0 0,0 4 0 0,0-4 0 31,0-2 0-31,7-2-162 0,-1-3-385 0,7-3-168 0,7-5-156 0,-1 0-128 0,7-2-85 16,7-5 22-16,-1-3 101 0,7-1 168 15,0-2 197-15,6-5 203 0</inkml:trace>
  <inkml:trace contextRef="#ctx0" brushRef="#br0" timeOffset="49444.03">24143 9093 511 0,'19'-11'707'0,"-6"0"120"0,0 3 86 16,0 1-47-16,-6 2-148 0,-1 3-164 31,0 2-126-31,-6 2-66 0,8 7-36 0,-8 2-17 0,6 3-19 0,-6 4-24 0,6 4-32 16,0 4-37-16,2-1-39 0,-8 0-38 0,6 6-31 15,0-6-27-15,7 0-24 0,-6 1-14 16,0-3-9-16,-1-1-6 0,6-4-3 0,2-3-3 15,-8-5 2-15,7-2-1 0,1 0-2 16,-2-8 2-16,2-5-2 0,5 2-1 16,-6-5 0-16,0-2 0 0,0-5 1 0,0-3-4 15,-7-1 1-15,8-2 0 0,-8-5-2 16,-6-4 1-16,7 1 2 0,-1 0 1 16,-6 4 3-1,7-2 9-15,-7 5 10 0,0 4 8 0,0 4 7 16,0 3-2-16,0 0-36 0,0 3 0 15,0 5 0-15,0 3 0 0,0 0 0 16,-7 3 0-16,7 8 0 0,0 3 0 0,0 1 0 16,0 7 0-16,7 4 0 0,-7 4 0 15,0-5 0-15,6 4 0 0,-6 1 0 0,7-1 0 16,-1-4 0-16,0 5 0 0,2-8 0 0,-2 0 0 16,0-3 0-16,7-5 0 0,-6-3 0 15,6-4 0-15,-1 0 0 0,8-7 0 16,-6 0-260-16,5-2-199 0,1-7-97 0,-8-5-99 15,8 0-72-15,0-5-45 0,-7 1-21 16,-1-8 9-16,2-4 49 0,-1 1 93 16,0-4 102-16,-7-3 119 0,7-4 140 0,-7 3 142 15,2-4 153-15,-2 5 150 0,-6 3 147 16,6 3 130-16,-6 1 123 0,-6 4 73 16,6 3 29-16,0 3-3 0,-6 4-34 0,6 1-56 15,-8 3-100-15,8-1-90 0,0 9-59 16,-6 0-41-16,6 6-26 0,0 0-19 0,0 9-2 15,0 7 8-15,6-1-5 0,-6 7-18 16,8 5-24-16,-2 2-190 0,0 5-7 0,1 0 0 16,0-1 0-16,-7 5 0 0,6-4 0 15,0 0 0-15,-6-5 0 0,7-3 0 0,-7 0 0 16,0-3 0-16,0-4 0 0,0-7 0 16,0 0 0-16,0-5-277 0,6-2-209 0,-6-5-175 15,0-3-163-15,-6-7-140 0,6 0-109 16,-7 0 8-16,1-8 89 0,-7 0 169 15,0-7 194-15,-7 4 199 0</inkml:trace>
  <inkml:trace contextRef="#ctx0" brushRef="#br0" timeOffset="49647.12">24716 9192 100 0,'-20'-16'557'0,"14"2"161"0,-8-1 126 15,8 5 115-15,0-2-73 0,-1 5-131 16,7-4-151-16,0 4-120 0,7 0-88 0,-1-1-82 16,14 5-64-16,-1-5-42 0,1 5-29 15,6-1-27-15,6 0-26 0,1 4-20 0,-1-3-21 16,7 3-23-16,1 0-14 0,-1 0-13 15,0 0-8-15,-7 0-12 0,-6 0-4 16,-6-4-6-16,-1 4-4 0,-13 0-11 0,8 0-20 16,-14 0-38-16,0 0-57 0,-6 0-73 15,-2 0-95-15,2 0-127 0,-6 0-170 16,-2 0-175-16,-5-5-180 0,5 5-78 0,2 0 14 16,-2-2 96-16,2-6 164 0,-1 5 199 15</inkml:trace>
  <inkml:trace contextRef="#ctx0" brushRef="#br0" timeOffset="50213.74">26233 8767 43 0,'0'-26'440'0,"7"0"86"0,-7-3 91 0,6 3 109 15,-6-3-64-15,6 3-92 0,-6 4-52 0,8 1-35 16,-8 2-49-16,0 1-84 0,6 6-77 16,-6 5-70-16,-6 4-53 0,6 3-34 0,-8 10-19 15,2 5-1-15,-7 11 17 0,7 7 22 16,-8 6 13-16,2 10 15 0,-8 2 13 15,7 8 10-15,-7 3 2 0,8 4-10 0,-8 3-7 16,7 0-20-16,-7 2-26 0,0-1-25 16,8-1-47-16,-8 1-53 0,7-8 0 0,0-4 0 15,0-3 0-15,7-7 0 0,-8-3 0 16,8-9 0-16,0-8 0 0,6-5 0 16,-7-5 0-16,7-3 0 0,0-4 0 0,7-8-110 15,-7 1-159-15,6-11-110 0,0-1-147 16,8-2-163-16,-2-9-160 0,8-6-156 0,-1 0-42 15,1-9 40-15,6-3 118 0,1-3 169 16,-1 0 201-16</inkml:trace>
  <inkml:trace contextRef="#ctx0" brushRef="#br0" timeOffset="50572.92">26526 9051 263 0,'7'-13'656'15,"-7"1"107"-15,0 5 64 0,-7 0 59 0,1-1-169 16,-7 5-205-16,6 3-145 0,-6 0-79 15,0 7-37-15,0 4-34 0,7 4-32 0,-7 0-28 16,6 7-19-16,0 0-19 0,1 3-17 16,0 1-19-16,6 4-21 0,6-5-15 15,0 0-13-15,1 1-9 0,6-4-4 0,0 0 1 16,7-3 5-16,-1-6 12 0,1-1 16 16,6-5 16-16,0-3 16 0,0-4 16 0,-1-4 15 15,2-3 7-15,-7 0 4 0,6-5-2 16,-7-2 0-16,-6-1-7 0,0-3-15 0,-6-4-18 15,-1-4-18-15,-6 1-14 0,0 0-50 0,-13-5-5 16,7 4 0-16,-14-4 0 0,1 5 0 16,-7 0 0-16,6 6 0 0,-7 1 0 15,-5 4 0-15,7 2 0 0,-2 1 0 0,-5 4 0 16,12 7-21-16,-6-4-83 0,7 8-67 16,5 0-84-16,2-1-91 0,4 4-116 0,2 4-145 15,6-3-131-15,6 3-118 0,2-4-114 16,4 4-6-16,2-4 76 0,-1 1 147 15,6-4 162-15,7-1 179 0</inkml:trace>
  <inkml:trace contextRef="#ctx0" brushRef="#br0" timeOffset="51010.4">26838 8979 54 0,'14'-8'552'0,"-1"1"144"16,-6-4 96-16,-1 4 78 0,-6-1-83 0,6 5-177 15,-6-1-168-15,-6 1-120 0,6 3-72 16,-6 0-58-16,-1 7-31 0,7 1-21 0,-7 2-16 15,1 5-12-15,0-1-17 0,6 5-12 16,-8-1-17-16,8 4-15 0,8 0-10 0,-8 0-8 16,6 0-3-16,0 0-7 0,8-4 3 15,-2 1 4-15,-5-4-1 0,13-1 2 0,-8-3-7 16,2-4 5-16,5-2 1 0,1-2 2 16,-8-3 12-16,8-3 9 0,-7-5 21 15,7-1 4-15,-8 3 1 0,2-8 4 0,-2-1-6 16,-4 0-7-16,-2-4-16 0,0-2-9 15,1-2-8-15,-7 2-11 0,0-1-5 0,0-4 0 16,0 8 1-16,-7-1 4 0,7 1 2 0,-6 7 0 16,6 1-5-16,-6 2-6 0,6 1-4 15,0 3-6-15,-8 0-4 0,8 8-3 16,-6 0 1-16,6 3 0 0,-6 1 2 0,6 6 0 16,0 0 0-16,0 5-1 0,6-1 1 15,-6 4 3-15,6-1 0 0,2-1-1 0,-2 2-1 16,7-4 2-16,-7 3-1 0,8-6-2 15,-2 4 2-15,8-4 0 0,-1-1 0 0,1-8-1 16,6 6-19-16,-6-4-47 0,5-5-71 16,-5-3-90-16,0 0-102 0,6-3-131 15,-7-5-135-15,1 1-111 0,-1-4-81 0,-5 0-71 16,-2-4-32-16,2-3 57 0,-8-1 117 0,7-2 136 16,-6-5 139-16</inkml:trace>
  <inkml:trace contextRef="#ctx0" brushRef="#br0" timeOffset="51229.58">27503 8872 100 0,'0'-21'496'0,"0"2"154"0,-6 1 124 0,6 3 81 16,-7 1-55-16,0-1-104 0,7 8-107 0,-6-5-122 16,6 10-99-16,-6-3-80 0,6 5-47 15,0 7-25-15,-7 1-6 0,7 7 5 16,0 7 9-16,0 0 2 0,0 3-18 0,0 4-31 16,7 0-30-16,-1 5-30 0,-6-1-27 15,6 0-53-15,1 4-37 0,0-8 0 0,-7 4 0 16,6-4 0-16,0-3 0 0,1 0 0 15,-7-8 0-15,7 1-111 0,-7-5-119 0,6-3-99 16,-6 0-120-16,7-8-144 0,-7 1-129 16,0-4-112-16,-7-4-90 0,1-3-45 0,-1 0 49 15,-6-4 125-15,7-8 155 0,-14 5 170 16</inkml:trace>
  <inkml:trace contextRef="#ctx0" brushRef="#br0" timeOffset="51604.39">27359 9049 248 0,'-12'-11'478'16,"6"-1"84"-16,6 5 93 0,-7 0-6 0,7-1-94 15,7 1-115-15,-1 0-90 0,6 4-74 16,8-5-80-16,0 4-69 0,5 0-48 0,9 1-22 16,-2-1-11-16,7 1-3 0,0 3 5 15,0-4 8-15,-7 4 17 0,2-4 15 0,-2 1 25 16,-6-1 19-16,-6-4 18 0,-1 5 16 16,-6-4 19-16,1 3 18 0,-8-3 6 15,7 3 0-15,-7 0-12 0,-6 1-25 0,7 3-32 16,-7 0-28-16,6 0-13 0,-6 7 1 15,0 4 5-15,7 3 7 0,-7 5 15 0,0 3 8 16,0 3-6-16,0 9-11 0,0-1-7 16,0 3-8-16,0 1-65 0,0 3-38 15,0 0 0-15,0 1 0 0,6-5 0 0,-6 1 0 16,0-4 0-16,0 0 0 0,0-5 0 16,0-1 0-16,0-5 0 0,6-4 0 0,-6-4 0 15,0 1 0-15,8-7 0 0,-8-1 0 16,6-3-71-16,-6-4-202 0,6 0-82 0,-6-8-89 15,0 1-94-15,-6-7-104 0,6-1-90 16,-6 0-84-16,-8-7-76 0,8 5-3 0,-1-10 71 16,-6 5 128-16,7-7 144 0,-7 3 155 15</inkml:trace>
  <inkml:trace contextRef="#ctx0" brushRef="#br0" timeOffset="51866.89">27770 9137 26 0,'0'-19'487'0,"7"-3"141"15,-7 0 119-15,6-1 95 0,0 2-49 0,8 3-119 16,-1-1-103-16,0 5-89 0,6-1-64 15,1 1-64-15,0 2-55 0,5 5-40 0,1 0-37 0,7 7-31 0,-7-4-30 16,6 8-15-16,1 0-19 0,0 3-15 16,-1 4-14-16,-6 0-3 0,0 3-8 0,-6-3 2 15,-1 4 5-15,-5 4 3 0,-8-5-5 16,0 1-92-16,-6 0 0 0,-6 3 0 16,0-3 0-16,-8-1 0 0,-5 1 0 0,-1 0 0 15,1-5 0 1,-7 5 0-16,6-3 0 0,-6-2 0 15,0 1 0-15,-7-5 0 0,15 3 0 16,-9-6 0-16,7 2-140 0,1-5-323 0,6 0-150 16,7-5-138-16,-1 2-125 0,7-6-105 0,7 0-51 15,-1-7 38-15,7 2 131 0,0-4 166 16,6-1 182-16</inkml:trace>
  <inkml:trace contextRef="#ctx0" brushRef="#br0" timeOffset="52679.26">28272 8935 83 0,'20'-7'550'0,"-8"-1"133"0,-6 5 76 15,8-1 68-15,-8 0-78 0,-6 8-130 16,7 0-127-16,-7 3-78 0,0 0-26 0,0 5-19 16,6 2-41-16,-6 4-46 0,0-3-41 15,7 3-40-15,-7 0-39 0,7 1-43 16,-1-1-31-16,0 1-24 0,8-5-20 0,-8 1-11 16,7-4-10-16,-7-4-3 0,8 1-5 15,-8-5-3-15,6 1-5 0,-4-4-1 0,4-4-1 16,-5 1-3-16,0-5-3 0,6-3 2 15,-7 0 1-15,0-3-1 0,8-1-1 0,-8 0 0 16,0-3 2-16,1-1-2 0,0 5 0 16,-1-5 9-16,-6 5 21 0,7-1 22 0,-7 4 21 15,0 1 16-15,6 2 6 0,-6 4-4 16,0 1-19-16,0 3-20 0,0 3-18 0,-6 4-30 16,6 1-4-16,0 7 0 0,0-1 0 15,0 4 0-15,0 5 0 0,0-5 0 16,6 4 0-16,-6 4 0 0,7-8 0 0,0 4 0 15,-1-4 0-15,0 0 0 0,8-2 0 16,-2-6 0-16,1 1 0 0,7-5 0 16,-8 3 0-16,15-6 0 0,-7-3 0 0,-1-3 0 15,0-6 0-15,1 3 0 0,-1-8 0 0,-5-1 0 16,-2-4 0-16,2-3 0 0,-8-3 0 16,1-1 0-16,-1-10 0 0,1-1 0 0,-7-3 0 15,0-1 0-15,0-3 0 0,0 0 0 16,-7 5 0-16,7 2 0 0,-6 7 0 15,-1 1 0-15,7 10 0 0,0 1 0 0,-6 4 0 16,6 3 0-16,-6 2 0 0,6 7 0 16,-8 4 0-16,8 7 0 0,-6 2 0 0,6 6 0 15,0 9 0-15,0 4 0 0,0 2 0 0,6 5 0 16,-6 0 0-16,8 0 0 0,-2 0 0 16,0-1 0-16,1 0 0 0,-1-3 0 15,7 1 0-15,-6-9 0 0,-1 0 0 0,0-2 0 16,-6-5 0-16,8-7 0 0,-2 0 0 15,-6 0 0-15,0-7-327 0,0-4-207 0,0 0-119 16,-6-4-89-16,-2-7-67 0,2 4-30 0,-7-8 13 16,7 0 71-16,-7 1 137 0,0-4 155 15,-1 3 178-15,8-1 205 0,-7 3 198 16,0 1 205-16,7-2 194 0,-1 3 123 0,1 3 73 16,-1-3 18-16,7 4-22 0,0 0-84 15,7 0-119-15,-1-1-91 0,1 5-72 0,5-4-63 16,8 2-56-16,0 2-46 0,-1 3-33 15,7-4-30-15,0 4-16 0,7 0-11 0,-1 0-10 16,-6 0-7-16,13 0-58 0,-12 0-13 16,5 0 0-16,1 0 0 0,-7-3 0 15,-6 3 0-15,6 0 0 0,-14 0 0 0,1 0 0 16,1 0 0-16,-8-4 0 0,0 4-94 16,2 0-137-16,-8 0-86 0,0 0-97 0,0 0-133 15,-8 0-141-15,2 0-151 0,0 0-148 16,-1 0-31-16,-6 0 47 0,0-4 127 15,0 1 170-15,0-1 203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2:00:49.5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4721 3454 71 0,'0'5'375'0,"0"-5"96"0,0 0 108 0,0 0 29 15,0-5 18 1,0 2-45-16,0-2-47 0,0 2-43 16,0-1-65-16,-6 4-88 0,6-3-69 0,0 3-58 15,0-4-54-15,6 8-42 0,-6-1-16 16,0 1 12-16,7 7 9 0,0 4 18 0,-1 0 28 15,0 3 15-15,0 3-13 0,2 2-28 16,-2-2-21-16,7 5-25 0,-7-3-31 16,1-1-26-16,-7-4-11 0,7 0-9 0,-1 0-6 15,0-3-8-15,-6-5-28 0,0 2-48 16,6-1-62-16,-6-3-90 0,-6-5-133 0,6-3-166 16,-6 0-154-16,0-3-136 0,-8-5-131 15,1 2-13-15,1-11 78 0,-2 7 141 16,2-8 164-16,-2-1 175 0</inkml:trace>
  <inkml:trace contextRef="#ctx0" brushRef="#br0" timeOffset="124.68">4637 3480 152 0,'-7'-26'456'16,"0"1"77"-16,1 3 83 0,0 0 34 0,0 3-105 15,-2 5-114-15,2 0-99 0,6 2-74 16,-6 1-80-16,6 5-96 0,6-2-91 0,-6 3-103 16,14 3-98-16,-8-3-122 0,6 5-121 15,2 5-139-15,5-5-44 0,-5 7 21 0,-2-4 62 16,8 2 106-16</inkml:trace>
  <inkml:trace contextRef="#ctx0" brushRef="#br0" timeOffset="562.47">4923 3377 446 0,'7'8'608'0,"-1"-5"104"0,-6 1 80 0,6 0-58 16,-6-1-139-16,0-3-135 0,0 3-115 16,8 2-80-16,-8 2-44 0,0 0-23 15,6 1-17-15,-6 6-4 0,6 2 0 0,0 1-2 16,-6 2-9-16,8 3-14 0,-2 0-20 15,0-1-15-15,1 1-16 0,-1-3-18 0,1 3-19 16,-7-7-16-16,7 3-9 0,-7-4-9 16,6-2-6-16,-6-5 7 0,0 0 18 0,0 0 19 15,6-3 15-15,-6-4 9 0,-6 0 5 16,6-4-8-16,0-3-23 0,-6 0-20 16,6-5-20-16,-7-2-10 0,7-1-8 0,0-6-4 15,-7-2-2-15,7 1-3 0,7-3-2 0,-7 0 0 16,7-1-2-16,-1 0-2 0,6 5 0 15,-4-2 0-15,4 1 2 0,2 4 1 0,-1 4 1 16,-1 2 1-16,2 5 1 0,-2 0-3 16,2 3 2-16,-1 4-3 0,-1 4 0 15,2-1 0-15,-2 8 1 0,2 1 3 0,-1 5 3 16,-7-2 6-16,7 3 7 0,0 4 2 16,-7-3 5-16,2-1-2 0,4 4 0 15,-5-3-6-15,-1-1-3 0,1-1-4 0,-7 3-4 16,6-3-15-16,-6-2-40 0,7 0-67 15,-7-4-89-15,0 0-97 0,0-4-138 0,0 0-168 16,6-7-161-16,-6 0-153 0,0-3-66 16,0-4 18-16,7-5 94 0,0-2 159 0,-1-1 188 15</inkml:trace>
  <inkml:trace contextRef="#ctx0" brushRef="#br0" timeOffset="780.78">5425 3334 279 0,'6'-25'640'0,"1"2"126"0,-7 4 106 16,0 1 75-16,6 0-142 0,-6 7-160 0,0 0-138 15,0 0-101-15,0 4-94 0,0 4-87 16,0 3-74-16,0 0-43 0,7 6-19 0,-1 5 1 16,8 4 11-16,-2 7 13 0,1 0 11 15,0 8-5-15,0-1-16 0,1 4-20 0,-2-1-18 16,2 1-17-16,-2 0-14 0,-5 1-11 16,6-2-10-16,-6 1-7 0,-1-7-31 15,0 4-62-15,-6-5-83 0,0-3-110 0,0-4-146 16,0-3-179-16,-6-4-177 0,0 0-134 15,-8-8-82-15,1-3 19 0,1 0 99 0,-2-7 157 16,2 0 193-16</inkml:trace>
  <inkml:trace contextRef="#ctx0" brushRef="#br0" timeOffset="952.62">5444 3576 528 0,'-6'-12'702'0,"6"1"112"0,-7 4 90 16,7-4-30-16,7 3-171 0,-7 1-183 0,6 0-133 15,1 0-88-15,5 3-75 0,2-3-52 16,5 3-40-16,1 1-29 0,6 3-25 15,0-4-16-15,0 0-18 0,1 4-13 0,-2-4-18 16,1 4-40-16,0 0-65 0,-6 0-101 16,-1 0-155-16,1 4-189 0,0-4-211 0,-8 4-167 15,1-4-44-15,-6 4 42 0,6-4 123 16,-7 0 175-16,8 3 207 0</inkml:trace>
  <inkml:trace contextRef="#ctx0" brushRef="#br0" timeOffset="1327.72">6558 3323 138 0,'6'-14'610'0,"8"-6"130"0,-14 2 103 16,6-1 81-16,-6-2-98 0,0 3-197 0,-6-1-155 16,6 1-97-16,-7 4-74 0,0-4-61 15,1 6-46-15,0-3-38 0,-8 5-38 0,8 1-25 16,-1-1-26-16,-6 6-19 0,7 1-17 0,-7-1-13 15,-1 4-7-15,2 4-6 0,-1-1-22 16,0 8 9-16,0 1 11 0,-1 2 10 16,2 0 24-16,5 8 21 0,-6 0 43 0,7 4 18 15,-1 4 19-15,7-1 11 0,0 1-2 16,0 2 4-16,7 1-1 0,-1 0-8 0,0 4-31 16,1-7-113-16,0 2 0 0,5-3 0 15,2 1 0-15,-8-4 0 0,7-1 0 16,-6-3 0-16,6-4 0 0,-7 4 0 0,0-8 0 15,2 1 0-15,-2-7 0 0,-6 3 0 16,6-8 0-16,-12 4-258 0,6-7-210 0,-6 0-177 16,-8-4-174-16,1 1-166 0,0-8-103 15,-6 0 13-15,-1 1 85 0,-6-5 169 16,13 0 200-16,-7 1 219 0</inkml:trace>
  <inkml:trace contextRef="#ctx0" brushRef="#br0" timeOffset="1757.29">6264 3553 51 0,'-6'-3'569'0,"0"-5"141"16,-1 1 102-16,1-1 82 0,6 1-55 15,0 0-173-15,6 0-174 0,1 3-121 16,-1-3-86-16,8 0-74 0,5-1-65 0,1 1-52 16,6 0-39-16,6 0-20 0,1-1-14 15,-1 0-10-15,1 1-8 0,-1 3-3 0,1 1 0 16,-1 3-1-16,-12-4-1 0,6 4 1 16,-13 4 1-16,0-4 0 0,-6 3 1 0,-1 4 3 15,0 5 5-15,-6-1 5 0,0 0 12 16,0 4 16-16,0-1 13 0,0 1 13 0,0 0 8 15,0-5 6-15,0 5-1 0,7-5-7 16,-7 5-9-16,7-7-11 0,-1 3-10 0,1-3-10 16,-1-1-8-16,8-4-7 0,-8 1-5 15,6-4-1-15,2 0-4 0,-1-4-2 16,-1-2-1-16,2-3 1 0,-1 1-6 0,0-6 4 16,-7 3-1-16,1-7 3 0,-1 4 9 15,-6-5 15-15,7 1 16 0,-7 0 12 0,0 0 20 16,0 3 18-16,0 0 7 0,0 4-3 15,0 5-6-15,0-3-13 0,0 1-14 0,0 5-24 16,0 3-16-16,0 0-14 0,0 3-9 16,0 5-3-16,0 3-4 0,7 0 1 15,-7 3-1-15,6 6 0 0,-6-6 1 0,6 4-1 16,1 1 1-16,0-1-5 0,-1 0-33 16,0-4-63-16,1 6-93 0,0-6-115 0,-1 1-161 15,1-1-191-15,-1-6-179 0,-6-1-151 16,6-4-51-16,2 1 38 0,-8-8 121 0,6 1 174 15,0-4 203-15</inkml:trace>
  <inkml:trace contextRef="#ctx0" brushRef="#br0" timeOffset="2151.03">6968 3491 117 0,'0'-15'555'15,"0"1"134"-15,0-2 107 0,0 6 82 0,0 3-114 16,0-3-169-16,0 5-157 0,0 1-118 16,0 4-89-16,0 0-67 0,6 4-38 15,2 3-16-15,-2 1 1 0,6 2 0 0,-4 5-6 16,4 0-2-16,1 0-8 0,1 3-3 15,-2 0 3-15,2 1 6 0,-8-1 15 0,7 1 10 16,-7-5 5-16,1 5 1 0,0-5-3 0,-1 1-5 16,-6-8-2-16,6 4 4 0,-6-4 15 15,0-3 19-15,0-1 5 0,0-3-42 0,-6 0-123 16,6-7 0-16,0 4 0 0,-6-9 0 16,-1 2 0-16,7-5 0 0,-7-4 0 15,7 2 0-15,0-6 0 0,0 1 0 0,0 0 0 16,7 0 0-16,0 4 0 0,5 0 0 15,-5-1 0-15,6 5 0 0,0 4 0 0,0 1 0 16,6 1 0-16,1 5 0 0,0 3 0 16,6 0 0-16,-7 8 0 0,7-1 0 15,-6 4 0-15,-1 0 0 0,1-1 0 0,-7 6 0 16,7-2 0-16,-14 1 0 0,7-4 0 0,-6 4 0 16,-1 0 0-16,-6-5 0 0,6 1 0 15,-6 0-47-15,0 1-429 0,-6-6-237 0,0 2-279 16,-1-5-183-16,0-3-37 0,-5 0 57 15,-1-3 137-15,-7-5 228 0,7-3 297 0</inkml:trace>
  <inkml:trace contextRef="#ctx0" brushRef="#br0" timeOffset="2593.03">8531 3095 141 0,'0'-14'381'0,"0"-4"77"0,-6 3 82 0,0-4 12 16,-2 5 7-16,-4 3-29 0,5-4-16 0,-12 3-25 16,6 6-40-16,-1-2-66 0,-5 2-70 15,0 1-57-15,-1 5-41 0,1 5-26 0,-1 1-19 16,0 5-16-16,1 9-7 0,-1-3 1 0,1 13-2 16,6-1-8-16,0 8-6 0,7 2-2 15,-2 6-9-15,2 2-8 0,6 1-7 16,6 4-12-16,-6-5-12 0,14 0-16 0,-8-3-14 15,14-3-17-15,-7-5-13 0,7 1-9 16,-1-8-16-16,1 0-43 0,6-7-73 0,0 0-105 16,-1-7-137-16,1-5-182 0,1-6-203 15,5-4-178-15,-6-7-119 0,0 0 1 16,-7-8 82 0,1-7 153-16,-6 0 200 0,-2-3 208 0</inkml:trace>
  <inkml:trace contextRef="#ctx0" brushRef="#br0" timeOffset="2780.49">8668 3432 49 0,'0'-13'581'0,"0"-7"144"0,0 6 105 0,0 2 91 16,0 2-51-16,0 3-188 0,0-1-191 16,0 1-124-16,0 7-98 0,0 0-62 0,7 4-34 15,-7 3-12-15,6 4-4 0,0 8 4 16,1-5 11-16,0 9-16 0,-1-3-32 0,1 0-32 16,-1 1-28-16,0 1-22 0,2-1-17 15,-2-2-28-15,-6-1-62 0,6-2-95 16,-6 1-135-16,0-6-196 0,0 1-239 0,-6-5-248 15,0-3-86-15,-8-4 14 0,1-4 96 16,0-3 173-16,0-5 225 0</inkml:trace>
  <inkml:trace contextRef="#ctx0" brushRef="#br0" timeOffset="2921.09">8616 3286 120 0,'0'-15'552'0,"0"4"100"0,-6 0 57 15,6 0 36-15,-7 4-154 0,7-1-206 16,0 5-175-16,0-1-148 0,7 1-133 15,-1-1-144-15,0 4-148 0,7 0-152 0,-6 0-112 16,6 4-14-16,0-4 41 0,6 3 91 16,-5-3 122-16</inkml:trace>
  <inkml:trace contextRef="#ctx0" brushRef="#br0" timeOffset="3327.23">8850 3249 60 0,'7'3'418'0,"-7"2"70"15,7-2 74-15,-7 1 87 0,0-1-79 16,6 5-84-16,-6-1-41 0,6 5-21 0,1-2-37 15,0 5-66-15,-1 4-40 0,0-1-24 16,1 3-21-16,6 1-16 0,-6 4-13 0,5 0-14 16,-4-4-16-16,4 3-23 0,-6-3-21 15,1-3-18-15,0-1-15 0,-1-4-10 16,1-3-3-16,-1 0 9 0,-6-3 16 0,6-5 23 16,-6 2 15-16,0-5 4 0,0 0-7 15,0-5-24-15,-6-3-35 0,6-1-33 0,-6-7-26 0,6-2-13 0,-7 0-12 0,7-4-1 31,0-3-3-31,0-4-2 0,0 2 1 0,7 5 0 0,-1-3-1 0,0 3-2 0,2 4-3 16,4-1 0-16,-6 5 0 0,14-2-1 16,-7 9 2-16,1 0-1 0,-2 0 1 15,2 7 3-15,-2 0-2 0,1 3-1 0,1 5 2 16,5 2 1-16,-12 6 4 0,5 1 4 16,2 2 4-16,-1 3 6 0,-7 0 4 0,8 0 1 15,-8 0 1-15,0 1-13 0,0-6-8 16,1 5 0-16,-7-3 0 0,7-1 0 0,-7 0-12 15,6-7-108-15,-6 4-97 0,7-7-114 0,-7-2-177 16,6-3-209-16,-6-3-203 0,7-3-153 16,-7-3-21-16,7-10 50 0,-1 2 143 15,0-8 205-15,0 0 229 0</inkml:trace>
  <inkml:trace contextRef="#ctx0" brushRef="#br0" timeOffset="3561.54">9424 3202 31 0,'6'-18'640'0,"-6"3"161"16,6-3 111-16,-6 2 90 0,7 6-13 15,-7 2-221-15,0 1-227 0,0-1-140 0,0 8-98 16,0 0-59-16,0 5-30 0,7 2-11 16,-1 7 2-16,0 2 21 0,8 5 26 0,-8 5-2 15,7-1-41-15,0 8-209 0,0 0 0 16,1 0 0-16,-8 0 0 0,7 1 0 16,-7-2 0-16,1 0 0 0,-1-2 0 0,1 0 0 15,-1-4 0-15,-6-5 0 0,0-3-174 0,6-2-345 16,-6-7-179-16,0-4-165 0,-6-2-132 15,6-6-81-15,-6-5 16 0,-7-3 83 0,6-4 166 16,-6 1 204-16,1-7 210 0</inkml:trace>
  <inkml:trace contextRef="#ctx0" brushRef="#br0" timeOffset="3686.52">9424 3366 401 0,'-13'-10'643'0,"-1"-5"119"0,2 0 96 0,4 8 0 16,2-3-159-16,0 2-172 0,6 1-152 0,0 2-110 15,0-2-90-15,6 3-72 0,0 1-43 16,14-1-35-16,0 4-57 0,-1-4-82 15,14 4-127-15,0-3-162 0,6-1-184 0,6 4-178 16,-5-3-81-16,-1-5 7 0,0 4 87 16,-1 1 142-16,-5-4 169 0</inkml:trace>
  <inkml:trace contextRef="#ctx0" brushRef="#br0" timeOffset="4155.17">9906 3198 91 0,'6'-4'593'16,"0"1"143"-16,-6-4 104 0,0 2 84 0,0 2-72 15,0-2-174-15,0 3-181 0,0 2-119 16,0-4-89-16,0 4-71 0,0 4-60 0,0-4-33 15,0 2-3-15,7 6 13 0,-1 4 20 16,8 2 18-16,-8 1 12 0,0 3 4 0,8 4 0 16,-8 0-2-16,7 8-3 0,-6-1 1 15,-1 0-77-15,1 3-108 0,-1-2 0 16,-6-3 0-16,6 2 0 0,-6-8 0 0,0 2 0 16,0-5 0-16,0-1 0 0,0-2 0 15,0-7 0-15,0 3 0 0,0-3 0 0,0-4 0 16,-6-4 0-16,6 0 0 0,-6-4 0 15,-1-4 0-15,1 0 0 0,-1-6 0 0,-6-1 0 16,7-7 0-16,-8 0 0 0,8-3 0 16,6-1 0-16,-6 0 0 0,6 2 0 0,6-3 0 15,-6 5 0-15,6 0 0 0,8 0 0 16,-8 5 0-16,7-3 0 0,7 6 0 16,0-1 0-16,-8 0 0 0,8 5 0 0,-1 2 0 15,1 1 0-15,6 0 0 0,-13 7 0 0,7 0 0 16,0 3 0-16,-2 4 0 0,2 5 0 15,-1 2 0-15,1 1 0 0,-7 3 0 0,0 4 0 16,7 0 0-16,-7 0 0 0,-1 3 0 16,2-2 0-16,-8 2 0 0,1 0 0 15,-1-2 0-15,1-1 0 0,0-4 0 0,-7 0 0 16,6 1 0-16,-6-1 0 0,-6-6 0 16,6-1 0-16,-7-2 0 0,7-4 0 15,-7 3 0-15,1-8-302 0,-1-5-461 0,1-3-261 16,-8-1-187-16,8-7-35 0,6-2 74 15,-6-8 150-15,6-6 232 0,0-1 276 0</inkml:trace>
  <inkml:trace contextRef="#ctx0" brushRef="#br0" timeOffset="4514.49">10433 2967 72 0,'0'-22'638'0,"0"4"135"0,7-5 84 15,-1 6 74-15,0-6-39 0,8 5-246 0,-2 4-183 16,8-1-95-16,0 0-58 0,-1 4-45 0,1 4-39 15,6 0-32-15,-1 7-46 0,9 0-17 16,-9 3-13-16,8 5-10 0,-1 6-2 0,-6 1 9 16,7 10 32-16,-1 2 18 0,2 5 24 0,-9 1 18 15,1 7-85-15,0 1-122 0,-6 7 0 16,-1-4 0-16,-5 6 0 0,-8-2 0 0,0 4 0 16,-6-5 0-16,-6 1 0 0,0-8 0 15,-8 0 0-15,2 1 0 0,-2-8 0 16,-5-4 0-16,6-4 0 0,-6-3 0 0,5-3 0 15,1-4 0-15,7-4 0 0,0 0 0 16,-8-4 0-16,14 0 0 0,-6-3 0 16,0-4 0-16,-2 4 0 0,8-8 0 0,-6 4 0 15,6-4 0-15,-6 0 0 0,6-3 0 16,0 4 0-16,-7-5 0 0,7 1 0 0,0 0 0 16,-6-5-543-16,6 4-443 0,-7-1-255 15,-6-2-65-15,-7-1 52 0,1 1 128 0,-7 0 231 16,-6 1 296-16</inkml:trace>
  <inkml:trace contextRef="#ctx0" brushRef="#br0" timeOffset="6152.56">5281 4718 105 0,'0'-4'349'0,"0"-7"61"16,-6 0 62-16,6 1-23 0,-7-5-8 16,7 1-18-16,-6-5-13 0,6 1-6 0,-6 3-15 15,-2 0-18-15,2 1-52 0,0 3-54 16,-7 3-49-16,6 1-50 0,1 3-45 0,-1 4-46 16,-5 4-31-16,4 7-22 0,-4-1-9 15,5 5-6-15,-6 7-1 0,7 1 0 0,-1 3 6 16,1 3 6-16,6 3 1 0,-7-2 3 15,7 7 2-15,-7-5 1 0,7 5-7 0,-6-3-4 16,0-2-2-16,-1 1-2 0,0-4 3 16,-5 0 1-16,-1-7 6 0,-1 1 13 15,2-5 17-15,-2-7 17 0,2 0 15 16,-2-4 9-16,1-3 2 0,1-4-4 0,-2-7-12 16,2-1-12-16,-2 1-11 0,8-4-9 15,-1-4-5-15,7 4-2 0,-6-4-5 0,6 4-7 16,6 0-5-16,-6 1-6 0,13 5-6 15,-7 5-5-15,8 5-4 0,-2 2 0 0,2 4 0 16,-1 8 1-16,7-1 6 0,-8 8 8 16,2-1 5-16,-2 0 8 0,8 6 12 0,-7-4 5 15,0 4 2-15,0-2-2 0,0 0-3 16,-6-3-7-16,6-4-10 0,-1 0-8 0,-5-4-6 16,0 0-6-16,-1-3-19 0,0-4-42 15,2-4-63-15,-8 1-91 0,6-5-144 0,0 4-196 16,-6-7-243-16,0 4-162 0,7-4-47 15,-1-4 33-15,-6 4 113 0,7 0 181 16,6 0 251-16</inkml:trace>
  <inkml:trace contextRef="#ctx0" brushRef="#br0" timeOffset="6576.24">5998 6191 254 0,'0'-11'446'0,"0"-3"75"0,0 2 109 0,0 1 7 16,0 0-33-16,0 4-57 0,0-4-31 16,0 7-34-16,0-3-86 0,0 3-99 0,-6 4-67 15,6 0-32-15,0 4-16 0,0 7 7 16,6 0 21-16,-6 7 22 0,0 0 10 0,6 5-20 16,-6 2-27-16,7-3-40 0,-7 0-36 15,6 4-36-15,-6-4-30 0,0-4-19 16,7 4-14-16,-7-3-7 0,0-5-6 0,0 1-21 15,0-4-49-15,-7 0-75 0,7-5-96 16,-6 2-149-16,-1-8-198 0,1-3-219 0,0-5-207 16,-2-3-64-16,2-3 28 0,0-8 110 15,0-1 177-15,-2-2 227 0</inkml:trace>
  <inkml:trace contextRef="#ctx0" brushRef="#br0" timeOffset="6716.83">5958 5946 358 0,'0'-11'478'0,"-6"-1"41"15,6 5 18-15,-6 0-101 0,6 3-159 16,-7 1-133-16,7 3-113 0,0-4-130 0,0 8-154 16,7-4-145-16,-7 0-77 0,6 3-30 15,8-3 18-15,-8 4 80 0</inkml:trace>
  <inkml:trace contextRef="#ctx0" brushRef="#br0" timeOffset="7020.69">6467 5931 35 0,'6'-8'524'0,"8"1"127"0,-14-4 98 0,6-3 87 16,-6-1-59-16,0 0-157 0,-6 1-144 15,-2-1-96-15,2 4-67 0,0 0-64 0,-1 0-44 16,-6 4-40-16,7-1-25 0,-7 5-23 16,-1 0-22-16,2 3-12 0,5 3-9 15,-6 8 2-15,0 0 6 0,0 3 12 0,0 8 14 16,7 4 10-16,-1 3 8 0,7 8 1 15,0-1-3-15,0 6-11 0,7-3-15 16,-1 1-18-16,0 4-21 0,1-4-16 0,6 1-16 16,-6-4-9-16,-1 3-5 0,7-7-5 15,-6 0-3-15,-1-4-7 0,0-7-31 16,2 0-57-16,-2-7-82 0,-6 0-115 0,0-8-184 16,0-4-228-16,-6-3-237 0,-2-8-133 15,-4-2-19-15,-2-5 61 16,2-4 154-16,-1 2 219 0,-7-5 259 0</inkml:trace>
  <inkml:trace contextRef="#ctx0" brushRef="#br0" timeOffset="7161.19">6264 6228 37 0,'-6'-11'558'0,"0"3"140"0,-1 5 97 15,1-5 75-15,6 1-75 0,0 2-175 16,0 3-197-16,6-2-130 0,1-4-92 0,-1 8-73 16,14-3-53-16,-1 3-35 0,7-3-20 15,0 3-30-15,13 0-66 0,1 0-104 16,-1 0-147-16,13 0-200 0,0-5-219 0,0 3-99 15,0-3-3-15,0-2 67 0,-6-4 128 16,-7 0 190-16</inkml:trace>
  <inkml:trace contextRef="#ctx0" brushRef="#br0" timeOffset="7417.5">7059 5913 81 0,'-6'-22'565'15,"0"7"111"-15,-1-7 89 0,-6 7 92 0,6-3-61 16,-5 3-195-16,4 4-140 0,2 0-79 0,0 0-66 15,0 4-73-15,-2 4-63 0,2-1-47 16,0 0-30-16,-1 8-14 0,1 0-4 16,-1 6 4-16,-6 5 10 0,7 3 14 0,0 4 13 15,-2 7-3-15,2 0-3 0,0 8-7 16,-1 4-6-16,7 6-8 0,0-2-13 0,0 2-11 16,0 0-14-16,7 1-14 0,-1-7-15 15,8 2-12-15,-8-6-15 0,6-3-30 0,2-9-55 0,-1 0-78 16,7-6-104-16,-8-7-161 0,8-6-195 15,-1-6-213-15,1-6-176 0,6-11-45 0,-7 3 37 16,7-8 126-16,0-6 184 0,-6-2 227 16</inkml:trace>
  <inkml:trace contextRef="#ctx0" brushRef="#br0" timeOffset="7856.31">7248 6030 35 0,'-6'-15'553'16,"6"0"124"-16,-7 1 82 0,1 3 72 15,0 0-66-15,-2 3-175 0,8 5-189 0,-6-1-112 16,6 1-79-16,0 3-58 0,-6 3-39 15,6 1-23-15,0 7 0 0,0 0 4 0,6 7 15 16,-6 0 9-16,6 5-2 0,2 2 9 16,-2 1 10-16,-6-1 15 0,6 5 8 15,1-4 2-15,-1-1-3 0,-6 1-13 0,7-8-11 16,-7 0-8-16,7-4-11 0,-7 1 4 16,0-4 17-16,0-3 16 0,0-5 4 0,0 2-6 15,0-5-59-15,0-5-90 0,-7-2 0 16,7-4 0-16,-7-3 0 0,7-1 0 0,0-3 0 15,0-4 0-15,0-4 0 0,0 1 0 16,7-5 0-16,0 8 0 0,-1-4 0 16,0 5 0-16,8 2 0 0,-2-3 0 0,1 7 0 15,7-3 0-15,-7 3 0 0,13 4 0 0,-6 0 0 16,-1 4 0-16,0 0 0 0,1 3 0 16,0 4 0-16,-1 4 0 0,1 3 0 15,-7 0 0-15,6 4 0 0,-6 4 0 0,1 0 0 16,-2 3 0-16,-5 1 0 0,6-1 0 15,-7 0 0-15,-6 0 0 0,7 1 0 0,-7-4 0 16,6 3 0-16,-6-4 0 0,0 1 0 16,0 0-48-16,-6-5-152 0,6 2-113 0,0-5-161 15,0-3-210-15,0-1-235 0,0-3-168 16,0 0-33-16,6-7 49 0,1-3 126 0,0-2 203 16,5-7 261-16</inkml:trace>
  <inkml:trace contextRef="#ctx0" brushRef="#br0" timeOffset="8246.86">8075 5894 83 0,'14'-8'629'0,"-2"-2"147"16,1-1 92-16,-6 3 61 0,0 5-91 0,-1-4-230 15,-6 2-226-15,6 5-129 0,-6 5-67 16,7-2-40-16,-7 4-18 0,0 4-3 16,0 5-1-16,-7-2-1 0,1 4-14 0,-7-3-14 15,0 3-16-15,-6 5-23 0,-1-6-12 16,0 5-12-16,1-3-10 0,-7 3-8 15,6-4-4-15,1 0-1 0,-1-3-2 0,0-4-3 16,8 0 1-16,-1 0 0 0,-1-4 7 16,8-3 21-16,0 3 26 0,6-2 28 0,-7-5 21 15,7 2 23-15,7-2 13 0,-7 5-4 16,6-5-10-16,7 3-12 0,0-3-6 0,6 3-6 16,-5 2-3-16,5 2-6 0,7 0-4 15,-6 0-64-15,0 1-29 0,5 3 0 0,1 0 0 16,-6 0 0-16,6 0 0 0,-7 3 0 15,1 1 0-15,0-4 0 0,-1 3 0 0,1-2 0 16,-8-1 0-16,2-4 0 0,-1 0 0 16,-7 0 0-16,1 1 0 0,6-4 0 15,-13-4 0-15,6 3 0 0,-6-3-193 0,6-3-325 16,-6-1-210-16,0-4-261 0,0-2-166 16,0-1-25-16,0-5 62 0,0-2 144 0,8 0 210 15,-2 0 291-15</inkml:trace>
  <inkml:trace contextRef="#ctx0" brushRef="#br0" timeOffset="8481.24">8486 6081 151 0,'-7'4'682'0,"-6"-1"138"0,7-3 75 16,-1 0 59-16,0 0-88 0,7 0-237 16,-6 0-197-16,6 0-100 0,6 0-43 0,1 4-24 15,6 0-25-15,0-4-29 0,0 3-26 0,14-3-24 16,-8 0-26-16,13 0-31 0,-6 0-28 15,7 0-27-15,-1-3-20 0,1-1-10 16,-1 0-8-16,-5 1-8 0,5-1-25 16,-6 1-46-16,0-2-65 0,-6 2-82 0,-7 0-103 15,0-1-139-15,-6 4-149 0,-7 0-156 16,0 0-145-16,-14 0-56 0,2 0 33 0,-2 7 104 16,-5-4 150-16,-1 5 189 0</inkml:trace>
  <inkml:trace contextRef="#ctx0" brushRef="#br0" timeOffset="8684.26">8635 6217 18 0,'-13'14'557'0,"1"1"159"16,5-4 106-16,0-4 90 0,1 1-26 16,0-1-131-16,-2-4-150 0,8 5-102 0,0-5-63 15,8 1-53-15,-2 0-52 0,0-4-61 16,8 3-49-16,-2-3-42 0,8-3-38 16,-1 3-32-16,1-4-34 0,6 4-27 0,1-4-23 15,-2 1-13-15,7-1-6 0,-5 4-8 16,-1-4-23-16,-6 1-36 0,-1-1-65 0,0 4-91 15,-12-3-117-15,6-2-172 0,-6 5-206 16,-1-3-230-16,0 0-135 0,-6-5-14 0,8 1 62 16,-2 3 146-16,0-7 209 0,7 3 259 15</inkml:trace>
  <inkml:trace contextRef="#ctx0" brushRef="#br0" timeOffset="9059.62">9294 6000 280 0,'-7'-7'665'0,"7"-4"99"15,-7 4 64-15,1-1 32 0,6 1-147 16,-7 0-242-16,1 3-172 0,-1 1-91 16,0 3-60-16,1 0-29 0,0 3-19 0,-8 4-1 15,8 1 19-15,-7 6 16 0,7 1 13 16,-1 3-1-16,0 7-7 0,1 2-5 0,6-2-12 16,-6 9-13-16,6-6-9 0,0 6-13 15,6-5-14-15,0 0-17 0,1-4-9 0,6 1 7 16,-6-8 10-16,5 1 13 0,8-5 14 15,-7-2 10-15,7-8 8 0,6-1-4 16,-6-6-6-16,5-1-6 0,1-8 2 0,0 2 11 16,1-5 13-16,-1-3-7 0,-7-1-112 0,7-2 0 15,-6-1 0-15,-8 0 0 0,2-4 0 16,-1 1 0-16,-7-1 0 0,1 3 0 16,-7 2 0-16,-7 3 0 0,7-1 0 0,-13 4 0 15,1 1 0-15,-8 3 0 0,0 3 0 16,-6-3 0-16,0 8 0 0,-6-5 0 0,6 5 0 15,-7 3-315-15,1-4-281 0,6 4-240 16,-7 0-263-16,1 0-96 0,5-4 19 0,1 4 90 16,6 4 173-16,8-4 251 0</inkml:trace>
  <inkml:trace contextRef="#ctx0" brushRef="#br0" timeOffset="9485.37">9606 5542 164 0,'6'-14'658'0,"8"-1"121"0,-8 0 77 0,7 1 64 15,0-1-110-15,6 5-238 0,1-1-185 16,-1 3-94-16,7 0-57 0,-6 1-35 0,6 7-22 16,7 0-18-16,-7 4-17 0,0 3-13 31,7 5-9-31,-8-1-17 0,1 7-8 0,0 3 17 0,1 13 36 0,-7-2 34 0,6 13 32 15,-14-1 27-15,1 7 7 0,1 0-31 16,-8 4-219-16,0 0 0 0,-6 3 0 0,0-3 0 16,0 3 0-16,-6-2 0 0,0-5 0 0,-1 0 0 15,0-6 0-15,1-2 0 0,-7-6 0 16,7 0 0-16,-2-8 0 0,2-7 0 0,6 0 0 16,-6-7 0-16,6 0 0 0,-6-5 0 15,6-2 0-15,0-4 0 0,0 3 0 16,-8-7 0-16,8 3 0 0,0-3 0 0,0-3 0 15,0 3 0-15,-6-7 0 0,6 3 0 16,-6-7-138-16,-7 4-551 0,6-1-353 16,-12-3-207-16,5 0-48 0,-12-4 66 0,-6 4 146 31,-1-3 242-31,-6 3 349 0</inkml:trace>
  <inkml:trace contextRef="#ctx0" brushRef="#br0" timeOffset="10929.33">7470 7682 312 0,'-7'-7'429'0,"-6"0"76"0,7-1 33 15,6 1 37-15,-7-1-61 0,0 1-60 16,7 0-51-16,0 4-53 0,0-1-76 0,0-4-81 15,7 8-66-15,0 0-36 0,-1 0-20 16,1 0-12-16,6 8 1 0,0-1 7 16,7 4 7-16,-8 0 10 0,1 4-1 0,0 3-4 15,0 0-1-15,1 0-5 0,-2 4-1 16,-5 0-10-16,0 0-4 0,-7-3 1 0,6 2-5 16,-6-2 0-16,-6-1 4 0,6-3 7 15,-7-1 10-15,0-2 11 0,1-5 9 0,6 0 3 16,-6-7-4-16,-2 0-8 0,2-3-20 15,0-5-17-15,-1-2-16 0,7-6-15 0,-6 2-9 16,6-5-8-16,6-6 0 0,1 3-1 16,-1-7-1-16,0 4-4 0,8-2 2 0,-1 2 2 15,0 3-4-15,6 3 1 0,-5 5 0 16,-2 0 2-16,2 5 0 0,5 3-1 16,-6 1 2-16,0 5 4 0,1 5-2 0,4-2-2 15,-4 5 1-15,-1-1-1 0,7 4-1 16,-8-4-6-16,2-3 4 0,5 3 4 0,-6 1 0 15,6-4-5-15,-5-1-5 0,-2-3-4 16,2 0-3-16,-8 0 0 0,7-3 1 0,-7-1 3 16,-6-4 4-16,8 1 2 0,-8-4 2 15,0 4-1-15,-8-4 0 0,2 0 3 0,-7 0 0 16,0 0 1-16,0 2-3 0,0 3 0 16,-6-2 1-16,5 5-1 0,-5 3 0 15,-1 0 0-15,8 3 2 0,-8 5 3 0,7 2-1 16,-7 1 2-16,14 5 2 0,-8 2 2 15,8 0 5-15,0 5 5 0,-1-2 6 0,7 1 5 16,7 4 6-16,-7-1 1 0,6 1-4 16,8-5-4-16,-2 5-6 0,-6-4-5 0,8 0-4 15,5 1-6-15,1-5 0 0,0-4 2 16,-1-3-1-16,1 0-5 0,-1-3-15 16,7-1-29-16,-6-7-45 0,6-3-67 0,0-1-94 15,-1-4-132-15,1-6-133 0,1-1-141 16,-1-3-119-16,-6-4-90 0,5 0 10 15,-11-4 90-15,-2 1 127 0,8-8 157 0</inkml:trace>
  <inkml:trace contextRef="#ctx0" brushRef="#br0" timeOffset="11101.36">8239 7524 199 0,'6'-21'506'0,"-6"2"133"0,0 1 117 0,0 3 59 16,0 0-104-16,-6 1-98 0,-2 6-89 16,8-2-105-16,-6 3-104 0,6 2-84 15,-6 5-51-15,6 5-33 0,0-2-12 0,-7 8 2 16,7 3 18-16,0 5 13 0,7 3 0 15,-7 0-14-15,6 7-9 0,0-4-17 0,2 5-26 16,-2 3-22-16,0-3-19 0,-6 3-17 16,7-4-17-16,-1 0-13 0,1 0-27 15,0 1-58-15,-7-5-82 0,6 1-106 0,-6-5-149 16,6-2-179-16,-6-9-203 0,6 3-193 16,-6-6-50-16,0-7 33 0,-6-3 113 0,6-1 158 15,-6-9 215-15</inkml:trace>
  <inkml:trace contextRef="#ctx0" brushRef="#br0" timeOffset="11585.39">8166 7726 123 0,'-6'-11'565'0,"-7"3"117"0,6 1 94 0,1-4 75 0,0 4-117 15,6 0-188-15,0 0-160 0,0-1-107 0,6 1-93 16,7-1-74-16,0 5-53 0,7-4-25 16,-1 3-19-16,7 1-8 0,0-1-4 15,1-1 0-15,5 5-1 0,-6-3 0 0,7 3-3 16,-7 0 3-16,-1 0 1 0,-5 3 2 15,-7 2 9-15,0-1 16 0,0-1 24 0,-6 8 20 16,-7 0 22-16,6 4 17 0,-6-1 5 16,0 1-7-16,0 3-16 0,-6-4-17 0,6 6-19 15,0-6-17-15,6 4-14 0,-6-3-6 16,7-4-4-16,-1 0-3 0,0-1-3 0,2-2 0 16,4-1 0-16,1-3-3 0,0-4-2 15,6 0 2-15,-5-4 3 0,-1 0 6 0,6-3 8 16,-6 0 22-16,1-5 21 0,-2 2 13 15,-5-1 6-15,0-3 4 0,-1-5 4 16,-6 1-4-16,6-1-2 0,-6 4 9 0,0-3 12 16,-6 4 12-16,6-1 4 0,0 4 0 15,0 4-10-15,-6 0-19 0,6 0-21 0,0 3-21 16,0-1-21-16,0 5-17 0,0 5-8 16,0-1-6-16,0 3-1 0,6 0-2 15,-6 4 2-15,6 4-3 0,-6-1 0 0,7 1 1 16,0 3-1-16,-1 0 1 0,1-2-1 15,-1 1-15-15,0-2-32 0,2 3-48 0,-2-4-75 16,0 1-85-16,1-4-99 0,-1 0-114 16,1-4-126-16,6-3-122 0,-7 0-111 15,8-4-95-15,-8-4-19 0,7-3 67 0,-6 0 125 16,-1-8 154-16,-6 5 175 0</inkml:trace>
  <inkml:trace contextRef="#ctx0" brushRef="#br0" timeOffset="12194.62">8825 7726 32 0,'-7'-22'349'0,"7"0"87"0,-7-4 94 16,1 5 98-16,0-1-18 0,-2 3-52 0,8-3-43 15,-6 7-43-15,6 0-59 0,0 1-105 16,6 3-91-16,2 0-57 0,-2 4-45 0,7 0-33 16,6-1-27-16,-6 8-17 0,7 0-3 15,0 4-4-15,5 3 4 0,-5 1 2 0,0 2 6 16,-1 5 12-16,1 4 8 0,0-1 8 16,-2-1 8-16,-4 6 6 0,5 3-3 15,-12-4-6-15,6 0-3 0,-13 0-1 0,6-1-3 16,-6-3-1-16,-6 1-1 0,6-4 3 15,-6 0-2-15,-1-1-3 0,-6-6-4 0,6-2-2 16,1-1 0-16,-8-1-7 0,8-4-7 16,-6-4-6-16,4-4-5 0,-4 1-10 0,5-4-5 15,1-3-5-15,-1-1-2 0,7 1-4 16,0-6-3-16,0-2-2 0,7 4-1 0,-1 1 0 16,1-2-2-16,5 4 0 0,2 5-1 15,-8-5 1-15,8 7-4 0,5-3 0 0,-6 8 1 16,0-2-2-16,7 5 0 0,-8 5-2 15,8 1 4-15,-7 2-1 0,0 3 2 0,0 4 1 16,0-1 1-16,0 1 6 0,0 3 1 16,1-3-3-16,-8 3 0 0,6-3 1 15,-5 0 2-15,0-1-1 0,-1 1 1 0,1-4 6 16,-7 0 11-16,6-4 12 0,-6-3 16 16,0 3 20-16,0-4 9 0,0-3 6 0,-6 0-1 15,6-3-9-15,-7-4-13 0,1 0-17 16,6-4-13-16,-7 0-9 0,0-4-5 0,7-3-5 15,0-5-6-15,0 2-2 0,7-1 0 16,0 0 0-16,6 0 1 0,-7-1 1 0,8 9 6 16,-2-4 0-16,2 7 0 0,-2 0 1 15,1 4-3-15,7 2-1 0,0 2-5 16,-1 6 0-16,1 2-2 0,-8 5 2 0,8 1 0 16,-7 0 2-16,0 4 3 0,0 4-2 15,0-4 0-15,0 2-1 0,-7 1-3 0,2 1-14 16,-2-1-42-16,0 0-68 0,1-3-97 15,-7 4-124-15,6-8-183 0,1 4-218 0,6-8-242 16,-1-4-120-16,2 1-5 0,6-4 72 16,-8-4 155-16,15-3 215 0,-8 0 273 0</inkml:trace>
  <inkml:trace contextRef="#ctx0" brushRef="#br0" timeOffset="12491.42">9925 7495 539 0,'0'-11'742'0,"0"5"84"0,-7-3 53 15,7 1-29-15,-6 5-207 0,0 3-225 0,6 3-128 16,-7 2-52-16,7 7-29 0,0 2-19 16,-7 0-13-16,7 4-25 0,7 5-17 0,-7-2-21 15,7 5-20-15,-1-4-19 0,7 4-13 16,0-5-4-16,0-2 0 0,7-1 3 0,-1 0 7 16,1-7 18-16,6 1-1 0,0-9 4 15,-7 2 8-15,7-10 15 0,0 2 25 16,1-5 25-16,-1 1 29 0,-7-8 15 0,1 1-58 15,-8-5-148-15,2 1 0 0,-8-4 0 0,0 0 0 16,-6-3 0-16,-6-5 0 0,-6 1 0 16,-2 0 0-16,-5 4 0 0,-1-6 0 0,0 9 0 15,-6 1 0-15,1 2 0 0,-8 5 0 16,7 6 0-16,-6 1 0 0,-1 4-491 0,1-1-237 16,-2 8-288-16,2-1-172 0,-1 4-25 15,1 1 67-15,-1 3 136 0,1 4 215 16,5-1 307-16</inkml:trace>
  <inkml:trace contextRef="#ctx0" brushRef="#br0" timeOffset="13587.46">6232 9543 130 0,'-13'-11'336'0,"1"-3"45"0,-2-1 54 16,1 0-29-16,6 1-47 0,-5-5-12 15,5 4 10-15,7 1 3 0,-6 0-15 0,6-2-26 16,6 6-34-16,1-5-47 0,-1 4-42 15,7 0-34-15,0 4-21 0,7 3-19 0,-1 0-16 16,7 8-15-16,-6 3-12 0,6 1-4 16,0 7-5-16,0 3-1 0,-6 3-1 15,-1 1-3-15,-6 8-2 0,1-4-3 0,-8-1 0 16,0 4-9-16,-6-6-3 0,-6 2-4 16,0-3-5-16,-2-5-3 0,-4 3-4 15,-8-6-5-15,7-3-3 0,0-3-2 0,0-1 1 16,0-7-3-16,-6 0 0 0,5-4-2 15,8-3-4-15,-7-5-1 0,7-2-3 0,-2-4-2 16,8-1-1-16,0-6-9 0,8 0-1 16,-2-1 1-16,7 3-2 0,0-2 1 0,0 3-2 15,7 5 8-15,-1 0-2 0,-6 3-1 16,13 8-1-16,-7-2-2 0,1 4 2 16,6 0 1-16,-7 4-1 0,8 4 1 0,-1 0 1 15,-6-1 1-15,6-3-3 0,-7 5-2 16,1-2-2-16,-1-3-3 0,0 3-4 15,-5-6-4-15,-1 0 2 0,-1-2-2 0,-4 2 1 16,-2-5 4-16,-6 1 2 0,0-4 4 16,0 1 0-16,-6-2 1 0,-8-2 3 0,8 3 1 15,-14-1 1-15,7 1 1 0,0 4 4 16,-6 0 6-16,5 3 4 0,-5 1 4 0,6 3 6 16,-6 3 6-16,5 4 3 0,1 4 3 15,0 0 5-15,0 8 9 0,7-1 7 0,0 8 5 16,6-1 2-16,0 0-2 0,0 6-4 15,6-2-12-15,7 0-9 0,-7-3-10 0,7-1-9 16,0 2-7-16,7-6-4 0,0-3-3 16,-1 1-1-16,7-5-1 0,0-3 0 0,0 0 1 15,1-4-2-15,-2-7 1 0,7 0-1 16,2 0-4-16,-9-7-6 0,1 0-9 16,0-4-6-16,1-4-5 0,-7 1-3 0,-8-6 1 15,1 0 4-15,-6-6 6 0,-7 0 5 16,0-3 6-16,0-4 1 0,-7 4 1 15,0-5 2-15,1 1 1 0,0 0 3 0,0 4 0 16,-2 3 3-16,2 0 9 0,-7 1 10 16,7 6 16-16,-1 5 13 0,7 0 12 0,-7 3 1 15,1 4-3-15,6-1-9 0,0 8-11 16,0 4-7-16,0 3-5 0,6 4 8 0,1 7 5 16,-7 4 12-16,13 4 13 0,-6 3 4 15,-1 4-2-15,8 1-4 0,-8 2-8 16,6 0-11-16,-5 0-14 0,0-2-11 0,-1 3-9 15,7-4-5-15,-13-4-20 0,6 0-30 16,2 1-63-16,-2-8-82 0,0 0-104 16,-6-4-133-16,6-7-148 0,2-1-166 0,-8-5-149 15,6-5-85-15,-6-5 15 0,-6 3 87 16,6-10 137-16,0-3 182 0</inkml:trace>
  <inkml:trace contextRef="#ctx0" brushRef="#br0" timeOffset="14059.87">6935 9580 15 0,'-18'-23'384'16,"4"5"81"-16,1-3 98 0,0 2 99 0,6 5-36 15,1-2-74-15,0 2-72 0,6 3-62 16,0-4-81-16,0 8-109 0,6-3-88 0,7 2-56 16,7 4-35-16,0-3-15 0,5 0-13 0,1 3-6 15,14 0-5-15,-1-3-4 0,-1 7-3 16,1-3-1-16,1-2-2 0,-1 5 0 0,-13 5 0 16,0-5 16-16,-7 7 20 0,-13 0 26 15,8 4 27-15,-14 0 31 0,0 3 31 16,0 0 10-16,0 5 2 0,-6-1-7 0,-2 5-11 15,2-5-23-15,6 4-24 0,-6-4-19 0,6 1-18 16,0-1-13-16,0-4-13 0,6 2-6 16,-6-7 1-16,6 3 2 0,8-4-2 0,-1-5 2 15,0-3-2-15,0 0-2 0,0 0-8 16,0-3-6-16,7-5-1 0,-7 1-6 0,-1-4-6 16,-5-3 0-16,0-2 4 0,-1 2-1 15,0-5 0-15,-6-2 12 0,7-2 17 16,-7 2 15-16,-7 3 17 0,7-1 25 0,0 1 24 15,-6 7 11-15,6-3 2 0,-6 6-8 16,6 0-16-16,0 5-25 0,0-1-23 0,-7 4-23 16,7 0-16-16,0 7-8 0,0 1 0 15,7 6-1-15,-1-3 1 0,-6 9 1 16,6-3 0-16,8 2-1 0,-8-1-1 0,1 4-1 16,6-4-4-16,-7 1 1 0,7-1-12 15,1-4-34-15,-8 1-56 0,7 0-83 0,0-4-95 16,-7 0-121-16,7-8-146 0,-7 1-148 15,8 0-142-15,-8-8-124 0,8 0-30 0,-8 1 52 16,0-8 123-16,1 0 161 0,-1-4 190 16</inkml:trace>
  <inkml:trace contextRef="#ctx0" brushRef="#br0" timeOffset="14668.77">7600 9496 165 0,'-6'-22'409'0,"-1"-1"98"0,0 1 124 0,1 0 34 16,0 4-41-16,-2 0-56 0,8 3-56 15,-6 1-56-15,6-2-103 0,0 6-91 0,6-1-67 16,2 0-47-16,-2 7-42 0,0 1-34 15,8 3-17-15,-2 0-9 0,1 3-11 0,7 4-6 16,-7 9 3-16,0-3 9 0,7 3 11 0,-7 5 11 16,-1 2 9-16,2 3 8 0,-2-1 7 15,2 1 5-15,-8-1 3 0,1 5-4 16,-1-9 0-16,-6 5 4 0,0-8 2 0,0 0 7 16,-6 1 2-16,-1-4 5 0,7-4 2 15,-6-4-1-15,-1 0-3 0,0-4-10 0,1-3-12 16,0-3-12-16,0 0-16 0,-2-5-13 15,2-3-13-15,6-3-10 0,-6-1-6 0,6-7-6 16,0 0-4-16,0-7-5 0,0-1 0 16,6 5-2-16,0-5-2 0,8 1 0 15,-2 7 2-15,2-3-1 0,-1 6 0 0,-1 1-2 16,8 6 1-16,-6 2-1 0,5 2 1 16,1 1-1-16,-1 7 0 0,-6 4 1 15,7-1 1-15,-7 8 1 0,7 1 0 0,-8 2 1 16,8 4-1-16,-7 1 0 0,-7 3 1 15,8 0 0-15,-8-4 3 0,6 4 3 0,-12 0 4 16,8-4 7-16,-2-3 9 0,-6 0 13 16,0-1 12-16,0-2 17 0,0-5-26 0,-6 0-43 15,-2-3 0-15,2-1 0 0,6-3 0 16,-6-3 0-16,-8-1 0 0,14 0 0 16,-6-3 0-16,0-4 0 0,-1-4 0 0,7 1 0 15,0-5 0-15,0 1 0 0,7-4 0 16,-1 0 0-16,8 0 0 0,-2 4 0 0,2-4 0 15,5 3 0-15,1 5 0 0,-2-1 0 0,2 0 0 16,7 9 0-16,-8 1 0 0,7 2 0 16,-6 3 0-16,-8 3 0 0,8 5 0 15,0 2 0-15,-14 2 0 0,7 3 0 0,-6 0 0 16,0 3 0-16,-1-4 0 0,0 4 0 16,-6 1 0-16,0-1 0 0,0 1 0 0,0-5 0 15,-6 1 0-15,6 0 0 0,0-5-313 16,0 1-254-16,0-3-210 0,6-1-227 15,0-7-136-15,8 3-7 0,-1-3 71 0,7 0 145 16,12-3 213-16,1-1 270 0</inkml:trace>
  <inkml:trace contextRef="#ctx0" brushRef="#br0" timeOffset="19285.88">9391 9238 101 0,'0'-3'340'0,"0"-8"53"16,-6 5 52-16,6-6-42 0,0 1-22 15,0 0-29-15,-8-4-10 0,8 4 2 0,0 0-2 16,-6 4-10-16,6-4-11 0,0 4-39 15,0 3-50-15,0-3-49 0,-6 7-44 16,6-4-47-16,0 8-39 0,0-1-20 0,6 8-4 16,-6 1 10-16,0 2 13 0,6 4 12 15,2 5 10-15,-8 3 7 0,6 2-2 0,0 2-8 16,-6-1-14-16,7 4-4 0,0 0-8 16,-7 0-7-16,6-8-3 0,-6 5-3 15,7-8-4-15,-7 0-2 0,0-7 1 0,6-1 19 16,-6-7 30-16,0 4 23 0,0-7 13 15,0-4 9-15,0 0 0 0,0-4-21 0,0-7-32 16,0 0-26-16,0-4-14 0,-6-2-14 16,6-5-8-16,0-1-3 0,-7-2-3 0,7-1 0 15,0 1-1-15,0-1-5 0,0 1 6 16,7 2 1-16,-1-2 1 0,0 3-1 0,8 3 1 16,-2-3 5-16,2 8-5 0,5-4-3 15,-6 3-1-15,6 4 0 0,1 3-1 0,6 5 1 16,-7-1-2-16,1 8 3 0,-6-1 1 15,5 8 2-15,1 5 7 0,-8 2 12 16,2 0 14-16,-1 4 10 0,-7 3 10 0,7 0 2 16,-13 1 0-16,7 0-8 0,-1 0-10 15,-6 0-10-15,6-5-9 0,-6 1-5 16,0-2-5-16,8-6-2 0,-8-1-1 0,0-4 1 16,0 2 1-16,0-8-1 0,0 1-2 15,0-1-3-15,0-3-9 0,0 0-29 0,0-3-60 16,-8-1-77-16,2 1-104 0,6-5-164 15,-6 1-190-15,-1 0-180 0,0-1-146 16,1-3-34-16,-7-4 50 0,7 1 131 0,6-5 182 16,-7 1 200-16</inkml:trace>
  <inkml:trace contextRef="#ctx0" brushRef="#br0" timeOffset="19832.57">10720 7078 172 0,'0'3'610'15,"-7"-3"116"-15,7-3 89 0,0-1 67 16,-6 0-107-16,6-3-199 0,-7 3-166 15,7-2-104-15,-7 2-78 0,7-4-71 0,0 3-63 16,0 3-40-16,0-2-27 0,0 4-39 16,0 0-67-16,0 0-100 0,0 0-147 0,0 4-178 15,7 3-168-15,-7 5-149 0,0-6-37 16,0 9 46-16,0-1 118 0,-7 1 164 16</inkml:trace>
  <inkml:trace contextRef="#ctx0" brushRef="#br0" timeOffset="20020">10811 7517 450 0,'6'22'663'0,"0"-4"99"0,-6 1 92 16,8-4 8-16,-8-4-128 0,0 0-138 0,-8 0-101 15,2 0-55-15,0-1-62 0,-7 1-71 16,-7 1-72-16,0 2-67 0,-6 1-50 16,-6-1-42-16,-1 4-46 0,8 2-77 0,-9-6-101 15,9 4-161-15,-1 0-246 0,6-4-272 16,1-2-196-16,6-1-58 0,0-4 31 15,-1-3 125-15,8-1 223 0,0-3 262 0</inkml:trace>
  <inkml:trace contextRef="#ctx0" brushRef="#br0" timeOffset="21067.21">10896 9008 133 0,'0'-7'357'0,"0"-1"59"16,0 2 63-16,0-2-12 0,0-3 19 0,0 4-22 15,0-1-11-15,0-2-4 0,0 2-25 16,0 4-51-16,0-3-79 0,0 3-70 0,0 4-52 16,-7 0-28-16,7 8-12 0,0-1 0 15,0 8 12-15,0 6 19 0,7 1 8 16,-7 9-9-16,0-4-17 0,6 10-21 0,0-3-25 16,-6-1-26-16,7 0-19 0,0 0-17 15,-1 0-13-15,0-5-11 0,1 3-4 0,-1-6-4 16,-6-3-1-16,7 0-4 0,0-8-24 15,-7 2-39-15,0-6-48 0,6 0-62 0,-12-2-94 16,6-4-147-16,0-4-158 0,-7 0-126 16,-6 0-131-16,6-4-67 0,-5-4 28 15,-2 2 114-15,2-5 161 0,-2-4 155 0</inkml:trace>
  <inkml:trace contextRef="#ctx0" brushRef="#br0" timeOffset="21301.58">10746 9257 428 0,'-7'-3'584'0,"0"-1"84"0,7 0 72 15,-6 1-53-15,6-2-140 0,0 2-138 16,0 3-109-16,6 0-62 0,8 0-51 0,-2 0-41 16,15 0-27-16,-1 3-18 0,0-3-8 15,6 0-17-15,7 0-20 0,0-3-13 16,1 3-17-16,-1-3-10 0,-1 3-5 0,2-8-4 16,-1 5-1-16,-6 0 4 0,-1-2-4 15,-6 2-2-15,-7-1-2 0,1 4-5 0,-14-5-14 16,1 5-42-16,0 0-52 0,-14 0-102 15,7 5-127-15,-7-1-147 0,1-1-134 16,0 2-130-16,0-2-30 0,-2 0 56 0,8 1 101 16,0 0 141-16</inkml:trace>
  <inkml:trace contextRef="#ctx0" brushRef="#br0" timeOffset="21660.82">12107 9082 418 0,'20'-19'525'0,"-8"-3"84"0,-5-3 93 0,6-1-40 15,-7 0-111-15,-6 0-98 0,0-3-59 0,0 3-59 16,-6 0-68-16,-7 1-61 0,6 0-38 16,-5 6-24-16,-2 1-17 0,-5-1-15 15,5 9-17-15,-4-1-21 0,4 3-19 0,1 5-16 16,-7 6-11-16,8 1-10 0,6 7 6 15,-8 3 15-15,8 5 16 0,-1 4 19 0,7 2 15 16,0 4 18-16,0 4 4 0,7 4-2 16,-1-4-6-16,-6 4-8 0,14 2-10 15,-8-2-11-15,0 0-16 0,0-5-16 0,1 2-12 16,0-1-11-16,-1 0-7 0,1-8-5 16,-1 5-1-16,-6-4-6 0,0-5-28 15,0-2-46-15,0-1-71 0,-6 0-98 0,-1-7-152 16,1-4-194-16,-1 1-176 0,-6-8-173 15,1-3-46-15,-2-2 34 0,1-6 121 0,-7 1 180 16,8-5 194-16</inkml:trace>
  <inkml:trace contextRef="#ctx0" brushRef="#br0" timeOffset="22131.64">11768 9201 462 0,'-6'-2'636'0,"6"-2"73"0,0 1 53 15,0-1-70-15,0-3-164 0,6 2-193 0,0-2-124 16,8 4-73-16,5-1-48 0,1-3-31 0,6-1-22 15,0 5-13-15,7-4-11 0,5-1 1 16,1 4-5-16,1-3-3 0,-1 0-8 0,0 3 2 16,-7 0-3-16,-6 4 7 0,1-3 14 15,-15 6 24-15,2-3 25 0,-2 4 16 16,-5 3 28-16,-7 1 18 0,0 2 10 0,0 2 0 16,0 2-2-16,0 2 2 0,-7-2-10 15,7 4-10-15,0 0-11 0,0 1-11 0,7-5-10 16,0 5-10-16,-1-1-5 0,7-4-8 15,1-3-7-15,-2 1-7 0,1-1-7 0,7-4-5 16,0-3-10-16,-2-1-8 0,2-3-5 16,0-3-4-16,-1-5-2 0,-5 1 10 15,5 0 17-15,-12-8 19 0,6 4 20 0,-7-4 16 16,0-3 17-16,1 0 3 0,-7-1 0 16,0 2 0-16,0-2-5 0,0 4 3 0,0 0 1 15,-7 1 2-15,7 3-2 0,-6-1-8 16,6 5-29-16,0 4-73 0,0-1 0 15,0 0 0-15,0 4 0 0,0 4 0 0,0 0 0 16,0 3 0-16,0 1 0 0,0 2 0 16,6 5 0-16,-6-1 0 0,7 5 0 0,0-4 0 15,-7-1 0-15,6 5-27 0,0-5-189 16,-6 5-109-16,7-5-127 0,-7 1-123 0,7-1-147 16,-7-7-147-16,6 5-132 0,-6-8-9 15,7-1 60-15,-1-6 111 0,0-1 176 0,1-3 204 16</inkml:trace>
  <inkml:trace contextRef="#ctx0" brushRef="#br0" timeOffset="22522.16">12589 9221 341 0,'0'-15'555'0,"0"-3"122"16,0 4 104-16,-6-2-8 0,6 2-107 0,0-1-119 15,0 8-106-15,0-4-103 0,0 3-95 16,6 5-76-16,-6 3-47 0,6 0-27 16,1 3-14-16,6 5 1 0,0 3 9 0,-7-1 6 15,8 5 1-15,-2 4-5 0,-5-1-4 16,6 4-6-16,-6 0-6 0,-1-4-4 0,0 4-1 15,1-3 8-15,0-1 10 0,-7 1 13 16,6-5 17-16,-6-3 23 0,6-4 33 0,-6 5 39 16,0-9 28-16,0 1 12 0,0-4-125 15,0 0-128-15,0-4 0 0,0 1 0 0,-6-9 0 16,6 5 0-16,-6-8 0 0,6 0 0 16,-7 1 0-16,7-4 0 0,0-4 0 0,0-5 0 15,7 7 0-15,-7-6 0 0,12 0 0 16,-5 4 0-16,6 0 0 0,0 3 0 15,0 1 0-15,0 4 0 0,7-1 0 0,-1 4 0 16,1 4 0-16,0 3 0 0,5 0 0 0,-5 4 0 16,0 4 0-16,-1 3 0 0,0 3 0 15,1 2 0-15,-7 3 0 0,7 0 0 16,-8 3 0-16,2-4 0 0,-8 5 0 0,7-1 0 16,-7 1 0-16,2-5 0 0,-2 4 0 15,-6 1 0-15,6-5 0 0,-6 1 0 0,0-4-491 16,0-1-343-16,0 2-248 0,0-9-132 15,0 1-3-15,0-4 79 0,7-4 162 16,-7 1 244-16,13-1 289 0</inkml:trace>
  <inkml:trace contextRef="#ctx0" brushRef="#br0" timeOffset="22834.59">13553 8883 236 0,'-13'-14'713'0,"-1"-8"108"0,2 0 54 15,-2-4 48-15,-5 5-114 0,-1-1-307 16,0 3-166-16,2 1-82 0,-2 6-35 0,1 2-22 16,-1 6-21-16,0 4-12 0,1 4 1 15,5 3 12-15,-4 8 16 0,4 7 11 0,1 7 2 16,7 4-8-16,-1 7-13 0,0 0-11 16,1 8-12-16,6 0-17 0,0 3-18 0,6 1-97 15,-6-2-30-15,14 2 0 0,-8-1 0 16,7-4 0-16,7 2 0 0,-1-5 0 0,-6-7 0 15,6 0 0-15,7-10 0 0,-6-4 0 16,0-4-109-16,5-9-218 0,-5 1-117 0,7-7-155 16,-8-8-166-16,7-3-152 0,-6-4-119 15,0-7-5-15,-2-4 58 0,2-8 147 0,-7 1 192 16,7-7 210-16</inkml:trace>
  <inkml:trace contextRef="#ctx0" brushRef="#br0" timeOffset="23303.27">13722 9051 290 0,'-7'-13'636'15,"7"-1"104"-15,-6-2 88 0,6 5 55 0,-6 1-129 16,-1 2-205-16,7 0-141 0,0 5-86 16,-6-1-62-16,6 8-50 0,0-1-32 15,6 5-8-15,-6 6 5 0,7 1 9 0,-1 3-5 16,0 5-12-16,8-1-19 0,-8 3-23 16,0 1-16-16,1-1-17 0,0-3-12 0,-1 4-14 15,-6-3-4-15,7-3-5 0,-7-1-1 16,6 0 3-16,-6-5 3 0,0-3 6 15,0 1 18-15,6-6 28 0,-6-1-40 0,0-3-74 16,-6 3 0-16,6-5 0 0,0-5 0 0,0-2 0 16,0-4 0-16,-6 0 0 0,6-4 0 15,0-2 0-15,-7-5 0 0,7 0 0 0,0 0 0 16,7-3 0-16,-7-2 0 0,6 5 0 16,0 0 0-16,1 1 0 0,0 2 0 15,5 1 0-15,8 3 0 0,-7 1 0 0,7-1 0 16,6 4 0-16,-7 0 0 0,7 3 0 15,0 1 0-15,-6 7 0 0,6-3 0 0,-7 6 0 16,1 1 0-16,-7 3 0 0,7 0 0 16,-8 8 0-16,2 0 0 0,-1 3 0 0,-7 1 0 15,7 3 0-15,-6 0 0 0,-1-4 0 0,1 3 0 16,0 2 0-16,-7-2 0 0,6-2 0 16,-6-1 0-16,0 1 0 0,6-5 0 15,-6 1 0-15,0-4 0 0,7-1 0 0,-7-2 0 16,7-1-330-16,-7-3-382 0,6-4-232 15,0 0-203-15,7-7-54 0,1 0 37 16,-2-4 109-16,2 0 212 0,-2-4 265 0</inkml:trace>
  <inkml:trace contextRef="#ctx0" brushRef="#br0" timeOffset="23537.61">14445 9169 133 0,'0'0'706'0,"0"0"152"0,0-3 94 15,0 3 84-15,0-4-66 0,6 4-248 16,0-4-232-16,-6 4-123 0,14 0-72 15,-1 0-61-15,0 0-45 0,6 0-33 0,7 0-21 16,1 0-20-16,-1 0-17 0,0 0-20 16,7 0-20-16,-1 0-21 0,1 0-15 15,-1 0-8-15,1 0-7 0,-7-3-2 0,0 3-3 16,-7 0-1-16,1 0-9 0,-8-4-29 0,2 4-46 16,-8 0-66-16,1 0-73 0,-7-4-112 15,6 4-143-15,-6-3-173 0,-6-1-168 0,6 1-145 16,-7-5-41-16,7 4 53 0,-6-7 120 15,6 4 182-15,6-4 208 0</inkml:trace>
  <inkml:trace contextRef="#ctx0" brushRef="#br0" timeOffset="23803.14">15116 8931 91 0,'6'-3'657'0,"-6"-1"147"0,0 0 97 0,0-3 82 15,0 3-59-15,0 1-215 0,0-2-227 16,-6 3-126-16,6 2-82 0,0 2-41 0,0 3-19 15,0 2-5-15,6 4 8 0,-6 0 16 16,7 7 13-16,-1 0-15 0,1 4-26 16,-1 4-27-16,1 0-134 0,-1 3-44 0,0 0 0 15,2-3 0-15,-8 3 0 0,6-3 0 16,-6 0 0-16,0-4 0 0,0 0 0 16,0-4 0-16,6-3 0 0,-6-1 0 0,0-2 0 15,0-6 0-15,0 1-73 0,0-2-321 0,0-5-132 16,0-5-170-16,0-2-178 0,-6-4-189 15,6-3-44-15,0-1 43 0,6-7 119 16,-6 0 194-16,7-7 219 0</inkml:trace>
  <inkml:trace contextRef="#ctx0" brushRef="#br0" timeOffset="24116.52">15337 8620 174 0,'-6'-15'630'0,"6"-3"103"16,6 3 70-16,-6 0 57 0,6 1-125 0,8 3-242 15,-1 0-163-15,-1 3-86 0,8 5-51 16,0-1-36-16,-1 4-19 0,7 7-12 0,0 1-8 16,1 3 0-16,5 4-3 0,-6 3 3 15,7 4 11-15,-7 7 27 0,0 4 29 0,-1 4 25 16,-5 3 11-16,0 4 0 0,-7 0-16 16,0 4-33-16,-6-4-31 0,-7 3-24 0,0-3-18 15,-7 4-16-15,-6-5-7 0,-7-2-5 16,7-4-51-16,-7-2-20 0,2-1 0 15,-2-8 0-15,7 0 0 0,-1-5 0 16,2-3 0-16,-2-2 0 0,8-5 0 0,0-1 0 16,-1-2 0-16,1-4 0 0,-1 3 0 15,0-3 0-15,7-4 0 0,-6 0 0 0,0-4 0 16,0 0 0-16,6-3 0 0,-8-1-267 16,2 1-392-16,6-7-215 0,0 3-240 0,0-7-78 15,0-1 26-15,6-7 95 0,8 1 182 0,-8-5 239 16</inkml:trace>
  <inkml:trace contextRef="#ctx0" brushRef="#br0" timeOffset="24303.94">15903 8689 287 0,'-6'-11'756'16,"6"4"141"-16,0-4 107 0,-6 0 84 0,6 0-131 15,0 4-312-15,-7 0-205 0,7 3-132 16,0 0-102-16,0 1-89 0,0 3-95 15,-6 0-101-15,6 0-130 0,6 3-209 0,-6 1-257 16,0 0-246-16,7 3-97 0,-7 4-2 16,6 0 75-16,0 4 180 0,2-1 242 15</inkml:trace>
  <inkml:trace contextRef="#ctx0" brushRef="#br0" timeOffset="24501.85">15995 9034 186 0,'0'29'725'16,"-7"-7"174"-16,7 0 142 0,0 0 136 0,0-4-25 15,0 4-216-15,0-3-162 0,0-1-124 16,0 0-115-16,0 1-419 0,-6-1-116 0,6 0 0 16,-6 0 0-16,-8 1 0 0,1-1 0 0,-13 1 0 15,6-1 0 1,-12 4 0-16,-1-3 0 0,-5-2 0 0,-1 3-612 16,-7-3-589-16,1-2-180 0,-2-4-24 15,2 0 90-15,-7-8 211 0,-1 1 349 0,-4-4 354 16</inkml:trace>
  <inkml:trace contextRef="#ctx0" brushRef="#br0" timeOffset="28566.46">18880 1311 119 0,'-6'-3'386'0,"6"-1"61"16,0 0 45-16,0 0-42 0,-7 2-40 0,7-3-89 15,0 5-62-15,0-3-49 0,0 3-37 0,-7 0-35 16,7 0-26-16,0 3-9 0,0 4 3 16,7 5 24-16,-7-1 18 0,0 3 20 0,0 1 3 15,0 3-5-15,7 4-16 0,-7 1-21 16,0-2-8-16,0 5-15 0,0-1-11 0,6 1-18 16,-6-4-2-16,0 4-13 0,6-5-10 0,-6-3-11 15,7 1-4-15,-7-1 1 0,0-3-2 16,7-4 16-16,-7-3 13 0,0-1 23 15,0 1 26-15,0-5 22 0,0 0 9 0,0-3-1 16,0 0-8-16,0-3-16 0,0 0-26 0,0-5-23 16,0 1-18-16,0-4-13 0,0 0-51 15,-7-4 7-15,7-3 2 0,0 0 1 0,0-1 1 16,0-4-2-16,0-2 40 0,0 3-17 16,7 0-10-16,-7-3-6 0,6 3-5 0,7 3 1 15,-6-3-4-15,6 8 0 0,-7-4-1 0,8 3 1 16,-2 0 2-16,1 1 0 0,7 3-4 15,-8-1 1-15,2 5 4 0,-1 4-2 0,7-5-3 16,-8 8 3-16,8 0 4 0,-7 4-2 16,7 0-3-16,-7 6 2 0,6-2 2 0,-5 7-1 15,-2-4 0-15,1 7 1 0,0-3 1 16,-6 3-2-16,-1 3 1 0,8-2-1 0,-8 4 2 16,0-2-1-16,-6-3 1 0,7 4 0 0,0-3 1 15,-1-1 0-15,-6 1-1 0,6-5 1 16,-6 0-1-16,0-2-2 0,7 2-3 0,-7-6 0 15,0-1-1-15,0 1-14 0,0-5-29 0,0 4-36 16,0-3-52-16,0-4-78 0,0 0-130 16,0 0-148-16,0-4-147 0,0-3-136 0,0 4-113 15,0-9-9-15,0 1 84 0,6 0 138 0,-6 1 161 16</inkml:trace>
  <inkml:trace contextRef="#ctx0" brushRef="#br0" timeOffset="28802.97">19551 1446 176 0,'0'5'449'0,"0"-2"91"0,0-3 59 0,6 0-34 15,-6 0-52-15,7 0-99 0,-1 0-79 16,1 0-62-16,6 0-35 0,1 0-39 0,-2 0-38 16,1 0-28-16,7 0-24 0,0 0-24 15,-2 0-19-15,2-3-15 0,0 3-15 0,-7 0-14 16,7 0-15-16,-8 0-28 0,8 0-69 0,-13-5-85 15,-1 5-101-15,0 0-118 0,-6 0-114 16,0 5-94-16,-6-5-67 0,0 3 19 0,-8-3 66 16,-5 4 96-16,5-4 107 0</inkml:trace>
  <inkml:trace contextRef="#ctx0" brushRef="#br0" timeOffset="29021.93">19557 1567 217 0,'-6'8'455'16,"6"-5"81"-16,0 2 68 0,0-2-24 0,6 0-60 15,1 2-81-15,-1-5-73 0,1 0-52 16,0 0-43-16,5 0-47 0,2 0-50 0,5 0-32 16,1 0-21-16,-8 0-18 0,8 0-18 15,6-5-17-15,-6 5-14 0,-1 0-14 0,1 0-17 16,-1 0-13-16,1 0-8 0,-8 0-20 0,8 0-47 16,-13 0-77-16,6 5-113 0,-6-5-112 15,-1 0-147-15,0 0-122 0,-6 0-100 16,0 0-1-16,8-5 72 0,-8 2 95 0,0 0 134 0</inkml:trace>
  <inkml:trace contextRef="#ctx0" brushRef="#br0" timeOffset="29585.76">20117 1344 319 0,'0'-3'507'16,"0"-5"91"-16,0 1 72 0,0 2-46 0,0 3-93 15,7-2-121-15,-7 0-93 0,0 4-85 0,0-3-65 16,0 6-62-16,0-3-35 0,0 4-26 16,0 2-9-16,7 6 0 0,-7-1-2 0,6 0 5 15,-6 4-6-15,7-4 2 0,-7 3-5 16,0 2 0-16,6-2 5 0,-6 0 1 0,0-2 11 16,0 2 4-16,0-6 5 0,6 2 5 0,-6-2 11 15,0-1 15-15,0-3 10 0,0-1 16 16,0 1 21-16,0-4 5 0,0 0 2 0,0 0-9 15,0-4-18-15,0 1-18 0,0-1-19 16,0 0-16-16,7 1-14 0,-7-5-14 0,0 1-2 16,7 0-11-16,-1 3-11 0,0-3 3 15,8 0-7-15,-1 0-1 0,-7-1-3 0,7 4-2 16,6 0 3-16,-5-3 5 0,-1 3-2 16,6 4-2-16,-6-3-2 0,7 3 1 0,0-3 0 15,-7 6-7-15,-1-3 2 0,2 3 3 0,-2 1 1 16,2 3 0-16,-1 1 0 0,0 0-1 15,0 2-1-15,-1 1-1 0,-4 4 2 0,-2-4 1 16,7 3 0-16,-13 1 1 0,6-4 3 16,-6 4-4-16,0 0 1 0,-6-1 0 0,-1-3 0 15,1 4-1-15,-8-4 2 0,2 0 3 0,-1-1 1 16,0 2-5-16,0-5 5 0,-1 0-1 16,2 1-2-16,-8-5 0 0,7 1 7 0,0-1-4 15,6-3-4-15,-5 5 0 0,-2-5 0 16,8 0 0-16,-7 0-9 0,7-5 3 0,-1 5-5 15,-6-3-19-15,7 3-29 0,-2-4-38 0,2 1-49 16,0-1-70-16,-1-3-88 0,1 3-106 0,-1-3-104 16,7 0-104-16,0-1-88 0,0-3-80 15,0 4 15-15,0-4 83 0,0-4 110 16,0-4 129-16</inkml:trace>
  <inkml:trace contextRef="#ctx0" brushRef="#br0" timeOffset="29804.46">20163 1319 239 0,'0'-8'428'0,"-7"-3"67"16,7 5 56-16,0-2-39 0,0-4-91 0,7 5-68 16,0 3-43-16,5-2-45 0,2 1-38 0,-1 2-44 15,6 3-39-15,8-4-35 0,-1 4-19 0,6 0-7 16,1 0-8-16,6 0-8 0,-7 0-9 16,7 4-10-16,0-4-15 0,-6 0-12 0,0 0-4 15,-1 3-2-15,-5-3-1 0,-2 0 1 16,1 0-7-16,-12-3-4 0,4 3-31 0,-11 0-50 15,0 0-92-15,-1-4-122 0,-6 4-144 16,-6-3-160-16,-1-1-102 0,-6 4-19 0,1-7 54 16,4-1 101-16,-4 5 139 0</inkml:trace>
  <inkml:trace contextRef="#ctx0" brushRef="#br0" timeOffset="30587.52">20853 1080 252 0,'0'-11'434'0,"7"-3"58"16,-7-1 47-16,0-4-62 0,0 1-70 0,-7 1-83 15,7-6-49-15,-6 2-29 0,0-2-20 0,-8-2-35 16,2 0-30-16,-2-2-40 0,-5 2-19 16,-1 3-25-16,-6-4-14 0,0 1-15 0,-7 2-16 15,-6 1-3-15,1 0-10 0,-8 0-4 0,0 5-9 16,-6-2 5-16,-7 4 3 0,1-3-4 0,-7 3 8 15,-7 5-1-15,1-2 6 0,-8 1-2 16,-6 4 5-16,8 0 7 0,-8 3-1 0,0 1 12 16,1 3 0-16,-1 0-2 0,7 3-6 0,-6 4-1 15,-1 0-4-15,6 4-6 0,1 0-9 0,0 8-4 16,7 0 2-16,-1-1-2 0,0 8 1 16,7-1 10-16,0 4 16 0,6 4 11 0,7 4 7 15,0 3-2-15,0 4-1 0,7 0-12 0,5 4-12 16,8 0-6-16,-1 3-6 0,0 3 1 15,14-1-3-15,0-3 0 0,-1 5 1 16,7-4 4-16,7 4 8 0,6-3 3 0,0 3 8 16,6-1 11-16,0-3 13 0,7 5 14 0,1-2 4 15,5-2 9-15,0 2 12 0,8-5 12 16,-1 2 9-16,6-4-5 0,1 0 3 0,6-3 2 16,7 1-4-16,-1-4-11 0,7-2-11 0,7-2-5 15,0 0-3-15,6 0-12 0,6-5-12 0,0-2-12 16,8-1-10-16,-1-7-10 0,-6 0-8 15,6-4-6-15,6-3-4 0,-5-1 0 16,5-2-4-16,1-5 1 0,0-3-2 0,6-1-4 0,0-3-3 16,-6 0 2-16,-1-3 1 0,1-1-1 15,-6-3-2-15,-2 0 2 0,2-5-1 0,-8 1-4 16,1-3-2-16,0-5 1 0,-7-3 4 16,0 0 3-16,-6-3 5 0,-8-5 7 0,8 1 2 15,-13-4 2-15,5 0 3 0,-5-7-2 0,-1-1 0 16,-5-2 5-16,-1-1 7 0,-6-5 10 15,-1 2 12-15,-6-4 20 0,-6-1 15 16,-1 2-67-16,1-2-26 0,-14 1 0 0,1-4 0 16,-7 0 0-16,-7 0 0 0,-5 0 0 0,-2-4 0 15,-12 1 0-15,1-1 0 0,-15 1 0 16,7 2 0-16,-12 5 0 0,-1 4 0 0,-5 2 0 16,-8 6 0-16,0 2 0 0,-6 5 0 0,7 5 0 15,-7-2 0-15,6 7 0 0,0 4 0 16,7-1 0-16,-1 4 0 0,8 5 0 0,-1-1 0 15,1 7 0-15,12 1 0 0,1-1 0 0,-1 4 0 16,7 4 0-16,0-1 0 0,6 4 0 0,-5 4-197 16,11 1-209-16,-5 2-115 0,6 4-177 15,-6 1-197-15,5 3-156 0,8-4-37 0,-8 4 44 16,2-4 105-16,6 1 200 0,-8-1 246 16</inkml:trace>
  <inkml:trace contextRef="#ctx0" brushRef="#br0" timeOffset="33705.94">5777 10987 93 0,'-8'3'301'0,"-4"1"33"0,6-4 33 16,-8 0-59-16,1 0-41 0,7 0-40 16,-8-4-11-16,2 4-1 0,6-3-6 0,-2-5-9 15,2 4-6-15,0-3-10 0,-1 0-14 16,1-4-17-16,6 0-5 0,0 0-14 0,0-3-21 15,6-1-14-15,-6 0-3 0,7 0 5 16,5 0-9-16,-4 4-8 0,4-4-6 16,1 1-9-16,-6 7-14 0,6 0-19 0,-1 3-8 15,2 4 6-15,-2 7 9 0,2 8 13 16,-8 4 22-16,1 6 21 0,-1 4 14 0,1 8 5 16,0-1-4-16,-1 8-9 0,0 1-18 15,1-5-18-15,0-1-20 0,-1-2-17 0,7 0-9 16,0 0-7-16,-6-8-8 0,5 0-1 15,2-4 2-15,-2-2-3 0,8-4-3 16,-13-5-11-16,5 1 4 0,2-5 5 0,-2-2 1 16,-4-1 2-16,-2-7 1 0,0 0 10 0,1 0-4 15,-7-3 3-15,6-1 11 0,-6 4 11 16,7-3 8-16,-7-2 2 0,0 5 0 0,7 0-8 16,-7 0-13-16,0 8-11 0,6-1-7 15,-6 4-3-15,6 3 0 0,0 1-2 0,2 4 2 16,4 3-2-16,-5 0-2 0,-7 0-1 15,7 3 1-15,-1 4 1 0,-6-2-1 16,-6 2 49-16,6 1-19 0,-7-2-6 0,-6 2 0 16,-1-1 4-16,-4 0 7 0,4-3-36 15,-11-4 38-15,5-1 30 0,0-2 19 0,-6-4 15 16,1-5 12-16,5 2 6 0,-7-8-4 16,8-1-10-16,0-3-7 0,-8 0-11 0,7-3-11 15,8-5-13-15,-8 0-12 0,7-2-10 16,0-1-10-16,6-3-13 0,1-1-8 15,0 0-6-15,0-3-15 0,6 3-35 0,0 0-51 16,0 1-67-16,0-1-92 0,0 5-142 16,0 2-175-16,0-3-189 0,0 7-182 15,0-3-56-15,0 3 27 0,-8 0 107 0,8 4 169 16,-6 0 210-16</inkml:trace>
  <inkml:trace contextRef="#ctx0" brushRef="#br0" timeOffset="35767.82">21999 2985 48 0,'0'4'232'0,"8"1"36"0,-8-5-18 0,6 2-25 16,-6-2 6-1,0 4-5-15,6-4-12 0,-6 0-11 0,7 0-4 16,-1-4-6-16,-6 4-5 0,7-2-11 16,-7-3 4-16,7 5 20 0,-1-4 19 0,0 1 23 15,0-5 8-15,-6 5 1 0,8-1-7 16,-8-3-23-16,6-1-24 0,-6 4-27 0,0-3-19 15,6 0-15-15,-6 0-19 0,-6-4-16 0,6 3-19 16,0-2-15-16,-6-1-13 0,-2 0-13 16,2-1-10-16,0 1-6 0,0 0-3 0,-8 4-7 15,8-1-3-15,-7 2-4 0,-1 2-4 0,2 0-1 16,-2 1-2-16,2 3-1 0,-1 0-1 16,-1 3-1-16,2 1 4 0,-2 3-3 15,8 4 1-15,-7 0 1 0,7 4-1 0,-1 0 4 16,7 3 5-16,-7 4 8 0,7 0 8 0,0 0 9 15,0 3 20-15,0 5 13 0,7-4 2 16,0 3 1-16,-7-1-3 0,6 2-7 0,1-4-16 16,-1-1-14-16,0 1-6 0,2-4-7 15,-2 0-7-15,-6 0-2 0,6-7-2 16,0 3-3-16,-6-3-3 0,0-5 0 0,7 2-6 16,-7-5-26-16,0 1-34 0,-7-5-56 15,7 1-95-15,-6-4-131 0,6 0-135 16,-6-4-112-16,-8-3-102 0,8 0-87 0,-7-4-12 15,0-4 71-15,0 0 112 0,0-3 119 16,0-1 130-16</inkml:trace>
  <inkml:trace contextRef="#ctx0" brushRef="#br0" timeOffset="36283.67">21772 3169 210 0,'-6'-7'387'0,"6"-1"53"0,-7 0 46 16,7 1-65-16,0 3-90 0,0-3-77 16,7 4-50-16,-7-5-33 0,12 5-30 15,2-1-18-15,-2-4-22 0,1 4-5 0,7 1-10 16,6-4-14-16,-6 3-6 0,5 1-13 15,1-5-5-15,1 5-9 0,-1-1-2 0,0-4-4 16,-7 5-3-16,1 0 11 0,-8-1 16 16,2 4 21-16,-8-4 14 0,1 4 20 0,0-3 20 0,-1 3 6 15,-6 0-9-15,0 0-9 0,0 0-4 16,0 0-14-16,0 0-16 0,0 0-11 16,-6 0-14-16,6 0-14 0,0 0-17 0,0 3-10 15,0 1 2-15,0 3 9 0,-7 1 17 16,7 2 16-16,0 1 11 0,0 7 12 0,7-3-1 15,-7 3-7-15,0-2-14 0,6 2-13 16,1-3-8-16,-1 3-10 0,0-4-5 0,1 1-4 16,0-1-2-16,-1-2-2 0,7-5 2 15,0 0 2-15,0 0 2 0,0-3-2 16,0 0 1-16,1-8 4 0,-2 4-4 0,8-7-5 16,-7 3-2-16,-1-7-3 0,2 0-1 15,-1 0-4-15,0 0 1 0,-6-7 3 0,-1 3 2 16,0 0-2-16,-6-2 1 0,0 1 7 15,0 2 8-15,0-1 5 0,0 5 2 16,-6-2 8-16,6 5-1 0,0 0-10 0,-6 3-7 16,6 0-7-16,0 1-8 0,0 3-8 0,0 3-1 15,0 1 0-15,-7 3-3 0,7 1 0 16,7 2-1-16,-7 2 1 0,0 2-2 0,6 2 0 16,-6-3 1-16,6 1-1 0,-6 3 2 15,7-3-16-15,-7-3-33 0,7 3-51 0,-1 1-47 16,-6-5-83-16,6 2-110 0,1-5-135 15,0 0-137-15,-1-3-108 0,1 0-128 16,-1-4-12-16,0-4 62 0,1-3 123 0,0-4 155 16</inkml:trace>
  <inkml:trace contextRef="#ctx0" brushRef="#br0" timeOffset="36721.05">22437 3117 105 0,'0'-15'431'16,"0"1"90"-16,0 3 74 0,0 0 34 15,0 0-78-15,0 4-101 0,0 0-85 0,0 3-76 16,0 0-66-16,0 0-67 0,6 4-59 0,0 4-35 15,1 0-14-15,-1 3 0 0,7 4 2 16,0 0 8-16,1 7 5 0,-2-4 1 0,1 5-1 16,0-1-2-16,0 1 4 0,-6-2 9 15,6 3 17-15,-7-2 13 0,1-4 2 16,0 1 6-16,-7-1 0 0,6-6-5 0,-6 3 2 16,6-7 16-16,-6 3 26 0,0-7 21 15,0 4 8-15,0-4-2 0,-6-4-21 0,6 0-29 16,0-3-36-16,-6 0-30 0,-1-5-21 15,0 2-12-15,7-5-6 0,-6-3-7 16,6 0-5-16,0-2-4 0,0 3-2 0,6-2-2 16,-6 1-2-16,7-1 0 0,0 5 1 0,-1 0-1 15,7-1-1-15,0 4-5 0,0 4 2 16,1-4-1-16,-2 6 2 0,1 3 2 0,0-2-1 16,6 8 3-16,-5-4-1 0,-2 7 1 15,8 0 7-15,-7 1-5 0,-7 6-1 0,8-3 0 16,-1 4-1-16,-6-1 0 0,5 1-6 15,-5 0 3-15,-1-1 1 0,1 1 1 0,0 0-1 16,-7 0-17-16,6-5-60 0,0 5-53 16,-6-4-73-16,7 0-119 0,-7-4-153 15,7 0-153-15,-1-7-120 0,-6 4-159 0,6-8-37 16,1 1 60-16,0-8 122 0,6 0 154 16,-7-4 170-16</inkml:trace>
  <inkml:trace contextRef="#ctx0" brushRef="#br0" timeOffset="37017.83">23062 2857 503 0,'-7'-11'662'16,"7"0"92"-16,0 0 69 0,-7 0-37 0,7 4-169 15,0 0-163-15,-6-1-119 0,6 5-77 0,-7-1-62 16,7 4-61-16,0-4-48 0,-6 8-41 16,6 3-12-16,-6 1-7 0,-2 3 6 15,8 6 18-15,-6 2 13 0,6 4 7 0,-6 2 12 16,6 4 6-16,-6 0 2 0,6 4 4 0,0 3 3 15,0-2 4-15,0 3-5 0,0-4-10 16,6-1-12-16,0 2-17 0,0-5-15 16,2 0-13-16,-2 0-12 0,7-6-4 0,-7-1-1 15,8-4-19-15,-8-3-45 0,6-5-70 16,2-3-111-16,-1-3-169 0,7-4-205 0,-8-7-196 16,2 0-154-16,5-8-33 0,-6-4 54 15,0-1 139-15,-7-11 189 0,8 2 201 16</inkml:trace>
  <inkml:trace contextRef="#ctx0" brushRef="#br0" timeOffset="37413.68">23263 2963 175 0,'0'-15'630'0,"-6"5"130"0,6-1 80 0,-7 4 55 15,1 0-149-15,6-2-217 0,-6 6-194 0,6 0-123 16,-8 3-74-16,8 0-53 0,0 0-35 0,0 6-22 16,0-2-7-16,0 8-4 0,8-5-4 15,-8 7 1-15,0-3-4 0,6 4 1 16,0-5-3-16,-6 7-1 0,7-7 0 0,-7 1-1 15,0 0 0-15,6-8 7 0,-6 5 17 0,0-4 27 16,0-1 23-16,7 1 27 0,-7-4 22 16,7 0 9-16,-7-4-5 0,6 1-12 0,6-1-19 15,-4 0-20-15,4-3-18 0,1 2-17 0,1-1-12 16,-2-2-11-16,2 1-9 0,5 3-7 0,-6 2-5 16,6-3 0-16,1 1-3 0,-6 4 0 15,5 0 0-15,0 0 1 0,0 4-1 16,-5 1-1-16,-1 1-2 0,0 1 2 0,0 5 1 15,0-2 2-15,-6 5 0 0,-7-4 2 0,0 7 1 16,0-3 2-16,-7-1 3 0,0 1 2 16,-6 3 5-16,0-2 3 0,-6-2 0 0,5 0 4 15,-5 1-3-15,0-4-6 0,0 0 0 16,5-4-4-16,-6 1 0 0,8-4-4 16,-1 3-3-16,-1-4 3 0,2-3-6 0,-2 4-4 15,8-4-30-15,0 0-60 0,-8-4-91 16,8 1-141-16,-1-1-179 0,1-3-189 0,6-4-201 15,-6 4-84-15,-2-8 17 0,2 1 101 16,6-1 157-16,-6-3 185 0</inkml:trace>
  <inkml:trace contextRef="#ctx0" brushRef="#br0" timeOffset="37648.69">23211 2887 174 0,'-7'-4'651'15,"7"0"131"-15,-6-4 83 0,6 6 58 16,0-3-132-16,6-2-231 0,-6 3-189 0,7-3-113 15,6 3-70-15,1-3-48 0,5 4-30 16,7-2-21-16,0 2-13 0,0 0-11 0,7-1-14 16,-1 0-7-16,1 1-10 0,-1-1-10 0,7 0-8 15,-6 1-6-15,-7-1 1 0,6 0 2 16,-6 1-3-16,-6-1-3 0,-1 0-5 0,-5 1 1 16,-8 3 0-16,7-4-20 0,-6 4-29 15,-7-4-59-15,6 4-90 0,-6-3-146 0,-6 0-164 16,-1 3-162-16,0-5-174 0,-5 1-51 0,5-2 36 15,-6 2 114-15,0-8 147 0,0 6 170 16</inkml:trace>
  <inkml:trace contextRef="#ctx0" brushRef="#br0" timeOffset="37914.21">23713 2495 482 0,'12'-12'659'0,"2"2"105"15,-1-1 68-15,-7 0-56 0,14-1-167 16,-14 5-188-16,8 3-116 0,5 1-78 0,-6 3-41 0,6 7-7 15,-5 5 9-15,5 2 22 0,0 8 27 16,8 4 16-16,-7 3 9 0,5 7-6 16,1 5-23-16,0 3-34 0,-6 0-41 0,-1 0-34 15,1 3-31-15,0-3-28 0,-14 0-19 0,7 0-11 16,-7 0-11-16,-6-7-8 0,0 0-7 16,0-1 1-16,-6-3-14 0,-1-4-38 15,-5 1-62-15,-2-8-83 0,-5 0-103 0,-1-4-150 16,-6 0-191-16,0-3-207 0,-7-4-174 15,-5 0-42-15,-1-3 36 0,-7-6 112 0,7 6 184 16,-7-3 231-16</inkml:trace>
  <inkml:trace contextRef="#ctx0" brushRef="#br0" timeOffset="38449.73">23250 3627 317 0,'-6'-14'446'0,"6"-3"38"0,0 3 34 0,-6 3-89 15,6 4-103-15,-8-4-104 0,8 8-59 16,-6-1-31-16,0 4-18 0,-1 4-3 0,-6 3 16 16,-6 3 26-16,5 5 29 0,-5 7 34 15,-7 4 29-15,0 4 23 0,0 10-1 0,-7 3-3 16,1 9-2-16,-14 3-6 0,1 11-20 15,-1 0-33-15,-12 7-25 0,-1 0-25 16,0 1-24-16,-13-1-20 0,7 4-14 0,0-3-3 16,0-5 0-16,13-3 2 0,0-4 2 15,6-3 2-15,7-7-1 0,13-5-11 0,0-7-13 16,7-7-14-16,-1-1-16 0,7-5-14 16,6-9-12-16,-5 0-7 0,5-3-4 0,7-8-2 15,-6 4-3-15,6-4-10 0,0-4-29 16,0 2-59-16,0-5-79 0,6 0-105 15,1-5-141-15,-1 2-167 0,0 0-167 16,8-5-171-16,-2 1-62 0,-5 0 30 0,0-4 102 16,-1 3 155-16,-6-3 188 0</inkml:trace>
  <inkml:trace contextRef="#ctx0" brushRef="#br0" timeOffset="38955.36">21342 5594 129 0,'0'-19'395'0,"-6"1"60"16,6 0 57-16,-7-4-36 0,0 3-21 15,1-2-63-15,-7 5-37 0,7-2-14 16,-1 4-26-16,-6 2-33 0,7 2-43 0,-8 3-55 15,1-1-45-15,7 5-36 0,-7-1-27 0,0 8-11 16,7-1-8-16,-8 5-3 0,8 3 13 16,-1 7 13-16,0 4 19 0,1 4 12 15,6 3 12-15,0 4 8 0,0 3-7 0,0 5-10 16,0-4-14-16,6 2-14 0,1 3-21 0,0-6-16 16,-1-3-14-16,0 0-9 0,2-4-7 15,-2 0-9-15,0-3-1 0,1 0-2 16,-7-5-2-16,6-2-12 0,-6-5-33 0,7 1-44 15,-7-4-69-15,0-3-114 0,0-6-158 16,-7 3-152-16,7-10-140 0,-13 5-124 16,1-6-24-16,-2-2 66 0,1-3 132 0,0-3 149 15</inkml:trace>
  <inkml:trace contextRef="#ctx0" brushRef="#br0" timeOffset="39424.33">21062 5894 269 0,'-6'-3'444'0,"6"-2"52"16,-8-2 32-16,8 4-74 0,8-5-132 0,-2 5-110 15,0-5-79-15,1 5-50 0,13-4-31 16,-8-1-20-16,8 1-7 0,0 0 0 0,5-1 10 16,-5 1 16-16,6 0 18 0,0-1 22 15,1 1 30-15,-8 3 15 0,1-2 7 0,-1 1 0 16,-6 2 9-16,-7-1-2 0,8 4-16 16,-14-3-11-16,6 3-12 0,-6 3 4 15,7 1 1-15,-7-1-2 0,0 5 1 0,-7 3 5 16,7 3 9-16,0-3-9 0,0 4-20 15,-6 0-17-15,6-1-12 0,6 1-11 0,-6 0-11 16,7-1-10-16,-1 1-1 0,0-4-5 16,1 0-6-16,6-4-7 0,1 4-6 0,-2-7-2 15,1 4-3-15,0-5-3 0,6-3-1 16,-5 0-3-16,5-3 0 0,1-2-10 16,-7-2-19-16,0 0-25 0,7 0-20 0,-14-4-20 15,7-1-22-15,-7-2-11 0,1-1 7 16,-7-3 15-16,7 3 16 0,-7 1 21 15,-7-1 23-15,7 0 22 0,0 4 23 0,-7 0 29 16,7 0 22-16,0 5 14 0,-6-2 11 16,6 4 1-16,0 1-9 0,0-1-20 0,0 4-19 15,0 0-12-15,0 0-10 0,0 4-4 16,0 3 0-16,0 1 1 0,6-2 3 0,-6 5-1 16,7 0-3-16,0 0-2 0,-1 4 0 15,0-5-3-15,2 2-2 0,-2-1-14 16,0 0-44-16,0-1-102 0,1 2-153 0,-7-5-180 15,7 1-172-15,-1-5-142 0,1 4-35 16,-7-7 61-16,6 0 126 0,0 0 171 0</inkml:trace>
  <inkml:trace contextRef="#ctx0" brushRef="#br0" timeOffset="39785.33">21798 5784 442 0,'0'-3'573'15,"0"3"61"-15,0-3 37 0,0 3-86 16,0 0-181-16,0 0-143 0,0 3-90 15,6 4-41-15,-6 0-18 0,7 4-6 0,-1 0 6 16,-6 4-1-16,7 0-11 0,0-1-11 16,-7 1-12-16,6 0-16 0,0-1-20 0,-6-3-9 15,7 1-7-15,-7-2-2 0,0-2 4 16,0-1 25-16,7 0 36 0,-7-3 28 16,0-4 25-16,0 0 12 0,0-4 3 0,0 0-19 15,0-3-14-15,0 0-25 0,0-4-20 16,0-4-15-16,0-3-14 0,6-1-7 0,-6-3-15 15,6 1-12-15,8-1-7 0,-8 3 2 16,1 2-3-16,5 2-5 0,-4-1-2 0,4 5-1 16,1 4-2-16,-6 0 1 0,6 3 1 15,-7 4 2-15,8 4 3 0,-2 3 1 16,-6 0 6-16,8 1-3 0,-8 3 0 0,1 0 0 16,-1 4-3-16,1-4-4 0,0 3 0 15,-1 1-1-15,0 0-9 0,0-1-41 0,-6 1-64 16,8-4-117-16,-2 4-165 0,-6-8-189 15,6 0-188-15,8 1-112 0,-8-8-16 0,1 0 77 16,-1-8 140-16,7 1 177 0</inkml:trace>
  <inkml:trace contextRef="#ctx0" brushRef="#br0" timeOffset="40017.96">22261 5524 477 0,'0'-21'705'15,"0"2"95"-15,-7 4 69 0,0 0-15 0,1 4-198 16,-1 4-227-16,1 0-144 0,6 3-76 15,-6 4-47-15,-2 7-23 0,2 4-12 16,0 5 5-16,-1 5 13 0,0 2-1 0,7 6-10 16,-6 3-17-16,6 5-19 0,0 0-16 15,0 3-17-15,-6 0-12 0,6-3-9 16,6 3-7-16,-6-3-4 0,0-4-10 0,0-4-9 16,6 0-14-16,-6-3-39 0,0-8-67 15,7 1-90-15,0-5-136 0,-1-3-178 0,0-7-195 16,2 0-199-16,4-8-61 0,1-7 22 15,1-4 99-15,-2-2 162 0,8-6 193 16</inkml:trace>
  <inkml:trace contextRef="#ctx0" brushRef="#br0" timeOffset="40316.46">22502 5627 217 0,'6'-16'668'0,"0"10"113"0,-6-5 73 16,7 7 41-16,-7-2-167 0,0 6-237 15,0 0-186-15,-7 0-90 0,1 2-50 0,0 10-22 16,-2-5-12-16,2 8-8 0,-7-1-12 0,0 0-12 15,0 5-14-15,1-1-20 0,-2 1-13 16,1-1-16-16,0 1-12 0,7-5-4 0,-1 1 2 16,1-4 14-16,6 0 18 0,-7-4 18 15,14 0 20-15,-7-3 16 0,6 0 6 16,1-1 2-16,5 1-4 0,2 0-15 0,6-4-16 16,-8 3-18-16,8-3-17 0,5-3-16 15,-5 3-14-15,6 0-5 0,-6 0-5 0,-1-4-15 16,1 4-35-16,-7-4-59 0,0 4-76 15,0 0-108-15,1-3-148 0,-8-1-164 0,0 0-162 16,0 1-167-16,-6-1-44 0,-6-3 42 16,6-4 117-16,-6 0 156 0,0-4 187 15</inkml:trace>
  <inkml:trace contextRef="#ctx0" brushRef="#br0" timeOffset="40504.16">22625 5616 81 0,'-7'-5'668'0,"7"3"163"0,0-6 100 0,0 5 65 16,-6 3-78-16,6-4-240 0,0 4-260 0,0 0-155 15,0 0-79-15,0 4-33 0,0 7-8 16,6 0 1-16,-6 7 8 0,7 0 3 16,0 4-11-16,-1 0-25 0,8 4-34 0,-8 0-33 15,0 0-19-15,7-1-15 0,-6 0-8 16,-1-3-17-16,-6 0-48 0,7-3-77 0,-7-1-102 16,0 1-150-16,0-9-180 0,0-2-197 15,-7-1-188-15,7-7-49 0,-6-4 39 0,-1-7 113 16,0 1 161-16,1-13 199 0</inkml:trace>
  <inkml:trace contextRef="#ctx0" brushRef="#br0" timeOffset="40754.96">22782 5264 433 0,'12'-33'774'0,"2"4"112"0,-8 3 63 0,0 4 48 16,1 4-248-16,6 4-293 0,-6 6-165 0,5 1-92 15,2 7-37-15,5 10-14 0,1 5 14 16,0 7 28-16,5 8 37 0,-5 3 30 0,6 10 13 15,-6 6-6-15,5 5-23 0,-5 0-35 16,-8 6-47-16,2-2-45 0,-8 5-57 0,-6-8-57 16,0-1 0-16,-6-2 0 0,-8-5 0 15,2-3 0-15,-1-8 0 0,0 1-167 0,0-11-97 16,-1 0-111-16,2-8-154 0,-2-7-166 16,2 0-168-16,-8-7-163 0,1-4-30 15,-7-4 45-15,-1 0 126 0,-5-7 179 0,-1 4 213 16</inkml:trace>
  <inkml:trace contextRef="#ctx0" brushRef="#br0" timeOffset="44006.39">12374 9921 193 0,'-32'3'238'0,"5"4"19"16,1-7-53-16,-6 4-46 0,5-1-6 0,9 2 14 31,-9-5 27-31,1 3 37 0,6-3 28 0,1 4 16 0,6-4 4 0,0 0-14 16,6 3-29-1,0-3-20-15,1 0-2 0,12 0 4 16,1 4 4-16,6-4 9 0,14-4 11 0,5 1-14 15,13-1-25-15,8-4-28 0,12 1-25 16,6-3-18-16,8-2-19 0,12-3-14 16,6 1-16-16,7-1-17 0,14-3-13 0,-1 3-14 15,7-3-5-15,6 4-2 0,1-1-6 0,5 0-3 16,0 1-3-16,2 2 2 0,-8 1-7 16,0 0-5-16,-6 1-1 0,-7 2 10 15,-6 1 4-15,-1 0 4 0,-11 3 7 0,-15-3 9 16,-6 3 10-16,-6 0 4 0,-20 1 12 15,0-2 16-15,-13 2 19 0,-6 0 15 0,-7-1 7 16,-7 0 0-16,1 1-9 0,-14 0-21 16,8-2-22-16,-8 2-22 0,0 3-20 0,1-4-15 15,-7-1-16-15,0 5-31 0,0-2-61 16,-7 2-78-16,-5 0-98 0,4 0-138 0,-4 0-177 16,-1 2-205-16,0-2-155 0,0 5-36 15,-1-5 38-15,-5 4 107 0,6-8 168 16,0-1 226-16</inkml:trace>
  <inkml:trace contextRef="#ctx0" brushRef="#br0" timeOffset="44907.55">22228 6436 421 0,'0'-2'535'0,"0"2"56"16,-6-5 39-16,-2 5-70 0,2 0-138 0,0 5-111 16,-8 1-54-16,2 5-21 0,-8 4 1 15,7 3-8-15,-13 11-5 0,0 0-4 16,-1 13-1-16,-11 5-8 0,5 7-20 0,-12 9-27 15,-1 11-33-15,1-2-26 0,-8 9-30 16,1 3-24-16,1-3-4 0,4-1 2 16,9-7 9-16,5-3 8 0,1-4 14 0,5-11 12 15,8-7 2-15,6-4-9 0,-1-7-12 0,2-8-13 16,5-3-14-16,1-8-14 0,-1 0-16 16,7-7-1-16,-6-4-6 0,6 0-17 0,0-3-38 15,-7-1-64-15,7-3-80 0,7-3-136 16,-7 3-173-16,0-4-201 0,0-3-199 15,0 3-66-15,-7 1 16 0,1-5 98 0,0 5 156 16,-8-4 207-16</inkml:trace>
  <inkml:trace contextRef="#ctx0" brushRef="#br0" timeOffset="45472.7">20632 8770 398 0,'-6'-14'500'0,"6"-5"73"15,-6-3 76-15,-2 0-35 0,2 0-118 0,-7-3-72 16,0 3-42-16,0-1-41 0,0 5-51 16,-6 0-64-16,5 3-42 0,-5 4-37 0,6 4-28 15,-6 3-20-15,-1 4-12 0,7 4-10 16,0 3-4-16,0 8 4 0,-1 3 5 0,8 9 6 16,0 0 11-16,6 7 11 0,0 3 2 15,0 3-3-15,6 1 0 0,0-1-4 0,2 4-1 16,4-5-16-16,-5-2-16 0,-1 4-12 15,7-4-14-15,-6-4-14 0,5 0-19 16,-4-4-6-16,-2-3-12 0,-6-5-28 0,6-3-44 16,1 1-51-16,-7-8-60 0,0 1-91 15,0-9-140-15,0 0-157 0,-7-3-150 0,1 0-144 16,-8-6-54-16,2-6 33 0,-1 1 115 16,-7-3 167-16,0-5 184 0</inkml:trace>
  <inkml:trace contextRef="#ctx0" brushRef="#br0" timeOffset="45942.54">20222 8997 370 0,'-7'-4'440'16,"7"1"31"-16,0 0 26 0,0-2-110 0,7 2-132 16,6-1-86-16,-1 0-49 0,8 1-24 15,0-1-20-15,6 1-18 0,0-5-11 0,6 5 2 16,2-4 3-16,4 2 4 0,-5-2 5 16,6 0 6-16,-7 3 15 0,1-3 16 15,-7 3 29-15,-6 1 42 0,-1-2 36 0,-6 3 30 16,-6-3 12-16,-1 5-4 0,0 0-20 15,-6 0-30-15,-6 0-31 0,0 0-28 0,6 5-21 16,-7-3-8-16,-6 3-7 0,6 2-8 16,7 0-7-16,-6 1-11 0,6 2-6 0,0 2-7 15,0-1-9-15,0 3-7 0,0 1 0 16,6-4-1-16,8 4-2 0,-8-5-7 0,7 2-4 16,1 1-3-16,-2-4-8 0,8-2-4 15,-7 0-2-15,7 1-5 0,-2-8 0 16,9 3-1-16,-7-3-2 0,-8-3-1 0,8-1-4 15,-7 0 2-15,0 1 2 0,0-5 1 16,-7-4-1-16,2 6 2 0,-2-9 2 0,-6 4-1 16,0-7-3-16,0 4-2 0,-6-2 0 15,6 2-1-15,-8 0 2 0,8-1 7 16,-6 7 10-16,0-3 7 0,6 3 5 0,0 6 1 16,0-3 0-16,-7 5-11 0,7 0-8 15,0 0-9-15,0 5-3 0,0 2-2 0,7 0 0 16,-7 0 1-16,0 4 2 0,6 1 0 15,0 2-1-15,2-3 2 0,-8 3-20 0,6-3-39 16,0 0-56-16,-6 1-77 0,6-2-112 16,1 2-149-16,-7-5-157 0,7-1-141 0,-1 3-124 15,-6-6-17-15,7 1 61 0,-7-4 121 16,6-4 160-16</inkml:trace>
  <inkml:trace contextRef="#ctx0" brushRef="#br0" timeOffset="46339.09">21003 8938 400 0,'0'-7'516'15,"7"0"94"-15,-7 0 89 0,0 3-60 16,0 0-129-16,0 1-108 0,0-2-76 0,0 10-64 16,0-2-60-16,6 5-40 0,1 3-15 15,-7 4 2-15,7-1-5 0,-1 0-14 16,0 2-18-16,-6-2-18 0,6 1-5 0,2-1-9 16,-8 1-7-16,6 0-9 0,-6-1-1 15,0-3-2-15,0-3 4 0,0-1 15 0,0-4 15 16,0 1 10-16,-6 0 7 0,6-4 2 15,-8 0-8-15,8-8-14 0,-6 5-19 16,6-9-16-16,0 2-15 0,-6-5-9 0,12 1-10 16,-6-1-9-16,6-3-4 0,2 3-4 15,-2-4-2-15,0 5-4 0,8 3 0 0,-1 0-1 16,-7 0 0-16,7 7-2 0,0-3 2 0,0 7 0 16,0 0 1-16,0 4 4 0,0 3 4 0,0 1 3 15,-7 2 3-15,8 1 6 0,-8 0 0 16,1 4 0-16,-1-1-5 0,1 1-1 0,-1 0-5 15,-6 0-17-15,7-4-29 0,-7 3-47 16,0-3-71-16,0 0-100 0,0-4-129 0,6 1-148 16,-6-5-160-16,0 1-158 0,6-8-81 15,-6 1 20-15,8-5 85 0,-8-2 140 16,6-5 176-16</inkml:trace>
  <inkml:trace contextRef="#ctx0" brushRef="#br0" timeOffset="46574.48">21466 8678 125 0,'0'-15'590'0,"-7"1"137"16,7 0 97-16,-6 3 78 0,-1 0-101 16,1 3-185-16,-7 4-168 0,7 2-106 0,-2 4-73 15,2 6-47-15,0 3-35 0,-1 4-13 16,0 3 3-16,7 7-5 0,-6 1-7 0,6 3-15 16,0 5-22-16,6 2-25 0,-6-3-28 15,7 3-20-15,0-2-20 0,-7 3-15 16,6-1-8-16,8-3-7 0,-8-4-18 0,0 1-39 15,7-8-63-15,-6-1-81 0,6-3-107 16,-1-3-157-16,8-7-185 0,-7-5-172 0,0-3-137 16,0-3-24-16,7-5 50 0,-14-2 128 15,8-2 184-15,-2-2 202 0</inkml:trace>
  <inkml:trace contextRef="#ctx0" brushRef="#br0" timeOffset="46988.29">21609 8894 41 0,'-7'-18'478'16,"7"-1"123"-16,-6 2 113 0,-1-2 98 0,1-3-66 31,0 4-137-31,6 0-105 0,0-1-94 16,6 1-96-16,-6 4-87 0,13-1-69 0,-7 0-50 15,8 8-37-15,-2-5-28 0,8 6-19 16,-7 2-11-16,13 4-8 0,-6 0-5 0,-8 7-2 16,8-4-1-16,-7 9 2 0,1-1-1 15,-8 0-2-15,0 4-6 0,-6-1-3 0,0 4-6 16,-6 1-6-16,0-4-4 0,-8 3-1 15,1 0 3-15,0-3 5 0,0-1 5 16,1-3 4-16,4 1 5 0,2-6 7 0,0 2 6 16,6-5 5-16,0 2 10 0,6-5 8 15,0 0 11-15,8-5 5 0,-2 5 4 0,8-3 6 0,0 3-1 16,-1 0 4-16,1 0-1 0,-1 0 2 16,1 3 1-16,-7 2 7 0,6-2 1 0,-5 5 9 15,5-1 8-15,-5 4 8 0,-8-4 13 16,0 7 7-16,0-2 9 0,-6 2 0 0,-6 1-5 15,0-1-8-15,-8 1-20 0,-5 1-18 16,6-2-21-16,-6-1-16 0,-7-1-12 0,-1-1-8 16,1 3-20-16,0-6-39 0,0-1-59 15,-7-3-73-15,8 0-91 0,-1-4-137 16,6-4-168-16,0 0-184 0,1-6-186 0,6-5-58 16,6-3 21-16,-5-4 98 0,12-4 164 15,-7-11 210-15</inkml:trace>
  <inkml:trace contextRef="#ctx0" brushRef="#br0" timeOffset="47206.99">21752 8441 448 0,'20'-26'615'0,"6"8"101"0,-7-5 95 15,7 9-2-15,-6-1-169 0,6 4-126 0,1 8-78 16,5 3-56-16,-7 3-49 0,1 12-18 16,1 4-5-16,5 6 9 0,-6 8 12 15,1 4 5-15,-1 3-11 0,-7 11-39 0,1 4-48 16,-8 4-189-16,-5 3-47 0,-7 1 0 0,0-2 0 15,-7 2 0-15,-5-1 0 0,-1-3 0 16,-1-4 0-16,-5-1 0 0,0-6-270 0,-8-5-267 16,7-5-252-16,-5-6-269 0,5-2-126 15,-6-12-5-15,0 1 78 0,0-8 166 16,1-8 248-16,-8 1 300 0</inkml:trace>
  <inkml:trace contextRef="#ctx0" brushRef="#br0" timeOffset="47723.22">20762 9704 67 0,'6'-18'434'16,"2"-5"66"-16,-8 9 54 0,6-4 51 15,-6 7-133-15,0 0-111 0,0 8-38 0,-6-2-7 16,6 10-7-16,-8 6-2 0,-4 7 9 16,-1 7-2-16,0 8-19 0,-7 7-13 0,7 8-2 15,-13 8-4-15,7 1-8 0,-7 10-15 16,0 3-19-16,-1 3-24 0,-5 4-23 0,6-4-25 16,0-1-25-16,-7-1-20 0,7-6-14 15,7-2-11-15,-7-5-14 0,6-7-14 0,1-3-10 16,5-6-11-16,-5-3-10 0,6-9-10 15,6-1-7-15,-5-8-6 0,5-2-10 0,0-7-28 16,1-2-47-16,0-3-62 0,-2-3-80 16,8-4-91-16,-6 0-112 0,0 0-131 0,-1-4-157 15,7 4-162-15,-6-4-117 0,6 1-13 16,-7 3 63-16,1 0 130 0,-1 0 184 16,1 3 217-16</inkml:trace>
  <inkml:trace contextRef="#ctx0" brushRef="#br0" timeOffset="48154.04">19727 11657 289 0,'-7'-22'411'16,"7"1"54"-16,-6-6 49 0,-1 2-68 0,1-1-77 15,6-3-7-15,-7 0 3 0,0 2 0 16,1 2 1-16,0-1-13 0,-8 1-29 0,8 7-58 16,0 0-46-16,-7 5-43 0,-1 3-36 15,2 6-26-15,-2 1-20 0,2 6-9 16,-2 1-3-16,-5 11 4 0,6 0 3 0,6 7 11 15,1 3 7-15,0 4 10 0,-1 0 5 16,7 9 4-16,7-2 0 0,-1 4-9 0,0 4-8 16,1-3-17-16,0 2-12 0,5-2-17 15,-5-4-18-15,6 0-12 0,-6-5-11 16,5 0-9-16,-4-6-5 0,-2 0-19 0,-6-4-31 16,0-3-46-16,0-5-67 0,0 1-84 15,-6-4-122-15,-2-4-152 0,-4-3-169 0,-2-4-151 16,1 0-107-16,-6-8-8 0,6 1 73 15,-7-4 140-15,1-3 186 0</inkml:trace>
  <inkml:trace contextRef="#ctx0" brushRef="#br0" timeOffset="48620.65">19349 11814 28 0,'0'-6'415'0,"0"1"59"16,0-2 37-16,6 0 46 0,1 0-93 15,6-1-106-15,1 1-68 0,5-1-35 0,0 0-24 16,8 2-32-16,-1-5-50 0,6 3-48 0,1 1-30 15,6 0-20-15,-7-1-11 0,1 1-12 16,-1 0-10-16,-6 0-2 0,1 2 14 16,-9 2 26-16,-4 0 33 0,-8 3 32 0,1 0 27 0,-7 0 25 15,0 0 8-15,-7 3-6 0,1 0-17 16,0 6-17-16,-2-3-13 0,2 2-9 0,6 3-11 16,-6-1-9-16,6 5-5 0,0-4-4 15,0 8-6-15,6-4-10 0,0-1-5 0,2 1-9 16,4-4-10-16,1 4-8 0,1-5-7 15,4 1-10-15,2 0-7 0,0-4-5 0,-1-2-6 16,1-2-3-16,0 0-1 0,-1-3 1 16,-5-3-2-16,4 0 0 0,-4-2-1 15,-1-2-2-15,-7-4-3 0,1 0-5 0,-7-3 4 16,0-1-4-16,0-7 2 0,0 4 0 16,-7-4 3-16,1 0 2 0,-1 0-3 0,1 3 4 15,0 1 0-15,-2 4 8 0,8-1 8 16,-6 4 5-16,6 4 3 0,-6 3 1 0,6 0 1 15,0 4-5-15,0 4-8 0,0 3-3 16,6 1-3-16,-6 3-2 0,6 3 2 16,2 0-5-16,-2 1 2 0,0 4-3 0,7-1-9 15,-6 0-32-15,0 1-54 0,-1-4-77 16,0 3-97-16,0-4-132 0,2 1-148 16,-2-4-123-16,0-4-88 0,1 1-86 0,6-5 10 0,-13 1 86 15,7-8 134-15,-1-3 143 0</inkml:trace>
  <inkml:trace contextRef="#ctx0" brushRef="#br0" timeOffset="48994.69">20131 11701 21 0,'0'-11'440'0,"6"-1"86"0,-6 6 57 15,0-2 52-15,0 1-70 0,0 7-111 0,7-4-75 16,-7 8-46-16,6 3-24 0,-6 1-25 16,6 3-46-16,1 3-39 0,0 1-31 15,-1 3-24-15,0 3-22 0,8-1-18 0,-8 2-17 16,1-1-7-16,-1-2-8 0,1-1-6 15,-1 0-2-15,-6-3-1 0,7-4 4 0,-7 0 1 0,0-1 11 16,0-2 10-16,0-4 7 0,-7-4 7 16,7 0 3-16,-6-4-6 0,-1-4-13 0,1 1-16 15,6-7-14-15,-7 0-17 0,7-9-14 16,-6 2-16-16,6-5-6 0,6 4-3 16,-6-3-2-16,7 2 0 0,6 1 1 0,-7 0 6 15,7 8 0-15,1-1 1 0,-2 0 1 0,8 5 1 16,-1 2 0-16,-5 1 2 0,5 7 4 15,-6 0 7-15,6 3 6 0,-5 5 6 16,-2 3 6-16,2 3 0 0,-1 0-3 0,-7 1-8 16,7 4-8-16,-6 3-6 0,-7-5-12 15,6 6-33-15,-6-1-54 0,0-4-76 0,0 1-93 16,-6-1-128-16,6-3-168 0,0-5-193 16,0 1-188-16,6-7-53 0,-6 0 26 0,6-8 91 15,2 0 153-15,-2-7 213 0</inkml:trace>
  <inkml:trace contextRef="#ctx0" brushRef="#br0" timeOffset="49229.01">20652 11518 474 0,'6'-22'721'15,"-6"4"106"-15,-6-4 86 0,6 3 38 16,-7 1-199-16,0 3-204 0,1 4-125 0,6 4-87 16,-6-1-70-16,0 8-51 0,-2 0-40 15,2 8-28-15,0-1-9 0,-1 7 1 16,0 5 5-16,1 6-6 0,-1 2-15 0,1 2-14 15,0 4-17-15,6 3-18 0,-7 2-21 16,7 1-17-16,0 5-15 0,7-4-10 16,-7 1-9-16,12-1-26 0,-5-7-46 0,-1 0-67 15,8-3-82-15,-2-9-103 0,8-3-149 16,-7-3-170-16,7-7-181 0,0-5-163 0,-2-3-38 16,2-7 38-16,0 0 119 0,-1-8 176 15,1 0 216-15</inkml:trace>
  <inkml:trace contextRef="#ctx0" brushRef="#br0" timeOffset="49605.13">20841 11687 86 0,'-6'-19'536'0,"6"1"127"16,-8-1 106-16,2 2 92 0,0-3-78 0,6 2-151 15,-7 4-125-15,7-1-97 0,7 1-87 0,-7 2-78 16,6 1-69-16,0 0-55 0,8 8-38 16,-2 0-29-16,8 3-18 0,-7 0-12 15,7 6-11-15,-1 2-4 0,1 6-2 0,-8 1-1 16,2 3 1-16,-8 4 2 0,0 0 11 15,2 4 6-15,-16 0 9 0,8 2 12 16,-12 2 11-16,6-1 12 0,-14-2 5 0,7 2 3 16,-1-4 8-16,2 1 8 0,-2-8 7 15,2 1 12-15,-1-5 18 0,6 0 20 0,0-7 16 16,1 1 15-16,6 0 9 0,-6-5-3 16,6 1-170-16,6-4-18 0,0 4 0 0,1-8 0 15,6 4 0-15,0-4 0 0,7 1 0 16,-1-5 0-16,1 5 0 0,6-4 0 15,-6-1 0-15,5 0 0 0,1 1 0 0,0 0 0 16,1-1 0-16,-8 1 0 0,0 0 0 0,-5 3 0 16,-1 1-176-16,-7-5-198 0,0 5-82 15,-6-1-120-15,0-3-146 0,0-1-171 16,-6 1-121-16,0 0-14 0,-7-1 54 0,-1-6 132 16,2 3 186-16,5-3 226 0</inkml:trace>
  <inkml:trace contextRef="#ctx0" brushRef="#br0" timeOffset="49825.35">21160 11268 460 0,'6'-25'741'0,"7"3"90"0,-6 4 56 0,-1 4 56 15,8 1-254-15,-8 10-222 0,13 3-112 16,-6 8-40-16,0 3 2 0,1 11 4 0,5 3 9 16,-6 8 11-16,0 4 6 0,0 3-19 15,-6 8-33-15,-1-1-71 0,0 5-224 16,-12-1 0-16,0 3 0 0,-1-2 0 15,-6 3 0-15,0-4 0 0,-7-2 0 0,0-6 0 0,1-3-29 16,6-3-363-16,-6-4-188 0,-1-7-223 16,7-1-222-16,-6-11-114 0,-1 1-4 0,1-3 70 15,-1-9 165-15,1 1 235 0,-7-4 268 16</inkml:trace>
  <inkml:trace contextRef="#ctx0" brushRef="#br0" timeOffset="50262.7">19955 12364 177 0,'-6'-18'478'0,"-1"3"80"0,7-4 60 15,-7 9 13-15,1 2-132 0,6 5-89 16,-7 3-55-16,1 6-31 0,-8 6-13 0,8 10 11 16,-6 7-7-16,-2 8-11 0,-5 7 3 15,5 6 3-15,-6 2 6 0,8 7-3 0,-8 3-10 16,1 1-17-16,-7-1-21 0,6 1-21 15,1-6-28-15,-1 6-31 0,0-8-41 16,1 1-144-16,-1-6 0 0,8-6 0 0,-2-3 0 16,2-5 0-16,5-7 0 0,-6-7 0 0,6-4 0 15,7-2 0-15,-6-9 0 0,0 0-65 16,-1-7-224-16,7-3-72 0,-7-1-68 16,7-3-92-16,-6-1-120 0,6-3-143 0,-6-4-141 15,6 1-54-15,-7 0 23 0,0-2 98 16,7 2 156-16,-6 0 201 0</inkml:trace>
  <inkml:trace contextRef="#ctx0" brushRef="#br0" timeOffset="50559.51">19395 13111 73 0,'-6'-3'526'0,"6"-2"117"16,-8 2 71-16,2 3 57 0,6-3-97 0,-6 3-153 16,6 3-126-16,0 5-73 0,0-1-29 15,0 8-17-15,6-1-15 0,-6 8-11 0,6 1-5 16,-6 2-14-16,8 8-15 0,-2-3-19 15,0-2-32-15,1 6-23 0,-1-9-18 16,1 1-9-16,-1-4-4 0,1-4 7 16,-1-4 18-16,8-6 6 0,-8-1 2 0,7-2 1 15,0-5-3-15,0-9-43 0,7-2-99 0,-1-3 0 16,7-4 0-16,-6-4 0 0,6-4 0 16,0 1 0-16,-7-5 0 0,7 4 0 0,0 4 0 15,-6 1 0-15,-1 2 0 0,-5 5 0 16,-2 3 0-16,1-1-140 0,-6 9-247 0,-7-1-118 15,0 4-158-15,0 0-197 0,-7 7-181 16,-6-2-40-16,7 5 32 0,-14 1 93 0,8 0 168 16,-8 4 245-16</inkml:trace>
  <inkml:trace contextRef="#ctx0" brushRef="#br0" timeOffset="51031.7">18971 14184 309 0,'-6'-20'431'16,"-8"-3"48"-16,8-3 53 0,0 0-40 16,-7 1-47-1,6 2-21-15,1 2-2 0,-7-2 1 0,6 9-13 16,-6 0-45-16,0 3-65 0,0 0-49 16,0 3-37-16,0 5-29 0,0 3-17 15,-1 3-12-15,2 5-11 0,-1 3-4 0,6 7 0 16,-6 0 14-16,7 8 16 0,0 3 9 15,6 5 14-15,-8 5-4 0,8-2-2 0,0 7-15 16,0 0-19-16,8 3-17 0,-8-2-24 16,0 2-20-16,6-3-83 0,0 0-10 0,1 0 0 15,-1-7 0-15,-6-1 0 0,7-3 0 16,0-3 0-16,-7-5-27 0,6-2-160 0,-6-9-79 16,0-3-95-16,0-4-122 0,0-2-143 15,0-10-160-15,-6-2-152 0,-1-4-83 16,0-3 17-16,-6-5 98 0,1-3 156 0,4-4 201 15</inkml:trace>
  <inkml:trace contextRef="#ctx0" brushRef="#br0" timeOffset="51500.3">18620 14445 325 0,'-7'-4'469'0,"7"-3"39"16,7 0 31-16,-7 2-59 0,6-2-128 0,7 4-88 16,1-5-47-16,-2 5-18 15,8-5-14-15,6 5-20 0,-1-4-25 0,8 2-22 0,-1 2-17 16,2-4-9-16,-2 3-7 0,1 1-7 15,-7-1-7-15,-7 0-2 0,1 4 9 16,-1-4 7-16,-5 4 14 0,-8 0 19 16,0 4 15-16,-6-4 11 0,0 8 6 0,-6-1 4 15,6-3-7-15,-6 7-14 0,-1-4-7 16,0 4-7-16,7 3-7 0,0-2-11 0,0 2-6 16,0-3-9-16,0 3-10 0,7 2-9 15,0-5-13-15,-1-1-10 0,0 5-11 16,8-8-7-16,-2 4-6 0,2-7-7 0,-1 3-5 15,6-3-4-15,-6-4-1 0,7 0-1 16,-1-4 1-16,-6 0-1 0,0-3 2 0,7 0 1 16,-14-4 0-16,1 4-1 0,6-5 2 0,-13 2-2 15,0-5-1-15,0 0-1 0,0-3-1 16,-7 4 0-16,1-5-2 0,-1 1 3 0,1 3 11 16,0 4 20-16,-2-4 19 0,8 7 15 15,-6 2 6-15,6-2 0 0,-6 5-7 16,6 3-19-16,0 0-20 0,6 7-13 0,-6-3-6 15,6 7 0-15,2 0 0 0,-2 0-1 16,7 4 0-16,-7-1 0 0,1 1 0 0,6 0-2 16,-7-1-6-16,8-3-26 0,-8 1-48 15,0-2-66-15,1 1-92 0,0-3-133 16,-7-5-160-16,6 0-174 0,0-3-154 0,-6 0-99 16,7 0 3-16,-7-3 86 0,0-4 140 0,6 0 186 15</inkml:trace>
  <inkml:trace contextRef="#ctx0" brushRef="#br0" timeOffset="51859.59">19342 14314 282 0,'0'-9'515'16,"7"2"69"-16,-7 0 52 0,0 3 14 0,0 4-104 15,6 0-96-15,-6 4-70 0,0-1-41 16,7 5-24-16,0 4-49 0,-1-2-53 0,0 5-35 16,2-1-24-16,4 1-17 0,-5 3-14 15,-1 0-16-15,1 0-14 0,-1 1-9 16,1-4-6-16,-1 3-5 0,-6-7-6 0,6 3-3 15,-6-5 1-15,0-3 7 0,-6 2-2 16,6-5 3-16,-6 1-1 0,-1-4-3 16,1-4-9-16,-1-3-14 0,1 0-6 0,-1-5-12 15,7 2-8-15,-6-5-7 0,6 0-6 0,0-3-3 16,0-1-5-16,6 5-1 0,-6-4 1 16,13 3-1-16,-6 1-3 0,6-1 0 0,-7 0 3 15,14 4 3-15,-7 5 1 0,0-6 7 16,0 8 10-16,7 0 2 0,-8 1 6 15,2 6 1-15,-2 1 5 0,1 0-2 0,1 3-3 16,-2 0-2-16,-4 8-2 0,-2-5-4 16,0 2-6-16,0 3-11 0,-6 0-34 0,0 3-53 15,0-4-80-15,0 1-118 0,0 3-182 16,0-7-226-16,0 4-230 0,0-7-102 16,7-1-4-16,0-3 74 0,-1-1 158 0,1-6 224 15</inkml:trace>
  <inkml:trace contextRef="#ctx0" brushRef="#br0" timeOffset="52125.15">19876 14068 322 0,'-6'-19'734'0,"0"1"109"16,-7-1 70-16,6 4 71 0,-6 1-149 0,-1 3-260 16,2 0-149-16,-1 3-77 0,6 8-34 15,-6 5-28-15,1 2-19 0,-2 7-21 0,8 4-16 16,0 8 0-16,-8 3 0 0,8 5-14 15,6 2-34-15,-7 6-183 0,7-7 0 16,7 9 0-16,-1-4 0 0,1 4 0 0,0-3 0 16,-1-1 0-16,6 0 0 0,-4-3 0 0,4 0 0 15,1-4 0-15,1-1 0 0,-8-10 0 16,6 1-83-16,2-5-331 0,-1-3-137 0,0-8-161 16,6-7-168-16,1-4-165 0,-7-3-39 15,0-4 39-15,7-4 116 0,-7-4 183 16,-1-2 221-16</inkml:trace>
  <inkml:trace contextRef="#ctx0" brushRef="#br0" timeOffset="52328.24">20091 14302 334 0,'7'-15'735'15,"-7"5"127"-15,0-5 92 0,-7 7 83 0,7-3-163 16,0 4-245-16,-6 4-149 0,6 3-78 16,0 0-47-16,0 3-41 0,0 4-37 0,0 4-26 15,0 4-31-15,6 3-34 0,-6 0-40 16,7 1-37-16,0-2-83 0,-1 6-26 15,0-1 0-15,-6 0 0 0,7 0 0 0,-7-4-129 16,7 0-111-16,-7-2-111 0,6-2-141 16,-6-7-169-16,0 1-183 0,0-5-179 0,7-3-46 15,-7-3 39-15,-7-5 109 0,7-2 174 16,0-6 222-16</inkml:trace>
  <inkml:trace contextRef="#ctx0" brushRef="#br0" timeOffset="52593.79">20222 13921 410 0,'6'-30'710'0,"7"1"104"16,1 4 79-16,-8-1 62 0,7 4-232 16,0 7-223-16,0 5-104 0,0 2-57 15,6 4-32-15,1 11-18 0,-1 5-6 0,1 6-10 16,0 4-11-16,-1 4-11 0,1 6-15 16,0 5-23-16,-8 7-23 0,1 0-43 0,-6 3-147 15,-1 1 0-15,-6 4 0 0,0-4 0 16,-6-1 0-16,-1 4 0 0,-6-7 0 15,7 3 0-15,-8-6 0 0,2-4 0 0,-1-4 0 16,0-4 0-16,0-7 0 0,7-4 0 0,-8-4-27 16,1-2-361-16,6-5-88 0,-5-3-119 15,-1-4-132-15,-1-4-152 0,2 0-136 16,-2-3-18-16,-5-1 54 0,-1 2 131 0,-6-2 171 16,7 1 216-16</inkml:trace>
  <inkml:trace contextRef="#ctx0" brushRef="#br0" timeOffset="53127.95">19030 15471 330 0,'0'-19'451'0,"0"-3"57"0,0 4 71 15,0-4-28-15,0 0-80 0,-6 0-35 16,6 0-14-16,0 4-12 0,0-1-24 0,0 5-51 16,0 3-61-16,0 3-58 0,0 2-52 15,-8 6-28-15,8 0-24 0,-6 6-7 0,-6 9 7 16,5 7 23-16,-6 8 26 0,-6 7 18 16,5 3 12-16,-5 7 6 0,-1 4-1 0,0 1-8 15,1 2-7-15,6 0-15 0,-6-1-15 16,5-2-16-16,2-3-14 0,-2-4-15 0,8 0-20 15,-7-4-86-15,6-3 0 0,1-8 0 16,-1 0 0-16,1-6 0 0,6-2 0 0,-6-3 0 16,6-7 0-16,0 0 0 0,-8 1-162 0,8-9-78 15,-6 1-77-15,6-4-64 0,0-4-86 16,-6-3-96-16,6-1-103 0,-6-3-116 0,6-3-104 16,-7 3-38-16,7-4 51 0,-7 0 105 15,7 4 148-15,-6 0 183 0</inkml:trace>
  <inkml:trace contextRef="#ctx0" brushRef="#br0" timeOffset="53394.83">18594 15936 393 0,'0'-5'542'0,"-6"3"93"0,-2-3 72 15,2 2-45-15,6 3-124 0,-6 0-87 16,6 3-70-16,0 4-54 0,0 5-35 0,6-1-32 16,-6 3-23-16,0 1-30 0,6 4-22 15,2-1-10-15,-8 4-6 0,6-3-7 0,0-1-10 16,0 1 8-16,1-5 7 0,0 1 1 15,6-5-2-15,-1-2-1 0,-4-1-1 0,10-4-6 16,-4-3-11-16,5-3-15 0,-5-4-13 16,12-1-12-16,-7-2-44 0,1-5-63 0,6 1 0 15,-7-5 0-15,7 1 0 0,-6-1 0 16,-1 1 0-16,-6-1 0 0,0 5 0 0,1 0 0 16,-2 2 0-16,-6 1 0 0,2 4 0 0,-8 3-224 15,0 1-146-15,-8 3-122 0,2 0-145 16,0 3-165-16,-7 5-160 0,0-1-75 0,-7 0 13 15,7 5 86-15,-7 2 150 0,1-3 205 16</inkml:trace>
  <inkml:trace contextRef="#ctx0" brushRef="#br0" timeOffset="53832.15">18105 17079 217 0,'0'-11'363'0,"0"-3"48"15,0-5 32-15,-6 1-67 0,6-1-61 16,0-3-21-16,-7 0 22 0,0-1 24 0,1 6 14 15,0-5 0-15,-8 4-9 0,2-1-29 0,-1 5-55 16,-1-1-47-16,2 4-33 0,-2 4-20 16,2-1-17-16,-2 5-12 0,1 3-17 15,1 3-10-15,-2 5-8 0,2 2-8 0,5 9 0 16,-6-1 4-16,13 8 15 0,-7 4 15 0,7 2 16 16,0 5 12-16,7 3 9 0,-1 1-2 15,-6 2-8-15,14 1-19 0,-8-4-22 0,0 1-23 16,0-4-21-16,2-1-19 0,-2 1-17 15,0-8-14-15,1 1-5 0,-7-1-17 0,0-4-30 16,0-3-51-16,0-4-63 0,-7 1-80 0,1-4-90 16,0-4-126-16,-2-4-133 0,2-7-149 0,0 0-132 15,-7-4-75-15,6 1 9 0,-6-8 94 16,0-1 137-16,6-2 185 0</inkml:trace>
  <inkml:trace contextRef="#ctx0" brushRef="#br0" timeOffset="54300.91">17740 17329 25 0,'-6'-5'473'0,"6"1"117"0,-6-3 90 16,6 3 62-16,0-3-88 0,6 3-149 0,0-2-125 16,1-2-93-16,13 1-73 0,-8 3-51 15,8-3-41-15,0-1-31 0,5 1-21 0,8-1-23 16,-7-2-16-16,6 6-9 0,1-3-9 16,-1 0-1-16,-5-2-1 0,-1 7 8 0,0-3 7 15,-6 5 12-15,-7 0 18 0,0 5 14 0,-7-3 17 16,1 7 18-16,-1-2 16 0,-6 4 14 15,6-1 9-15,-6 5 0 0,0 4-8 0,0-4-12 16,0 2-9-16,0-2-15 0,0 3-15 16,8 1-9-16,-8-1-6 0,6-4-9 0,0 1-10 15,1 0-12-15,6-4-8 0,0-3-5 16,-1 2-9-16,2-6-4 0,-1 0-2 0,6-4-3 16,1-4-4-16,-7 0-2 0,7-3 1 15,-8-4-2-15,1 0-4 0,1 0 3 0,-8-3 2 16,8-1 3-16,-8-3-1 0,-6-1 2 0,0-3 4 15,6 4-3-15,-6-4 4 0,0 0 13 16,0 0 17-16,0 4 19 0,-6 2 22 0,6 2 17 16,0 3 8-16,0 0-3 0,0 3-17 15,0 5-18-15,0 0-20 0,0 3-19 0,0 3-16 16,0 5-7-16,6-1-2 0,-6 7-1 16,7-3-2-16,-1 8 1 0,-6-1-1 0,7 1-2 15,-1 3-2-15,1-4-18 0,-1 0-41 16,0 0-57-16,2 1-78 0,-8-4-91 0,6-4-127 15,-6 0-145-15,6-5-163 0,-6-1-156 0,7-2-106 16,-7-6-4-16,7-2 77 0,-7-1 134 16,6-5 191-16</inkml:trace>
  <inkml:trace contextRef="#ctx0" brushRef="#br0" timeOffset="54644.46">18522 17192 182 0,'0'-11'521'0,"0"0"128"15,0 3 93-15,0 2 27 0,0 2-127 0,0 0-118 16,0 8-94-16,7 0-93 0,-7 2-58 0,0 6-24 15,6-1-25-15,-6 3-29 0,6 5-33 16,1-1-21-16,-1 1-28 0,1 3-14 0,-7-4-13 16,7 4 1-16,-1 0 5 0,-6-5 7 15,6 3 4-15,-6-6-3 0,8 1-2 0,-8-4-1 16,0 0 6-16,0-8 8 0,0 4 9 0,0-7-1 16,0 0-3-16,0 0-7 0,0-7-22 15,0 0-22-15,0-4-19 0,6-3-14 16,-6-5-12-16,6 1-10 0,0-4-8 0,1-4-3 15,6 0-3-15,0 5 0 0,-7-2-1 0,14 2 0 16,-7 3 1-16,0-1 0 0,7 8 1 0,-1-1 0 16,-5 9 4-16,5 0 6 0,1 3 9 15,-8 3-22-15,8 5 0 0,-7 4 0 16,0 1 0-16,0 1 0 0,0 2 0 0,-6 2 0 0,-1 0 0 16,-6-3 0-16,6 4-64 0,-6-5-159 15,-6 4-102-15,6-7-118 0,0 0-155 0,0-3-176 16,0-1-178-16,-6-3-93 0,6-1 8 15,0-6 75-15,0-1 153 0,6-1 203 0</inkml:trace>
  <inkml:trace contextRef="#ctx0" brushRef="#br0" timeOffset="54894.48">19121 16943 114 0,'0'-18'547'0,"0"-1"137"0,0 1 109 0,-6 4 86 16,-1-1-109-16,7 4-147 0,-7 4-132 0,1-1-98 15,0 5-67-15,-1 3-49 0,0 3-22 16,1 5-16-16,0 6 3 0,-1 1-2 0,1 7-2 16,6 0-4-16,-7 7-17 0,0 4-21 0,1 0-24 15,6 7-29-15,-6 1-34 0,-2-1-100 16,8 4-9-16,-6-3 0 0,6 2 0 16,0-6 0-16,-6 3-29 0,6-7-157 0,0 0-83 15,6-4-88-15,-6-3-103 0,14-8-123 0,-8-3-138 16,7-7-118-16,7-5-125 0,-1-6-20 0,0-5 65 15,1-2 132-15,0-6 178 0,5-2 178 16</inkml:trace>
  <inkml:trace contextRef="#ctx0" brushRef="#br0" timeOffset="55165.28">19290 17222 423 0,'7'-26'620'0,"-7"9"126"0,0 0 96 0,-7 3-22 16,1 3-144-16,-1 8-129 0,1-1-117 16,0 4-93-16,-1 4-66 0,0 3-43 0,1 4-24 15,6 4-20-15,0 3-26 0,0 1-19 0,6-1-23 16,1 0-25-16,6 0-29 0,-7 1-16 15,7-1-13-15,1-4-6 0,-2 1 3 0,8-8 11 16,-7 4 19-16,7-7 19 0,-8-4 27 0,8-4 33 16,-7 1 31-16,0-5 25 0,0 1 14 15,-7-4-47-15,8 0-162 0,-14-4 0 0,0-3 0 16,0 4 0-16,-14-5 0 0,8 1 0 16,-13-1 0-16,6 5 0 0,-6-1 0 0,-8-3 0 15,7 7-79-15,1-4-331 0,0 8-71 0,5-4-92 16,1 1-122-16,1 2-141 0,5-3-144 15,0 0-33-15,1-1 42 0,6-2 108 16,0-1 168-16,6 0 211 0</inkml:trace>
  <inkml:trace contextRef="#ctx0" brushRef="#br0" timeOffset="55368.43">19336 16881 98 0,'6'-19'568'0,"7"5"169"16,-6-4 114-16,6 3 89 0,-7 0-82 0,2 1-152 16,4 7-137-16,-5-1-100 0,6 5-49 15,6 3-21-15,1 6-12 0,0 10-11 0,-1-2-19 16,7 12-31-16,-6-1-196 0,-1 8-130 0,1 4 0 15,-8 0 0-15,2 6 0 0,-14 1 0 16,6 0 0-16,-12-3 0 0,6-1 0 0,-14 1 0 16,8-5 0-16,-7-3 0 0,0-4-170 15,-6 0-349-15,5-6-177 0,-5-9-229 0,-1 0-186 16,8-2-35-16,-8-9 44 0,6 1 105 0,-5-4 185 16,6-7 273-16</inkml:trace>
  <inkml:trace contextRef="#ctx0" brushRef="#br0" timeOffset="56796.4">8967 13536 74 0,'-6'-11'45'0,"0"0"-22"0,6-3-116 15</inkml:trace>
  <inkml:trace contextRef="#ctx0" brushRef="#br0" timeOffset="58244.28">8974 11946 321 0,'0'-40'400'0,"-7"0"36"15,7-4 42-15,0 4-96 0,0-1-117 16,0 4-43-16,7 1 3 0,-7 7 15 16,7-1 13-16,-1 8 8 0,-6 4-2 0,7 3-16 15,-7 1-38-15,0 7-42 0,0 2-29 16,0 5-16-16,0 8-12 0,0-1-1 0,-7 12 7 15,7-1 0-15,0 11-12 0,0 1-15 16,0 6-11-16,0 8-9 0,7 1-5 0,-7 5 8 16,6 2 11-16,-6 6 13 0,0 5 17 0,0 3 11 15,0 7 9-15,-6 8 0 0,-1 3-5 16,1 3-3-16,-1 9-6 0,-6 2-3 16,1 5-6-16,-2 4-9 0,1 6-10 0,-7 1-6 15,8 3-10-15,-8 0-2 0,7 1-2 16,0 6 0-16,0 0-1 0,0 6-3 15,0-7-4-15,7 5-5 0,-8 1-5 0,8-5-5 16,6 8-2-16,-7-4 1 0,7 1-2 16,0-5-1-16,0 4-1 0,0 0 1 0,0-3 0 15,0 3-4-15,0-3 0 0,0-4-3 16,-6-1-2-16,6 1-1 0,-7-3-2 16,1-1-3-16,6-3-1 0,-13-4-7 0,7 0-2 15,-2-8-5-15,-4 1-1 0,5-8-2 0,-6 4-4 16,6-8-3-16,-5 2 0 0,-2-6 0 0,2-6 0 15,-2-5 0-15,1 1-2 0,1-7 1 16,5-4 3-16,-6-8-1 0,7 2-2 0,-2-10 1 16,2-2 1-16,0-4-1 0,-1-4 0 0,7 1 0 15,0-9 0-15,0 5 0 0,0-7 0 16,-6-1 0-16,6-4 0 0,0-3 0 0,0 0 0 16,0-4 0-16,0 1 0 0,0-1 0 0,0-7 0 15,0 4 0-15,0-8 0 0,0 4-4 0,0-3-1 16,6-5 2-16,-6 0 1 0,7 2 1 15,-1-5-1-15,0-5 2 0,8 2 2 0,6-4-2 16,-8 0 0-16,15-4 0 0,-1 0 0 0,0-4 1 16,7 0-2-16,5 1 1 0,1-4 0 0,7 3-2 15,6-4 0-15,0 4-3 0,7-3 0 0,0 0 3 16,6 4 1-16,0-5 1 0,13 5 1 16,0-1 1-16,7 0 0 0,0 0-2 0,6 4-2 15,6 0 0-15,-5 1 0 0,5 2 0 0,1 1 2 16,-1 0 3-16,8 3 0 0,-1 4 1 0,-7 0-2 15,8 0-2-15,-7 4 0 0,-1-1 0 0,-6 1 1 16,1 3 0-16,-1 1 3 0,0 2-2 16,-7-2-2-16,1 3 0 0,-6 0-2 0,-2 1 1 15,-5-6-3-15,-7 5 2 0,-6-3 3 16,0 2-6-16,-8-2 5 0,2-1 0 0,-14 1 3 16,-1-5 2-16,2 0-3 0,-7 2 8 0,-14-5-2 15,7 3-8-15,-6-6 0 0,-8 3 0 0,2-5 0 16,-2 2 0-16,-5-4 0 0,0-4 0 15,-1 0 0-15,1-4 0 0,-7-2 0 0,0-3 0 16,0-2 0-16,0-3 0 0,0-4 0 0,0 0 0 16,0-5 0-16,-7-2 0 0,7-5 0 15,-6 2 0-15,6-10 0 0,-7-2 0 0,0 1 0 16,1-10 0-16,0-3 0 0,0-2 0 0,-2-1 0 16,2-4 0-16,0 1 0 0,-8-5 0 0,8-2 0 15,-1-5 0-15,1-7 0 0,0 0 0 16,-1 1 0-16,0-9 0 0,1 5 0 0,6-9 0 15,-6 1 0-15,-1 1 0 0,0-8 0 16,1 3 0-16,-1-3 0 0,-5 0 0 0,5-1 0 16,-6 1 0-16,-1 0 0 0,2-4 0 15,-1-4 0-15,0 1 0 0,0-2 0 0,7-1 0 16,-2-1 0-16,8-4 0 0,-6 0 0 16,12-4 0-16,-6 5 0 0,8-5 0 15,4 0 0-15,-5 4 0 0,-1-3 0 0,7 3 0 16,-6 0 0-16,5 3 0 0,-4 5 0 15,-2 0 0-15,0 0 0 0,-6-2 0 0,0 6 0 16,7 3 0-16,-7 3 0 0,0 4 0 0,0 0 0 16,0 0 0-16,0 3 0 0,0 5 0 15,0 3 0-15,-7 5 0 0,7 2 0 16,-6 4 0-16,6 4 0 0,-6 2 0 0,-2 9 0 16,-4 4 0-16,5 3 0 0,1 4 0 15,-7 4 0-15,6 2 0 0,1 8 0 0,0 4 0 16,-2 7 0-16,2 2 0 0,0 5 0 15,6 4 0-15,-7 4 0 0,7 0 0 0,0 4 0 16,0 3 0-16,0 0 0 0,0 8 0 16,0-4 0-16,0 7 0 0,0 1 0 0,7-1 0 15,-7 4 0-15,0 4 0 0,0-1 0 16,0 4-351-16,0 1-160 0,0-1-114 16,-7 4-147-16,7 0-173 0,-7 0-100 0,1 4 1 15,0-3 64-15,-7-2 133 0,-1 5 198 16,-5 3 247-16</inkml:trace>
  <inkml:trace contextRef="#ctx0" brushRef="#br0" timeOffset="59064.9">8799 16723 199 0,'-14'19'305'0,"1"-1"37"0,7 1 1 16,-7-5-48-1,13 1-39-15,-7 0-9 0,14-5 15 0,-1 1 47 16,7-3 43-16,6-1 21 0,8-4 14 15,12-3-5-15,6 0-19 0,8-3-43 0,6-4-44 16,6-1-31-16,19-3-32 0,0 1-22 0,21-9-24 16,12 5-30-16,6-5-22 0,15-3-22 0,5 4-18 15,6-4-18-15,9 3-12 0,-2 2-9 16,0-2-13-16,-6 4-1 0,-7-3 14 0,-6 3 10 16,-7 5 15-16,-13-6 11 0,-7 5 10 15,-18 1 2-15,-14 2-16 0,-6 0-10 0,-20 2-16 16,-7-2-15-16,-5 5-14 0,-15 0-18 0,-5 3-23 15,-7 0-44-15,-13 0-56 0,0 3-69 16,-13 0-89-16,-7 1-127 0,-5 0-144 16,-9-1-170-16,-11 0-153 0,-1 2-41 0,-5-2 32 15,-2-3 102-15,1 4 149 0,1-4 203 0</inkml:trace>
  <inkml:trace contextRef="#ctx0" brushRef="#br0" timeOffset="59551.08">9782 17298 123 0,'0'-3'342'15,"0"-5"46"-15,0 5 45 0,0-4-38 0,0-1-62 16,0 1-37-16,0-4 9 0,0 3 22 16,0-2 13-16,0 2 5 0,0-2-3 0,0-1-13 15,-7 3-35-15,7-3-36 0,0 0-28 16,-6 4-26-16,-1-1-23 0,7 1-25 0,-6 0-20 15,0 3-22-15,-2 0-22 0,2 4-20 0,0 0-12 16,-8 0-9-16,8 4 1 0,-7 3 1 16,7 1 5-16,-1 3 1 0,-6 1 1 0,7 5 6 15,6-2 0-15,-7 7 4 0,7-4 0 16,0 8 5-16,0-1-5 0,0-3-10 0,7 4-7 16,-7 3-11-16,6-3-9 0,0-4-10 15,1 3-4-15,0 2-6 0,-1-6-4 0,7-3-5 16,-13 1-3-16,6-1-26 0,1 0-39 0,-7-7-57 15,7 4-64-15,-7-8-88 0,0 0-120 16,0 1-139-16,-7-8-154 0,7 3-146 0,-7-6-78 16,1-1 13-16,-7 0 82 0,7-3 139 0,-1 0 184 15</inkml:trace>
  <inkml:trace contextRef="#ctx0" brushRef="#br0" timeOffset="60004.44">9580 17442 246 0,'0'-5'450'0,"0"2"60"15,0-1 44-15,6 1-31 0,0-5-115 0,2 5-79 16,4-5-56-16,2 1-39 0,5-4-28 16,7 4-29-16,0-4-34 0,0 0-34 0,1 0-20 15,-2 0-12-15,7 3-13 0,-12-3-12 16,6 4-13-16,-6 0-9 0,-7 3-3 0,0 0 8 16,-6 1 12-16,-1 3 23 0,0 0 25 0,1 0 30 15,-7 3 18-15,0 5 8 0,0-1 4 16,0 0-7-16,0 4-10 0,0 0-15 15,0 3-6-15,0 2-8 0,0-1-10 0,0-1-8 16,0 1-5-16,6-1-6 0,1-2-7 0,0 2-8 16,-1-3-5-16,0 1-8 0,2-2-9 15,-2-2-10-15,0-1-8 0,7-3-5 0,0-1-5 16,-6-3-5-16,5-3-3 0,2-1 1 0,-2-3-2 16,2-1-1-16,-1 0-3 0,-7-2 2 15,1-1-1-15,0 0-3 0,-1-4 2 0,-6 0-2 16,6 1-1-16,-6-1 0 0,0 1 1 15,-6-1 0-15,6 0 1 0,0 8-1 0,0-1 0 16,0 1-1-16,0 3-6 0,-6 1 2 16,6 6-2-16,0-3 0 0,0 9 3 0,0-3 0 15,6 1 5-15,-6 5 0 0,0-1 0 0,0 0-5 16,0 3-33-16,6-3-45 0,-6 0-72 16,6 0-104-16,-6-4-149 0,8 0-166 0,-8 1-165 15,6-4-152-15,-6-4-36 0,0 0 49 16,6-4 120-16,1 1 154 0,-1-5 189 0</inkml:trace>
  <inkml:trace contextRef="#ctx0" brushRef="#br0" timeOffset="60334.1">10205 17258 309 0,'0'-3'475'0,"0"3"78"0,0 0 87 0,7 3-18 16,-7 5-103-16,0-5-76 0,0 8-43 15,0-4-43-15,6 4-54 0,1 0-51 0,-1 0-42 16,-6 0-31-16,6 0-30 0,2 1-22 15,-8-1-18-15,6-4-14 0,-6 0-9 0,6-3 0 16,-6 3 8-16,0-4 9 0,0-3 3 16,0 5 0-16,6-10 1 0,-6 2-8 0,0 0-15 15,0-5-17-15,0-3-9 0,7-1-6 0,-7-2 0 16,7 1 1-16,-1-7 10 0,1 6 11 16,-1-4 13-16,-6 3 11 0,7 1 4 0,0 2-4 15,-1 1-14-15,0 4-18 0,0 4-19 0,2-1-19 16,-2 8-12-16,7-1-5 0,-7 4-3 15,8 1-2-15,-8 7-1 0,0-1 0 16,8 1-9-16,-8 0-27 0,-6 2-52 0,6-2-65 16,1 3-90-16,-7-4-120 0,0-2-167 0,7-1-188 15,-7-3-190-15,6-2-108 0,-6-1-1 16,7-5 69-16,-1-5 149 0,0-1 197 0</inkml:trace>
  <inkml:trace contextRef="#ctx0" brushRef="#br0" timeOffset="60590.71">10570 17083 273 0,'-7'-15'661'0,"1"1"120"0,0 2 86 16,-8 1 70-16,8 4-179 0,-7 3-193 0,0 1-153 15,0 6-93-15,6 1-61 0,-6-1-38 16,7 8-23-16,-1 0-12 0,7 8 3 0,0-1 2 16,0 0 0-16,7 4-11 0,-1 0-14 15,7 0-13-15,0 4-13 0,0 0-10 0,7 0-9 0,0-5-11 0,-1 5-15 16,0-1-16-16,0 1-53 0,1-4-25 15,0 0 0-15,-1 0 0 0,1-4 0 0,-7 1 0 16,0-1 0-16,-6-6 0 0,5-2-97 16,-12-2-80-16,7-1-79 0,-7-3-84 0,0-1-98 15,0-6-120-15,-7-5-142 0,7 0-147 0,-6-3-123 16,0-3-19-16,-1-1 64 0,1-3 127 0,6-4 173 16,-7-3 199-16</inkml:trace>
  <inkml:trace contextRef="#ctx0" brushRef="#br0" timeOffset="60793.91">10726 17167 135 0,'6'-8'579'0,"-6"5"138"0,0-1 90 16,0 0 68-16,0 4-125 0,0 0-137 16,0 4-138-16,7 3-92 0,0 1-40 0,5 4-24 15,-4-3-22-15,4 7-32 0,1 2-35 16,0-4-27-16,0 5-39 0,1-1-39 0,-8 1-34 16,0 2-27-16,1-3-20 0,0 1-18 0,-7-1-20 15,0 1-40-15,-7-5-65 0,0 1-78 16,-5-1-100-16,-2-2-143 0,1-9-174 0,0 1-187 15,0-4-176-15,1-4-50 0,-2-4 31 16,1-6 107-16,6-1 166 0,1-3 209 0</inkml:trace>
  <inkml:trace contextRef="#ctx0" brushRef="#br0" timeOffset="60934.73">10758 17225 336 0,'0'-7'515'0,"0"0"81"16,0 0 57-16,0-1-57 0,8 4-152 15,-8-3-129-15,6 1-102 0,0-6-78 0,1 4-74 16,6 1-78-16,0-4-92 0,-1 0-106 15,2 0-137-15,-1-4-147 0,0 4-93 0,0-3-16 16,0-1 39-16,0 0 78 0,-7 1 124 16</inkml:trace>
  <inkml:trace contextRef="#ctx0" brushRef="#br0" timeOffset="61112.57">10934 16895 137 0,'0'-14'500'0,"0"-5"148"0,0 5 123 16,0-1 82-16,0 0-98 0,0 5-118 0,0 2-107 15,0 5-105-15,7-1-72 0,-1 4-43 0,1 4-18 16,6 7-2-16,1 4 18 0,4 3 9 15,2 3-10 1,7 9-25-16,-9 3-34 0,9 4-38 16,-1 3-192-16,-6 0-18 0,-8 4 0 0,1 4 0 15,1-3 0-15,-8-2 0 0,-6 1 0 16,0-1 0-16,-6-2-184 0,-1-4-158 0,-6-5-87 0,6 1-123 16,-5-6-149-16,-2-6-180 0,-5-7-137 0,6-2-21 15,-7-5 49-15,7-7 128 0,-7 0 180 16,1-7 238-16</inkml:trace>
  <inkml:trace contextRef="#ctx0" brushRef="#br0" timeOffset="61684.82">8629 15859 3 0,'-26'8'254'15,"7"-2"26"-15,-1 2 25 0,0-2-36 16,7-1-64-16,1 2-29 0,4-2-2 0,2-3 11 16,6 2 16-16,0 0 26 0,6 0 32 15,2-4 51-15,-2 0 33 0,13-4 18 0,1 4 6 16,6-4-13-16,13-2-24 0,0 1-40 15,13-2-31-15,13-1-24 0,7-3-20 16,12-3-14-16,7-1-14 0,14-3-30 0,12-4-26 16,20-1-29-16,13-6-9 0,19-3-25 15,13-1-22-15,14 0-10 0,12-5 2 16,-6 6 3-16,0 3-12 0,-13 0 9 0,-14 7 9 0,-18 0 5 0,-20-1-4 16,-20 9-6-16,-25-1-4 0,-15 4-12 0,-12 0-12 15,-12 4-15-15,-14-1-23 0,-13 8-44 16,-6 0-64-16,-20 0-80 0,-8 5-116 0,-11 2-142 15,-13 0-156-15,-14 0-160 0,-13 4-122 16,-12 0-18-16,-8 4 66 0,-5-5 122 0,-7 6 160 16</inkml:trace>
  <inkml:trace contextRef="#ctx0" brushRef="#br0" timeOffset="62014.67">9723 16086 35 0,'0'-7'501'0,"0"-4"95"0,0-1 69 15,-7 2 76-15,7-5-53 0,-6 1-172 16,6-1-101-16,-6 4-57 0,-1-3-40 0,1 2-48 16,-8 1-40-16,8 4-39 0,-7 0-30 15,6 3-24-15,-6-1-21 0,1 5-17 16,5 0-10-16,-6 9-4 0,7-2 3 0,-2 4 13 15,2 8 14-15,6-2 13 0,0 9 1 16,0 0-1-16,0 3-7 0,6 4-16 0,2 0-21 16,-2 3-18-16,0 1-20 0,1 4-15 0,0-4-14 15,-1 0-8-15,0-1-8 0,1-3-28 16,-7-4-48-16,6-4-65 0,-6 2-84 0,0-6-113 16,0-3-136-16,0-3-151 0,0 0-157 0,0-8-144 15,-6-3-28-15,6-4 52 0,-7 0 110 16,7-4 159-16,-6-3 194 0</inkml:trace>
  <inkml:trace contextRef="#ctx0" brushRef="#br0" timeOffset="62360.74">9580 16423 181 0,'0'-11'422'0,"0"0"62"16,0 0 50-16,0 4-16 0,6-4-103 0,0 0-84 16,8-1-50-16,-1 2-24 0,0-5-5 15,6 3-7-15,1 2-9 0,6 0-11 0,-7-2-10 16,7 5-15-16,-6-1-26 0,6 5-26 0,-7 3-27 15,-5 0-18-15,6 3-10 0,-14 1-10 16,7 3-8-16,-7 1-7 0,8 0-8 16,-8 2-11-16,-6 0-12 0,6-1-13 0,1-1-8 15,0-2-6-15,-7 2-4 0,6-5-1 0,0 0 0 16,1-3 2-16,-1 0-1 0,8 0 1 16,-8-3-2-16,0-4-1 0,8-1 2 0,-8 1-1 15,0-5 9-15,1 2 11 0,0 0 15 16,-7-2 17-16,6 1 23 0,-6 4 20 0,7-4 11 15,-7 3 1-15,0 5-7 0,0-1-20 0,0 1-14 16,0 3-22-16,0 3-22 0,0 1-14 16,6-1-5-16,-6 9 0 0,0-5-15 15,0 4-19-15,0 0-38 0,0 0-57 0,0 0-79 16,0 0-135-16,0-4-163 0,6 0-178 0,-6 1-159 16,0-4-87-16,8-1 0 0,-8-3 94 15,6-3 146-15,0-1 190 0</inkml:trace>
  <inkml:trace contextRef="#ctx0" brushRef="#br0" timeOffset="62626.3">10113 16255 216 0,'0'-4'466'0,"8"1"69"16,-8 3 71-16,0 0 16 0,0 0-93 15,0 3-89-15,0 1-60 0,6 3-40 0,-6 0-46 16,0 0-58-16,6 4-52 0,-6-3-39 16,7 3-28-16,-7-5-20 0,6 3-18 0,-6-1-8 15,0-2 4-15,0-2 15 0,7 0 17 16,-7-4 17-16,0 0 11 0,0-4 13 0,7 0-3 15,-7 0-10-15,6-6-12 0,0 1-5 0,-6-1-4 16,8-5-5-16,-2 1-6 0,0-1-5 16,0 0-8-16,1 5-9 0,0-5-12 15,-7 8-15-15,6 0-11 0,1 2-12 0,-1 2-11 16,-6 3-10-16,6 3-6 0,2 4-19 0,-2 1-37 16,0 3-53-16,0 4-76 0,1 0-101 15,-7-1-164-15,7 1-177 0,-7-1-200 0,6 0-148 16,-6-2-31-16,7-5 44 0,-1 1 135 0,1-1 176 15,0-7 229-15</inkml:trace>
  <inkml:trace contextRef="#ctx0" brushRef="#br0" timeOffset="63126.69">10628 16056 481 0,'-6'-10'730'0,"0"-5"108"0,-8 4 84 16,8 3 30-16,-14 1-217 0,7 4-200 15,1 3-130-15,-2 0-69 0,1 7-47 0,7 1-37 16,-1 2-19-16,1 5-14 0,-1 4-17 16,1 1-23-16,6 3-31 0,0 3-27 0,0 6-33 15,6-2-29-15,-6 3-21 0,7 0-17 16,6 4-8-16,-7-8-6 0,7 3-13 0,1-5-23 16,-2-2-34-16,1-6-35 0,0-1-44 0,0-7-45 15,7-4-38-15,0-3-20 0,-7-8 2 16,6-7 17-16,0 1 34 0,-5-9 41 15,-1 1 43-15,-1-8 43 0,2 1 41 0,-2 0 35 16,-4-6 34-16,-2 6 34 0,0 0 42 0,1-1 45 16,-7 8 31-16,0 2 14 0,6 2-1 15,-6 2-17-15,0 5-34 0,0 4-42 0,0-1-40 16,0 8-30-16,0-1-27 0,0 1-8 16,7 4-4-16,-7-1-3 0,6 0 0 0,1 4 0 15,-1-7 5-15,0 4-2 0,8-6-1 0,-8-2 0 16,8 0-1-16,-8 0-1 0,7-2-3 15,-7-3 1-15,1-2 1 0,0 3 0 16,-1-3-1-16,0 3-2 0,-6 1 2 0,7-4-2 16,-7 7-4-16,0-5-3 0,7 5-1 0,-7 0 0 15,0 5 0-15,6 5-2 0,-6-2-6 16,0 6-20-16,0 5-39 0,0-1-58 0,0 1-79 16,-6 2-107-16,6 1-164 0,-7 1-198 0,7-5-227 15,0-1-103-15,-7-1-6 0,7-5 64 16,0-1 147-16,0-5 209 0</inkml:trace>
  <inkml:trace contextRef="#ctx0" brushRef="#br0" timeOffset="63799.59">8987 15302 117 0,'-32'-11'325'0,"-8"0"43"16,1 0 47-16,7 0-23 0,-1 1-63 0,7-2-7 16,0 5 22-16,7 0 8 0,5-4-12 15,2 4-31-15,5-1-37 0,1-3-47 16,6 0-37-16,6-1-20 0,7 2-1 0,13-5 16 15,13 0 12-15,7-3 6 0,13-3-8 16,12-5-11-16,8-4-14 0,18 0-26 0,20-6-26 16,14-1-32-16,19-6-16 0,12-1-20 0,7 0-21 15,21-4-14-15,-1 5-3 0,-1-1 2 16,-5 0-6-16,-1 2-4 0,-13 6-2 16,-19-1 3-16,-6 9-3 0,-21-2-1 0,-19 4 0 15,-19 1 3-15,-14 7 5 0,-12-1 3 16,-14 5-4-16,-11 2-8 0,-15 1-31 0,-6 9-46 15,-20-7-76-15,-6 6-112 0,-7 3-140 16,-12 0-164-16,-7 0-157 0,-13 3-125 16,0 1-16-16,-7 3 62 0,-6 4 116 0,-1 1 159 15</inkml:trace>
  <inkml:trace contextRef="#ctx0" brushRef="#br0" timeOffset="64131.3">9990 14994 452 0,'0'-7'560'0,"-7"-4"80"0,7-4 75 16,-6 1-40-16,0-4-183 0,0-1-100 0,-2 0-65 16,-4-2-57-16,5 3-46 0,-6-1-29 15,0 4-26-15,0 1-19 0,0 7-21 16,-7 3-11-16,7 4-15 0,1 0-16 0,-8 7-10 15,6 8-4-15,2-1 8 0,5 9-3 16,1-2 2-16,6 8 0 0,-7 2-7 0,14-3-8 16,-7 5-16-16,0 0-12 0,6 0-10 0,1 0-14 15,-1 1-4-15,-6-6-18 0,6 2-36 0,-6-4-49 16,8-1-80-16,-8 1-111 0,0-4-140 16,-8-4-148-16,8 1-134 0,-6-5-98 15,0-3-39-15,-7-3 52 0,6-4 105 0,-6-1 146 16,7-3 157-16</inkml:trace>
  <inkml:trace contextRef="#ctx0" brushRef="#br0" timeOffset="64474.74">9697 15332 268 0,'-6'-11'420'0,"-1"-1"61"0,0-2 53 16,1-1-54-16,12 0-73 0,-6 1-56 15,14-4-39-15,-1 3-24 0,-1 1-14 0,8-2-25 16,0 2-26-16,-1-1-18 0,7 4-18 16,0 0-7-16,0 4-11 0,1-5-10 0,-8 6-18 15,0 2-18-15,1-3-18 0,-7 7-15 16,7 0-18-16,-14 0-16 0,7 3-11 0,-6 1-5 15,-1 0-7-15,1-1-11 0,-1 0-7 16,-6 6-5-16,6-6-6 0,2 0 1 16,-2 1 0-16,0-4 0 0,-6 0 1 0,14 0-1 15,-8 0 2-15,-6-4-2 0,6 4-2 16,1-3-1-16,-1-5 0 0,1 4 5 16,-7 1 11-16,7 0 5 0,-7 3 6 0,0 0 2 15,6-4-3-15,-6 8-3 0,0-4-9 16,0 3-6-16,6 4-9 0,-6 1 1 0,6-5 4 15,2 5-2-15,-2-1-4 0,0 0-20 16,7 4-30-16,-6-3-61 0,0-5-93 16,5 5-138-16,2-2-163 0,-8-1-177 0,7-5-155 15,-6 0-42-15,6 0 38 0,-7-5 109 16,0 2 150-16,8 0 188 0</inkml:trace>
  <inkml:trace contextRef="#ctx0" brushRef="#br0" timeOffset="64820.44">10355 14826 217 0,'-7'-15'413'0,"7"4"87"0,-6-3 98 16,6 2 0-16,-6 4-31 0,-2 2-33 16,2-2-48-16,6 5-61 0,-6-1-66 15,0 8-69-15,6 3-46 0,-7 3-24 0,0 10-3 16,7 5 13-16,-6 1 3 0,-1 7-14 16,7-1-25-16,0 5-33 0,-6 0-33 0,12-1-36 15,-6 6-31-15,0-3-24 0,7-2-14 16,-1-1-20-16,8-3-28 0,-2 1-33 0,-6-9-47 15,14 1-57-15,-7-8-71 0,7-4-93 16,0-3-108-16,-1-3-113 0,1-8-128 16,6-3-97-16,-7-5-78 0,1 0 23 0,-7-6 88 15,6-1 123-15,-5 1 159 0</inkml:trace>
  <inkml:trace contextRef="#ctx0" brushRef="#br0" timeOffset="65111.28">10576 15112 242 0,'0'-22'413'0,"-6"-4"76"0,-1 3 77 0,7 2-13 0,0 3-54 16,-6-1-61-16,6 1-53 0,0 3-56 15,0 1-69-15,6-1-87 0,1 4-65 0,-1 0-42 16,1 3-31-16,-7 5-20 0,13-1-5 16,-7 4-5-16,-6 4-6 0,6-1 1 15,2 8 0-15,-8 0-1 0,0 5 1 0,0-2 0 16,6 1 0-16,-6-1 1 0,6 1 4 16,1 0 4-16,0-5 17 0,6 1 30 0,-1 0 31 15,2 1 32-15,5-1 29 0,-6 0 29 16,6 0 8-16,-5 0-3 0,-2 0-11 15,2 0-13-15,-8-1-14 0,1 1-13 0,-1 4-14 16,-6-1-20-16,-6 1-15 0,-1-1-16 16,1 2-20-16,-8 2-16 0,-5-7-24 0,6 4-35 15,-6-1-54-15,-7-6-76 0,6 3-118 16,1-8-168-16,-1 1-214 0,0-4-212 16,7-7-79-16,0-4 5 0,7 0 81 0,-1-8 149 15,7-2 215-15</inkml:trace>
  <inkml:trace contextRef="#ctx0" brushRef="#br0" timeOffset="65298.74">10778 14797 107 0,'20'-26'522'0,"5"7"94"0,-5 1 81 15,0 3 91-15,6 8-87 0,-7 3-144 16,7 8-93-16,1 7-55 0,-7 5-44 0,5 5-56 16,-5 5-53-16,0 6-45 0,-8 5-39 15,8 4-33-15,-14-1-33 0,1 4-32 0,-1-4-32 16,-6 4-37-16,-6 4-50 0,-1-5-73 15,1 1-118-15,-8-3-165 0,2-1-177 0,-2-8-188 16,2-1-142-16,-1-2-30 0,-1-11 61 16,2-3 140-16,-2-4 165 0</inkml:trace>
  <inkml:trace contextRef="#ctx0" brushRef="#br0" timeOffset="65783">9065 13808 222 0,'-33'7'499'0,"1"0"52"0,6-3 30 16,7-1 34-16,-1 5-174 0,14-8-85 0,6 3-36 16,12-3-6-16,8 0 12 0,13-3 6 15,5-1-37-15,15-3-37 0,12-8-27 0,6 0-18 16,14-3-23-16,20-4-25 0,11-4-26 15,8-2-24-15,26-6-25 0,6-2-23 0,8-1-20 16,5 0-12-16,0-3-11 0,-6 3-10 16,-13 0-5-16,0 5-2 0,-14-2 0 15,-18 6-2-15,-15 1-2 0,-18 6 2 0,-13 2-2 16,-20 1 0-16,-13 7-1 0,-13 4-18 16,-6 3-50-16,-20 1-78 0,-14 6-110 0,-12 1-142 15,-13-1-158-15,-12 8-176 0,-8 0-141 16,-13 0-25-16,1 8 56 0,-8-5 114 15,-12 9 143-15,7-1 187 0</inkml:trace>
  <inkml:trace contextRef="#ctx0" brushRef="#br0" timeOffset="66048.59">10010 13953 145 0,'-7'0'568'0,"7"-3"110"16,0-4 82-16,0-3 69 0,0 1-115 15,0 1-169-15,-6 2-116 0,6-2-81 0,0 5-62 16,-7 0-58-16,7-2-50 0,0 5-48 16,-7 0-39-16,7 5-19 0,-6-2-8 15,6 4 2-15,-6 1-6 0,6 2-1 0,0 5-5 16,0-1-6-16,6 5-9 0,-6-1-12 16,6 4-9-16,1 5-7 0,-7-2-5 0,7 0-5 15,-7 1-14-15,6 0-33 0,-6-1-51 16,0 0-69-16,0-2-109 0,0-1-132 15,-6-4-142-15,-1 0-139 0,0-3-143 0,1-4-33 16,0-4 53-16,0 2 104 0,-2-9 138 16,2 0 164-16</inkml:trace>
  <inkml:trace contextRef="#ctx0" brushRef="#br0" timeOffset="66347.02">10010 14181 201 0,'12'-15'443'0,"2"-4"57"0,-2 5 59 15,2-4 20-15,-1 3-107 0,0 1-76 16,0 2-41-16,-1 2-27 0,2 3-31 0,-1-1-47 0,0 5-54 15,0-2-47-15,7 3-44 0,-8-3-26 16,2 5-21-16,-1 0-22 0,-1 0-13 16,2 5-11-16,-8-5 2 0,7 2-7 15,0-2-5-15,-6 0 1 0,6 0-2 0,-6 0 3 16,5-2 3-16,-6-3 0 0,8-2 0 16,-8 3-1-16,1-7 2 0,-1 4 16 0,8-1 14 15,-8 1 14-15,-6 0 10 0,6 0 3 16,-6 3 1-16,6 4-17 0,2-3-19 0,-8 3-12 15,6 3-6-15,0-3-2 0,1 4-3 16,0-1 0-16,-1 5 7 0,1-5-5 16,-1 1-12-16,0-1-37 0,1 5-74 0,0-4-109 15,-1-1-128-15,7 1-170 0,0-4-174 16,0-4-105-16,0 1-2 0,6-1 69 0,1-4 105 16,0-2 159-16</inkml:trace>
  <inkml:trace contextRef="#ctx0" brushRef="#br0" timeOffset="66675.66">10758 13759 53 0,'-6'-14'381'0,"0"3"36"16,-8-1 20-16,2 2 10 0,-8 3-178 0,7-1-143 15,-7 5-94-15,8-1-70 0,-1 4-63 16,-1-4-53-16,8 4-39 0,0 0-25 16,6 4-7-16,-8-4 5 0,16 0 12 0,-8 0 25 15,6 0 27-15,0 0 35 0,8 0 43 16,-8 0 56-16,1 0 68 0,-1 0 62 0,-6 0 60 15,6 0 55-15,-6 0 45 0,7-4 32 16,0 1 18-16,-7-1 19 0,6 0 30 0,0-3 21 16,1 0 13-16,0-1-7 0,-1 1-16 15,1 0-31-15,-1-4-60 0,0 4-66 16,-6-5-63-16,7 5-47 0,-7 0-38 0,7 3-34 16,-7 0-22-16,0 1-17 0,6 3-31 15,-6 3-55-15,0 1-83 0,6 0-94 0,-6 3-107 16,0 0-122-16,0 5-106 0,0-5-92 15,0 4 2-15,0-1 57 0,0 2 89 16,0-1 115-16</inkml:trace>
  <inkml:trace contextRef="#ctx0" brushRef="#br0" timeOffset="67109.23">10693 13759 237 0,'0'0'397'0,"0"0"80"16,0-3 63-16,0-1 6 0,7 0-17 16,-7-3-32-16,0-4-37 0,7 3-35 0,-7-2-53 15,6 0-64-15,1 2-56 0,5-3-44 16,-5 0-32-16,6 4-34 0,-7 0-29 0,8 2-26 15,5 1-19-15,-6 4-14 0,0 9-3 16,1-2 2-16,-2 7 7 0,2 1 12 0,-8 7 12 16,0 7 11-16,-6 0 4 0,0 5 2 15,-12 2-3-15,5 0-7 0,-12 5-5 0,5-1-17 16,1-4 21-16,-6 1 21 0,6 0 15 16,-1-11 16-16,2-1 9 0,5-3 20 0,0-7-10 15,7-4-8-15,-6 0-5 0,12-3-57 0,-6-6-91 16,14-2 0-16,-2-7 0 0,8 4 0 15,0-5 0-15,-1-1 0 0,7-8 0 16,0 3 0-16,-6 0 0 0,6-1 0 16,-7 0 0-16,1 0 0 15,-1 1 0-15,1 0-265 0,-7 2-198 0,0 1-175 16,-6 0-201-16,-1 1-211 0,0 2-71 16,-6-3 21-16,-6 4 92 0,0 0 174 0,-7-4 232 15</inkml:trace>
  <inkml:trace contextRef="#ctx0" brushRef="#br0" timeOffset="67343.58">10635 13614 373 0,'-27'-16'672'0,"2"2"97"0,5 7 71 16,-6-1 59-16,7 4-232 0,-1 8-185 16,7 7-100-16,0 4-48 0,0 6-23 0,6 9-8 15,1 7-11-15,6 2-20 0,0 10-28 16,0 2-35-16,0 4-42 0,6 4-48 15,1-1-41-15,0-3-32 0,5 0-22 0,2-4-10 16,-1-3-7-16,6-4-7 0,8-8-18 16,-8-3-36-16,7-3-59 0,6-12-80 0,-5-4-110 15,5-6-148-15,1-8-161 0,-1-8-174 16,1-2-168-16,-7-9-41 0,6-3 45 0,-6-7 118 16,-6-4 160-16,6-7 199 0</inkml:trace>
  <inkml:trace contextRef="#ctx0" brushRef="#br0" timeOffset="67515.53">11097 13719 532 0,'14'-25'668'0,"-2"-1"73"16,2 4 66-16,-2 11-19 0,1 4-206 16,1 7-155-16,-2 7-83 0,2 11-32 15,-2 4-33-15,8 8-40 0,-7 6-40 0,1 5-36 16,-8 6-36-16,6 4-36 0,-12 5-34 16,7-2-28-16,-7 5-43 0,0-4-63 0,-7 0-93 15,1-4-151-15,0 1-176 0,-8-9-206 16,8-2-176-16,-7-9-54 0,-7-6 30 15,2-3 115-15,-2-9 160 0,0-10 202 0</inkml:trace>
  <inkml:trace contextRef="#ctx0" brushRef="#br0" timeOffset="67944.64">10036 13005 41 0,'0'-22'421'16,"0"4"77"-16,-6-4 97 0,-2 0 119 0,2 4-60 15,-7-1-85-15,7 1-48 0,-8 7-33 16,2 0-60-16,-2 7-86 0,2 0-75 16,-2 8-55-16,8 0-33 0,-1 7-22 0,7 6-20 15,0 6-14-15,0 3-11 0,7 3-9 16,-1 4-15-16,8 3-17 0,-2 1-14 0,-4 0-16 15,4 0-14-15,-6 3-19 0,1-3-39 16,0-1-64-16,-7-2-100 0,0-6-155 16,0 1-192-16,-7-6-212 0,0-5-180 0,1-3-56 0,0-4 37 15,0-8 120-15,-2-3 175 0,2-7 210 0</inkml:trace>
  <inkml:trace contextRef="#ctx0" brushRef="#br0" timeOffset="68310.58">9918 13265 16 0,'0'-18'433'0,"0"-1"43"0,7 5 62 16,-7-4 58-16,6-1-72 0,1 4-125 15,0 0-77-15,5 5-13 0,2-5-34 0,-2 4-29 16,2 0-41-16,-1 4-38 0,7-3-29 16,-2-2-14-16,-4 5-13 0,5-1-16 15,1 5-11-15,-8-1-8 0,8 1 10 0,-7 6 10 16,-6 1 13-16,6 3 14 0,-7 4 13 16,8 4 10-16,-8-1-9 0,0 1-17 0,1 0-22 15,6 2-25-15,-6-2-21 0,-1-4-17 16,8 5-13-16,-8-9-10 0,6 4-4 15,2-8-1-15,-1 1 0 0,0-4-3 0,0 0-3 16,-1-4 0-16,2-3-1 0,-1-5-1 16,-7 5-2-16,8-4-2 0,-8-3 0 15,0 2 3-15,0-2-2 0,-6 0 4 0,0-2-3 16,0 2 1-16,0 3 3 0,0-1 1 16,0 2 3-16,0 3-4 0,0-1 4 0,0 6-2 15,0 2-2-15,0-5-2 0,0 10-1 16,8-3-1-16,-8 3 0 0,0 2-6 0,0-4-24 0,6 5-50 15,-6-1-85-15,0 0-127 0,6 1-157 0,-6-5-179 16,7 1-175-16,-7 0-89 0,0-4 10 16,7 0 87-16,-7-4 137 0,6 0 175 15</inkml:trace>
  <inkml:trace contextRef="#ctx0" brushRef="#br0" timeOffset="68591.75">10472 13027 174 0,'6'-8'529'0,"1"5"146"0,-7-4 108 15,0 3 41-15,0 1-119 0,7 3-143 16,-7-5-138-16,0 5-123 0,0 5-84 0,0-2-52 15,0 1-28-15,6 3-9 0,-6-4-2 16,7 8 0-16,-1-2-7 0,-6-7-8 0,7 6-13 16,-1-1-16-16,-6-3-17 0,7 0-10 15,-7-2 0-15,6 3 10 0,-6-5 7 16,6-5 9-16,-6 3 11 0,8-2 4 0,-2-7-5 16,0 1-7-16,1-2 2 0,-1-3 5 15,1 0-1-15,6 1 2 0,-7-1-5 0,0 5-10 16,2 2-16-16,-2 1-16 0,0 0-15 15,1 3-14-15,0 4-8 0,-1 4-14 0,7 3-26 16,-7-4-43-16,1 9-67 0,0-5-83 16,-1 4-116-16,0 0-165 0,1-1-191 0,6-2-185 15,-6-1-124-15,5-3-16 0,-5-1 63 16,6-3 145-16,1 0 198 0,-2-3 222 16</inkml:trace>
  <inkml:trace contextRef="#ctx0" brushRef="#br0" timeOffset="68810.46">10947 12793 38 0,'-6'-15'620'0,"-1"3"142"0,-5-2 94 16,-2 3 78-16,2 4-26 0,-2 0-239 0,1 7-201 15,1 0-110-15,-2 0-65 0,2 7-46 16,4 4-37-16,2 3-26 0,0 1-14 0,-1 7-14 16,7 0-19-16,7 4-23 0,-7 2-27 15,6 3-21-15,0-2-24 0,2 0-16 0,4 0-12 16,2 0-26-16,5 1-48 0,-6-4-69 15,0-4-101-15,7-4-154 0,-8-7-173 0,8-4-188 16,-1-3-165-16,1-4-86 0,-7-7 19 16,7-4 109-16,-8 0 150 0,8-8 194 15</inkml:trace>
  <inkml:trace contextRef="#ctx0" brushRef="#br0" timeOffset="68966.78">11137 12909 416 0,'0'-20'576'0,"6"0"135"0,-6 6 106 15,0-1-43-15,0 4-141 0,0 4-120 16,6 3-99-16,-6 4-102 0,0 4-78 0,7 3-48 15,-1 4-32-15,1 1-21 0,0 2-31 0,5 4-32 16,-4-3-25-16,-2 2-23 0,6-1-40 16,-5-2-77-16,0 1-134 0,-1 0-178 15,-6-8-221-15,7-3-217 0,-1-4-86 0,-6 0 5 16,0-4 99-16,6-3 158 0,-6-4 212 16</inkml:trace>
  <inkml:trace contextRef="#ctx0" brushRef="#br0" timeOffset="69154.13">11384 12650 218 0,'7'-15'656'16,"-1"4"102"-16,-6 3 73 0,6 6 55 16,0 4-154-16,-6 6-235 0,8 7-180 0,-2 4-94 15,0 1-67-15,-6 7-52 0,0 2-41 16,0 3-31-16,0 2-59 0,-12-1-100 16,4 3-139-16,-4-2-171 0,-8-1-193 0,1-1-165 15,-7-3-49-15,0-3 43 0,-7 0 110 16,-12-9 152-16</inkml:trace>
  <inkml:trace contextRef="#ctx0" brushRef="#br0" timeOffset="69482.19">9339 12719 219 0,'-33'0'764'0,"1"3"122"0,12-6 66 16,7-1 41-16,7 1-101 0,6-4-404 0,19 3-202 15,7-7-96-15,14-1-31 0,11-2 4 16,21 0 35-16,12-4 29 0,15 0 11 0,11-5 1 16,20-3-15-16,14 1-34 0,12-4-45 15,14-1-38-15,5-4-30 0,7 6-28 16,1-5-14-16,-7 4-13 0,-14 0-4 0,-12 3-9 16,-13 0 2-16,-20 0 1 0,-12 4 8 0,-14 4 14 15,-20-1 8-15,-12 5 10 0,-14 3 2 16,-12 4 1-16,-7 0-10 0,-20-1-14 0,-6 4-18 15,-12 4-31-15,-8 0-38 0,-13 0-52 16,-6 0-79-16,-6 4-100 0,-7-1-136 16,0 2-163-16,-1-2-190 0,2-3-197 0,-8 4-88 15,0-1 15-15,1-3 94 0,5 0 160 16,2 0 209-16</inkml:trace>
  <inkml:trace contextRef="#ctx0" brushRef="#br0" timeOffset="69779">10218 11909 143 0,'7'-22'395'16,"-7"-3"33"-16,0 3 33 0,6 0 16 15,-6 0-131-15,0 4-41 0,0 4-4 16,-6-2 26-16,-1 9 21 0,1 0 11 0,-8 3-21 15,2 4-34-15,-2 7-30 0,2 1-33 16,5 6-36-16,-6 5-35 0,6 3-27 0,1 0-25 16,6 3-25-16,0 0-17 0,0 1-16 15,6 0-16-15,-6 0-18 0,7-4-9 0,-1 3-14 16,1-3-46-16,0 0-77 0,-1 1-125 16,-6-5-160-16,-6 0-167 0,6 0-183 0,-14-3-107 15,8-4-4-15,-7-3 83 0,-1-1 139 16,2-4 154-16</inkml:trace>
  <inkml:trace contextRef="#ctx0" brushRef="#br0" timeOffset="70281.53">10068 12115 88 0,'0'-7'437'0,"7"-4"70"0,-7 3 66 15,6-3 76-15,1-1-115 0,0 6-101 0,-1-5-65 16,6 3-46-16,2-2-40 0,5 2-55 16,-5-3-52-16,6 4-43 0,-2-1-28 0,-4 1-21 15,5 0-26-15,-5 0-19 0,4 3-18 16,-11 0-7-16,6 4-6 0,0 4 0 0,-6 0 5 15,0-1 4-15,-1 5 8 0,0-1 0 16,0 4 3-16,2 0-2 0,-8-1-5 16,6 3-5-16,0-3-7 0,-6-3 0 0,7 1-1 15,-1-1 1-15,1-3 0 0,0-1 0 16,-1-3 2-16,6 0-3 0,2-3-9 0,-8-1-15 16,8-3-31-16,-8-4-41 0,1 3-53 15,5-6-45-15,-5 2-37 0,0 1-31 0,-7-3-1 16,6 3 20-16,-6-4 39 0,0 0 41 15,6 5 43-15,-6-1 52 0,0 3 57 0,7 0 45 16,-7 1 26-16,0 4 15 0,0 0 32 31,7 3 31-31,-7 0 10 0,6 3 0 0,-6 5 9 16,7-1 9-16,-1 0-14 0,1 0 32 16,-7 4-53-16,6-4-31 0,1 5-26 0,-1-5-19 15,0 0-12-15,-6 1-67 0,8-5 26 16,-2 1 24-16,-6 3 27 0,0-7 36 0,0 0 19 15,0 0 15-15,0 0 9 0,0-7-4 16,0 3-16-16,0-7-25 0,0 4-15 0,0-7-9 16,6 2-12-16,-6-2-5 0,0-2-1 15,7 3 1-15,-7 1-3 0,6-3-7 16,-6 8-5-16,0 0-5 0,0 0-11 0,7 7-8 16,-7-4-9-16,6 8-18 0,1-4-33 15,-1 7-57-15,-6-3-81 0,14 2-125 0,-8 3-169 16,0-6-209-16,1 4-193 0,6-7-66 15,-6 4 18-15,5-4 90 0,2 0 154 0,-2-4 214 16</inkml:trace>
  <inkml:trace contextRef="#ctx0" brushRef="#br0" timeOffset="70485.38">10915 11675 302 0,'-7'-18'613'0,"7"0"119"15,-6-1 98-15,-7 8 45 0,6 0-193 0,-6 0-159 16,7 7-135-16,-7 4-97 0,6 4-80 15,1 3-53-15,-8 5-37 0,8 2-23 0,6 5-17 16,-6 6-18-16,6 1-17 0,0 3-12 16,0 0-14-16,6 5-7 0,0-5-11 0,2 4-35 15,-2-8-54-15,7 1-83 0,-6 0-111 16,5-8-131-16,1-4-167 0,1-2-160 16,-2-9-93-16,2 1 2 0,-2-4 70 0,-5-7 109 15,6 0 161-15</inkml:trace>
  <inkml:trace contextRef="#ctx0" brushRef="#br0" timeOffset="70735.31">11019 11800 232 0,'0'-11'505'0,"7"0"75"0,-7 0 44 16,6 3-6-16,-6 5-125 0,0-2-105 15,6 5-92-15,-6 0-55 0,8 5-24 16,-2-2-21-16,-6 5-35 0,6-4-33 16,0 3-19-16,1-3-17 0,-7-1-13 0,7 1-18 15,-7 0 1-15,6-1 15 0,-6-3 17 0,0 0 8 16,0 0 5-16,0 0 3 0,-6-3-15 15,6-5-22-15,-7 5-17 0,7-5-10 0,-7-2-7 16,1 2-6-16,0-7-7 0,0 4-7 16,6-4-6-16,-8 1-5 0,2 0-8 0,6-1-14 15,-6 4-33-15,6-4-46 0,-7 4-78 16,7-4-99-16,0 4-115 0,7 0-123 0,-1 4-112 16,0-1-88-16,2 1-49 0,4 0 31 15,1 3 85-15,0 4 117 0,0 0 132 16</inkml:trace>
  <inkml:trace contextRef="#ctx0" brushRef="#br0" timeOffset="70891.52">11162 11594 181 0,'14'12'345'0,"-2"2"96"0,2-3 92 16,-8 4 18-16,0 3-4 0,8-4-9 0,-8 5-20 16,-6-4-35-16,7-1-47 0,-1 1-79 15,-6 0-76-15,0-4-67 0,6 4-55 16,-6-8-47-16,0 4-40 0,0-3-27 0,0-5-20 16,0 4-11-16,0-3-14 0,0-4-26 15,0 3-46-15,0 1-67 0,0-4-104 0,0 0-128 16,0 0-148-16,-6-4-141 0,6 4-125 15,-13-3-25-15,7-1 56 0,-1-3 105 0,0 4 140 16</inkml:trace>
  <inkml:trace contextRef="#ctx0" brushRef="#br0" timeOffset="72875.44">19884 16774 94 0,'6'-6'266'16,"-6"1"44"-16,0-4-7 0,0 1-39 15,-6-4 10-15,6 1-21 0,-8 5-31 0,2-6-22 16,0 1-14-16,-1 0-14 0,1 4-16 16,-8-4-7-16,2 0 4 0,-2 0 2 0,2-1-3 15,-8 2-6-15,1-1-9 0,-1 0-15 16,-6-4-20-16,-1 0-17 0,1 1-12 0,1-1-9 15,-7-2-7-15,-2-2-2 0,-5 1-4 0,7-5 6 16,-7 5 1-16,0-4 3 0,-7 4 4 16,1-1 5-16,-1 1 2 0,-7 4 1 0,8-1 0 15,-13 0-1-15,5 3 0 0,2 2 0 0,-8 0 2 16,7 2-4-16,-7 0 3 0,6 1-1 16,2 3-6-16,-8 1-1 0,7 3-2 15,1 3-6-15,-2 1-2 0,1 0-3 0,-1 3-2 16,-4 5-6-16,4-2-6 0,-6 0-3 15,7 7-7-15,1-3-7 0,-8-1-4 0,7 7-1 16,-1-6 4-16,8 4 6 0,-7 4 4 0,6-3 3 16,0 3 7-16,1-4 1 0,5 8-4 15,2-4-3-15,-1 3-1 0,6 0-1 16,-5 5-1-16,4 0 0 0,2 3 1 0,-1-1-1 16,8 5-5-16,-1 0-1 0,-1 0-4 0,1 2-4 15,6-2-4-15,1 4-2 0,6-1 0 16,-6 0-4-16,5 1 0 0,8-1 2 0,-7 0 3 15,6 0 3-15,1 1 3 0,6-1 3 0,-7 0 6 16,7 0 11-16,7 5 6 0,-1-2 7 16,1 1 7-16,6 0 4 0,0 0 2 0,6 0-3 15,1 0 2-15,7 0-6 0,5 0-6 0,1 4-2 16,-1-4-5-16,7-4-6 0,0 1-6 16,1-1-3-16,5-4 0 0,-7-3-1 0,9 1 1 15,-2-5-3-15,1 0 1 0,5-4 5 0,-5-3 6 16,7 0 12-16,-2-3 12 0,2 3 15 15,5-7 14-15,1-1 17 0,6 1 8 0,0-4 4 16,6-4-36-16,8 1-84 0,-1-5 0 16,6 1 0-16,8-4 0 0,-1-4 0 0,0 1 0 15,7-5 0-15,-7 1 0 0,0-4 0 16,0 0 0-16,0-1 0 0,-6-2 0 0,7-1 0 16,-7 1 0-16,-2-5 0 0,-4 1 0 0,-8 3 0 15,1-3 0-15,-6 0 0 0,-1-4 0 0,-7 4 0 16,-6 0 0-16,-6-5 0 0,-1-2 0 15,1 3 0-15,-13-4 0 0,6-3 0 0,-7-1 0 16,-6-2 0-16,7-5 0 0,-7-4 0 0,0-3 0 16,0-3 0-16,0-1 0 0,0-7 0 0,0-3 0 15,0 0 0-15,-6-5 0 0,-7-3 0 16,7-4 0-16,-14 1 0 0,6 3 0 0,-12 0 0 16,0-1 0-16,-6 9 0 0,0-1 0 0,-8 5 0 15,-5 3 0-15,-1 3 0 0,-6 0 0 16,0 4 0-16,1 4 0 0,-1-1 0 0,-7 5 0 15,7 3 0-15,-7 4 0 0,1 0 0 0,6 3 0 16,-7 3 0-16,1 6 0 0,5 2 0 16,-5 0 0-16,-1 8 0 0,7-1 0 0,-6 6 0 15,-1 2 0-15,7 0 0 0,-6 2-226 16,5 6-46-16,7-1-38 0,2 1-41 0,-2 3-37 16,7 0-45-16,7-1-70 0,-2 2-88 15,8-2-95-15,0-2-100 0,8 3-62 0,-2-1 22 16,7-2 88-16,-7-1 130 0,8 0 154 15</inkml:trace>
  <inkml:trace contextRef="#ctx0" brushRef="#br0" timeOffset="77976.57">19817 16815 299 0,'0'3'465'0,"0"2"47"16,0-5 33-16,0 0-67 0,8 0-113 16,-8 0-51-16,6 0-6 0,0 0 9 0,1-5 14 15,6 5 13-15,0-3-11 0,1-1-44 16,4-3-45-16,2 3-37 0,0-3-21 0,5 0-19 16,-5 0-14-16,7-4-9 0,-1 3-6 15,0-3-3-15,-7-4-6 0,7 4-8 0,0-3-6 16,-7-1-7-16,7 1-5 0,-6-1-4 0,6-3-3 15,-7 2 2-15,1 2 0 0,0-4 8 16,-7 3-3-16,0 0 2 0,6 1 3 0,-5-4-1 16,-8-1-2-16,7 1-10 0,-7-1 4 15,1-3 0-15,6 0-76 0,-7 1-23 0,2-5 0 16,-8 1 0-16,6-1 0 0,0-4 0 16,1 1 0-16,-7 0 0 0,6-4 0 0,-6 3 0 15,7-3 0-15,-7 1 0 0,6-5 0 16,-6 5 0-16,0-5 0 0,0 3 0 0,0-2 0 15,-6 3 0-15,6 0 0 0,-7 0 0 16,1 0 0-16,-1-1 0 0,1 2 0 0,0-1 0 16,-8-4 0-16,1 5 0 0,6-5 0 15,-5 4 0-15,-8-4 0 0,7 5 0 0,0-5 0 16,-7 3 0-16,8 2 0 0,-8-1 0 16,6-1 0-16,-5 5 0 0,6 0 0 0,0 0 0 15,-7 7 0-15,8-3 0 0,-2 2 0 16,2 4 0-16,-8-2 0 0,7 2 0 0,0 5 0 15,0-1 0-15,0 1 0 0,0-1 0 16,6 5 0-16,-5-3 0 0,4 3 0 16,2 2 0-16,-6 1 0 0,5 0 0 0,0 0 0 15,7 2 0-15,-6-1 0 0,-1 2 0 0,7 0 0 16,-6 1 0-16,0-1 0 0,6 0 0 16,-8 0 0-16,8 4 0 0,-6-3 0 15,6 3 0-15,0-4 0 0,-6 4 0 0,6-3 0 16,0 3 0-16,0 0 0 0,-6-4 0 15,6 4 0-15,0 0 0 0,0 0 0 0,0 0 0 16,0 4 0-16,0-1 0 0,-7 1 0 16,7-1 0-16,-7 9 0 0,1-1 0 0,-1 0 0 15,1 3 0-15,-8 4 0 0,8 2 0 16,-6-3 0-16,4 5 0 0,-4 0 0 16,-1 0 0-16,6 0 0 0,0 0 0 0,-5 1 0 15,4-2 0-15,2-3 0 0,6 1 0 0,-6-4 0 16,0-5 0-16,6 5 0 0,-7-8 0 15,7 0 0-15,0 1 0 0,0-5 0 16,0 2 0-16,0-5 0 0,0 3 0 0,0-3 0 16,0-3 0-16,0-2 0 0,7-1 0 15,-7-3 0-15,6-1 0 0,0-5 0 0,0-3 0 16,2 0 0-16,4-4 0 0,2-3 0 16,-8-5 0-16,7 4 0 0,1-4 0 0,-8 2 0 15,6 2 0-15,-5 0 0 0,6 0 0 16,-6 5 0-16,-1-2 0 0,1 2 0 0,0 3 0 15,-1 2 0-15,-6 2 0 0,6-1 0 16,0 4 0-16,2 0 0 0,-2 4 0 0,0-1 0 16,1 5 0-16,-1-1 0 0,8 4 0 15,-8 4 0-15,6-1 0 0,8 5 0 16,-6 3 0-16,5-4 0 0,1 4 0 0,-1 1 0 16,1 2 0-16,6-3 0 0,-6 1 0 15,5 2 0-15,1-3 0 0,0-1 0 0,-6 2 0 16,6-5 0-16,-7 3 0 0,1-2 0 15,-7-1 0-15,7-3 0 0,-8 3 0 16,2-3 0-16,-8 0 0 0,1-1 0 0,-1 1 0 16,1-4 0-16,-1 3 0 0,-6-3 0 0,7 5 0 15,-7-5 0-15,0 0 0 0,6 0 0 16,-6 0 0-16,0 0 0 0,0 0 0 16,0 0 0-16,0 0 0 0,0 0 0 0,0 0 0 15,0 0 0-15,0 0 0 0,0 0 0 16,0 0 0-16,0 0 0 0,0 0 0 0,0 0 0 15,0 0 0-15,0 0 0 0,0 0 0 16,0 0 0-16,0 0 0 0,-6 3 0 0,6-3 0 16,0 0 0-16,0 0 0 0,0 0 0 15,0 0 0-15,0 0 0 0,0 0 0 16,0 0 0-16,0 0 0 0,0 0 0 0,0 0 0 16,0 0 0-16,0 0 0 0,0 0 0 0,0 0 0 15,0 0 0-15,0 0 0 0,0 0 0 16,0 0 0-16,0 0 0 0,-7 0 0 0,7-3 0 15,0 3 0-15,0-5 0 0,0 5 0 16,0-3 0-16,0 3 0 0,-6-4 0 16,6 4 0-16,0-3 0 0,0-1 0 0,0 4 0 15,-7-4 0-15,7 4 0 0,0-3 0 16,0 3 0-16,0-4 0 0,0 4 0 0,0 0 0 16,0 0 0-16,0-4 0 0,0 4 0 15,-6 0 0-15,6 0 0 0,0 0 0 16,0-3 0-16,0 3 0 0,0 0 0 0,0 0 0 15,0 0 0-15,0 0 0 0,0 0 0 0,0 0 0 16,0 0 0-16,0 0 0 0,0 0 0 16,0 0 0-16,0 0 0 0,0 0 0 0,0 0 0 15,0 0 0-15,0 0 0 0,0 0 0 16,0 0 0-16,6 0 0 0,-6 0 0 0,0 0 0 16,0 0 0-16,0 0 0 0,0 0 0 15,0 0 0-15,0 0 0 0,0 0 0 0,0 0 0 16,0 0 0-16,0 0 0 0,0 0 0 15,0 0 0-15,0 0 0 0,0 0 0 16,0 0 0-16,0-4 0 0,0 4 0 0,0 0 0 16,0 0 0-16,0 0 0 0,0 0 0 15,0 0 0-15,0 0 0 0,0 0 0 16,0 0 0-16,0 0 0 0,0 0 0 0,0 0 0 16,0 0 0-16,0 4 0 0,0-4 0 0,0 0 0 15,0 0 0-15,0 0 0 0,0 0 0 16,0 0 0-16,0 0 0 0,0 0 0 15,0 0 0-15,0 0 0 0,0 0 0 0,0 0 0 16,0 0 0-16,0 0 0 0,0 0 0 16,0 0 0-16,0 0 0 0,0 0 0 0,0 0 0 15,0 0 0-15,0 0 0 0,0 0 0 16,0 0 0-16,7 0 0 0,-7 0 0 0,0 0 0 16,0 0 0-16,0 0 0 0,0 0 0 15,0 0 0-15,0 0 0 0,0 0 0 16,0 0 0-16,0 0 0 0,0 0 0 0,0 0 0 15,0 0 0-15,0 0 0 0,0 0 0 0,0 0 0 16,0 0 0-16,0 0 0 0,0 0 0 16,0-4 0-16,0 4 0 0,0 0 0 0,0 0 0 15,0 0 0-15,0 0 0 0,0 0 0 16,0 0 0-16,0 0 0 0,0 0 0 0,0 0 0 16,0 0 0-16,0 0 0 0,0 0 0 15,0 0 0-15,0 0 0 0,0-3 0 16,0 3 0-16,0 0 0 0,0 0 0 0,0 0 0 15,0 0 0-15,0 0 0 0,0 0 0 16,0 0 0-16,0 0 0 0,0 0 0 0,0 0 0 16,0 0 0-16,0 0 0 0,0 0 0 15,0 0 0-15,0 0 0 0,0 0 0 0,0 0 0 16,0 0 0-16,0 0 0 0,0 0 0 16,0 0 0-16,0 0 0 0,0 0 0 0,0 0 0 15,0 0 0-15,0 0 0 0,0 0 0 16,0 0 0-16,0 0 0 0,0 0 0 0,0 0 0 15,0 0 0-15,0 0 0 0,0 0 0 16,0 0 0-16,0 0 0 0,0 0 0 16,0 0 0-16,0 0 0 0,0 0 0 0,0 0 0 15,0 0 0-15,0 0 0 0,0 0 0 16,0 0 0-16,0 0 0 0,0 0 0 16,0 0 0-16,0 0 0 0,0 0 0 0,0 0 0 15,0 0 0-15,0 0 0 0,0 0 0 16,0 0 0-16,0 0 0 0,0 0 0 0,0 0 0 15,0 0 0-15,0 0 0 0,0 0 0 0,0 0 0 16,0 0 0-16,0 0 0 0,0 0 0 16,0 0 0-16,0 0 0 0,0 0 0 0,0 0 0 15,0 0 0-15,0 0 0 0,0 0 0 16,0 0 0-16,0 3 0 0,0-3 0 16,0 0 0-16,0 0 0 0,0 0 0 0,0 0 0 15,0 0 0-15,0 0 0 0,0 0 0 16,0 0 0-16,0 0 0 0,0 0 0 0,0 0 0 15,0 0 0-15,0 0 0 0,0 0 0 16,0 0 0-16,0 0 0 0,0 0 0 16,0 0 0-16,0 0 0 0,0 0 0 0,0 0 0 15,0 0 0-15,0 0 0 0,0 0 0 16,0 0 0-16,0 0 0 0,0 0 0 0,0 0 0 16,0 0 0-16,0 0 0 0,0 0 0 15,0 0 0-15,0 0 0 0,0 0 0 0,0 0 0 16,0 0 0-16,0 0 0 0,0 0 0 15,0 0 0-15,-7 0 0 0,7 0 0 0,0 0 0 16,0 0 0-16,0 4 0 0,0-4 0 16,0 0 0-16,0 0 0 0,0 0 0 15,0 0 0-15,0 0 0 0,0 0 0 0,0 0 0 16,0 0 0-16,0 0 0 0,0 0 0 16,0 0 0-16,0 0 0 0,0 0 0 0,0 0 0 15,0 0 0-15,0 0 0 0,0 0 0 16,0 0 0-16,0 0 0 0,0 0 0 0,0 0 0 15,0 0 0-15,0 0 0 0,0 0 0 0,0-4 0 16,0 4 0-16,0 0 0 0,0 0 0 16,0 0 0-16,0 0 0 0,0 0 0 15,0 0 0-15,7 0 0 0,-7 0 0 0,0 0 0 16,0 0 0-16,0 0 0 0,0 0 0 16,0 0 0-16,0 0 0 0,0 0 0 15,0 0 0-15,0 0 0 0,0 0 0 0,0 0 0 16,0 0 0-16,0 0 0 0,0 0 0 15,0 0 0-15,0 0 0 0,0 0 0 0,0 0 0 16,0 0 0-16,0 0 0 0,0 0 0 16,0 0 0-16,0 0 0 0,0 0 0 0,0 0 0 15,0 0 0-15,0 0 0 0,0 0 0 16,0 0 0-16,0 0 0 0,0 0 0 0,0 0 0 16,0 0 0-16,0 0 0 0,0 0 0 15,0 0 0-15,0 0 0 0,0 0 0 0,0 0 0 16,0 0 0-16,0 0 0 0,0 0 0 15,0 0 0-15,0 0 0 0,0 0 0 16,0 0 0-16,0 0 0 0,0 0 0 0,0 0 0 16,0 0 0-16,0 0 0 0,0 0 0 15,0 0 0-15,0 0 0 0,0 0 0 0,0 0 0 16,0 0 0-16,0 0 0 0,0 0 0 16,0 0 0-16,0 0 0 0,0 0 0 0,0 0 0 15,0 0 0-15,0 0 0 0,0 4 0 16,0-4 0-16,0 0 0 0,0 0 0 0,0 0 0 15,0 0 0-15,0 0 0 0,0 0 0 16,0 0 0-16,0 0 0 0,0 0 0 0,0 0 0 16,0 0 0-16,0 3 0 0,0-3 0 15,0 0 0-15,-7 0 0 0,7 0 0 0,0 0 0 16,0 0 0-16,0 0 0 0,0 0 0 16,0 0 0-16,0 0 0 0,0 0 0 15,0 0 0-15,0 0 0 0,0 0 0 0,0 0 0 16,0 0 0-16,0 0 0 0,0 0 0 15,0 0 0-15,0 0 0 0,0 0 0 16,0 0 0-16,0 0 0 0,0 0 0 0,0 0 0 16,0 0 0-16,0 0 0 0,0 0 0 0,0 0 0 15,0 0 0-15,0 0 0 0,0 0 0 16,0 0 0-16,0 4 0 0,0-4 0 16,0 0 0-16,0 0 0 0,0 0 0 0,0 0 0 15,0 0 0-15,0 0 0 0,0 0 0 16,0 0 0-16,0 0 0 0,0 0 0 0,0 0 0 15,0 0 0-15,0 0 0 0,0 0 0 16,0 0 0-16,0 0 0 0,0 0 0 16,0 0 0-16,0 0 0 0,0 0 0 0,0 0 0 15,0 0 0-15,0 0 0 0,0 0 0 16,0 0 0-16,0 0 0 0,-6 0 0 0,6 0 0 16,6 0 0-16,-6 0 0 0,0 0 0 0,0 0 0 15,0 0 0-15,0 0 0 0,0 0 0 16,0 0 0-16,0 0 0 0,0 0 0 0,0 0 0 15,0 0 0-15,0 0 0 0,0 0 0 16,0 0 0-16,0 0 0 0,0 0 0 16,0 0 0-16,0 0 0 0,0 0 0 0,0 0 0 15,0 0 0-15,0 0 0 0,0 0 0 16,0 0 0-16,0 0 0 0,0 0 0 0,0 0 0 16,0 0 0-16,0 0 0 0,0 0 0 15,0 0 0-15,0 0 0 0,0 0 0 16,0 0 0-16,0 0 0 0,0 0 0 0,0 0 0 15,0 0 0-15,0 0 0 0,0 0 0 0,0 0 0 16,0 0 0-16,0 0 0 0,-6 0 0 16,6 0 0-16,0 0 0 0,0 0 0 15,0 0 0-15,0 0 0 0,0 0 0 0,0 0 0 16,0 0 0-16,0 0 0 0,0 0 0 16,0 0 0-16,0 0 0 0,0 0 0 0,0 0 0 15,0 0 0-15,0 4 0 0,0-4 0 16,0 0 0-16,0 0 0 0,0 0 0 0,0 0 0 15,0 0 0-15,0 0 0 0,0 0 0 16,0 0 0-16,0 0 0 0,0 0 0 16,0 0 0-16,0 0 0 0,0 0 0 0,0 0 0 15,0 0 0-15,0 0 0 0,0 0 0 16,0 0 0-16,0 0 0 0,0 0 0 0,0 0 0 16,0 0 0-16,0 0 0 0,0 0 0 0,0 0 0 15,0 0 0-15,0 0 0 0,0 0 0 16,0 0 0-16,0 0 0 0,0 0 0 15,0 0 0-15,0 0 0 0,0 0 0 0,0 0 0 16,0 0 0-16,0 0 0 0,0 0 0 16,0 3 0-16,0-3 0 0,0 0 0 0,0 4 0 15,0-4 0-15,6 4 0 0,-6-4 0 16,0 3 0-16,0-3 0 0,0 4 0 16,0-4 0-16,0 0 0 0,0 3 0 0,0-3 0 15,0 0 0-15,0 5 0 0,0-5 0 16,0 0 0-16,0 0 0 0,0 0 0 0,0 0 0 15,0 0 0-15,0 0 0 0,0 0 0 16,0 0 0-16,0 0 0 0,0 0 0 0,0 0 0 16,0 0 0-16,0 0 0 0,0 0 0 0,0 0 0 15,0 0 0-15,0 0 0 0,0 0 0 16,0 0 0-16,0 0 0 0,0 0 0 0,0 0 0 16,0 0 0-16,0 0 0 0,7 0 0 15,-7 0 0-15,0 0 0 0,0 0 0 0,0 0 0 16,0 0 0-16,0 0 0 0,0 0 0 15,0 0 0-15,0 0 0 0,0 0 0 16,0 0 0-16,0 0 0 0,0 0 0 0,0 0 0 16,0 0 0-16,0 0 0 0,0 0 0 15,0 0 0-15,0 0 0 0,0 0 0 0,0 0 0 16,0 0 0-16,0 0 0 0,0 0 0 16,0 0 0-16,0 0 0 0,0 0 0 0,0 0 0 15,0 0 0-15,0 0 0 0,0 0 0 16,0 0 0-16,0 0 0 0,0 0 0 0,0 0 0 15,0 0 0-15,0 0 0 0,0 0 0 16,0 0 0-16,0 0 0 0,0 0 0 16,0 0 0-16,0 0 0 0,0 0 0 0,0 0 0 15,0 0 0-15,0 0 0 0,0 0 0 16,0 0 0-16,0 0 0 0,0 0 0 0,0 0 0 16,0 0 0-16,0 0 0 0,0 0 0 15,0 0 0-15,0 0 0 0,0 0 0 16,0 0 0-16,0 0 0 0,0 0 0 0,0 0 0 15,0 0 0-15,0 0 0 0,0 0 0 0,0 0 0 16,0 0 0-16,0 0 0 0,0 0 0 16,0 0 0-16,0 0 0 0,0 0 0 0,0 0 0 15,0 0 0-15,0 0 0 0,0 0 0 16,0 0 0-16,0 0 0 0,0 0 0 16,0 0 0-16,0 0 0 0,0 0 0 0,0 0 0 15,0 0 0-15,0 0 0 0,0 0 0 16,0 0 0-16,0 0 0 0,0 0 0 0,0 0 0 15,0 0 0-15,0 0 0 0,0 0 0 16,0 0 0-16,0 0 0 0,0 0 0 16,0 0 0-16,0 0 0 0,0 0 0 0,0 0 0 15,0 0 0-15,0 0 0 0,0 0 0 16,0 0 0-16,0 0 0 0,0 0 0 0,0 0 0 16,0 0 0-16,0 0 0 0,0 0 0 15,0 0 0-15,0 0 0 0,0 0 0 0,0 0 0 16,0 0 0-16,0 0 0 0,0 0 0 15,0 0 0-15,0 0 0 0,0 0 0 0,0 0 0 16,0 0 0-16,0 0 0 0,0 0 0 16,0 0 0-16,0 0 0 0,0 0 0 15,0 0 0-15,0 0 0 0,0 0 0 0,0 0 0 16,0 0 0-16,0 0 0 0,0 0 0 16,0 0 0-16,0 0 0 0,0 0 0 0,0 0 0 15,0-5 0-15,0 5 0 0,0 0 0 16,0 0 0-16,0 0 0 0,0 0 0 0,0 0 0 15,0 0 0-15,0 0 0 0,0 0 0 16,0 0 0-16,0 0 0 0,0 0 0 0,0 0 0 16,0 0 0-16,0 0 0 0,0 0 0 15,0 0 0-15,0 0 0 0,0 0 0 0,0 0 0 16,0 0 0-16,0 0 0 0,0 0 0 16,0 0 0-16,0 0 0 0,0 0 0 15,0 0 0-15,0 0 0 0,0 0 0 0,0 0 0 16,0 5 0-16,0-5 0 0,0 0 0 15,0 0 0-15,0 0 0 0,0 0 0 0,0 0 0 16,0 0 0-16,0 0 0 0,0 0 0 16,0 0 0-16,0 0 0 0,0 0 0 0,0 0 0 15,0 0 0-15,0 0 0 0,0 0 0 16,0 0 0-16,0 0 0 0,0 0 0 0,0 0 0 16,0 0 0-16,0 3 0 0,0-3 0 15,-7 0 0-15,7 0 0 0,0 0 0 0,0 0 0 16,0 0 0-16,0 0 0 0,0 5 0 15,0-5 0-15,0 0 0 0,0 0 0 0,7 3 0 16,-7-3 0-16,0 3 0 0,0-3 0 16,0 4 0-16,0-4 0 0,0 4 0 15,0-4 0-15,0 3 0 0,0 1 0 0,6-4 0 16,-6 4 0-16,0 0 0 0,0-4 0 16,0 3 0-16,0 1 0 0,0-4 0 15,0 3 0-15,0-3 0 0,0 0 0 0,0 4 0 16,0-4 0-16,0 0 0 0,0 0 0 0,0 0 0 15,0 0 0-15,0 0 0 0,0 0 0 16,0 0 0-16,0 0 0 0,0 0 0 0,0 0 0 16,0 0 0-16,-6 4-48 0,6-4-310 15,-7 0-65-15,1 3-74 0,6 1-94 0,-7 0-113 16,7-4-118-16,7 3-127 0,-1 0-15 16,1 1 58-16,6 1 114 0,7-2 163 0,-1 0 186 15</inkml:trace>
  <inkml:trace contextRef="#ctx0" brushRef="#br0" timeOffset="78931.21">21048 15877 238 0,'8'-10'294'0,"-8"2"39"0,0-3-19 0,6 0-7 16,-6 0-2-16,6-4 4 0,-6 1 11 0,0-2 18 15,0 1 9-15,0-2-1 0,0-2-10 16,0-2-5-16,0 2-20 0,-6-3-36 16,6 1-32-16,-6 3-24 0,6-5-15 0,-8 4-16 15,2 1-6-15,6 4 3 0,-6-1-3 16,0 1-6-16,-1-1-10 0,0 0-12 0,-6 4-21 16,7 0-19-16,-8 3-13 0,8 1-10 15,-6 4-7-15,-2-1-12 0,1 4-7 16,0 0-8-16,0 4-9 0,1-1-4 0,-8 4-8 15,7 6-2-15,-1 1 2 0,-4 1 0 16,4 3 1-16,8 4-2 0,-8-1 4 0,8 5 8 16,-7 0 4-16,13 3 3 0,-6 0 7 15,12 1 8-15,-6-2 14 0,6-2 7 0,1 0-19 16,-1 3-71-16,8-3 0 0,-2-3 0 16,2-3 0-16,5 3 0 0,-6-4 0 15,0-1 0-15,7-4 0 0,-1-2 0 0,-6-2 0 16,6-2 0-16,1-1 0 0,0-7 0 0,-1 0 0 15,7-4 0-15,0-3 0 0,1 0 0 16,-8-5 0-16,7 2 0 0,-6-5 0 0,-1 1 0 16,0-1 0-16,-5-3 0 0,5 3 0 15,-6-4 0-15,-6-2 0 0,-1 3 0 16,0-5 0-16,2 2 0 0,-8-6 0 0,0 5 0 16,0-3 0-16,-8-1 0 0,2 1 0 0,0 0 0 15,-1 2 0-15,-6 1 0 0,0 4 0 16,1 0 0-16,-8-1 0 0,6 5 0 0,2-2 0 15,-8 6 0-15,1 0 0 0,-1 2 0 16,1-1 0-16,-1 3 0 0,0 2 0 0,8 0 0 16,-8 1 0-16,1 3 0 0,5 0 0 15,2 0 0-15,-2 0 0 0,1 0 0 16,0 3 0-16,6-3 0 0,-5 4 0 0,6-4 0 16,-2 4 0-16,2-4 0 0,0 0 0 15,6 0 0-15,0 0 0 0,-7 3 0 0,7-3-89 16,0 0-388-16,7 3-105 0,-7-3-141 15,12 4-173-15,-4-4-149 0,-2 0-22 16,6 0 44-16,-5 0 106 0,-7 0 178 0,7-4 238 16</inkml:trace>
  <inkml:trace contextRef="#ctx0" brushRef="#br0" timeOffset="79921.78">11111 11444 146 0,'26'-3'261'0,"-7"-5"45"0,1 1-18 15,0-4-4-15,-2 3 12 0,-4 1 12 16,-1-4 27-16,-1 4 23 0,2 0 14 0,-8 0 6 15,0-4-11-15,1 3-13 0,0 1-25 32,-1 4-26-32,-6-5-28 0,7 3-36 0,-7 2-37 15,0 3-38-15,0 0-32 0,-7 3-20 16,1 2-8-16,-8 6 4 0,-4 4 14 0,-9 6 17 16,1 5 17-16,-13 3 9 0,0 5 1 0,-7 6-10 15,0 4-13-15,-5 6-15 0,-8 6-18 16,-6 2-20-16,-7 5-13 0,1 3-5 0,-1-1 0 15,-6-2 4-15,6 4 2 0,7-6 2 16,0-2-7-16,13-8-10 0,-1 1-16 0,15-8-12 16,-1-4-11-16,13-8-12 0,-1-2-5 15,7-5-3-15,8-2 2 0,-1-9 0 16,0 0 1-16,6-7 3 0,1 2-8 0,6-9-12 16,0 0-20-16,0-9-40 0,0-1-54 15,0-5-67-15,6 1-73 0,1-8-75 0,-1 0-77 16,8 0-90-16,-8-4-99 0,6 0-91 0,2-2-74 15,-1-2-98-15,0 4-4 0,-6-3 74 16,5-1 125-16,-4 1 142 0</inkml:trace>
  <inkml:trace contextRef="#ctx0" brushRef="#br0" timeOffset="80249.95">10068 11833 46 0,'-20'-8'440'0,"2"1"74"16,4-3 70-16,-5 2 84 0,5-3-74 15,2 4-121-15,-2-4-64 0,2 4-30 0,5-1-33 16,0 0-50-16,1 1-54 0,-1 0-41 16,7-1-31-16,7 4-31 0,-1-3-20 0,1 0-11 15,12 3-3-15,1 4 9 0,13-3 12 16,-1 6 17-16,14 1 18 0,-1 3 16 0,2 4 12 16,10 4 0-16,2 3-7 0,6 1-10 15,7 3-13-15,0 0-10 0,6 0-16 16,-6 0-9-16,-1-4-4 0,7 4-7 0,-6-4-12 15,-1 1-95-15,1-4-6 0,0-1 0 16,-7 1 0-16,0-5 0 0,-7-2 0 16,-5-1 0-16,-1 0 0 0,-13-3 0 0,0-1 0 15,-7 2 0-15,-5-5 0 0,-8 3 0 16,-6-3 0-16,-7 0 0 0,8 0 0 0,-14 0 0 16,0 0-127-16,0-3-246 0,-14-2-139 15,8 5-161-15,-7-3-198 0,-6-1-183 0,-1 4-38 16,1-3 42-16,-1 3 104 0,-6 0 167 15,-1-4 240-15</inkml:trace>
  <inkml:trace contextRef="#ctx0" brushRef="#br0" timeOffset="85001.84">20632 13896 206 0,'-6'6'420'0,"6"-2"50"16,0 0 24-16,0-4-82 0,-6 4-77 16,6-4-78-16,6 2-21 0,-6-2 26 0,6 0 38 15,-6 0 35-15,6 0 23 0,8 0-2 0,-1 0-32 16,-1-2-46-16,2 2-40 0,5-4-34 15,1-4-27-15,0 5-26 0,-8-5-18 0,8 1-15 16,-1 0-15-16,1-4-13 0,0 0-15 16,-1 0-9-16,1-4-14 0,0 4-8 0,-2-7-1 15,-4 3 1-15,5-4 3 0,-5 1-1 16,4 0 6-16,-4 0 7 0,-1 0 6 16,0-4 5-16,0-1 6 0,-7 6 5 0,8-6 3 15,-8 1-1-15,-6 0-7 0,6 1-5 16,1-5-7-16,-7-1-8 0,0 0-3 15,0-3-7-15,0 0 2 0,0 1-3 0,0-5 1 16,0 7 2-16,0-7-1 0,0 4 2 16,0 1 3-16,0-1 1 0,0 1 2 0,0 0-2 15,0-1 0-15,0 5-21 0,0-4-32 16,-7 3 0-16,7 0 0 0,-6 1 0 0,6-1 0 16,-6 5 0-16,6-1 0 0,-8 0 0 15,2 3 0-15,0-3 0 0,6 4 0 16,-6 4 0-16,-1-1 0 0,0 0 0 0,7 1 0 15,-6-2 0-15,-1 2 0 0,7 2 0 16,-6-2 0-16,0 3 0 0,-2-3 0 0,2 3 0 16,0-3 0-16,0 2 0 0,-8-2 0 15,8 3 0-15,-1-1 0 0,1-2 0 0,-1 3 0 16,0-1 0-16,1 2 0 0,-6 2 0 16,4-3 0-16,2 1 0 0,0 2 0 0,-1 1 0 15,1 0 0-15,-1-1 0 0,0 1 0 16,1 2 0-16,0 3 0 0,6-3 0 15,-6 2 0-15,-2 0 0 0,8 3 0 0,-6-4 0 16,6 4 0-16,-6-4 0 0,-1 4 0 16,7 0 0-16,-7 4 0 0,1-4 0 0,-1 4 0 15,1-1 0-15,-8 5 0 0,8 3 0 16,-6 0 0-16,-2 0 0 0,8 3 0 0,-14 4 0 16,7-3 0-16,1 3 0 0,-2 1 0 15,8 3 0-15,-7-9 0 0,-1 7 0 0,8-3 0 16,0 2 0-16,0-4 0 0,-2 0 0 15,2-1 0-15,6-3 0 0,-6 1 0 0,6-2 0 16,0-2 0-16,0-1 0 0,0 0 0 16,0-3 0-16,0-1 0 0,0 2 0 0,0-2 0 15,0-3 0-15,0 0 0 0,0-3 0 16,6-2 0-16,-6-2 0 0,6 0 0 16,2-4 0-16,-2-3 0 0,0-2 0 0,0-5 0 15,8-1 0-15,-8 0 0 0,1 0 0 16,5-4 0-16,-4 0 0 0,-2 4 0 0,6 0 0 15,-5 4 0-15,0-1 0 0,-1 2 0 16,-6 2 0-16,7 3 0 0,-1 2 0 0,-6 2 0 16,0 6 0-16,7-6 0 0,-7 8 0 15,7 0 0-15,-1 0 0 0,6 3 0 16,-4 2 0-16,11 5 0 0,-6-3 0 0,0 3 0 16,7 2 0-16,-1 3 0 0,1 0 0 15,0-1 0-15,-2-3 0 0,2 3 0 0,-1 1 0 16,1 0 0-16,0-3 0 0,-7-2 0 15,7 1 0-15,-8-5 0 0,2 3 0 16,-2-1 0-16,2-5 0 0,-8 0 0 0,1 1 0 16,-1 0 0-16,-6-4 0 0,0 0 0 0,6 0 0 15,-6 0 0-15,0 0 0 0,0-4 0 16,-6 4-175-16,6 0-428 0,-6 0-188 16,-1 4-203-16,1 2-145 0,-8 2-8 0,2 7 70 15,-8-4 138-15,0 4 201 0,1 3 257 0</inkml:trace>
  <inkml:trace contextRef="#ctx0" brushRef="#br0" timeOffset="85892.25">21707 12881 149 0,'6'-9'463'15,"0"-1"87"-15,-6 3 99 0,7-4 44 0,-7 3-25 16,0-2-101-16,0 2-72 0,0 1-48 16,0-1-65-16,0 5-83 0,0-1-66 0,0 1-53 15,0-1-43-15,0 4-38 0,0 0-31 16,0 4-22-16,0-1-6 0,0 4 6 15,7 5 13-15,-7 2 15 0,0 4 19 0,0 1 14 16,0 4 2-16,0-3-5 0,6 7-7 16,-6-2-7-16,0-3-9 0,7 0-9 0,-7 3-3 15,0-6-3-15,6 3 0 0,-6-7-4 16,0-1-2-16,0-3 3 0,7 0 14 0,-7-3 33 16,0-5 46-16,0 1 35 0,0-1-17 15,0-6-174-15,0-1 0 0,0-3 0 0,-7 0 0 16,7-4 0-16,0-4 0 0,-6-3 0 15,-1-4 0-15,1-4 0 0,-1 1 0 0,0-5 0 16,-5 1 0-16,6 0 0 0,-2-1 0 16,2 4 0-16,0 4 0 0,-1 1 0 15,1 6 0-15,6 0 0 0,-7 4 0 0,7 1 0 16,0 2 0-16,-7 4 0 0,7 4 0 16,0 0 0-16,0 4 0 0,7 4 0 0,-7 6 0 15,0 1 0-15,7 3 0 0,-1 4 0 16,1-3 0-16,-1 6 0 0,0-3 0 0,2 0 0 15,-2 3 0-15,-6-3 0 0,6-3 0 16,0 3 0-16,1-8 0 0,0 4 0 0,-7-6 0 16,6-1 0-16,-6 0 0 0,0-3 0 15,7-5 0-15,-7 0 0 0,0 1 0 0,0 0 0 16,0-4 0-16,0 3 0 0,0-3 0 16,0 3 0-16,-7-3-57 0,1 0-399 15,-1 5-108-15,0-5-125 0,-5 0-137 0,6 0-148 16,-8 0-63-16,1 0 24 0,0-5 91 15,0 2 152-15,1 0 193 0</inkml:trace>
  <inkml:trace contextRef="#ctx0" brushRef="#br0" timeOffset="87501.25">20762 12287 82 0,'0'0'444'0,"-6"-4"83"15,6 1 57-15,-6-1-2 0,6 4-27 16,-7-4-107-16,7 4-91 0,0 0-58 0,0 0-32 15,7-3-30-15,-7 3-32 0,6 0-25 16,6 0-12-16,-4 0 3 0,11 0-1 16,-6 0-7-16,6 0-9 0,7-4-14 0,-6 1-8 15,7-1-4-15,-2 0-3 0,7 0 1 16,-6-3-1-16,7 0-3 0,-7-4-4 0,7 0-8 16,-1-4-10-16,1 5-10 0,6-9-13 15,-6 4-11-15,6-3-9 0,0-4-11 0,0 4-4 16,0-4-1-16,0 0-1 0,0 0 3 15,1-1 7-15,-8 2 10 0,1-1 9 16,-7-4 9-16,-1 3 9 0,1-2 10 0,-6 3 3 16,0-3 4-16,-7-1 4 0,7-3 0 0,-8-1-99 15,-6 1-9-15,8-4 0 0,-8 4 0 16,1-8 0-16,-1 4 0 0,1-3 0 16,0-5 0-16,-7 4 0 0,6 4 0 15,-6-3 0-15,0-1 0 0,-6 5 0 0,6-2 0 16,-7 5 0-16,0-4 0 0,1 1 0 0,-7 3 0 15,6-5 0-15,-6 1 0 0,1 0 0 16,-2 0 0-16,1 1 0 0,0-2 0 16,0-3 0-16,1 5 0 0,-2-5 0 0,-6 0 0 15,7 1 0-15,1 3 0 0,5-4 0 0,-6 8 0 16,0-1 0-16,0 1 0 0,6 4 0 16,-6-2 0-16,0 6 0 0,1-2 0 0,-2 2 0 15,8-2 0-15,-7 6 0 0,0-5 0 16,0 4 0-16,7-1 0 0,-8-3 0 15,8 0 0-15,-8 4 0 0,2-8 0 0,5 3 0 16,-6 5 0-16,0-3 0 0,7-1 0 16,-8 3 0-16,8 1 0 0,0-1 0 0,-7 2 0 15,6 1 0-15,-6 2 0 0,7 3 0 16,-2-3 0-16,-4 2 0 0,5 2 0 16,1-1 0-16,-1 0 0 0,1 3 0 0,-1-3 0 15,1 0 0-15,0 4 0 0,-2-4 0 0,2 3 0 16,0 2 0-16,6-1 0 0,-7-2 0 15,7 2 0-15,-7 0 0 0,7 3 0 16,-6 1 0-16,6-4 0 0,0 2 0 0,-6 5 0 16,6-3 0-16,0-1 0 0,0 4 0 15,0 0 0-15,0 0 0 0,-7-3 0 0,7 3 0 16,0 0 0-16,0 0 0 0,0 0 0 16,0 0 0-16,0 0 0 0,0 0 0 15,0 0 0-15,0 0 0 0,0 3 0 0,0-3 0 16,0 0 0-16,0 4 0 0,0-1 0 15,0 2 0-15,-6 2 0 0,6 0 0 0,-7 0 0 16,0 4 0-16,7 4 0 0,-6-4 0 16,0 3 0-16,-1 5 0 0,7-4 0 0,-7-1 0 15,1 4 0-15,0-3 0 0,6 0 0 16,-7 4 0-16,7-5 0 0,-6 1 0 0,6-5 0 16,0 2 0-16,-7-2 0 0,7-2 0 15,0-5 0-15,0 5 0 0,0-5 0 16,0-3 0-16,0 5 0 0,0-5 0 0,0 0 0 15,0-5 0-15,0-2 0 0,0 3 0 16,7-7 0-16,-7 1 0 0,6-6 0 0,-6-1 0 16,7-1 0-16,-1-5 0 0,0-3 0 15,1 1 0-15,0-1 0 0,-1 1 0 0,0 0 0 16,8-2 0-16,-8 5 0 0,7 0 0 16,-7 0 0-16,8 4 0 0,-8-1 0 0,0 5 0 15,2 3 0-15,-2-1 0 0,0 2 0 16,1 3 0-16,-7 4 0 0,6-5 0 0,-6 4 0 15,7 0 0-15,-1 4 0 0,7 0 0 16,-7 4 0-16,8 0 0 0,-1 4 0 0,-6-5 0 16,12 8 0-16,-6-5 0 0,0 6 0 15,7-1 0-15,-7 0 0 0,6 4 0 0,-6-4 0 16,7 0 0-16,-1-1 0 0,-6 2 0 16,0-1 0-16,7 0 0 0,-7-4 0 0,0 1 0 15,-7-1 0-15,7-4 0 0,-6 4 0 16,0-3 0-16,-1-4 0 0,0 4 0 15,1-4 0-15,-7 0 0 0,7 0 0 0,-7 0 0 16,0-4 0-16,6 4 0 0,-6-4 0 16,0 1 0-16,6-1 0 0,-6 1 0 0,0-1 0 15,0-4 0-15,0 5 0 0,0-1 0 16,-6 1 0-16,6 3-138 0,0 0-431 0,0 0-150 16,0 0-173-16,0 3-197 0,-6 4-44 15,-1 1 47-15,7 3 116 0,-7 0 169 16,1 3 224-16</inkml:trace>
  <inkml:trace contextRef="#ctx0" brushRef="#br0" timeOffset="88344.85">22058 10326 207 0,'0'5'379'16,"-6"-2"57"-16,6-3 55 0,0 4-45 0,-6-4-52 16,6 0-23-16,0 0-14 0,-7-4-15 15,7 4-18-15,0-3-25 0,0 3-31 0,-7-5-33 16,7 3-25-16,-6-3-20 0,6 2-10 16,-7-1-26-16,7-3-3 0,-6 3-1 0,6-3-6 15,0 0-5-15,0-4-12 0,0 0 1 16,0 0-21-16,6 0-22 0,-6 0-20 15,13 0-10-15,-6-1-8 0,6 2-7 0,-1-1-2 16,2-1-4-16,-1 5-2 0,7-4-4 16,-8 8-5-16,8-5-5 0,0 5-5 0,-7 3-5 15,6 0-1-15,0 3-1 0,-5 1-2 16,5 3 0-16,-5 4 1 0,-2 1 3 0,-6 2 2 16,2 0-1-16,-2 2 0 0,0 2 2 15,-6 1-2-15,0-2 1 0,-6 3-3 0,0-3 1 16,-8 5-1-16,2-4-4 0,-2 1-1 15,1-1-2-15,1 1 3 0,-2-9-3 0,1 5 3 16,6-8 17-16,1 0 22 0,0 1 32 16,-1-5 31-16,1 1 21 0,6 0 10 15,0-4-7-15,0-4-17 0,0 0-28 0,6 1-31 16,1-5-19-16,-1 6-12 0,0-7-8 16,8 2-7-16,6-4-1 0,-8 8-5 0,8-4 1 15,5 2-2-15,-5 2 0 0,7-1 0 16,-1 8-2-16,0-4 0 0,-1 8 1 15,-5-5-1-15,6 4 2 0,-6 4 3 0,-1 0 3 16,-5 1 7-16,-2-2 2 0,-5 5 2 16,-1 0 5-16,1-4 4 0,-14 7 1 15,1-4 1-15,-1 1 1 0,-13 3 0 0,8-3-3 16,-8-1 0-16,1 2 3 0,-7-2 10 0,6-7 17 16,1 5-56-16,-1-9 0 0,0 1 0 15,1-1 0-15,6-3 0 0,0 0 0 0,-7 0 0 16,8-3 0-16,5-1 0 0,-6 1 0 15,6-1 0-15,1 1 0 0,0-2 0 0,-2 5 0 16,2-4 0-16,6 4 0 0,0-3 0 16,0 3 0-16,-6 0-327 0,6 0-243 0,0 3-138 15,0-3-153-15,0 4-167 0,0 1-46 16,0-5 39-16,-7 3 90 0,0 1 156 16,7-1 208-16</inkml:trace>
  <inkml:trace contextRef="#ctx0" brushRef="#br0" timeOffset="90261.28">22058 9206 39 0,'0'4'326'0,"6"-4"54"0,-6 3 45 0,0-3-16 16,0 0-60-16,8 0-49 0,-8-3-29 16,0 3-8-16,6 0 2 0,-6-4 12 15,6 4 6-15,-6-5 1 0,14 3-7 0,-8-2-11 16,7 1-21-16,0-5-28 0,0 0-25 15,0-2-22-15,7-1-22 0,-1-4-17 0,0 0-13 16,8 1-13-16,-1-4-11 0,0-1-9 16,0 5-6-16,7-8-8 0,-7 3-7 15,6 1-5-15,1-4-2 0,-7 4 2 0,-1-5 2 16,2 2 8-16,-1-5 9 0,-6 1 8 16,-1-1 6-16,0 0 0 0,1-7-2 0,-1 3-9 15,-5-2-10-15,-2-5-11 0,8 1-10 16,-7 3-8-16,-7-8-3 0,8 5 2 15,-2-1 2-15,-5 1 4 0,6-1 4 0,-6 0 2 16,-1 4-1-16,0 1 4 0,-6-2 4 16,8 1-1-16,-8 4-1 0,0-4-2 15,0 4-2-15,0-5-7 0,0 2-10 0,0 2-6 16,0-2-8-16,0-2-2 0,0 2-6 16,0-2-2-16,0 2-1 0,0-2 1 0,0 1-4 15,0 4 2-15,0-3 1 0,6 3 6 0,-6-5 1 0,0 5 4 16,0-4 7-16,0 8-22 0,0-6-8 15,0 2 0-15,0 0 0 0,-6 0 0 16,6 3 0-16,-8-3 0 0,8-1 0 0,-6 2 0 16,6-2 0-16,-6-3 0 0,6 3 0 15,-7-2 0-15,7 2 0 0,-6 1 0 0,6 4 0 16,-7-2 0-16,7 6 0 0,-7-5 0 0,7 4 0 16,-6 4 0-16,6 0 0 0,-6-2 0 15,6 6 0-15,-6-4 0 0,6 7 0 16,-8-3 0-16,8-2 0 0,-6 6 0 0,0-5 0 15,6 5 0-15,-7-2 0 0,7 2 0 16,-6-2 0-16,-1 2 0 0,7-2 0 0,-7 1 0 16,7 4 0-16,-6 0 0 0,6-1 0 15,-6 1 0-15,6 0 0 0,-6 4 0 16,6-6 0-16,-8 6 0 0,8-1 0 16,-6-3 0-16,6 3 0 0,-6 1 0 0,6-1 0 15,0 1 0-15,-7-1 0 0,7 4 0 0,0-3 0 16,-7-2 0-16,7 5 0 0,0-4 0 15,-6 4 0-15,6 0 0 0,0 0 0 0,-7 0 0 16,7 4 0-16,-6 1 0 0,0 2 0 16,-8 3 0-16,8 1 0 0,-7 5 0 0,0 1 0 15,0 5 0-15,-7 1 0 0,8-1 0 16,-2 3 0-16,1 1 0 0,0-1 0 16,0-3 0-16,1 4 0 0,4 0 0 0,2-4 0 15,0 0 0-15,-1 0 0 0,0-4 0 0,7-4 0 16,-6 6 0-16,6-10 0 0,0 0 0 15,0-1 0-15,0-2 0 0,0-4 0 0,0 1 0 16,0-1 0-16,0-6 0 0,6 3 0 16,-6-7 0-16,7 0 0 0,0-5 0 0,-1-2 0 15,8-2 0-15,-2-2 0 0,-5-3 0 16,6-1 0-16,0-4 0 0,-1 5 0 16,2-6 0-16,-1 1 0 0,0 1 0 0,-7 3 0 15,7 0 0-15,-6 4 0 0,0-1 0 0,5 4 0 16,-12 5 0-16,7 0 0 0,0-2 0 15,-1 4 0-15,-6 1 0 0,6 0 0 16,-6 7 0-16,7-3 0 0,-1 6 0 0,1 0 0 16,0 1 0-16,5 6 0 0,2 2 0 15,-2-1 0-15,2 3 0 0,-1 1 0 0,7 4 0 16,-8-1 0-16,8 0 0 0,-7 0 0 16,-1-3 0-16,8 3 0 0,-6 1 0 0,-2-2 0 15,8 0 0-15,-13-3 0 0,5 0 0 0,2 1 0 16,-2-4 0-16,2-1 0 0,-8-2 0 15,1-1 0-15,-1-3 0 0,0 0 0 0,2-1 0 16,-8 1 0-16,6-4 0 0,-6 0 0 16,6 0 0-16,-6 0 0 0,0 0 0 15,6-4 0-15,-6 4 0 0,0-3 0 16,0 3 0-16,0 0 0 0,0-4 0 0,0 4 0 16,0 0 0-16,0 0-201 0,-6 4-495 15,6-4-214-15,0 7-213 0,0 0-83 0,-6 0 38 16,6 6 117-16,0 1 184 0,0-3 237 15</inkml:trace>
  <inkml:trace contextRef="#ctx0" brushRef="#br0" timeOffset="91043.12">23445 7349 143 0,'8'0'334'0,"-8"-4"57"15,0 0 46-15,6 1-42 0,-6-5-32 16,0 5-5-16,0 0 7 0,0-5 14 15,0 3 4-15,0-2-4 0,0 4-21 0,0-1-30 16,0 0-41-16,0 1-42 0,0-1-34 16,0 1-30-16,0-1-20 0,0 4-22 0,0-4-18 15,0 4-14-15,0 0-18 0,0 0-15 16,0-3-16-16,0 3-14 0,-6 0-12 16,6 0-17-16,0 0-6 0,0 3-4 0,0-3 0 15,-8 4 2-15,8 3 7 0,-6 0 14 16,0 1 8-16,-1 2 9 0,-6 6 6 0,7-5 8 15,-1 4-1-15,1 3-4 0,-1-1 1 16,0 2-3-16,1 3 2 0,6 0 0 16,-6 1-1-16,6 2 1 0,0-3 0 0,0 4-4 15,6-5-4-15,0 5-2 0,1-4 3 0,0-3 5 16,6 2 1-16,-1-2 6 0,-5-1 2 16,12 0 2-16,-5-3 0 0,-1 0 0 15,0-4 7-15,6 0 5 0,-5-4 10 0,5 1 6 16,-6-5 4-16,6 1-45 0,-5-4-50 15,5-4 0-15,0 1 0 0,-6-5 0 16,1-3 0-16,5 4 0 0,-12-4 0 0,5-4 0 16,2 0 0-16,-8 1 0 0,1-5 0 0,-7 1 0 15,6 3 0-15,-6-2 0 0,0 2 0 16,-6-4 0-16,6 7 0 0,-7-2 0 16,-6 3 0-16,6 1 0 0,1-2 0 0,-7 5 0 15,0 0 0-15,0 3 0 0,0 0 0 0,6 4 0 16,-5 0 0-16,-2 4 0 0,2 0 0 15,-2 3 0-15,-5 0 0 0,6 5 0 16,0-2 0-16,7 5 0 0,-8-5 0 0,8 5 0 16,-1-4 0-16,1 5 0 0,-1-5 0 0,1 3 0 15,6-3 0-15,-7-3 0 0,7 2 0 16,0-6 0-16,0 3 0 0,0-3 0 0,0 0 0 16,0-1 0-16,0 1 0 0,0-4 0 15,0 3 0-15,0-3-33 0,0 0-388 16,0 4-103-16,0-4-137 0,0-4-175 0,7 4-199 15,-7 0-54-15,0-3 32 0,0 3 96 16,0-4 164-16,-7 1 228 0</inkml:trace>
  <inkml:trace contextRef="#ctx0" brushRef="#br0" timeOffset="92402.16">22840 6752 427 0,'7'-4'622'16,"-1"4"111"-16,-6-4 68 0,6 4-48 0,-6-3-162 15,0 3-144-15,7 0-129 0,-7-5-95 16,7 5-60-16,5-2-35 0,-5-3-16 0,13-2-11 15,-8 0-4-15,14-1 1 0,-6-2 4 16,13-5-1-16,-1 4-1 0,1-7-5 16,-1 3 3-16,7 0 8 0,-6-3 6 0,6-1 0 15,0-2-6-15,-6 3-7 0,6-5-18 16,-7 2-22-16,8-1-15 0,-8 0-6 16,7-1-4-16,-6-2-1 0,-1 3 2 0,1-4 2 15,6 1 1-15,-13-2 2 0,6 2 0 0,-6 0 2 16,7-5 6-16,-7 2 7 0,0-3 5 15,-7-1 3-15,8-1-2 0,-8 4-1 0,1-5-5 16,-7 1-7-16,7 0-8 0,-8 1-6 16,2-1-3-16,5-1-3 0,-5 2 0 15,-2-1 0-15,1 0 2 0,-6-4 3 0,6 4 0 16,-1 0 4-16,2-3 0 0,-8 3 1 16,8-4 1-16,-8 0 2 0,0 0 5 15,1 0 0-15,-1 1-40 0,-6 0-6 0,7-5 0 16,0 4 0-16,-7 1 0 0,6 3 0 15,-6-3 0-15,6-1 0 0,-6 0 0 0,0 1 0 16,6-1 0-16,-6 1 0 0,0-1 0 0,8-4 0 16,-8 5 0-16,0-1 0 0,0 0 0 15,0-3 0-15,0 4 0 0,0-1 0 0,0-3 0 16,0 3 0-16,0 1 0 0,0-1 0 16,0 0 0-16,0 5 0 0,0-2 0 15,0 5 0-15,-8-1 0 0,8 5 0 0,-6-1 0 16,6 1 0-16,-6 2 0 0,0-2 0 15,-1 3 0-15,0 0 0 0,1 0 0 0,-1 0 0 16,1 0 0-16,0 0 0 0,-2 4 0 16,2-1 0-16,0 5 0 0,0-4 0 15,-2 6 0-15,2-2 0 0,0 3 0 0,-1 4 0 16,7-5 0-16,-6 4 0 0,6 5 0 0,-7-4 0 16,7 3 0-16,-7 1 0 0,7 0 0 15,0-2 0-15,-6 5 0 0,6-4 0 16,-6 4 0-16,6 0 0 0,0-3 0 0,-6 3 0 15,6 0 0-15,-8 0 0 0,2 3 0 16,6 1 0-16,-6 1 0 0,-1 1 0 0,-6 5 0 16,6 0 0-16,1 1 0 0,-7 2 0 15,6 4 0-15,-5 1 0 0,5-1 0 16,0 0 0-16,-6 0 0 0,7 1 0 0,0 0 0 16,-1-1 0-16,0-4 0 0,1 2 0 15,6-2 0-15,-6-3 0 0,6-1 0 0,0-2 0 16,-8-1 0-16,8 0 0 0,0-3 0 15,0-1 0-15,0-3 0 0,0 5 0 0,0-5 0 16,0 0 0-16,0-5 0 0,8 2 0 16,-8-4 0-16,6-1 0 0,0-6 0 0,1 3 0 15,0-7 0-15,5-1 0 0,1-2 0 16,1-1 0-16,-2 0 0 0,2-1 0 0,-2 2 0 16,2 2 0-16,-1 1 0 0,-1 0 0 15,2 4 0-15,-8-3 0 0,7 7 0 16,-6 3 0-16,-1-5 0 0,1 9 0 0,-1-1 0 15,0 1 0-15,2 3 0 0,-2 3 0 16,0 1 0-16,8 3 0 0,-8 1 0 0,7 3 0 16,0 0 0-16,0 1 0 0,7-2 0 15,-8 5 0-15,1-5 0 0,1 5 0 0,-2-4 0 16,2 4 0-16,-2-4 0 0,2 0 0 16,-1-5 0-16,-7 6 0 0,8-1 0 0,-8-3-192 15,6 3-314-15,-4-4-139 0,4 4-178 16,1-4-211-16,-6 0-74 0,6 0 18 0,-1-2 77 15,2-5 159-15,-1 0 229 0</inkml:trace>
  <inkml:trace contextRef="#ctx0" brushRef="#br0" timeOffset="92748.79">24625 4103 24 0,'0'-4'438'0,"-7"0"92"16,7 1 78-16,0-1 69 0,-7 1-78 0,7-4-112 16,0 7-91-16,0-5-74 0,0 5-70 15,0 0-58-15,0 0-48 0,0 5-29 16,0-2-6-16,0 4 9 0,0 0 25 0,7 8 19 16,-7 0 9-16,7 2 0 0,-7 6-5 15,6-2-5-15,0 2-11 0,1 3-12 0,-1-1-18 16,-6 1-12-16,7-3-19 0,0-2-20 15,-7 1-18-15,6-1-17 0,0-2-13 0,-6-1-10 16,7 1-1-16,0-5-3 0,-7 2-2 16,6-6-2-16,1 1-3 0,-7-3-13 0,6-1-35 15,-6 1-57-15,0-5-67 0,7 0-96 16,-7-3-146-16,6 0-166 0,1-3-154 0,-1 0-149 16,8-9-43-16,-2 1 39 0,8 0 117 15,-7-7 161-15,7-1 182 0</inkml:trace>
  <inkml:trace contextRef="#ctx0" brushRef="#br0" timeOffset="93093.91">24970 4213 83 0,'6'-11'497'16,"0"-5"134"-16,-6 9 104 0,7-4 78 15,-7 8-120-15,0-3-148 0,0 1-135 0,0 2-125 16,0 3-88-16,0 3-54 0,0 5-30 16,0 3-15-16,0 0 6 0,7 3 7 0,-7 4-5 15,6 1-14-15,1-1-16 0,-1 0-12 16,0 4-13-16,8-4-6 0,-8-3-2 0,8 4 6 15,-2-5 10-15,1-3 23 0,1 1 31 16,-2-5 36-16,8-4 36 0,-7 1 33 0,7-4 32 16,0 0 25-16,-8-7 13 0,8 0 0 15,-7-2-10-15,-1-5-256 0,8 0-22 16,-14-5 0-16,2 2 0 0,-2-6 0 0,0-3 0 16,-6-2 0-16,0-2 0 0,0 1 0 15,-6 2 0-15,0 2 0 0,-8-1 0 16,8 9 0-1,-8-2 0-15,2 8 0 0,-1 1 0 16,-7 1 0-16,8 6 0 0,-8-2 0 0,6 10 0 16,-5 3 0-16,5-1 0 0,-4 4-385 15,4 3-84-15,1 1-89 0,1 3-117 16,4-3-150-16,2 7-166 0,0-4-34 0,6 1 37 16,-6-1 102-16,6 0 160 0,-8-4 210 15</inkml:trace>
  <inkml:trace contextRef="#ctx0" brushRef="#br0" timeOffset="94480.34">24181 3429 248 0,'7'7'451'16,"-7"0"57"-16,7 1 37 0,-1-5-73 0,-6 2-69 15,7-2-55-15,-1 1-19 0,0-1 0 16,2 1 18-16,4-4 26 0,2 0-1 0,5 0-37 16,1-4-36-16,6 1-31 0,-1-9-29 15,8 1-39-15,0-3-29 0,-1-5-18 16,7 1-21-16,6-1-18 0,1-6-18 0,0 3-15 15,0 0-15-15,6-4-17 0,6-3-12 16,-6 3-6-16,7-3-5 0,0 0 1 0,-1-1 2 16,1 2 2-16,-8-6 2 0,-4 2 10 15,5 2 8-15,-7-4 11 0,-6 2 8 0,1 3 9 16,-8-8 2-16,1 4-2 0,-7-3-2 16,6-1-6-16,-6 1-5 0,-6-5-5 0,6 1-4 15,0-4-1-15,-7 3 4 0,1-3 3 0,-8 5 7 16,8-5-67-16,-6-1-3 0,-1 5 0 15,-1-4 0-15,-5 4 0 0,0-1 0 16,-1 1 0-16,0 0 0 0,-6-1 0 0,7 1 0 16,-7 0 0-16,0-1 0 0,0 1 0 0,0 1 0 15,-7 2 0-15,7 3 0 0,0-2 0 0,0 7 0 0,0-2 0 16,0 4 0-16,0-4 0 0,0 6 0 0,-6 0 0 16,6 2 0-16,0 2 0 0,-6-6 0 0,-1 9 0 15,0-4 0-15,1 0 0 0,0 5 0 16,-1-2 0-16,1 1 0 0,-8-1 0 0,8 4 0 15,-8-3 0-15,8 7 0 0,0-3 0 16,-1 3 0-16,1 0 0 0,-7 3 0 0,6-3 0 0,1 4 0 16,0 0 0-16,-2 3 0 0,-4-3 0 15,5 3 0-15,1-4 0 0,-1 6 0 0,1-3 0 16,-1 2 0-16,7 3 0 0,-6-4 0 16,-1 4 0-16,7-4 0 0,-7 4 0 15,7 0 0-15,0 0 0 0,0-4 0 0,-6 4 0 16,6 0 0-16,0 4 0 0,0-4 0 0,-6 0 0 15,6 4 0-15,-7 0 0 0,7-1 0 16,-7 4 0-16,1 1 0 0,0 3 0 0,-1-5 0 16,1 10 0-16,-1-5 0 0,0 7 0 0,-5 0 0 15,5 0 0-15,0 1 0 0,-5 4 0 16,5 2 0-16,0-3 0 0,-6 0 0 0,7 3 0 16,0-2 0-16,-2-1 0 0,2-1 0 0,0-2 0 15,0-1 0-15,6 0 0 0,0-3 0 16,-7-1 0-16,7-3 0 0,0 0 0 0,-7-2 0 15,7-7 0-15,0 2 0 0,0 0 0 16,0 0 0-16,0-4 0 0,0-4 0 0,7 0 0 16,-7 0 0-16,7-7 0 0,-1 0 0 0,0-3 0 15,0-4 0-15,8-4 0 0,-1 0 0 0,0-7 0 16,0 2 0-16,0-2 0 0,0 0 0 0,7 3 0 16,-7 1 0-16,-1-1 0 0,2 5 0 15,-2-2 0-15,2 5 0 0,-1 3 0 0,-7-3 0 16,7 7 0-16,-6 0 0 0,-1 0 0 15,0 3 0-15,2 1 0 0,-2 4 0 0,0-1 0 16,7 4 0-16,-6 0 0 0,6 4 0 0,7 4 0 16,-8-2 0-16,8 5 0 0,-1-1 0 15,1 6 0-15,6-1 0 0,-6-1 0 0,-1 1 0 16,1-1 0-16,-1 2 0 0,1-2 0 16,0 0 0-16,-1 1 0 0,-6-4 0 0,0 0 0 15,0-4 0-15,-6 4 0 0,5-3 0 0,-12-5 0 16,7 1 0-16,0 0 0 0,-7-1 0 15,6 1 0-15,-6-4 0 0,0 0 0 0,6 0 0 16,-6 0 0-16,0 0 0 0,0-4 0 0,0 4 0 16,0-3-40-16,0-1-551 0,0-3-217 15,0 3-203-15,0 0-147 0,0-2-12 0,7 1 71 16,-7 2 141-16,6-4 218 0,1-1 246 16</inkml:trace>
  <inkml:trace contextRef="#ctx0" brushRef="#br0" timeOffset="94839.63">26416 1245 83 0,'0'-7'461'0,"0"0"89"16,0-4 85-16,0-1 84 0,0 2-102 0,0-1-112 15,0 0-65-15,0 4-56 0,0 2-62 16,0-1-69-16,0 1-65 0,0 5-54 0,0 0-26 15,0 5-3-15,6 1 16 0,-6 1 22 0,6 9 33 16,1-2 33-16,0 8 11 0,-1 0 7 16,1 4-9-16,-1-1 1 0,0 9-8 15,1-6-9-15,0 6-10 0,-1-1-9 0,0 0-9 16,1 0-22-16,0 0-112 0,-1-5-40 0,1 3 0 16,-7-6 0-16,6 0 0 0,1-2 0 0,-1-5 0 15,1 0 0-15,-1-3 0 0,0-3 0 16,-6-6 0-16,8 2 0 0,-8-1 0 15,0-3 0-15,6-2 0 0,-6-2 0 0,0 0 0 16,6-2 0-16,-6-6 0 0,0 1-161 0,7-3-387 16,-7-2-167-16,6 1-173 0,-6-3-180 15,7-1-54-15,-1 0 45 0,1 1 108 0,-1-1 174 16,0 0 213-16</inkml:trace>
  <inkml:trace contextRef="#ctx0" brushRef="#br0" timeOffset="95345.82">26852 1319 232 0,'6'-11'592'0,"-6"-1"115"0,7-2 84 15,-7 3 69-15,0 0-183 0,-7 0-164 0,7 0-132 16,0 0-101-16,-6 7-81 0,0-3-63 16,6 4-50-16,-8-2-36 0,2 2-23 0,0 3-14 15,-1 0-4-15,1 3-4 0,-1 5-4 0,1-1-2 31,6 1 0-31,-7-1 1 0,7 4 0 0,0 0 2 0,0-4 10 0,0 4 9 0,7 0 13 16,-7-4 19-16,6 5 23 0,7-5 26 0,-6 4 22 16,5-4 19-16,8 1 15 0,-6 3 8 15,5-5 7-15,1 2-3 0,6 0-10 16,-1-1-11-16,1 0-12 0,0 0-12 0,1 5-11 16,-1-8-11-16,0 2-3 0,-7 2 3 0,-5-1 2 15,5 0-1-15,-6 0-6 0,-7 1 3 16,7 0-100-16,-6-1-1 0,0-3 0 0,-7 3 0 15,0 1 0-15,0-5 0 0,-7 4 0 16,0 0 0-16,1-3 0 0,-7 3 0 0,0 1 0 16,-6-1 0-16,-1 0 0 0,7-3 0 0,-7 3 0 15,0-4 0-15,1 6 0 0,-1-6 0 0,2 0 0 32,-2-3 0-32,6 4 0 0,1 0 0 0,1-1 0 15,-8-3 0-15,14 0 0 0,-8 0 0 16,1 0 0-16,1 0 0 0,5 0 0 0,0 0 0 0,1 0 0 15,0-3 0-15,6 3 0 0,-8-4 0 16,8 0 0-16,-6 1-50 0,6 0-404 16,0-6-128-16,0 3-133 0,0-5-144 0,0 0-140 15,0-4-50-15,6 0 30 0,-6 1 113 0,8-1 156 16,-8-4 201-16</inkml:trace>
  <inkml:trace contextRef="#ctx0" brushRef="#br0" timeOffset="95642.65">26773 1289 232 0,'-6'-3'598'0,"0"-5"131"0,6 1 102 0,-7-1 68 16,1 2-149-16,6-6-138 0,0 5-132 16,6-4-93-16,-6 4-68 0,7-5-46 0,5 2-29 15,8-1-11-15,0-5-6 0,5 3-6 16,2-1-10-16,5-3-10 0,8 3-15 0,-1 0-17 16,-1-5-16-16,1 5-9 0,1-1-52 0,-1 1-92 15,0-4 0-15,1 2 0 0,-2 2 0 16,-5 2 0-16,-1-2 0 0,1 3 0 15,-7 1 0-15,0-2 0 0,-1 5 0 0,-11-3 0 16,6 2 0-16,-14 4 0 0,7-3 0 0,-7 3 0 16,1 0 0-16,0 1 0 0,-7-1 0 15,6 1 0-15,-6 3 0 0,0 0 0 0,-6-5 0 16,-1 10 0-16,-6-5-105 0,0 3-442 0,-7 1-208 16,8 3-270-16,-14-3-143 0,6 3-18 15,-7 0 68-15,-5-2 132 0,6 1 218 0,-7-2 313 16</inkml:trace>
  <inkml:trace contextRef="#ctx0" brushRef="#br0" timeOffset="96839.15">10121 10166 88 0,'0'0'199'0,"-8"0"-1"0,8-4-40 16,8 0-41-16,-8 4-37 0,6-3-34 16,-6-1-41-16,13-3-40 0,0 3-57 15,0-4-66-15,13 1-35 0,0-3-11 0,7-1 9 16</inkml:trace>
  <inkml:trace contextRef="#ctx0" brushRef="#br0" timeOffset="97073.47">12146 9800 314 0,'39'3'403'0,"-6"1"26"0,-14 0 15 0,1-4-109 16,0 3-116-16,-8-3-48 0,-6 4-4 16,1-4 12-16,6 0 24 0,-13 0 24 15,7 0 2-15,-7 0-19 0,6 0-32 0,-6 0-34 16,0-4-38-16,0 4-57 0,0 0-76 15,0-3-105-15,0-1-129 0,-6 0-129 0,-1 1-142 16,1-1-85-16,-14 1-10 0,0-5 54 16,-5 4 103-16,-7-3 116 0</inkml:trace>
  <inkml:trace contextRef="#ctx0" brushRef="#br0" timeOffset="98152.1">9359 10301 153 0,'-7'4'351'0,"-6"-4"34"0,6 3 15 0,1 1-98 0,0-4-78 31,-2 4-93-31,8-4-51 0,0 3-13 0,0 2 10 15,8-5 22-15,4 2 27 0,1-2 20 0,7 0 11 16,6-2-3-16,0-3-19 0,13-2-22 16,0 0-24-16,7-8-17 0,-1 4-17 0,7-6-13 15,7-2-5-15,0-3-8 0,-8 0-8 16,15-3-1-16,-8-2 16 0,1-2 30 16,-1-1 26-16,1-2 19 0,-6 2 24 0,-1-2 9 15,-7-1-8-15,1 0-18 0,-7-1-19 16,-13-3-20-16,7 1-24 0,-7 0-14 15,-7-5-14-15,1-3-12 0,-8 1-6 0,2-8-6 16,-8-1 0-16,1 1-3 0,-7-3 0 0,0-2 1 16,-7-3-2-16,1 7 5 0,-1-2 1 15,-6 2 2-15,-7-2 2 0,1 3-3 16,-1 4 0-16,-6-2-3 0,0 2-2 0,-7-1-2 16,1 8 0-16,-7-1 3 0,7 9 2 15,-7-2 3-15,-1 5-1 0,1 7 6 0,0 0-7 16,1 4-4-16,5 2-3 0,-7 6-2 15,1 3-3-15,-6 3-3 0,6 0 6 0,-7 8 4 16,0 4 1-16,1 3 2 0,-7 3 1 16,-7 5 1-16,8 2 1 0,-8 5-1 15,0 3-2-15,1 1 4 0,-1 3 10 0,6 0 5 16,-5 0 3-16,-1 4-1 0,8 2 8 0,-2 2 0 16,8-1-1-16,-1 4 2 0,1 0-1 15,12 4 1-15,1-2-3 0,-2 3-2 16,15 2-2-16,6 1-1 0,0-1-1 0,13 0 4 15,0-3 5-15,13-1 7 0,7 2 0 0,0-5 1 16,12-1-1-16,1 1-3 0,5 0-7 16,1-4-4-16,1 0-7 0,5-3-4 15,-6-4-2-15,7 0 2 0,-1-3 7 0,8-5 10 16,-8-3 13-16,1 0 8 0,6-7 10 16,0-1 3-16,-6 1 0 0,6-8-6 15,-7 1-4-15,0-5 0 0,1 1 0 0,-7-1-2 16,0-6 1-16,-5 3 12 0,-9-4 8 0,-5 1 4 15,6-5 1-15,-13 5 0 0,0-5 0 16,0-3-8-16,-7 4-6 0,1-3-10 0,0-2-4 16,-7 5-5-16,0-5-7 0,6 1-6 15,-6 0-6-15,-6 0-3 0,6 4-3 0,0-3 1 16,0 2 2-16,0-3 1 0,-7 4-1 16,7-1-2-16,0 1 2 0,0 4-5 0,0-5-3 15,0 4-3-15,-7 1-1 0,7-1-2 16,0 1-2-16,0 3-2 0,0-4-2 0,0 0-1 0,0 4-2 15,0 0-2-15,0 0 0 0,0-4-1 0,0 4-2 16,0 0 0-16,0 0 1 0,0 0 0 16,0 0-2-16,0 0 3 0,-6 0 1 0,6 0 0 15,0 0 1-15,0 0-1 0,0 0 1 16,0 0-8-16,0 0-23 0,0 0-51 0,-7 4-70 16,7-4-85-16,-6 0-111 0,0 4-145 15,6-4-167-15,-7 4-181 0,0-1-105 0,1-3-8 16,-8 0 62-16,8 0 124 0,0 0 180 15</inkml:trace>
  <inkml:trace contextRef="#ctx0" brushRef="#br0" timeOffset="101093.27">11064 12731 70 0,'7'-9'318'0,"6"2"58"0,-6-3 55 0,-7-1-46 15,6 0 0-15,1 0-23 0,-7 0 21 16,0 0-13-16,0 2 9 0,0 0-11 0,0 1-24 15,-7 0-46-15,7 6-68 0,-6-3-36 16,6 2-58 0,-7 3-38-16,1 3-19 0,-8 4-14 15,2 5-7-15,-14 6 0 0,-1 0 3 0,1 8 3 16,-13 3-9-16,1 4-7 0,-1 4-9 0,-7 0-6 16,-7 3-6-16,2 3-3 0,-1-2-4 15,-1 3 0-15,2-4 2 0,-2 4 0 16,1-3 1-16,7-5 3 0,5 0-3 0,7-6-4 15,8-4-4-15,5-4-3 0,0-4-3 16,8-8-2-16,-2 2-4 0,8-5-9 0,0-3-19 16,6-4-34-16,-7-4-46 0,7 2-68 15,7-10-93-15,-7 1-113 0,6 0-115 16,0-4-108-16,2-3-90 0,-2-1-59 0,0 5 26 16,0-9 87-16,-6 5 113 0,7-3 131 15</inkml:trace>
  <inkml:trace contextRef="#ctx0" brushRef="#br0" timeOffset="101311.84">10245 12953 362 0,'6'-3'486'0,"-6"3"42"15,6-4 22-15,-6 8-73 0,13-1-106 0,-6 5-58 16,6 3-16-16,7 4 5 0,6 0 11 0,-1 2 0 16,7 5-54-16,8 3-48 0,-1 2-44 15,0-1-36-15,7 2-30 0,-1-2-20 0,1 4-22 16,-7 0-19-16,6-2-17 0,-5-2-7 15,-1 1-6-15,-7-2-26 0,1-3-44 16,-1 0-105-16,-12-1-137 0,6-3-176 0,-13 1-187 16,1-5-126-16,-8 2-35 0,-6-2 60 15,0-3 117-15,-6 1 166 0</inkml:trace>
  <inkml:trace contextRef="#ctx0" brushRef="#br0" timeOffset="101765.42">10882 13621 74 0,'0'3'538'0,"-6"5"95"16,-1-5 47-16,1 8 42 0,0 1-87 0,-14 2-186 15,6 8-131-15,-5 0-59 0,-7 1-21 16,0 4-18-16,-6 7-33 0,-1 3-30 16,1-1-27-16,-1 5-24 0,-6 3-20 0,7-5-20 15,-1 5-17-15,7-2-12 0,0-3-10 16,6-2-10-16,-6-7-3 0,13-1-6 0,-1-7-1 15,2-4 2-15,-1 1 1 0,6-9-2 16,1-3-8-16,6-3-22 0,-7-4-40 0,7-4-65 16,-6-7-88-16,6 0-102 0,0-7-102 15,0 0-85-15,-6-8-58 0,6 0-4 0,-8 1 48 16,2-4 85-16,6 3 103 0,-6 5 112 16,6-2 113-16,-6 4 97 0,-1 5 79 15,7-1 70-15,0 5 51 0,-7 2 31 0,7 1 7 16,0 3 4-16,0 0 27 0,7 4 27 15,0 4 19-15,-1 0 12 0,6 3 20 16,8 4 3-16,0 4-34 0,5-1-52 0,2 4-40 16,5 4-32-16,-6-3-27 0,14-1-30 15,-7 4-26-15,5-3-22 0,-5 2-25 0,6-3-15 16,-7 1-15-16,1 4-17 0,-1-5-46 16,-5 3-85-16,-1-2-128 0,-6 4-172 0,-1-6-205 15,-6 1-185-15,-7 1-63 0,1-1 27 16,-1 0 97-16,-12 0 155 0,6 1 197 15</inkml:trace>
  <inkml:trace contextRef="#ctx0" brushRef="#br0" timeOffset="101989.88">10999 14635 205 0,'0'11'614'0,"-6"4"89"0,0 3 48 15,-14 5 52-15,0 5-138 0,-5 2-200 0,-1 7-128 16,-7 3-55-16,1 4-18 0,-1-4-27 15,-7 4-35-15,8 0-35 0,-1 1-31 16,1-6-26-16,6 5-27 0,-1-4-25 0,8 1-23 16,0-5-14-16,0-3-10 0,-1-4-6 15,7-2-13-15,0-6-21 0,0-2-42 0,-1-9-77 16,2-2-115-16,5-8-129 0,-6-8-125 0,0-2-124 0,0-5-91 16,0-4-62-16,-1-3 41 0,2-3 90 15,-1 0 114-15,0 2 133 0</inkml:trace>
  <inkml:trace contextRef="#ctx0" brushRef="#br0" timeOffset="102177.34">10296 15130 309 0,'0'-8'426'0,"0"4"61"0,0 1-9 0,7 0 66 16,0-1-12-16,-1 4-42 0,6 4-27 15,8-1-8-15,0 4-13 0,-1 4-63 0,7 0-63 16,7 0-37-16,-1 8-38 0,8-5-30 16,-7 5-34-16,5-1-36 0,1 0-29 0,-6 4-35 15,6-3-22-15,-7-1-22 0,2 4-17 16,-2-3-41-16,-7-4-66 0,2 2-93 0,-8-2-141 15,1-4-167-15,-1 0-196 0,-12-4-189 16,6 4-69-16,-7-4 23 0,-6 1 102 16,0-1 148-16,0 3 189 0</inkml:trace>
  <inkml:trace contextRef="#ctx0" brushRef="#br0" timeOffset="102458.52">11091 15647 425 0,'6'0'733'0,"-6"7"97"16,0-5 53-16,-6 10 17 0,-7 3-160 16,-7 4-254-16,0-1-136 0,-5 8-68 0,-1 2-28 15,0 2-34-15,-7 3-32 0,1 0-25 16,-1 3-24-16,1 1-21 0,-1 0-19 0,7 3-21 16,-7-4-23-16,1 6-20 0,-1 1-13 0,7-3-6 15,0 1-4-15,0-1-1 0,0 0-4 16,-1-3-6-16,8-4-5 0,0 0-9 0,-1-8-21 15,7-3-33-15,-7 0-45 0,8-7-51 16,-1-4-61-16,-1-7-81 0,8-2-96 0,-8-4-99 16,8-6-104-16,0-2-91 0,-7-9-87 0,6-3-22 15,1 0 58-15,-7-8 99 0,-1-2 135 16,2 2 133-16</inkml:trace>
  <inkml:trace contextRef="#ctx0" brushRef="#br0" timeOffset="102692.9">10270 16206 14 0,'0'-14'356'15,"-7"-1"100"-15,7 5 76 0,-6 2-7 0,6 1 27 16,0 3-33-16,6 1-49 0,-6-1-33 15,14 4-23-15,-8 4-13 0,14-1-23 0,-1 4-39 16,1 5-20-16,13 2-17 0,-7 4-16 0,13 1-20 16,-7 6-28-16,7 1-40 0,1 3-39 15,-2 2-34-15,1-4-31 0,0 7-24 0,1-5-17 16,-1 1-14-16,-7-5-11 0,1 1-10 16,-1-3-4-16,-6-3-4 0,-6-4-1 0,-1-2-1 15,1 0 0-15,-7-5-2 0,0-6-1 0,-6 0-4 16,-1-3-16-16,0 0-39 0,-6 0-62 15,0-3-83-15,0 3-112 0,-6-3-174 0,0 3-191 16,-1 0-217-16,-6 0-129 0,0-4-14 16,0 4 57-16,0 0 149 0,0-5 193 0,0 5 247 15</inkml:trace>
  <inkml:trace contextRef="#ctx0" brushRef="#br0" timeOffset="112354.19">27568 7943 243 0,'0'-15'388'0,"6"-4"52"16,-12 1 50-16,6-4-68 0,0 3-89 15,-6 1-38-15,6-1-13 0,-7 5-6 0,1 0-18 16,-1-1-20-16,-6 4-25 0,7 4-26 15,-8-1-40-15,-5 5-38 0,6-2-28 0,-6 5-13 16,-1 5-10-16,-6 3-4 0,6-2 2 16,-5 5 10-16,-1 4 4 0,-1 3 0 0,1 1 10 15,6 2 6-15,-5 5-1 0,5 0 1 16,0 7 7-16,1 0 3 0,6 3 9 0,-6 1 4 16,5 3 6-16,2 1 5 0,-2 2 4 15,8 4 2-15,-7 2-3 0,13-2-1 0,0 1-8 16,0 0-3-16,13-4-7 0,-7 3-6 15,8 1-6-15,-2-4-6 0,8 0 0 16,6-4-10-16,1-3-3 0,-2-1 0 0,7-2-1 16,1-5-5-16,7-4-7 0,5-6-2 15,1-2-4-15,-1-5-10 0,1-1-10 0,5-8-6 16,-4-6-3-16,5-1-7 0,-7-6-1 16,0-5-2-16,1 0 1 0,-7-3 10 0,1-4 10 15,-8-4 9-15,1 0 9 0,-8 1 6 16,1-5 5-16,-6-2-6 0,0-1-8 0,-1 0-10 15,-5-4-22-15,-8 1-19 0,7-1 0 16,-13-3 0-16,7-1 0 0,-7 1 0 0,-7-1 0 16,0 1 0-16,1-4 0 0,0 4 0 15,-8-4 0-15,1 4 0 0,0-4 0 0,-6 3 0 16,-1 5 0-16,-6-1 0 0,0 4 0 16,0-1 0-16,0 5 0 0,-6 4 0 15,-1 3 0-15,1 0 0 0,-2 4 0 0,-5 3 0 16,7 4 0-16,-7 3 0 0,7 1 0 15,-1 7 0-15,0 0 0 0,1 0 0 0,6 7 0 16,0 1 0-16,6 3 0 0,1 0 0 16,-1 4 0-16,7 3 0 0,0 1-9 0,6-1-405 15,1 0-82-15,6 4-88 0,0-4-114 16,13 1-133-16,-7-1-150 0,14-3-31 0,0-8 41 16,6 0 106-16,-7-3 165 0,13-4 200 15</inkml:trace>
  <inkml:trace contextRef="#ctx0" brushRef="#br0" timeOffset="112793.77">28422 7374 146 0,'0'-14'330'0,"0"-1"48"0,0 4 42 0,0 1-55 15,0-3-61-15,-7 6-31 0,0 0-25 0,7 3-10 16,-13 4 6-16,7-3 4 0,0 6 2 16,-8 1-2-16,8 3 2 0,-7 5-3 15,0-1-15-15,0 7-20 0,-7 0-22 0,8 7-7 16,-2 1-4-16,1 7 2 0,0 8 6 16,0 3 7-16,7 3 9 0,0 9 7 0,-2 2 3 15,8 4-3-15,0 5-15 0,8 2-8 16,-2 0-12-16,6 1-16 0,2 0-11 15,5-4-16-15,1 3-11 0,6-3-16 0,7-4-15 16,-7 1-12-16,6-5-12 0,1-3-13 16,-1-3-11-16,-6-8-10 0,7-1-7 0,0-6-25 15,-7-8 0-15,-1-3 0 0,1-3 0 16,-6-9 0-16,6 0 0 0,-7-6 0 0,-5-5 0 16,5-3 0-16,-6-3 0 0,-6-1 0 15,-1-7-88-15,0 0-111 0,-6 1-103 0,0-9-132 16,-6 1-173-16,0-5-193 0,-1 2-208 15,1-5-69-15,-1 0 22 0,0-3 86 0,-5-3 163 16,12-5 219-16</inkml:trace>
  <inkml:trace contextRef="#ctx0" brushRef="#br0" timeOffset="113371.74">28805 8059 166 0,'8'-26'514'15,"-8"0"110"-15,-8 1 102 0,8 3 93 0,-6-3-142 0,6 3-96 16,-6 3-76-16,6 5-70 0,-7-1-79 15,7 4-79-15,0 4-73 0,0-1-60 16,0 8-47-16,0 0-23 0,7 8-3 0,-7 2 2 16,6 5 18-16,0 7 15 0,2 4 19 15,-2 7 13-15,0 0 13 0,7 3 7 16,0 5-7-16,-6-1-5 0,5 0-11 0,-4 1-9 16,4-1-16-16,-5 0-8 0,0-3-4 15,-1 0-1-15,0-4 0 0,1-4-80 0,-1-3-17 16,1-1 0-16,0-10 0 0,-7 3 0 15,0-7 0-15,6-3 0 0,-6-5 0 16,0 1 0-16,0-8 0 0,0 1 0 0,0-8 0 16,-6 0 0-16,6-4 0 0,-7-4 0 0,7 1 0 15,-7-4 0-15,1-3 0 0,-1-1 0 16,-5-4 0-16,5 5 0 0,0-4 0 16,-5 0 0-16,4 3 0 0,2-3 0 0,0 2 0 15,6 2 0-15,-7 3 0 0,7-4 0 16,7 5 0-16,-1-2 0 0,0 1 0 0,2 1 0 15,4 2 0-15,8 1 0 0,-1 3 0 16,1 1 0-16,6 3 0 0,0 4 0 0,1-1 0 16,-2 2 0-16,7 6 0 0,1 0 0 15,-7 0 0-15,7 6 0 0,-7 2 0 0,0 3 0 16,-6-1 0-16,6 9 0 0,-13-1 0 16,7 4 0-16,-8 0 0 0,1 3 0 0,0 5 0 15,0-4 0-15,-6 3 0 0,0-4 0 16,-1 5 0-16,0-4 0 0,0-1 0 0,2-3 0 15,-8 0 0-15,6-4 0 0,-6 1 0 16,6-9 0-16,-6 6 0 0,0-9 0 16,0 0 0-16,7-3 0 0,-7-1 0 0,0 2 0 15,0-10 0-15,-7 5 0 0,7-7 0 16,-6 0 0-16,0 0-260 0,6-9-482 0,-8-2-247 16,2 0-192-16,6-4-36 0,-6-8 60 15,6-2 115-15,0-8 207 0,0-1 270 16</inkml:trace>
  <inkml:trace contextRef="#ctx0" brushRef="#br0" timeOffset="113809.13">29483 7293 280 0,'7'-32'577'0,"-1"-1"88"0,1-1 70 0,-1 6 62 15,0-2-215-15,8 4-133 0,-2 4-101 16,2 1-62-16,5 3-42 0,1 3-34 0,0 0-36 15,-1 7-15-15,7 1-13 0,6 7-6 16,-5 5-11-16,5 5-4 0,1 5 6 16,-1 4 6-16,1 6 11 0,5 7 10 0,2 5 12 15,-7 7 0-15,6 3-1 0,-1 1-9 16,-5 11-6-16,-7 0-6 0,0 6-5 0,0 1-5 16,-6 7-7-16,-7 1 0 0,0 3-74 15,-13 0-57-15,0 0 0 0,0 0 0 0,-13-4 0 16,7 0 0-16,-8-3 0 0,1-4 0 15,0 0 0-15,7-4 0 0,-7-7 0 16,-1 0 0-16,2-8 0 0,5 1 0 0,-6-7 0 16,7-5 0-16,-1-6 0 0,1-5 0 15,6-3 0-15,-6-3 0 0,6-9 0 0,0 1 0 16,0-3 0-16,0-5 0 0,0 1 0 16,0-8 0-16,0 4 0 0,6-3 0 0,-6-5 0 15,0 2 0-15,0-2 0 0,0-3 0 0,0 4 0 16,-6-4 0-16,-2-1-37 0,-4 5-814 15,-8-4-349-15,-6 4-132 0,0 0 8 0,-13 2 100 16,0-2 186-16,-6 4 278 0,-8-1 356 16</inkml:trace>
  <inkml:trace contextRef="#ctx0" brushRef="#br0" timeOffset="114953.17">28558 10932 109 0,'-6'0'154'0,"-1"0"-38"0,7 0-52 16,-6 0-30-16,6-4-14 0,0 4 9 0,-7-4 17 16,7 4 19-16,0-3 25 0,0 3 28 15,7-3 30-15,-7-1 18 0,0-1 15 16,0-3 13-16,6 6-2 0,-6-6 3 0,0 4-2 16,0-3-8-16,0 1-13 0,0-3-5 15,7 2 4-15,-7 0 8 0,0-1 14 16,0 2 17-16,0-6 16 0,0 5 9 0,0 0-3 15,0-1-10-15,0-2-17 0,0-2-18 16,0 1-17-16,-7 0-12 0,7 1-2 0,0-2-6 16,-6 1-15-16,-1 0-6 0,0 0-8 15,1 0-11-15,0 5-10 0,-8-3-8 0,2 2-7 16,-8 0-8-16,1 3-5 0,-1 4-6 16,0-3-7-16,-5 6-6 0,-1 1 1 0,-1 0-1 15,1 3-1-15,0 0 2 0,0 4 2 16,1 0-1-16,5 4 5 0,-7 3 6 0,8 4 6 15,0 4 4-15,-8 0 8 0,15 6 11 16,-8 1 0-16,0 5 3 0,1 1 5 16,-1 5 1-16,8 1 0 0,-2-2-4 0,-6 4-6 15,14 2-7-15,-7-5-11 0,7 3-9 0,-1-3-12 0,7 0-55 0,0 0 0 0,7-1 0 32,-1-1 0-32,7-3 0 0,0-2 0 15,0-1 0-15,7-2 0 0,-1-5 0 16,1 0 0-16,6-7 0 0,0 4 0 0,0-8 0 0,0-3 0 0,6-4 0 0,2 0 0 0,4-7 0 31,1-1 0-31,-6-6 0 0,5-1 0 16,2-7 0-16,-7-3 0 0,6-1 0 0,-7-4 0 15,1 1 0-15,-1-4 0 0,-6-3 0 16,1 3 0-16,-1-4 0 0,0-4 0 0,-7 5 0 0,1-4 0 0,-1 3 0 0,-6-4 0 16,0 2 0-16,0-6 0 0,-6 5 0 0,-1-4 0 15,-6-1 0-15,6 2 0 0,-12 0 0 16,6-2 0-16,-6 1 0 0,-1 0 0 0,-6 0 0 15,0 4 0-15,-7 0 0 0,8-5 0 16,-8 9 0-16,1-5 0 0,-7 5 0 0,6 3 0 16,-6-4 0-16,-1 4 0 0,2 0 0 15,-8 0 0-15,7 4 0 0,0 0 0 0,0 4 0 16,-6-1 0-16,5 0 0 0,1 3 0 16,7 5 0-16,-7 0 0 0,6 3 0 15,0 1 0-15,1 6 0 0,6-3 0 0,-6 8 0 16,5 2 0-16,-5 2 0 0,6 3 0 15,0 0 0-15,7 3 0 0,-1-1 0 0,0 6 0 16,7 0-337-16,7 2-322 0,0-3-174 16,5 0-181-16,1-1-109 0,1-3 3 0,6 1 73 15,5-4 150-15,1-5 214 0,0-2 254 32</inkml:trace>
  <inkml:trace contextRef="#ctx0" brushRef="#br0" timeOffset="115408.51">29229 10518 340 0,'-6'-19'475'0,"6"4"82"0,0 1 97 15,-7 0-19-15,0-2-97 0,1 5-66 16,-1 1-52-16,1-2-47 0,0 2-69 0,-1 6-73 16,-6-3-50-16,7 3-26 0,-8 4-15 15,1 4-9-15,0 3-7 0,0 4 13 16,-7 4 16-16,8 3 13 0,-1 4 16 0,-7 3 16 16,8 9 15-16,-2 2 11 0,1 9 7 15,6 2 11-15,-6 8 4 0,7 0 5 16,6 7-33-16,-6 4-218 0,6 0 0 0,0 0 0 15,0 3 0-15,6-7 0 0,7 5 0 0,0-5 0 16,0 1 0-16,1-9 0 0,5 0 0 16,0-2 0-16,0-4 0 0,8-4 0 0,-8-7 0 15,8-1 0-15,-8-7 0 0,7-3 0 16,-6-8 0-16,6-4 0 0,-7-1 0 16,7-10 0-16,-6 1 0 0,-1-8 0 0,1 1 0 15,0-10 0-15,-2 7 0 0,2-9 0 16,-7 0 0-16,1 1-582 0,-8-4-226 0,6-4-207 15,-4 0-152-15,-2 0-11 0,0-1 72 16,-6-6 143-16,7 4 213 0,-7-5 254 0</inkml:trace>
  <inkml:trace contextRef="#ctx0" brushRef="#br0" timeOffset="116011.19">29568 11019 469 0,'0'-22'671'0,"-7"0"105"16,1 0 88-16,6 4-4 0,-7 1-157 15,7 0-153-15,0 3-119 0,0 3-83 0,-7 4-76 16,7 0-70-16,0 3-58 0,0 0-31 16,7 4-13-16,-7 8 5 0,7-1 8 0,-1 4 18 15,1 8 13-15,-1 0 9 0,0 2 4 16,2 4 5-16,-2 1 14 0,0 3 9 16,0 5 4-16,2-2-16 0,-8-2-173 0,6 2 0 15,0-3 0-15,-6 1 0 0,7 0 0 16,-7-9 0-16,6 5 0 0,1-4 0 0,-7-4 0 15,7 1 0-15,-7-8 0 0,6 4 0 16,-6-8 0-16,0 4 0 0,0-8 0 16,6 1 0-16,-6-4 0 0,0 0 0 0,0-4 0 15,0-3 0-15,0 0 0 0,0-4 0 0,0 0 0 16,0-8 0-16,-6 5 0 0,6-9 0 16,-6 2 0-16,-1-5 0 0,0-3 0 15,1 0 0-15,-1-5 0 0,7 2 0 0,-6-1 0 16,6-1 0-16,0 1 0 0,0 4 0 15,6-4 0-15,-6 8 0 0,7 0 0 0,6-2 0 16,0 5 0-16,-1 4 0 0,8-4 0 16,0 8 0-16,6-1 0 0,-7 0 0 0,8 8 0 15,-1 0 0-15,0-1 0 0,0 8 0 0,7 0 0 16,-8 4 0-16,1 3 0 0,0 1 0 16,1 7 0-16,-1-1 0 0,-6 4 0 15,-1 4 0-15,0 5 0 0,0 0 0 0,-5 4 0 0,-1-2 0 0,0 4 0 16,0-3 0-16,0 2 0 0,0-3 0 15,-7-3 0-15,1 0 0 0,6-5 0 0,-7-3 0 16,1-2 0-16,-1-2 0 0,-6-2 0 16,7-5 0-16,-7 0 0 0,7-3 0 0,-7-4 0 15,0 0 0-15,0 0 0 0,6-8 0 16,-6 5 0-16,-6-4 0 0,6-5 0 16,-7 5 0-16,0-8 0 0,1 0-540 0,-7-3-490 15,0-1-234-15,0-6-49 0,0-4 63 16,-7-1 137-16,7-6 230 0,-6-4 304 0</inkml:trace>
  <inkml:trace contextRef="#ctx0" brushRef="#br0" timeOffset="116488.8">30089 10155 247 0,'6'-18'658'0,"8"-1"115"15,-2 1 75-15,1 0 64 0,0-1-150 0,0 1-205 16,1 4-149-16,5 2-85 0,-6 1-50 16,6 7-35-16,1-3-42 0,0 7-27 15,6 4-19-15,-1 3-15 0,1 4-10 0,7 4-7 16,-7 2-1-16,7 6 7 0,-7 7 23 0,6 3 24 16,-5 6 26-16,5 6 19 0,1 2 14 15,-1 4-133-15,1 5-97 0,-1 2 0 0,8 5 0 16,-15 3 0-16,8 0 0 0,-7 3 0 15,-6 1 0-15,-8 0 0 0,2-1 0 0,-8-3 0 16,-6-1 0-16,-6-2 0 0,0-5 0 0,-8 2 0 16,1-6 0-16,0 0 0 0,0-5 0 15,-7-2 0-15,1-2 0 0,0-5 0 0,6 0 0 16,-7-7 0-16,6-4 0 0,2-3 0 16,-1-4 0-16,0-7 0 0,6 0 0 0,1-5 0 15,0-3 0-15,-2 1 0 0,8-5 0 0,-6 1 0 16,6-4 0-16,0 3 0 0,-6-3 0 15,6 0 0-15,0 0 0 0,0 0 0 0,-6-3 0 16,6 3 0-16,0-4 0 0,-8 4 0 0,2-3 0 16,0-1 0-16,-7 0 0 0,-1 1 0 15,2-1 0-15,-8 0-570 0,-6 1-622 16,7-4-166-16,-14-1-9 0,1-3 88 0,-1 0 175 16,-7-3 280-16,2-1 386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3-11T22:03:16.5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13898 3638 120 0,'-7'-4'309'0,"7"0"51"0,0 1 15 16,0 3-47-16,0 0-63 0,0 0-53 0,0 0-20 15,0 0-16-15,7 3-14 0,-1 5 6 16,1-5 25-16,-1 8 25 0,7-3 11 15,-6 2-4-15,6-3-12 0,-7 5-23 0,1-1-26 16,6 3-35-16,-7-2-40 0,1-1-16 0,-1-5-7 16,8 5 12-16,-8-2 8 0,0-2 25 15,2-4 26-15,-2 1 15 0,0-4 15 16,7 0-1-16,0-4-8 0,6-3-26 0,-5-8-27 16,12 1-27-16,0-6-15 0,0-1-14 0,6-5-10 15,1-3-6-15,6-3-8 0,6-6 2 16,-6-1-6-16,7-5-8 0,7 2 0 0,-2-2-3 15,2 5 3-15,-7-1-1 0,-1 6 1 16,-6 2 4-16,0 6-4 0,-13 4 2 16,0 1-4-16,-13 4-2 0,6 8-1 0,-11 1-4 15,4 0-1-15,-5 8-10 0,-7 0-22 16,6 5-47-16,-12 1-74 0,6 6-108 16,-7 3-158-16,-5 3-186 0,4 7-212 0,-4 0-78 15,-8 5 3-15,7 7 74 0,-7 0 140 16,8-1 182-16</inkml:trace>
  <inkml:trace contextRef="#ctx0" brushRef="#br0" timeOffset="648.83">14152 5004 170 0,'-7'-7'391'15,"7"-4"56"-15,-6 3 62 0,6-3 1 16,-7 4-65-16,7 0-38 0,-6 3-37 16,6-3-28-16,0 3-47 0,-7 0-66 0,7 4-80 15,0 0-47-15,7 0-19 0,-7 8-5 16,6-1 6-16,-6 0 15 0,7 4 16 0,6 4 4 15,-6 0-2-15,-1 3-12 0,0 1-20 16,8-1-16-16,-8 0-10 0,0 0-11 0,7 1 1 16,-6-4 9-16,0-1 14 0,-1-3 14 15,7 1 20-15,-6-6 26 0,-1 2 24 0,0-5 18 16,8-3 13-16,-1-3 7 0,-1-5-7 16,8-3-18-16,0-4-26 0,5-2-26 0,9-9-24 15,-2-4-23-15,7-2-14 0,0-10-14 16,13 3-13-16,-7-1-9 0,14-1-5 15,-6-3-4-15,12 0-4 0,-13 4-2 0,7-1 2 16,-8 5 0-16,-5 3-3 0,-1 0 1 16,-5 8-2-16,-7-1 0 0,-1 8-1 0,-13-1-1 15,1 9 0-15,0-2-1 0,-8 1 0 0,-5 8-7 16,-1-5-13-16,1 5-21 0,0 3-38 16,-14 0-60-16,7 3-79 0,-7 1-98 15,1 7-139-15,-7-4-175 0,0 8-197 0,0-1-146 16,-7 5-30-16,1-1 47 0,-1 4 119 15,-6 0 181-15,0 7 225 0</inkml:trace>
  <inkml:trace contextRef="#ctx0" brushRef="#br0" timeOffset="1306.26">14289 5828 198 0,'0'0'379'0,"-7"0"54"0,7 0 53 0,0-3-40 15,0 3-88-15,0 0-57 0,-6 0-40 16,6-4-41-16,0 4-42 0,6 4-28 0,-6-4-4 16,0 3 1-16,7 1 8 0,-7 3 12 15,6 1 15-15,0-1-4 0,2 7-20 0,4-3-11 16,-6 8-9-16,1-1-7 0,6 1-6 16,-6-1-6-16,5 4 0 0,-4 0-11 0,4-4-7 15,-6 1-3-15,2-1-4 0,4 0-2 16,-5-3 0-16,6-4 11 0,-6 0 19 0,5-1 22 15,2-5 22-15,5-2 18 0,-6-3 7 16,6-8-2-16,7 1-13 0,1-11-18 0,5-1-20 16,7-2-20-16,7-9-18 0,6-3-13 15,0-3-15-15,7-8-17 0,-1 0-11 16,7-4-5-16,0-3-3 0,0 3-7 0,-6 1 3 16,0 3 6-16,-1 1 1 0,-5 6-15 15,-14 3-24-15,-1 5 0 0,-5 4 0 16,-7 2 0-16,-6 9 0 0,-7-1 0 0,0 4 0 15,0 4 0-15,-7-1 0 0,-6 5 0 16,8 3-186-16,-16 3-122 0,8 1-132 0,-6 3-182 16,-7 4-233-16,0 0-205 0,0 4-53 15,-7-1 32-15,1 4 98 0,-1 5 176 0,0-1 257 16</inkml:trace>
  <inkml:trace contextRef="#ctx0" brushRef="#br0" timeOffset="1986.12">14471 7159 149 0,'-6'0'353'0,"-2"-5"49"0,2 2 57 15,0-1-15-15,6 4-63 0,-6-4-18 16,6 4 5-16,-7 0-11 0,7 0-29 0,0-3-51 16,0 3-61-16,0 0-65 0,-7 3-59 15,7-3-31-15,7 8-7 0,-7 0 12 16,0-1 19-16,7 7 20 0,-1 0 26 0,0 5 20 16,0 3 3-16,2 0-5 0,-2 4-8 15,0-1-7-15,8 1-16 0,-8 0-18 0,1-4-3 16,5 0-2-16,-4-4 2 0,4 1 8 15,1-2 14-15,0-1 21 0,0-6 18 0,7-2 16 16,0-1 11-16,-1-7 6 0,7-4 2 16,6-3-3-16,1-7-13 15,13-2-19-15,-1-10-19 0,7-2-19 0,7-9-56 0,6-3-64 16,0-4 0-16,7-4 0 0,0 1 0 16,5-5 0-16,2-3 0 0,-1 4 0 15,0 3 0-15,-6 1 0 0,-7 3 0 0,-7 0 0 16,-5 7 0-16,-8 5 0 0,-5 2 0 15,-8 4 0-15,-7 8 0 0,-5-1 0 0,-7 5 0 16,0 3 0-16,0-1 0 0,-6 6 0 16,0 2 0-16,-7 4 0 0,-7 0 0 0,0 4 0 15,1 2-246-15,-14 2-237 0,7 7-128 16,-7 3-152-16,-5 4-165 0,-7 1-118 0,-2 6-9 16,2 0 54-16,-7 4 131 0,-6 1 192 15,5 1 234-15</inkml:trace>
  <inkml:trace contextRef="#ctx0" brushRef="#br0" timeOffset="2579.54">14510 8616 226 0,'-6'-7'388'0,"6"-1"54"0,-7 1 59 15,1 0-41-15,6 3-76 0,-7 0-56 16,7 1-42-16,0-1-43 0,0 4-50 16,0 4-39-16,0-1-24 0,0 5-1 0,0 4 18 15,0-2 23-15,0 7 23 0,7 3 4 16,-1-3-8-16,-6 6-12 0,7 3-13 16,-1-5-10-16,0 2-12 0,2 2-12 0,-2-3-12 15,0 0-10-15,7-4-9 0,-6 1-5 16,-1-5 7-16,7-2 17 0,1-1 25 0,-8-9 25 15,14 3 23-15,-1-10 12 0,7-2 6 16,6-7 0-16,7-4-11 0,7-12-21 16,13-6-29-16,0-4-28 0,6-9-26 0,6 2-28 15,0-4-23-15,8-1-15 0,6-2-6 16,-8-2-15-16,8 6-7 0,0-2 0 0,-7 1 0 16,-6 4 0-16,-7 1 0 0,-6 3 0 0,0 3 0 15,-8 3 0-15,-12 5 0 0,7 2 0 16,-20 1 0-16,7 7 0 0,-14 3 0 15,1 5 0-15,-1 3 0 0,-12 0 0 0,5 4 0 16,-4 4 0-16,-8-1-208 0,0 4-139 16,-8 7-107-16,-4 0-137 0,-1 4-167 15,-7 8-186-15,-6-2-93 0,0 9 3 0,-13-1 61 16,0 5 138-16,-1 3 203 0</inkml:trace>
  <inkml:trace contextRef="#ctx0" brushRef="#br0" timeOffset="3664.73">13475 9715 18 0,'0'-8'294'16,"0"-2"32"-16,0-5 33 0,-7 4-4 0,0-7-88 15,1 3-43-15,-8-3-22 0,2-1-10 16,-1-2-9-16,-7-2-6 0,8-2 4 16,-8-1 3-16,0 5 26 0,1-1 13 0,-7-1 2 15,0 1-15-15,-1 4-19 0,-5 0-24 16,6-1-34-16,-13 5-20 0,6-1-14 15,-5 0-10-15,-2 4-7 0,1 4-4 0,0 0-1 16,0 0-8-16,0 2-6 0,0 5 0 0,0 0-9 16,-1 0-8-16,-5 8-11 0,6-4-7 15,-1 7-9-15,-5 0-4 0,6 7 4 0,-7-3 1 16,8 7 5-16,-9 0 3 0,9 3 9 16,-1 6 6-16,0 1-1 0,7 0-2 0,-1 5 3 15,7 0 9-15,0 0 4 0,6 2 6 16,1 5 2-16,5-2 6 0,2 2 2 15,5 0-4-15,7-1-6 0,0 5-10 0,0-4-5 16,7 3-12-16,5 2-9 0,8-2-6 16,-1 0-3-16,1 0-3 0,6-2-4 15,0 0 1-15,7-6-1 0,-1-2-1 0,7 3 3 16,0-6 10-16,1-2 13 0,-1-3 10 0,6 0 12 16,1-3 14-16,-1-4 11 0,7-3 3 15,1-1 4-15,-2-4 0 0,8 1-9 0,0-8-10 16,6 1-10-16,7-8-16 0,-7 0-13 15,0-8-6-15,6 1-7 0,-6-8-1 16,0-3-3-16,8-3-1 0,-15-6-2 0,7-2-3 16,-6-1 6-16,0-2 12 0,-8-5 15 15,2 0 22-15,-7 1 15 0,-8-4 21 0,1-1 14 16,-6 1 5-16,-7-1-2 0,-6 1-11 16,-8 0-8-1,1-4-59-15,1 4-38 0,-14-4 0 0,0 0 0 16,0 0 0-16,-7 0 0 0,0-4 0 15,-12 1 0-15,6-5 0 0,-6 5 0 0,-1 3 0 16,-6 0 0-16,-1 0 0 0,2 7 0 16,-1 5 0-16,-7-2 0 0,1 9 0 15,-1 3 0-15,1 4 0 0,-8-1 0 0,1 12 0 16,1 0 0-16,-2 3 0 0,1 4 0 16,6 7 0-16,1-3 0 0,-1 7 0 0,7 4 0 15,6-1 0-15,1 4 0 0,6 1 0 0,6 4 0 16,1-3 0-16,6 3-407 0,0 3-113 15,6-5-122-15,8 2-140 0,5-2-150 0,1-3-98 16,0-2 0-16,-1 2 70 0,7-4 137 16,0-3 192-16,0 0 223 0</inkml:trace>
  <inkml:trace contextRef="#ctx0" brushRef="#br0" timeOffset="4149.04">14074 9635 209 0,'6'-9'414'0,"0"3"66"0,2-2 69 15,-2 2-14-15,0-6-66 0,-6 5-51 16,7 0-31-16,-7 3-35 0,6-3-49 0,-6 3-59 16,0 1-71-16,7 3-58 0,-7-5-28 31,6 10-13-31,-6-2-4 0,7 1 7 0,-1 3 13 0,1 4 15 0,6 1 0 0,-7 1 0 31,1-1-5-31,6 2-1 0,-7 1 1 0,1 0-3 0,6-1-1 0,-6 1 4 0,-1-5 11 31,0 2 11-31,1-1 13 0,0-4 18 16,-1 0 17-16,0-2 12 0,1-3 6 0,6-2-7 16,0-2-11-16,7-6-9 0,-1-3-16 15,7-7-19-15,6-1-17 0,8-6-14 0,5-5-15 16,2-2-17-16,4-5-17 0,8-7-45 15,-1 0-1-15,1 3 0 0,0-3 0 0,-1 1 0 16,-6 3 0-16,0-1 0 0,1 4 0 0,-14 3 0 0,-1 7 0 0,-5 0 0 0,-1 2 0 16,-5 3 0-16,-8 4 0 0,-6 3 0 15,1-1 0-15,-2 3 0 0,2 5 0 16,-8 2 0-16,0-2 0 0,-6 4 0 0,0 0 0 16,0 4 0-16,-6 4 0 0,-7 0-457 0,0 4-226 15,-7 2-254-15,-5 5-199 0,-1-1-37 16,-14 8 31-16,1 0 99 0,0 3 194 15,-7 1 283-15</inkml:trace>
  <inkml:trace contextRef="#ctx0" brushRef="#br0" timeOffset="4898.82">15116 11001 248 0,'0'-4'311'15,"-6"4"36"-15,6-3-14 0,-8 3-36 16,2-4-33-16,6 1-8 0,-6-2 5 0,6 5-11 16,-7-3 25-16,1 3 17 0,6-4 18 15,0 4 9-15,-7-3-17 0,7 3-2 0,0 0-53 16,0-4-47-16,0 4-58 0,0 0-58 16,0 0-30-16,0 0-22 0,0 4-11 0,7-4-15 15,-7 3 9-15,6 4 8 0,1 1 24 16,-1 3 16-16,0 0 17 0,2 1 18 15,-8-2 5-15,6 4 10 0,0 2-6 0,1-6 5 16,-1 5-1-16,1-1 1 0,6-2-2 16,-13-1 3-16,12-5 9 0,-4 2 9 0,-2-1 13 15,7-3 7-15,0-4 9 0,0 0 4 16,7-4-2-16,-1-6-11 0,7-1-13 0,0-8-13 16,6-3-10-16,1-4-11 0,7-7-14 15,5 1-15-15,7-5-74 0,0-2-1 0,14-3 0 16,-9-2 0-16,9 1 0 0,-8 3 0 15,8-5 0-15,-8 5 0 0,1 4 0 0,-7 2 0 16,-6 2 0-16,-7 2 0 0,0 5 0 16,-13 2 0-16,6 5 0 0,-12 3 0 15,-1 1 0-15,-5-1 0 0,-2 8 0 16,-5-4 0-16,6 4 0 0,-6 3 0 0,-7-3 0 16,6 3 0-16,-6 0 0 0,-6 4 0 0,-1 0-175 15,1 4-328-15,-8 3-157 0,2 1-180 16,-8 2-204-16,0 2-65 0,-5 2 21 0,-9 4 87 15,-4 1 157-15,-1 7 226 0</inkml:trace>
  <inkml:trace contextRef="#ctx0" brushRef="#br0" timeOffset="5726.75">15025 12522 41 0,'-7'-4'306'0,"0"4"44"0,7-4 47 0,-6 1-8 16,0-1-54-16,6 0-26 0,-7 1 0 15,1-1 16-15,6-1 12 0,0 3-5 16,-7 2-10-16,7-5-20 0,0 2-29 0,0 3-36 15,0 0-42-15,0 0-41 0,0 0-41 16,0 0-31-16,0 0-23 0,0 3-4 0,0 2 4 16,7-3 8-16,-1 7 17 0,1 2 21 15,-1 0 13-15,0 3 1 0,8 1-2 0,-8-1 5 16,8 5 0-16,-8-1-1 0,7-4-2 16,0 5-2-16,-7-4-4 0,7-1-5 15,-7 0-8-15,2-2-6 0,4-1-2 0,-5-4 4 16,-1 0 9-16,7 0 12 0,-6-7 10 15,5 0 5-15,2-3 3 0,6-4 1 16,-1-8-4-16,7 1-7 0,6-8-38 0,1-7-87 16,6-1 0-16,1-7 0 0,11-6 0 15,8 2 0-15,-1-7 0 0,1 1 0 0,6 0 0 16,0-1 0-16,0 4 0 0,1 0 0 16,-14 0 0-16,6 7 0 0,-12 1 0 0,0 6 0 15,-8 0 0-15,-11 9 0 0,5-1 0 16,-12 4 0-16,0 3 0 0,-8 4 0 0,1 0 0 15,-6 4 0-15,0 2 0 0,-1-2 0 16,0 4 0-16,-6 3 0 0,0-3 0 16,0 3 0-16,0 0 0 0,-6 3 0 0,6 0 0 15,-13 4-23-15,6 1-469 0,-6 0-184 16,-6 6-204-16,6 1-221 0,-7 3-57 0,1 0 35 16,-7 4 99-16,0 0 174 0,0 3 240 15</inkml:trace>
  <inkml:trace contextRef="#ctx0" brushRef="#br0" timeOffset="6492.19">14940 13914 251 0,'0'-4'356'0,"-7"0"38"0,1-3-16 0,-1 4-8 16,1-4-54-16,6-2-15 0,-7 2 18 15,1 0 22-15,0-1 12 0,6-3-7 0,-8 4-12 16,2 4-26-16,6-5-43 0,-6 5-39 16,6-1-37-16,-7 0-38 0,7 4-43 0,0-3-35 15,0 3-32-15,0 3-20 0,7 1-12 16,-7 0-1-16,12 3 5 0,-4 4 10 16,-2 0 12-16,7 3 11 0,0 1 14 0,0 0 7 15,0 2 5-15,-6 0 1 0,5 0 0 16,2 2-2-16,-1-1 0 0,-7-3 6 0,7-5 15 15,-6 5 8-15,5-3 19 0,2-5 26 16,-1-4 21-16,0 0 15 0,0-6 4 16,7-5 4-16,5-2-2 0,1-9-14 0,7-3-13 15,6-3-17-15,0-4-16 0,6-8-42 16,1 0-85-16,7-3 0 0,4-4 0 0,2-4 0 16,6 1 0-16,1-4 0 0,6-4 0 15,-1 0 0-15,1-1 0 0,-7 2 0 0,7 3 0 16,-7 4 0-16,-7-2 0 0,1 9 0 15,-14 4 0-15,1 2 0 0,-13 9 0 16,-1 3 0-16,-12 0 0 0,-1 7 0 0,1 4 0 16,-8 0 0-16,-4 3 0 0,-2 1 0 15,-6 3 0-15,0 1 0 0,-6 3 0 0,-8 3 0 16,-6 6-407-16,8-2-191 0,-15 3-176 16,1 5-191-16,-6 3-131 0,-1 4-11 0,-6 4 60 15,1-1 129-15,-8 9 199 0,0-2 252 16</inkml:trace>
  <inkml:trace contextRef="#ctx0" brushRef="#br0" timeOffset="10041.03">14953 16654 242 0,'-7'-18'372'0,"1"-5"36"16,-7 6 39-16,0-2-56 0,6-3-77 0,-5 4-12 15,4-1 20-15,2-3 19 0,0 7 9 16,-1-3-21-16,1 4-31 0,6-1-44 0,0 0-56 31,0 4-48-31,0 4-39 0,6-1-16 0,1 5-9 16,5 3 1-16,2 3 11 0,-1 5 16 0,0 3 11 16,6 7 8-16,-5 1 1 0,5 3-3 15,1 3-7-15,-1 2-11 0,0-7-1 0,1 6-5 16,0-3 9-16,-1-5 8 0,1 1 10 15,-1-9 23-15,7 1 17 0,-6-7 15 0,6-8 2 16,7-3-9-16,-1-12-2 0,7-6-11 0,7-8-15 16,5-10-21-16,8-9-133 0,6-7 0 15,0-7 0-15,8-4 0 0,-2 0 0 0,7-2 0 16,0 2 0-16,1-7 0 0,-2 4 0 16,-4-4 0-16,-2 6 0 0,-6 10 0 0,-6 3 0 15,-14 6 0-15,-5 12 0 0,-8 7 0 16,-13 4 0-16,-5 10 0 0,-2 1 0 0,-12 10 0 15,-6 5 0-15,0 10-203 0,-14 0-550 16,-7 13-371-16,1-3-157 0,-13 9-14 16,1 0 78-16,-15 3 153 0,2-4 272 0,-8 2 371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8FE6-EE9C-762B-2345-DF9B08F40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6B9D6-DA88-E064-6D96-61559EFAF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1C639-4610-C375-C37C-32AFE4DA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FF5DE-743F-9CCF-C131-AD7D88C7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E87D-1304-3EC9-253D-555E087C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502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39B81-8658-8FC4-F7AF-813026D3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751E3-4C2B-583A-8CA4-80C9893EE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053CC-5B99-AEB1-5DB2-AB5854F8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33F49-87DE-AF34-5C95-6361572E1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662BE-2644-551A-EE98-4EFBA4F0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69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E469-24A4-20B4-3427-9F48393D8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61EB9-50C7-3FB3-4019-9684BBE7F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99D78-5459-1FD4-1687-16C2D2C8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7C46C-A424-D54B-9E58-9B170589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C24F0-BC56-D979-EA66-0D80CBEC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54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A7AE-5620-908E-1040-ECE5A632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98292-6B2C-84EE-AB36-9F5EDB648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71E4-8A3D-780E-1B0F-9E3519EFE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40F7F-09AE-3E83-84E7-CA36DF396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4A332-0A9D-B535-32D8-1AC32561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5A43F-99DC-A96F-5EF1-5B3469F4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39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4E05-37DB-2847-43AB-6D98A30D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E3CBF-6605-E3F6-87F3-2527FB0E2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FA2B0-EF42-2FCF-9377-59845B9CD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EB0E8-A023-A245-06B4-58CF5CF65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99E168-CF77-6AA3-BA00-D998147ED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716E5-F504-DFBC-0CE9-6C89E880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74D45-E0B9-1C6A-5EB7-A8BA24AA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49809-91FC-3F1B-2B44-C60D844E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64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18C2-4E4B-0F89-D3B7-19388038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02090-3FCF-B068-0C61-2AC8520A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72F58-2C6B-AD1E-8357-1A344ED2E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12129-8A47-6F6B-EDF8-DF288FBD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33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0D8C2-4278-FC4F-8447-B062B8C4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E92A9-4538-203C-CB37-806AB02E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420B6-57D6-3244-4BF2-AF0014A7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93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47383-FEDB-0649-032F-334D4EF70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EA49B-4D95-93AA-C011-DFE7E0CF6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73E7F-3710-EBC5-6AA6-A2933ADE2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066FB-EE40-BF65-6C52-99189BDC0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9B31B-E0AC-435D-5A90-49C70ED3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A7131-185B-A35F-7B09-CE42F9D4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97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7FC0-899D-E4F2-6837-21F1773D0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FDDB1-E63F-226E-F252-DC1CE45E27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D9815-8523-5AFB-F427-8768C1910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F9468-4F02-C716-0684-D9740924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55569-CF00-217A-EA38-C48AC2528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4CF47-579E-9C7F-9FAF-B1A83590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2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BF82-A514-FB8E-38F8-2F1A5156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AF08D-38D3-973F-17DF-9A3476661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D2227-A601-45B5-B460-B0CE1A8E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8A00F-7C4E-0980-2330-B1192DDAC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6540D-BD57-80FB-03BF-FC2BD679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49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57067A-A3E8-EBCD-C84C-5005FD7391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BEB6E-DD41-2286-C3CE-3D875836A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30E2A-080C-E8D6-34FC-6135806F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CAA1D-A40F-6D72-B47B-5DDECD2B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AEE2C-5496-BF79-5A91-0A9BB710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81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C86B8-08E1-9D71-4D0C-42E7D872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9519D-EFFD-7503-D607-4BA6845CB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78E16-CA4C-D3F5-14D0-1AE917B02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9B40E-58CF-4223-BA4F-6BD95BEC59C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E6F3C-E1C2-7CCB-643E-A1D42CC04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C21EA-B931-F2F2-F549-39F4B83E2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C02E0-ED63-40B6-BEB9-188436836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6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customXml" Target="../ink/ink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customXml" Target="../ink/ink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customXml" Target="../ink/ink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customXml" Target="../ink/ink3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customXml" Target="../ink/ink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42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.xml"/><Relationship Id="rId5" Type="http://schemas.openxmlformats.org/officeDocument/2006/relationships/image" Target="../media/image190.png"/><Relationship Id="rId4" Type="http://schemas.openxmlformats.org/officeDocument/2006/relationships/customXml" Target="../ink/ink3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customXml" Target="../ink/ink4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customXml" Target="../ink/ink4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customXml" Target="../ink/ink4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customXml" Target="../ink/ink4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customXml" Target="../ink/ink4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customXml" Target="../ink/ink5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customXml" Target="../ink/ink5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ata Structures &amp; Algorithm : Time Complexity v/s Space Complexity | by  @Harsh | Medium">
            <a:extLst>
              <a:ext uri="{FF2B5EF4-FFF2-40B4-BE49-F238E27FC236}">
                <a16:creationId xmlns:a16="http://schemas.microsoft.com/office/drawing/2014/main" id="{C8CB9930-BC30-3BA9-CB55-07C37E428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02733"/>
            <a:ext cx="10905066" cy="545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123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E57FDF-A615-36B9-16CF-A50BD5DCC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72" y="572479"/>
            <a:ext cx="7005205" cy="594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0D4AA-D9B7-23E8-6808-042E7B57DA35}"/>
              </a:ext>
            </a:extLst>
          </p:cNvPr>
          <p:cNvSpPr txBox="1"/>
          <p:nvPr/>
        </p:nvSpPr>
        <p:spPr>
          <a:xfrm>
            <a:off x="2743200" y="397225"/>
            <a:ext cx="55903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rgbClr val="FF0000"/>
                </a:solidFill>
              </a:rPr>
              <a:t>Asymptotic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2B14-3AB4-74A5-6D5C-7D244FCA2072}"/>
              </a:ext>
            </a:extLst>
          </p:cNvPr>
          <p:cNvSpPr txBox="1"/>
          <p:nvPr/>
        </p:nvSpPr>
        <p:spPr>
          <a:xfrm>
            <a:off x="532563" y="1584853"/>
            <a:ext cx="1126420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Asymptotic Analysis?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is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and mathematical way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measuring how an algorithm grows as input size increases.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of growth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running time or memory.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depend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machine, compiler, or programming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analyze an algorithm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implementing 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(operations performed)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(running time as input grows)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54CA93-DCCA-F396-D27F-5497E7CBBD56}"/>
                  </a:ext>
                </a:extLst>
              </p14:cNvPr>
              <p14:cNvContentPartPr/>
              <p14:nvPr/>
            </p14:nvContentPartPr>
            <p14:xfrm>
              <a:off x="4412520" y="3957840"/>
              <a:ext cx="5193360" cy="2339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54CA93-DCCA-F396-D27F-5497E7CBBD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3160" y="3948480"/>
                <a:ext cx="5212080" cy="235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6782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56BA7D-CDAA-FD0D-3525-8BEAE2979CF5}"/>
              </a:ext>
            </a:extLst>
          </p:cNvPr>
          <p:cNvSpPr txBox="1"/>
          <p:nvPr/>
        </p:nvSpPr>
        <p:spPr>
          <a:xfrm>
            <a:off x="233624" y="302679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1 — Formula Based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8A6187-311C-F27E-DF14-A94827CFBBF9}"/>
              </a:ext>
            </a:extLst>
          </p:cNvPr>
          <p:cNvSpPr txBox="1"/>
          <p:nvPr/>
        </p:nvSpPr>
        <p:spPr>
          <a:xfrm>
            <a:off x="424543" y="1263805"/>
            <a:ext cx="6094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int fun1(int n)</a:t>
            </a:r>
          </a:p>
          <a:p>
            <a:pPr>
              <a:buNone/>
            </a:pPr>
            <a:r>
              <a:rPr lang="pt-BR" dirty="0"/>
              <a:t>{</a:t>
            </a:r>
          </a:p>
          <a:p>
            <a:pPr>
              <a:buNone/>
            </a:pPr>
            <a:r>
              <a:rPr lang="pt-BR" dirty="0"/>
              <a:t>return n * (n + 1) / 2;</a:t>
            </a:r>
          </a:p>
          <a:p>
            <a:pPr>
              <a:buNone/>
            </a:pPr>
            <a:r>
              <a:rPr lang="pt-BR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F97AC-8876-495F-C28C-ACB205C44108}"/>
              </a:ext>
            </a:extLst>
          </p:cNvPr>
          <p:cNvSpPr txBox="1"/>
          <p:nvPr/>
        </p:nvSpPr>
        <p:spPr>
          <a:xfrm>
            <a:off x="233624" y="361863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2 — Single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0D59C-387F-48A7-B52F-44EFBD4F8276}"/>
              </a:ext>
            </a:extLst>
          </p:cNvPr>
          <p:cNvSpPr txBox="1"/>
          <p:nvPr/>
        </p:nvSpPr>
        <p:spPr>
          <a:xfrm>
            <a:off x="424543" y="4284843"/>
            <a:ext cx="60943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n-NO" dirty="0"/>
              <a:t>int fun2(int n)</a:t>
            </a:r>
          </a:p>
          <a:p>
            <a:pPr>
              <a:buNone/>
            </a:pPr>
            <a:r>
              <a:rPr lang="nn-NO" dirty="0"/>
              <a:t>{</a:t>
            </a:r>
          </a:p>
          <a:p>
            <a:pPr>
              <a:buNone/>
            </a:pPr>
            <a:r>
              <a:rPr lang="nn-NO" dirty="0"/>
              <a:t>int sum = 0;</a:t>
            </a:r>
          </a:p>
          <a:p>
            <a:pPr>
              <a:buNone/>
            </a:pPr>
            <a:r>
              <a:rPr lang="nn-NO" dirty="0"/>
              <a:t>for (int i = 1; i &lt;= n; i++)</a:t>
            </a:r>
          </a:p>
          <a:p>
            <a:pPr>
              <a:buNone/>
            </a:pPr>
            <a:r>
              <a:rPr lang="nn-NO" dirty="0"/>
              <a:t>sum = sum + i;</a:t>
            </a:r>
          </a:p>
          <a:p>
            <a:pPr>
              <a:buNone/>
            </a:pPr>
            <a:r>
              <a:rPr lang="nn-NO" dirty="0"/>
              <a:t>return sum;</a:t>
            </a:r>
          </a:p>
          <a:p>
            <a:pPr>
              <a:buNone/>
            </a:pPr>
            <a:r>
              <a:rPr lang="nn-NO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860045-72EF-28D8-F385-E313EB6E356E}"/>
              </a:ext>
            </a:extLst>
          </p:cNvPr>
          <p:cNvSpPr txBox="1"/>
          <p:nvPr/>
        </p:nvSpPr>
        <p:spPr>
          <a:xfrm>
            <a:off x="6097676" y="413910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3 — Nested Loop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DD74D-B898-D17B-6A5E-6638652C6946}"/>
              </a:ext>
            </a:extLst>
          </p:cNvPr>
          <p:cNvSpPr txBox="1"/>
          <p:nvPr/>
        </p:nvSpPr>
        <p:spPr>
          <a:xfrm>
            <a:off x="6192297" y="894473"/>
            <a:ext cx="60943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int fun3(int n)</a:t>
            </a:r>
          </a:p>
          <a:p>
            <a:pPr>
              <a:buNone/>
            </a:pPr>
            <a:r>
              <a:rPr lang="en-IN" dirty="0"/>
              <a:t>{</a:t>
            </a:r>
          </a:p>
          <a:p>
            <a:pPr>
              <a:buNone/>
            </a:pPr>
            <a:r>
              <a:rPr lang="en-IN" dirty="0"/>
              <a:t>int sum = 0;</a:t>
            </a:r>
          </a:p>
          <a:p>
            <a:pPr>
              <a:buNone/>
            </a:pPr>
            <a:r>
              <a:rPr lang="en-IN" dirty="0"/>
              <a:t>for (int </a:t>
            </a:r>
            <a:r>
              <a:rPr lang="en-IN" dirty="0" err="1"/>
              <a:t>i</a:t>
            </a:r>
            <a:r>
              <a:rPr lang="en-IN" dirty="0"/>
              <a:t> = 1; </a:t>
            </a:r>
            <a:r>
              <a:rPr lang="en-IN" dirty="0" err="1"/>
              <a:t>i</a:t>
            </a:r>
            <a:r>
              <a:rPr lang="en-IN" dirty="0"/>
              <a:t> &lt;= n;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pPr>
              <a:buNone/>
            </a:pPr>
            <a:r>
              <a:rPr lang="en-IN" dirty="0"/>
              <a:t>      for (int j = 1; j &lt;= </a:t>
            </a:r>
            <a:r>
              <a:rPr lang="en-IN" dirty="0" err="1"/>
              <a:t>i</a:t>
            </a:r>
            <a:r>
              <a:rPr lang="en-IN" dirty="0"/>
              <a:t>; </a:t>
            </a:r>
            <a:r>
              <a:rPr lang="en-IN" dirty="0" err="1"/>
              <a:t>j++</a:t>
            </a:r>
            <a:r>
              <a:rPr lang="en-IN" dirty="0"/>
              <a:t>)</a:t>
            </a:r>
          </a:p>
          <a:p>
            <a:pPr>
              <a:buNone/>
            </a:pPr>
            <a:r>
              <a:rPr lang="en-IN" dirty="0"/>
              <a:t>             sum++;</a:t>
            </a:r>
          </a:p>
          <a:p>
            <a:pPr>
              <a:buNone/>
            </a:pPr>
            <a:r>
              <a:rPr lang="en-IN" dirty="0"/>
              <a:t>return sum;</a:t>
            </a:r>
          </a:p>
          <a:p>
            <a:pPr>
              <a:buNone/>
            </a:pPr>
            <a:r>
              <a:rPr lang="en-IN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633A5A-0046-5301-1BC8-986CE7B36142}"/>
                  </a:ext>
                </a:extLst>
              </p14:cNvPr>
              <p14:cNvContentPartPr/>
              <p14:nvPr/>
            </p14:nvContentPartPr>
            <p14:xfrm>
              <a:off x="450000" y="770040"/>
              <a:ext cx="11725560" cy="596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633A5A-0046-5301-1BC8-986CE7B361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640" y="760680"/>
                <a:ext cx="11744280" cy="598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033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342BED-010B-61AD-002A-57BAA0EA7D8F}"/>
              </a:ext>
            </a:extLst>
          </p:cNvPr>
          <p:cNvSpPr txBox="1"/>
          <p:nvPr/>
        </p:nvSpPr>
        <p:spPr>
          <a:xfrm>
            <a:off x="645607" y="573984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Time Taken by a Program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A29BF-7697-B75B-D854-A0D03A8EF2D3}"/>
              </a:ext>
            </a:extLst>
          </p:cNvPr>
          <p:cNvSpPr txBox="1"/>
          <p:nvPr/>
        </p:nvSpPr>
        <p:spPr>
          <a:xfrm>
            <a:off x="776236" y="1664401"/>
            <a:ext cx="88802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many factors: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removes system factors and focuses only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with input size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6A9331-D8A6-6B54-C224-C8C4AC58A8A1}"/>
                  </a:ext>
                </a:extLst>
              </p14:cNvPr>
              <p14:cNvContentPartPr/>
              <p14:nvPr/>
            </p14:nvContentPartPr>
            <p14:xfrm>
              <a:off x="721800" y="2149920"/>
              <a:ext cx="6021360" cy="3074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6A9331-D8A6-6B54-C224-C8C4AC58A8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2440" y="2140560"/>
                <a:ext cx="6040080" cy="309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0907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6E1945-1C30-DFE0-28AE-67A6C88779A5}"/>
              </a:ext>
            </a:extLst>
          </p:cNvPr>
          <p:cNvSpPr txBox="1"/>
          <p:nvPr/>
        </p:nvSpPr>
        <p:spPr>
          <a:xfrm>
            <a:off x="3403041" y="1778559"/>
            <a:ext cx="53859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</a:rPr>
              <a:t>Best Case, </a:t>
            </a:r>
          </a:p>
          <a:p>
            <a:r>
              <a:rPr lang="en-US" sz="6000" dirty="0">
                <a:solidFill>
                  <a:srgbClr val="FF0000"/>
                </a:solidFill>
              </a:rPr>
              <a:t>Average Case, </a:t>
            </a:r>
          </a:p>
          <a:p>
            <a:r>
              <a:rPr lang="en-US" sz="6000" dirty="0">
                <a:solidFill>
                  <a:srgbClr val="FF0000"/>
                </a:solidFill>
              </a:rPr>
              <a:t>Worst Case</a:t>
            </a:r>
            <a:endParaRPr lang="en-IN" sz="6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9A3B21-1F67-BF30-2A84-7E47152DB836}"/>
                  </a:ext>
                </a:extLst>
              </p14:cNvPr>
              <p14:cNvContentPartPr/>
              <p14:nvPr/>
            </p14:nvContentPartPr>
            <p14:xfrm>
              <a:off x="370080" y="158040"/>
              <a:ext cx="11770560" cy="5385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9A3B21-1F67-BF30-2A84-7E47152DB8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720" y="148680"/>
                <a:ext cx="11789280" cy="540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218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402E26-F0D1-0EB0-5391-C10D5A4872A9}"/>
              </a:ext>
            </a:extLst>
          </p:cNvPr>
          <p:cNvSpPr txBox="1"/>
          <p:nvPr/>
        </p:nvSpPr>
        <p:spPr>
          <a:xfrm>
            <a:off x="695848" y="704613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Example 1 — Same Order for All Inputs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75B27C-C592-AF70-7B37-9DB6E81C5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65" y="1868202"/>
            <a:ext cx="6322507" cy="33049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5B9729-E8BB-1670-28E1-41E68B55A145}"/>
                  </a:ext>
                </a:extLst>
              </p14:cNvPr>
              <p14:cNvContentPartPr/>
              <p14:nvPr/>
            </p14:nvContentPartPr>
            <p14:xfrm>
              <a:off x="7638480" y="1917720"/>
              <a:ext cx="4127040" cy="1987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5B9729-E8BB-1670-28E1-41E68B55A1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9120" y="1908360"/>
                <a:ext cx="4145760" cy="20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465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0A3E43-1E0B-E500-1D97-EA408E780BEA}"/>
              </a:ext>
            </a:extLst>
          </p:cNvPr>
          <p:cNvSpPr txBox="1"/>
          <p:nvPr/>
        </p:nvSpPr>
        <p:spPr>
          <a:xfrm>
            <a:off x="313981" y="460941"/>
            <a:ext cx="78251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Example 2 — Multiple Orders of Growth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C0D37-612E-6A42-C7BC-BA024675F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49" y="1675024"/>
            <a:ext cx="5169982" cy="44673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1EC8D8-265F-7DC0-5943-F7A728445FB6}"/>
                  </a:ext>
                </a:extLst>
              </p14:cNvPr>
              <p14:cNvContentPartPr/>
              <p14:nvPr/>
            </p14:nvContentPartPr>
            <p14:xfrm>
              <a:off x="1973880" y="242640"/>
              <a:ext cx="10040400" cy="627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1EC8D8-265F-7DC0-5943-F7A728445F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4520" y="233280"/>
                <a:ext cx="10059120" cy="629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0495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0440F1-9A95-C1EC-ED49-78D429ED16E6}"/>
              </a:ext>
            </a:extLst>
          </p:cNvPr>
          <p:cNvSpPr txBox="1"/>
          <p:nvPr/>
        </p:nvSpPr>
        <p:spPr>
          <a:xfrm>
            <a:off x="615433" y="732246"/>
            <a:ext cx="93625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Direct Way to Find Order of Growth</a:t>
            </a:r>
            <a:endParaRPr lang="en-IN"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8AEB4C-184C-7506-6B6C-372567B31D83}"/>
                  </a:ext>
                </a:extLst>
              </p14:cNvPr>
              <p14:cNvContentPartPr/>
              <p14:nvPr/>
            </p14:nvContentPartPr>
            <p14:xfrm>
              <a:off x="1432440" y="1812960"/>
              <a:ext cx="377640" cy="160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8AEB4C-184C-7506-6B6C-372567B31D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3080" y="1803600"/>
                <a:ext cx="396360" cy="16192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2F5F203-9283-FF21-D9B6-A94B42C0B3F5}"/>
              </a:ext>
            </a:extLst>
          </p:cNvPr>
          <p:cNvSpPr txBox="1"/>
          <p:nvPr/>
        </p:nvSpPr>
        <p:spPr>
          <a:xfrm>
            <a:off x="1208314" y="4392358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f(n) = 2n² + n + 6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466C5-BD0F-8258-DD04-8C9FA6010869}"/>
              </a:ext>
            </a:extLst>
          </p:cNvPr>
          <p:cNvSpPr txBox="1"/>
          <p:nvPr/>
        </p:nvSpPr>
        <p:spPr>
          <a:xfrm>
            <a:off x="1208314" y="5206274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g(n) = 100n + 3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35A393-8522-EACC-93E9-B89CD4AFA61D}"/>
                  </a:ext>
                </a:extLst>
              </p14:cNvPr>
              <p14:cNvContentPartPr/>
              <p14:nvPr/>
            </p14:nvContentPartPr>
            <p14:xfrm>
              <a:off x="2135880" y="1678680"/>
              <a:ext cx="5831280" cy="4302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35A393-8522-EACC-93E9-B89CD4AFA6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6520" y="1669320"/>
                <a:ext cx="5850000" cy="432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6482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AF635E-0D4D-0AB7-80EE-6B46426EFE96}"/>
              </a:ext>
            </a:extLst>
          </p:cNvPr>
          <p:cNvSpPr txBox="1"/>
          <p:nvPr/>
        </p:nvSpPr>
        <p:spPr>
          <a:xfrm>
            <a:off x="625510" y="604130"/>
            <a:ext cx="8639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Comparing Common Growth Rates</a:t>
            </a:r>
          </a:p>
        </p:txBody>
      </p:sp>
      <p:pic>
        <p:nvPicPr>
          <p:cNvPr id="8" name="Picture 2" descr="Time and Space Complexity: A Beginner's Guide | by Nandhini P ...">
            <a:extLst>
              <a:ext uri="{FF2B5EF4-FFF2-40B4-BE49-F238E27FC236}">
                <a16:creationId xmlns:a16="http://schemas.microsoft.com/office/drawing/2014/main" id="{9DC43254-9711-C594-4B6A-627376D6D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92382"/>
            <a:ext cx="5922818" cy="46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059C3D-32FE-A548-9239-A215C19A5B9B}"/>
              </a:ext>
            </a:extLst>
          </p:cNvPr>
          <p:cNvSpPr txBox="1"/>
          <p:nvPr/>
        </p:nvSpPr>
        <p:spPr>
          <a:xfrm>
            <a:off x="173182" y="5375869"/>
            <a:ext cx="121963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Constant &lt; log log n &lt; log n &lt; √n &lt; n &lt; n log n &lt; n² &lt; n³ &lt; n⁴ &lt; 2ⁿ &lt; nⁿ</a:t>
            </a:r>
            <a:endParaRPr lang="en-IN" sz="3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B25177-E307-F7B3-8BF3-330312435D69}"/>
                  </a:ext>
                </a:extLst>
              </p14:cNvPr>
              <p14:cNvContentPartPr/>
              <p14:nvPr/>
            </p14:nvContentPartPr>
            <p14:xfrm>
              <a:off x="555480" y="5063040"/>
              <a:ext cx="11482200" cy="771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B25177-E307-F7B3-8BF3-330312435D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120" y="5053680"/>
                <a:ext cx="11500920" cy="79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676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ADE5B40-4F54-1E27-5091-7607C783447F}"/>
                  </a:ext>
                </a:extLst>
              </p14:cNvPr>
              <p14:cNvContentPartPr/>
              <p14:nvPr/>
            </p14:nvContentPartPr>
            <p14:xfrm>
              <a:off x="848880" y="528840"/>
              <a:ext cx="5420520" cy="3729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ADE5B40-4F54-1E27-5091-7607C78344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9520" y="519480"/>
                <a:ext cx="5439240" cy="37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15E268-A498-CBC1-7D37-DB431F9E7A93}"/>
                  </a:ext>
                </a:extLst>
              </p14:cNvPr>
              <p14:cNvContentPartPr/>
              <p14:nvPr/>
            </p14:nvContentPartPr>
            <p14:xfrm>
              <a:off x="2525040" y="1334520"/>
              <a:ext cx="6548760" cy="2722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15E268-A498-CBC1-7D37-DB431F9E7A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15680" y="1325160"/>
                <a:ext cx="6567480" cy="27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3044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2DB8A-60ED-967F-5CB5-7DB1807D49B1}"/>
              </a:ext>
            </a:extLst>
          </p:cNvPr>
          <p:cNvSpPr txBox="1"/>
          <p:nvPr/>
        </p:nvSpPr>
        <p:spPr>
          <a:xfrm>
            <a:off x="462224" y="381837"/>
            <a:ext cx="118872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Asymptotic Notations</a:t>
            </a:r>
          </a:p>
          <a:p>
            <a:pPr>
              <a:buNone/>
            </a:pPr>
            <a:r>
              <a:rPr lang="en-US" sz="3200" dirty="0"/>
              <a:t>Mathematical tools to represent growth of functions.</a:t>
            </a:r>
          </a:p>
          <a:p>
            <a:pPr>
              <a:buNone/>
            </a:pPr>
            <a:endParaRPr lang="en-US" sz="3200" dirty="0"/>
          </a:p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3200" b="1" dirty="0"/>
              <a:t>Three Popular Notations</a:t>
            </a:r>
          </a:p>
          <a:p>
            <a:pPr>
              <a:buNone/>
            </a:pPr>
            <a:r>
              <a:rPr lang="en-US" sz="3200" b="1" dirty="0"/>
              <a:t>1. Big O (O)</a:t>
            </a:r>
            <a:r>
              <a:rPr lang="en-US" sz="3200" dirty="0"/>
              <a:t> — Upper Bound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Maximum time an algorithm can take</a:t>
            </a:r>
          </a:p>
          <a:p>
            <a:pPr>
              <a:buNone/>
            </a:pPr>
            <a:r>
              <a:rPr lang="en-US" sz="3200" b="1" dirty="0"/>
              <a:t>2. Theta (Θ)</a:t>
            </a:r>
            <a:r>
              <a:rPr lang="en-US" sz="3200" dirty="0"/>
              <a:t> — Tight Bound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Exact order of growth</a:t>
            </a:r>
          </a:p>
          <a:p>
            <a:pPr>
              <a:buNone/>
            </a:pPr>
            <a:r>
              <a:rPr lang="en-US" sz="3200" b="1" dirty="0"/>
              <a:t>3. Omega (Ω)</a:t>
            </a:r>
            <a:r>
              <a:rPr lang="en-US" sz="3200" dirty="0"/>
              <a:t> — Lower Bound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Minimum time required</a:t>
            </a:r>
          </a:p>
        </p:txBody>
      </p:sp>
    </p:spTree>
    <p:extLst>
      <p:ext uri="{BB962C8B-B14F-4D97-AF65-F5344CB8AC3E}">
        <p14:creationId xmlns:p14="http://schemas.microsoft.com/office/powerpoint/2010/main" val="1117670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22549F-CC1E-BDEC-68D6-4603CD7F1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18" y="1588217"/>
            <a:ext cx="5819775" cy="30340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31739F-E1CD-D3C5-B5C5-17C52F60B0BE}"/>
                  </a:ext>
                </a:extLst>
              </p14:cNvPr>
              <p14:cNvContentPartPr/>
              <p14:nvPr/>
            </p14:nvContentPartPr>
            <p14:xfrm>
              <a:off x="2825280" y="464040"/>
              <a:ext cx="7216920" cy="3405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31739F-E1CD-D3C5-B5C5-17C52F60B0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5920" y="454680"/>
                <a:ext cx="7235640" cy="342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2091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E6C97B-21C8-27B9-DF90-D4FAE15655CF}"/>
              </a:ext>
            </a:extLst>
          </p:cNvPr>
          <p:cNvSpPr txBox="1"/>
          <p:nvPr/>
        </p:nvSpPr>
        <p:spPr>
          <a:xfrm>
            <a:off x="635529" y="686360"/>
            <a:ext cx="870943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Big O — Direct Method</a:t>
            </a:r>
          </a:p>
          <a:p>
            <a:pPr>
              <a:buNone/>
            </a:pPr>
            <a:endParaRPr lang="en-US" sz="3200" b="1" dirty="0"/>
          </a:p>
          <a:p>
            <a:pPr>
              <a:buFont typeface="+mj-lt"/>
              <a:buAutoNum type="arabicPeriod"/>
            </a:pPr>
            <a:r>
              <a:rPr lang="en-US" sz="3200" dirty="0"/>
              <a:t>Ignore lower order terms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Ignore leading terms constants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F1C8A-E4C6-D4C4-EE35-679CC2A8FEAE}"/>
              </a:ext>
            </a:extLst>
          </p:cNvPr>
          <p:cNvSpPr txBox="1"/>
          <p:nvPr/>
        </p:nvSpPr>
        <p:spPr>
          <a:xfrm>
            <a:off x="876719" y="3598539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3n² + 5n + 6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34FC0-0EBB-9CC3-CC3A-E76423C0685A}"/>
              </a:ext>
            </a:extLst>
          </p:cNvPr>
          <p:cNvSpPr txBox="1"/>
          <p:nvPr/>
        </p:nvSpPr>
        <p:spPr>
          <a:xfrm>
            <a:off x="876719" y="4497866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3n + 10 log n + 3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F68EE5-9050-DC56-6636-9333B5A295DE}"/>
              </a:ext>
            </a:extLst>
          </p:cNvPr>
          <p:cNvSpPr txBox="1"/>
          <p:nvPr/>
        </p:nvSpPr>
        <p:spPr>
          <a:xfrm>
            <a:off x="942033" y="5397193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n log n + 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9F15AA-DA1B-289B-78A3-E2DFE10F213A}"/>
                  </a:ext>
                </a:extLst>
              </p14:cNvPr>
              <p14:cNvContentPartPr/>
              <p14:nvPr/>
            </p14:nvContentPartPr>
            <p14:xfrm>
              <a:off x="3312720" y="3506760"/>
              <a:ext cx="1895040" cy="2273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9F15AA-DA1B-289B-78A3-E2DFE10F21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03360" y="3497400"/>
                <a:ext cx="1913760" cy="229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7120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037DE1-A6CD-2F58-8030-F7EC5AEAD10A}"/>
              </a:ext>
            </a:extLst>
          </p:cNvPr>
          <p:cNvSpPr txBox="1"/>
          <p:nvPr/>
        </p:nvSpPr>
        <p:spPr>
          <a:xfrm>
            <a:off x="947058" y="815145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{100,  2000, 10⁵}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53AFC-A6B6-6546-169B-D77E7389EEA2}"/>
              </a:ext>
            </a:extLst>
          </p:cNvPr>
          <p:cNvSpPr txBox="1"/>
          <p:nvPr/>
        </p:nvSpPr>
        <p:spPr>
          <a:xfrm>
            <a:off x="947058" y="1990802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{n/4, 2n+3, n/100, log n, n+10000}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EB8A1-A36C-796C-00E1-43A00738C36D}"/>
              </a:ext>
            </a:extLst>
          </p:cNvPr>
          <p:cNvSpPr txBox="1"/>
          <p:nvPr/>
        </p:nvSpPr>
        <p:spPr>
          <a:xfrm>
            <a:off x="947058" y="3429000"/>
            <a:ext cx="75237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{n²+n, 2n², n²+1000n, n²+n log n, n²/1000}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5748D-C3D9-2F2F-04A4-17F2F9A9ADF0}"/>
              </a:ext>
            </a:extLst>
          </p:cNvPr>
          <p:cNvSpPr txBox="1"/>
          <p:nvPr/>
        </p:nvSpPr>
        <p:spPr>
          <a:xfrm>
            <a:off x="947058" y="4604657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100n² + 1000m +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97550-5895-F79D-3AE3-3946334924FF}"/>
              </a:ext>
            </a:extLst>
          </p:cNvPr>
          <p:cNvSpPr txBox="1"/>
          <p:nvPr/>
        </p:nvSpPr>
        <p:spPr>
          <a:xfrm>
            <a:off x="947058" y="5673523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1000m² + 200mn + 30m + 20n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E02C58-46F7-5114-7811-07D1661EED5C}"/>
                  </a:ext>
                </a:extLst>
              </p14:cNvPr>
              <p14:cNvContentPartPr/>
              <p14:nvPr/>
            </p14:nvContentPartPr>
            <p14:xfrm>
              <a:off x="342000" y="672840"/>
              <a:ext cx="11540880" cy="5868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E02C58-46F7-5114-7811-07D1661EED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640" y="663480"/>
                <a:ext cx="11559600" cy="58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8361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3ECD5F-BF45-C1A0-5315-712A7CF7932A}"/>
              </a:ext>
            </a:extLst>
          </p:cNvPr>
          <p:cNvSpPr txBox="1"/>
          <p:nvPr/>
        </p:nvSpPr>
        <p:spPr>
          <a:xfrm>
            <a:off x="605384" y="515538"/>
            <a:ext cx="111813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Big-O Notation — Upper Bound</a:t>
            </a:r>
          </a:p>
          <a:p>
            <a:pPr>
              <a:buNone/>
            </a:pPr>
            <a:endParaRPr lang="en-US" sz="3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Represents the </a:t>
            </a:r>
            <a:r>
              <a:rPr lang="en-US" sz="3600" b="1" dirty="0"/>
              <a:t>maximum</a:t>
            </a:r>
            <a:r>
              <a:rPr lang="en-US" sz="3600" dirty="0"/>
              <a:t> time an algorithm can take.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Worst-case growth rate.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CBCC6C-FFD1-527C-6069-01EEC8B7B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84" y="3910359"/>
            <a:ext cx="6720063" cy="9699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E3873C-2F3B-88DA-0183-CB1D28848981}"/>
                  </a:ext>
                </a:extLst>
              </p14:cNvPr>
              <p14:cNvContentPartPr/>
              <p14:nvPr/>
            </p14:nvContentPartPr>
            <p14:xfrm>
              <a:off x="8609400" y="3730680"/>
              <a:ext cx="1322640" cy="99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E3873C-2F3B-88DA-0183-CB1D288489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00040" y="3721320"/>
                <a:ext cx="1341360" cy="101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127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74FE25-5B4D-8F7E-1813-D55EE15F0DEC}"/>
              </a:ext>
            </a:extLst>
          </p:cNvPr>
          <p:cNvSpPr txBox="1"/>
          <p:nvPr/>
        </p:nvSpPr>
        <p:spPr>
          <a:xfrm>
            <a:off x="746091" y="553888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Application — Prime Check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211707-D308-4FE1-B0C3-5626D7116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21" y="1648652"/>
            <a:ext cx="7055879" cy="45157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747905-5F7C-5B65-97A8-73F0DDD8CDCB}"/>
                  </a:ext>
                </a:extLst>
              </p14:cNvPr>
              <p14:cNvContentPartPr/>
              <p14:nvPr/>
            </p14:nvContentPartPr>
            <p14:xfrm>
              <a:off x="3709080" y="623880"/>
              <a:ext cx="7053120" cy="2884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747905-5F7C-5B65-97A8-73F0DDD8CD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9720" y="614520"/>
                <a:ext cx="7071840" cy="290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3519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F7DEF5-BB9B-EE73-49F3-3A067D18CBA4}"/>
              </a:ext>
            </a:extLst>
          </p:cNvPr>
          <p:cNvSpPr txBox="1"/>
          <p:nvPr/>
        </p:nvSpPr>
        <p:spPr>
          <a:xfrm>
            <a:off x="635558" y="753611"/>
            <a:ext cx="890032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Omega (</a:t>
            </a:r>
            <a:r>
              <a:rPr lang="el-G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Ω)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 — Lower Bound</a:t>
            </a:r>
          </a:p>
          <a:p>
            <a:pPr>
              <a:buNone/>
            </a:pP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required.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Best-case growth rate.</a:t>
            </a:r>
          </a:p>
          <a:p>
            <a:pPr>
              <a:buNone/>
            </a:pPr>
            <a:endParaRPr lang="ar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8C1178-463C-411D-C533-A814EECE4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76" y="3219449"/>
            <a:ext cx="4102992" cy="8849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6F75BF-891A-C324-ABB8-3CEF33F9C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76" y="4636509"/>
            <a:ext cx="4261511" cy="7563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FF57AD-C435-8440-601D-9F5DA40F572F}"/>
                  </a:ext>
                </a:extLst>
              </p14:cNvPr>
              <p14:cNvContentPartPr/>
              <p14:nvPr/>
            </p14:nvContentPartPr>
            <p14:xfrm>
              <a:off x="827640" y="2160000"/>
              <a:ext cx="9716400" cy="3338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FF57AD-C435-8440-601D-9F5DA40F57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280" y="2150640"/>
                <a:ext cx="9735120" cy="335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7997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E6B03E-DFEE-C996-80E0-3E3B9B6F67D8}"/>
              </a:ext>
            </a:extLst>
          </p:cNvPr>
          <p:cNvSpPr txBox="1"/>
          <p:nvPr/>
        </p:nvSpPr>
        <p:spPr>
          <a:xfrm>
            <a:off x="472273" y="502419"/>
            <a:ext cx="86691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Theta (Θ) Notation — Exact Bound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 bound (both upper &amp; lower bound)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order of growth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01E33-1675-86F6-A6B7-E6B420FF8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73" y="2409351"/>
            <a:ext cx="3862859" cy="39462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BC796F-721A-2C39-B9E1-11695446F519}"/>
                  </a:ext>
                </a:extLst>
              </p14:cNvPr>
              <p14:cNvContentPartPr/>
              <p14:nvPr/>
            </p14:nvContentPartPr>
            <p14:xfrm>
              <a:off x="1811880" y="652680"/>
              <a:ext cx="10326600" cy="5535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BC796F-721A-2C39-B9E1-11695446F5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2520" y="643320"/>
                <a:ext cx="10345320" cy="55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7268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5B6E20-B29C-4515-333C-3A9E64F8B918}"/>
              </a:ext>
            </a:extLst>
          </p:cNvPr>
          <p:cNvSpPr txBox="1"/>
          <p:nvPr/>
        </p:nvSpPr>
        <p:spPr>
          <a:xfrm>
            <a:off x="494853" y="460941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Example 1 — Increment by Constant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2FF00-6FCD-79B7-DF83-7E86A7FD8259}"/>
              </a:ext>
            </a:extLst>
          </p:cNvPr>
          <p:cNvSpPr txBox="1"/>
          <p:nvPr/>
        </p:nvSpPr>
        <p:spPr>
          <a:xfrm>
            <a:off x="733530" y="1728316"/>
            <a:ext cx="840795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for (int </a:t>
            </a:r>
            <a:r>
              <a:rPr lang="en-IN" sz="3200" dirty="0" err="1"/>
              <a:t>i</a:t>
            </a:r>
            <a:r>
              <a:rPr lang="en-IN" sz="3200" dirty="0"/>
              <a:t> = 0; </a:t>
            </a:r>
            <a:r>
              <a:rPr lang="en-IN" sz="3200" dirty="0" err="1"/>
              <a:t>i</a:t>
            </a:r>
            <a:r>
              <a:rPr lang="en-IN" sz="3200" dirty="0"/>
              <a:t> &lt; n; </a:t>
            </a:r>
            <a:r>
              <a:rPr lang="en-IN" sz="3200" dirty="0" err="1"/>
              <a:t>i</a:t>
            </a:r>
            <a:r>
              <a:rPr lang="en-IN" sz="3200" dirty="0"/>
              <a:t> = </a:t>
            </a:r>
            <a:r>
              <a:rPr lang="en-IN" sz="3200" dirty="0" err="1"/>
              <a:t>i</a:t>
            </a:r>
            <a:r>
              <a:rPr lang="en-IN" sz="3200" dirty="0"/>
              <a:t> + c)</a:t>
            </a:r>
          </a:p>
          <a:p>
            <a:r>
              <a:rPr lang="en-IN" sz="3200" dirty="0"/>
              <a:t>{</a:t>
            </a:r>
          </a:p>
          <a:p>
            <a:r>
              <a:rPr lang="en-IN" sz="3200" dirty="0"/>
              <a:t>    // constant work</a:t>
            </a:r>
          </a:p>
          <a:p>
            <a:r>
              <a:rPr lang="en-IN" sz="3200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F8AFBF-6B05-A04F-3C80-451B2AEB610C}"/>
                  </a:ext>
                </a:extLst>
              </p14:cNvPr>
              <p14:cNvContentPartPr/>
              <p14:nvPr/>
            </p14:nvContentPartPr>
            <p14:xfrm>
              <a:off x="1509840" y="259560"/>
              <a:ext cx="9981000" cy="6060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F8AFBF-6B05-A04F-3C80-451B2AEB61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0480" y="250200"/>
                <a:ext cx="9999720" cy="607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2174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88E4D0-DECE-A6E3-DCFD-8A310A9C469B}"/>
              </a:ext>
            </a:extLst>
          </p:cNvPr>
          <p:cNvSpPr txBox="1"/>
          <p:nvPr/>
        </p:nvSpPr>
        <p:spPr>
          <a:xfrm>
            <a:off x="351692" y="472274"/>
            <a:ext cx="8789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 2 — Decrement by Constant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C8948-EE30-9B25-84C6-532C0F5BF38D}"/>
              </a:ext>
            </a:extLst>
          </p:cNvPr>
          <p:cNvSpPr txBox="1"/>
          <p:nvPr/>
        </p:nvSpPr>
        <p:spPr>
          <a:xfrm>
            <a:off x="502418" y="1497204"/>
            <a:ext cx="863906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for (int </a:t>
            </a:r>
            <a:r>
              <a:rPr lang="en-IN" sz="3200" dirty="0" err="1"/>
              <a:t>i</a:t>
            </a:r>
            <a:r>
              <a:rPr lang="en-IN" sz="3200" dirty="0"/>
              <a:t> = n; </a:t>
            </a:r>
            <a:r>
              <a:rPr lang="en-IN" sz="3200" dirty="0" err="1"/>
              <a:t>i</a:t>
            </a:r>
            <a:r>
              <a:rPr lang="en-IN" sz="3200" dirty="0"/>
              <a:t> &gt; 0; </a:t>
            </a:r>
            <a:r>
              <a:rPr lang="en-IN" sz="3200" dirty="0" err="1"/>
              <a:t>i</a:t>
            </a:r>
            <a:r>
              <a:rPr lang="en-IN" sz="3200" dirty="0"/>
              <a:t> = </a:t>
            </a:r>
            <a:r>
              <a:rPr lang="en-IN" sz="3200" dirty="0" err="1"/>
              <a:t>i</a:t>
            </a:r>
            <a:r>
              <a:rPr lang="en-IN" sz="3200" dirty="0"/>
              <a:t> - c)</a:t>
            </a:r>
          </a:p>
          <a:p>
            <a:r>
              <a:rPr lang="en-IN" sz="3200" dirty="0"/>
              <a:t>{</a:t>
            </a:r>
          </a:p>
          <a:p>
            <a:r>
              <a:rPr lang="en-IN" sz="3200" dirty="0"/>
              <a:t>    // constant work</a:t>
            </a:r>
          </a:p>
          <a:p>
            <a:r>
              <a:rPr lang="en-IN" sz="3200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BAD198-EC9C-2E4D-1283-E9E60C5FB9D0}"/>
                  </a:ext>
                </a:extLst>
              </p14:cNvPr>
              <p14:cNvContentPartPr/>
              <p14:nvPr/>
            </p14:nvContentPartPr>
            <p14:xfrm>
              <a:off x="3620160" y="1069560"/>
              <a:ext cx="8281080" cy="4002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BAD198-EC9C-2E4D-1283-E9E60C5FB9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0800" y="1060200"/>
                <a:ext cx="8299800" cy="402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2829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79AB2D-B9CB-593F-43D5-FEEDB85D0F04}"/>
              </a:ext>
            </a:extLst>
          </p:cNvPr>
          <p:cNvSpPr txBox="1"/>
          <p:nvPr/>
        </p:nvSpPr>
        <p:spPr>
          <a:xfrm>
            <a:off x="542611" y="411982"/>
            <a:ext cx="85988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 3 — Multiply by Constant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1A892-7A0C-9436-E3D0-61508BA1D914}"/>
              </a:ext>
            </a:extLst>
          </p:cNvPr>
          <p:cNvSpPr txBox="1"/>
          <p:nvPr/>
        </p:nvSpPr>
        <p:spPr>
          <a:xfrm>
            <a:off x="653143" y="1386674"/>
            <a:ext cx="848834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for (int </a:t>
            </a:r>
            <a:r>
              <a:rPr lang="en-IN" sz="3200" dirty="0" err="1"/>
              <a:t>i</a:t>
            </a:r>
            <a:r>
              <a:rPr lang="en-IN" sz="3200" dirty="0"/>
              <a:t> = 1; </a:t>
            </a:r>
            <a:r>
              <a:rPr lang="en-IN" sz="3200" dirty="0" err="1"/>
              <a:t>i</a:t>
            </a:r>
            <a:r>
              <a:rPr lang="en-IN" sz="3200" dirty="0"/>
              <a:t> &lt; n; </a:t>
            </a:r>
            <a:r>
              <a:rPr lang="en-IN" sz="3200" dirty="0" err="1"/>
              <a:t>i</a:t>
            </a:r>
            <a:r>
              <a:rPr lang="en-IN" sz="3200" dirty="0"/>
              <a:t> = </a:t>
            </a:r>
            <a:r>
              <a:rPr lang="en-IN" sz="3200" dirty="0" err="1"/>
              <a:t>i</a:t>
            </a:r>
            <a:r>
              <a:rPr lang="en-IN" sz="3200" dirty="0"/>
              <a:t> * c)</a:t>
            </a:r>
          </a:p>
          <a:p>
            <a:r>
              <a:rPr lang="en-IN" sz="3200" dirty="0"/>
              <a:t>{</a:t>
            </a:r>
          </a:p>
          <a:p>
            <a:r>
              <a:rPr lang="en-IN" sz="3200" dirty="0"/>
              <a:t>    // constant work</a:t>
            </a:r>
          </a:p>
          <a:p>
            <a:r>
              <a:rPr lang="en-IN" sz="3200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303D61-018F-E7F8-60A1-4C1DD0A52CCA}"/>
                  </a:ext>
                </a:extLst>
              </p14:cNvPr>
              <p14:cNvContentPartPr/>
              <p14:nvPr/>
            </p14:nvContentPartPr>
            <p14:xfrm>
              <a:off x="719640" y="115920"/>
              <a:ext cx="11451600" cy="658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303D61-018F-E7F8-60A1-4C1DD0A52C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280" y="106560"/>
                <a:ext cx="11470320" cy="66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3714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1FE99-7304-B8FF-F46B-7E72009155F2}"/>
              </a:ext>
            </a:extLst>
          </p:cNvPr>
          <p:cNvSpPr txBox="1"/>
          <p:nvPr/>
        </p:nvSpPr>
        <p:spPr>
          <a:xfrm>
            <a:off x="756139" y="533791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 4 — Divide by Constant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C77DA-6976-B954-7ED3-F92D82704F2D}"/>
              </a:ext>
            </a:extLst>
          </p:cNvPr>
          <p:cNvSpPr txBox="1"/>
          <p:nvPr/>
        </p:nvSpPr>
        <p:spPr>
          <a:xfrm>
            <a:off x="914400" y="1688123"/>
            <a:ext cx="82270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for (int </a:t>
            </a:r>
            <a:r>
              <a:rPr lang="en-IN" sz="2800" dirty="0" err="1"/>
              <a:t>i</a:t>
            </a:r>
            <a:r>
              <a:rPr lang="en-IN" sz="2800" dirty="0"/>
              <a:t> = n; </a:t>
            </a:r>
            <a:r>
              <a:rPr lang="en-IN" sz="2800" dirty="0" err="1"/>
              <a:t>i</a:t>
            </a:r>
            <a:r>
              <a:rPr lang="en-IN" sz="2800" dirty="0"/>
              <a:t> &gt; 1; </a:t>
            </a:r>
            <a:r>
              <a:rPr lang="en-IN" sz="2800" dirty="0" err="1"/>
              <a:t>i</a:t>
            </a:r>
            <a:r>
              <a:rPr lang="en-IN" sz="2800" dirty="0"/>
              <a:t> = </a:t>
            </a:r>
            <a:r>
              <a:rPr lang="en-IN" sz="2800" dirty="0" err="1"/>
              <a:t>i</a:t>
            </a:r>
            <a:r>
              <a:rPr lang="en-IN" sz="2800" dirty="0"/>
              <a:t> / c)</a:t>
            </a:r>
          </a:p>
          <a:p>
            <a:r>
              <a:rPr lang="en-IN" sz="2800" dirty="0"/>
              <a:t>{</a:t>
            </a:r>
          </a:p>
          <a:p>
            <a:r>
              <a:rPr lang="en-IN" sz="2800" dirty="0"/>
              <a:t>    // constant work</a:t>
            </a:r>
          </a:p>
          <a:p>
            <a:r>
              <a:rPr lang="en-IN" sz="2800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737BDF-3B06-7956-2C88-A1232EABD144}"/>
                  </a:ext>
                </a:extLst>
              </p14:cNvPr>
              <p14:cNvContentPartPr/>
              <p14:nvPr/>
            </p14:nvContentPartPr>
            <p14:xfrm>
              <a:off x="2203920" y="925560"/>
              <a:ext cx="6951960" cy="410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737BDF-3B06-7956-2C88-A1232EABD1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4560" y="916200"/>
                <a:ext cx="6970680" cy="41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2526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E6710D-BC22-666C-4EF5-CF917F063F4D}"/>
              </a:ext>
            </a:extLst>
          </p:cNvPr>
          <p:cNvSpPr txBox="1"/>
          <p:nvPr/>
        </p:nvSpPr>
        <p:spPr>
          <a:xfrm>
            <a:off x="746090" y="493598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Example 5 — Power Growth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55EBE-D7FC-53F8-F38E-B94D9CBFF550}"/>
              </a:ext>
            </a:extLst>
          </p:cNvPr>
          <p:cNvSpPr txBox="1"/>
          <p:nvPr/>
        </p:nvSpPr>
        <p:spPr>
          <a:xfrm>
            <a:off x="746090" y="1547446"/>
            <a:ext cx="839539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for (int </a:t>
            </a:r>
            <a:r>
              <a:rPr lang="en-IN" sz="3200" dirty="0" err="1"/>
              <a:t>i</a:t>
            </a:r>
            <a:r>
              <a:rPr lang="en-IN" sz="3200" dirty="0"/>
              <a:t> = 2; </a:t>
            </a:r>
            <a:r>
              <a:rPr lang="en-IN" sz="3200" dirty="0" err="1"/>
              <a:t>i</a:t>
            </a:r>
            <a:r>
              <a:rPr lang="en-IN" sz="3200" dirty="0"/>
              <a:t> &lt; n; </a:t>
            </a:r>
            <a:r>
              <a:rPr lang="en-IN" sz="3200" dirty="0" err="1"/>
              <a:t>i</a:t>
            </a:r>
            <a:r>
              <a:rPr lang="en-IN" sz="3200" dirty="0"/>
              <a:t> = pow(</a:t>
            </a:r>
            <a:r>
              <a:rPr lang="en-IN" sz="3200" dirty="0" err="1"/>
              <a:t>i</a:t>
            </a:r>
            <a:r>
              <a:rPr lang="en-IN" sz="3200" dirty="0"/>
              <a:t>, c))</a:t>
            </a:r>
          </a:p>
          <a:p>
            <a:r>
              <a:rPr lang="en-IN" sz="3200" dirty="0"/>
              <a:t>{</a:t>
            </a:r>
          </a:p>
          <a:p>
            <a:r>
              <a:rPr lang="en-IN" sz="3200" dirty="0"/>
              <a:t>    // constant work</a:t>
            </a:r>
          </a:p>
          <a:p>
            <a:r>
              <a:rPr lang="en-IN" sz="3200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B6A62C-4793-46AB-DF48-58AFD362177C}"/>
                  </a:ext>
                </a:extLst>
              </p14:cNvPr>
              <p14:cNvContentPartPr/>
              <p14:nvPr/>
            </p14:nvContentPartPr>
            <p14:xfrm>
              <a:off x="836640" y="321840"/>
              <a:ext cx="11219400" cy="6436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B6A62C-4793-46AB-DF48-58AFD36217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7280" y="312480"/>
                <a:ext cx="11238120" cy="645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6398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E28896-F080-33AF-725C-175A9AD41E1C}"/>
              </a:ext>
            </a:extLst>
          </p:cNvPr>
          <p:cNvSpPr txBox="1"/>
          <p:nvPr/>
        </p:nvSpPr>
        <p:spPr>
          <a:xfrm>
            <a:off x="715945" y="342872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Analysis of Multiple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0C42B-21B5-FE37-7700-A83D3EF7E6C8}"/>
              </a:ext>
            </a:extLst>
          </p:cNvPr>
          <p:cNvSpPr txBox="1"/>
          <p:nvPr/>
        </p:nvSpPr>
        <p:spPr>
          <a:xfrm>
            <a:off x="555171" y="1125658"/>
            <a:ext cx="9452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Case 1 — Subsequent Loops (One after another)</a:t>
            </a:r>
            <a:endParaRPr lang="en-IN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BC3A1-E540-0A80-CDDF-2D30D2478051}"/>
              </a:ext>
            </a:extLst>
          </p:cNvPr>
          <p:cNvSpPr txBox="1"/>
          <p:nvPr/>
        </p:nvSpPr>
        <p:spPr>
          <a:xfrm>
            <a:off x="643095" y="2120203"/>
            <a:ext cx="84983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for (</a:t>
            </a:r>
            <a:r>
              <a:rPr lang="en-IN" sz="3200" dirty="0" err="1"/>
              <a:t>i</a:t>
            </a:r>
            <a:r>
              <a:rPr lang="en-IN" sz="3200" dirty="0"/>
              <a:t>=0; </a:t>
            </a:r>
            <a:r>
              <a:rPr lang="en-IN" sz="3200" dirty="0" err="1"/>
              <a:t>i</a:t>
            </a:r>
            <a:r>
              <a:rPr lang="en-IN" sz="3200" dirty="0"/>
              <a:t>&lt;n; </a:t>
            </a:r>
            <a:r>
              <a:rPr lang="en-IN" sz="3200" dirty="0" err="1"/>
              <a:t>i</a:t>
            </a:r>
            <a:r>
              <a:rPr lang="en-IN" sz="3200" dirty="0"/>
              <a:t>++)  </a:t>
            </a:r>
          </a:p>
          <a:p>
            <a:r>
              <a:rPr lang="en-IN" sz="3200" dirty="0"/>
              <a:t>  {</a:t>
            </a:r>
          </a:p>
          <a:p>
            <a:r>
              <a:rPr lang="en-IN" sz="3200" dirty="0"/>
              <a:t>         }      </a:t>
            </a:r>
          </a:p>
          <a:p>
            <a:r>
              <a:rPr lang="en-IN" sz="3200" dirty="0"/>
              <a:t>for (</a:t>
            </a:r>
            <a:r>
              <a:rPr lang="en-IN" sz="3200" dirty="0" err="1"/>
              <a:t>i</a:t>
            </a:r>
            <a:r>
              <a:rPr lang="en-IN" sz="3200" dirty="0"/>
              <a:t>=1; </a:t>
            </a:r>
            <a:r>
              <a:rPr lang="en-IN" sz="3200" dirty="0" err="1"/>
              <a:t>i</a:t>
            </a:r>
            <a:r>
              <a:rPr lang="en-IN" sz="3200" dirty="0"/>
              <a:t>&lt;n; </a:t>
            </a:r>
            <a:r>
              <a:rPr lang="en-IN" sz="3200" dirty="0" err="1"/>
              <a:t>i</a:t>
            </a:r>
            <a:r>
              <a:rPr lang="en-IN" sz="3200" dirty="0"/>
              <a:t>=</a:t>
            </a:r>
            <a:r>
              <a:rPr lang="en-IN" sz="3200" dirty="0" err="1"/>
              <a:t>i</a:t>
            </a:r>
            <a:r>
              <a:rPr lang="en-IN" sz="3200" dirty="0"/>
              <a:t>*2) </a:t>
            </a:r>
          </a:p>
          <a:p>
            <a:r>
              <a:rPr lang="en-IN" sz="3200" dirty="0"/>
              <a:t> {</a:t>
            </a:r>
          </a:p>
          <a:p>
            <a:r>
              <a:rPr lang="en-IN" sz="3200" dirty="0"/>
              <a:t>        }</a:t>
            </a:r>
          </a:p>
          <a:p>
            <a:r>
              <a:rPr lang="en-IN" sz="3200" dirty="0"/>
              <a:t>for (</a:t>
            </a:r>
            <a:r>
              <a:rPr lang="en-IN" sz="3200" dirty="0" err="1"/>
              <a:t>i</a:t>
            </a:r>
            <a:r>
              <a:rPr lang="en-IN" sz="3200" dirty="0"/>
              <a:t>=1; </a:t>
            </a:r>
            <a:r>
              <a:rPr lang="en-IN" sz="3200" dirty="0" err="1"/>
              <a:t>i</a:t>
            </a:r>
            <a:r>
              <a:rPr lang="en-IN" sz="3200" dirty="0"/>
              <a:t>&lt;100; </a:t>
            </a:r>
            <a:r>
              <a:rPr lang="en-IN" sz="3200" dirty="0" err="1"/>
              <a:t>i</a:t>
            </a:r>
            <a:r>
              <a:rPr lang="en-IN" sz="3200" dirty="0"/>
              <a:t>++)    </a:t>
            </a:r>
          </a:p>
          <a:p>
            <a:r>
              <a:rPr lang="en-IN" sz="3200" dirty="0"/>
              <a:t>{</a:t>
            </a:r>
          </a:p>
          <a:p>
            <a:r>
              <a:rPr lang="en-IN" sz="3200" dirty="0"/>
              <a:t>       }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1378E3-36F1-DB6A-C1CC-A9B2F67F1561}"/>
                  </a:ext>
                </a:extLst>
              </p14:cNvPr>
              <p14:cNvContentPartPr/>
              <p14:nvPr/>
            </p14:nvContentPartPr>
            <p14:xfrm>
              <a:off x="4456800" y="2427840"/>
              <a:ext cx="6565320" cy="3244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1378E3-36F1-DB6A-C1CC-A9B2F67F15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47440" y="2418480"/>
                <a:ext cx="6584040" cy="326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380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2946E4-6384-6384-DA3B-67152142EF07}"/>
              </a:ext>
            </a:extLst>
          </p:cNvPr>
          <p:cNvSpPr txBox="1"/>
          <p:nvPr/>
        </p:nvSpPr>
        <p:spPr>
          <a:xfrm>
            <a:off x="454688" y="322775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Case 2 — Nested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ABFB3-DE58-E3BA-2084-67E1DE42796D}"/>
              </a:ext>
            </a:extLst>
          </p:cNvPr>
          <p:cNvSpPr txBox="1"/>
          <p:nvPr/>
        </p:nvSpPr>
        <p:spPr>
          <a:xfrm>
            <a:off x="565220" y="1384610"/>
            <a:ext cx="69208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for (</a:t>
            </a:r>
            <a:r>
              <a:rPr lang="en-IN" sz="4000" dirty="0" err="1"/>
              <a:t>i</a:t>
            </a:r>
            <a:r>
              <a:rPr lang="en-IN" sz="4000" dirty="0"/>
              <a:t>=0; </a:t>
            </a:r>
            <a:r>
              <a:rPr lang="en-IN" sz="4000" dirty="0" err="1"/>
              <a:t>i</a:t>
            </a:r>
            <a:r>
              <a:rPr lang="en-IN" sz="4000" dirty="0"/>
              <a:t>&lt;n; </a:t>
            </a:r>
            <a:r>
              <a:rPr lang="en-IN" sz="4000" dirty="0" err="1"/>
              <a:t>i</a:t>
            </a:r>
            <a:r>
              <a:rPr lang="en-IN" sz="4000" dirty="0"/>
              <a:t>++)           </a:t>
            </a:r>
          </a:p>
          <a:p>
            <a:r>
              <a:rPr lang="en-IN" sz="4000" dirty="0"/>
              <a:t>{</a:t>
            </a:r>
          </a:p>
          <a:p>
            <a:r>
              <a:rPr lang="en-IN" sz="4000" dirty="0"/>
              <a:t>    for (j=1; j&lt;n; j=j*2)</a:t>
            </a:r>
          </a:p>
          <a:p>
            <a:r>
              <a:rPr lang="en-IN" sz="4000" dirty="0"/>
              <a:t>    { </a:t>
            </a:r>
          </a:p>
          <a:p>
            <a:r>
              <a:rPr lang="en-IN" sz="4000" dirty="0"/>
              <a:t>         }    </a:t>
            </a:r>
          </a:p>
          <a:p>
            <a:r>
              <a:rPr lang="en-IN" sz="4000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168B3E-FCB2-7D2C-87E1-10942D401BE0}"/>
                  </a:ext>
                </a:extLst>
              </p14:cNvPr>
              <p14:cNvContentPartPr/>
              <p14:nvPr/>
            </p14:nvContentPartPr>
            <p14:xfrm>
              <a:off x="3664800" y="1345320"/>
              <a:ext cx="4923720" cy="3843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168B3E-FCB2-7D2C-87E1-10942D401B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5440" y="1335960"/>
                <a:ext cx="4942440" cy="386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945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4DE2C-F339-5F72-E225-7FB74F9EA68F}"/>
              </a:ext>
            </a:extLst>
          </p:cNvPr>
          <p:cNvSpPr txBox="1"/>
          <p:nvPr/>
        </p:nvSpPr>
        <p:spPr>
          <a:xfrm>
            <a:off x="675752" y="654371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Case 3 — Nested Linear Loops</a:t>
            </a:r>
            <a:endParaRPr lang="en-IN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DB42F-FF8C-05E1-8ADB-20763EBE9CBE}"/>
              </a:ext>
            </a:extLst>
          </p:cNvPr>
          <p:cNvSpPr txBox="1"/>
          <p:nvPr/>
        </p:nvSpPr>
        <p:spPr>
          <a:xfrm>
            <a:off x="675752" y="1605449"/>
            <a:ext cx="992525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for (</a:t>
            </a:r>
            <a:r>
              <a:rPr lang="en-IN" sz="4400" dirty="0" err="1"/>
              <a:t>i</a:t>
            </a:r>
            <a:r>
              <a:rPr lang="en-IN" sz="4400" dirty="0"/>
              <a:t>=0; </a:t>
            </a:r>
            <a:r>
              <a:rPr lang="en-IN" sz="4400" dirty="0" err="1"/>
              <a:t>i</a:t>
            </a:r>
            <a:r>
              <a:rPr lang="en-IN" sz="4400" dirty="0"/>
              <a:t>&lt;n; </a:t>
            </a:r>
            <a:r>
              <a:rPr lang="en-IN" sz="4400" dirty="0" err="1"/>
              <a:t>i</a:t>
            </a:r>
            <a:r>
              <a:rPr lang="en-IN" sz="4400" dirty="0"/>
              <a:t>++)</a:t>
            </a:r>
          </a:p>
          <a:p>
            <a:r>
              <a:rPr lang="en-IN" sz="4400" dirty="0"/>
              <a:t>{</a:t>
            </a:r>
          </a:p>
          <a:p>
            <a:r>
              <a:rPr lang="en-IN" sz="4400" dirty="0"/>
              <a:t>    for (j=0; j&lt;n; </a:t>
            </a:r>
            <a:r>
              <a:rPr lang="en-IN" sz="4400" dirty="0" err="1"/>
              <a:t>j++</a:t>
            </a:r>
            <a:r>
              <a:rPr lang="en-IN" sz="4400" dirty="0"/>
              <a:t>)</a:t>
            </a:r>
          </a:p>
          <a:p>
            <a:r>
              <a:rPr lang="en-IN" sz="4400" dirty="0"/>
              <a:t>    {</a:t>
            </a:r>
          </a:p>
          <a:p>
            <a:r>
              <a:rPr lang="en-IN" sz="4400" dirty="0"/>
              <a:t>          }</a:t>
            </a:r>
          </a:p>
          <a:p>
            <a:r>
              <a:rPr lang="en-IN" sz="4400" dirty="0"/>
              <a:t>}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EA7248-582A-6D0A-BBFD-463A3EA5DFCF}"/>
                  </a:ext>
                </a:extLst>
              </p14:cNvPr>
              <p14:cNvContentPartPr/>
              <p14:nvPr/>
            </p14:nvContentPartPr>
            <p14:xfrm>
              <a:off x="6009120" y="1649520"/>
              <a:ext cx="4623840" cy="1854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EA7248-582A-6D0A-BBFD-463A3EA5DF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9760" y="1640160"/>
                <a:ext cx="4642560" cy="187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1099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14F4AC-3A4C-B898-D800-3059B4D70715}"/>
              </a:ext>
            </a:extLst>
          </p:cNvPr>
          <p:cNvSpPr txBox="1"/>
          <p:nvPr/>
        </p:nvSpPr>
        <p:spPr>
          <a:xfrm>
            <a:off x="595364" y="614178"/>
            <a:ext cx="84381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Case 4 — Mixed Nested + Separate</a:t>
            </a:r>
            <a:endParaRPr lang="en-IN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3A2D2-CFEC-0E61-E3CE-A85A0FB1F89D}"/>
              </a:ext>
            </a:extLst>
          </p:cNvPr>
          <p:cNvSpPr txBox="1"/>
          <p:nvPr/>
        </p:nvSpPr>
        <p:spPr>
          <a:xfrm>
            <a:off x="698360" y="1350175"/>
            <a:ext cx="854612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(j=1; j&lt;n; j=j*2)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&lt;m;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(j=0; j&lt;m;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0EFC8BC-5AAB-4F64-9F73-496C856F3AA6}"/>
                  </a:ext>
                </a:extLst>
              </p14:cNvPr>
              <p14:cNvContentPartPr/>
              <p14:nvPr/>
            </p14:nvContentPartPr>
            <p14:xfrm>
              <a:off x="3462840" y="1409760"/>
              <a:ext cx="7988400" cy="493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0EFC8BC-5AAB-4F64-9F73-496C856F3A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53480" y="1400400"/>
                <a:ext cx="8007120" cy="495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3363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99BA5E-DCD3-FB85-E0FA-FE68DE645810}"/>
              </a:ext>
            </a:extLst>
          </p:cNvPr>
          <p:cNvSpPr txBox="1"/>
          <p:nvPr/>
        </p:nvSpPr>
        <p:spPr>
          <a:xfrm>
            <a:off x="675751" y="443355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Recursion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3C66A-9213-F64D-F83D-BDA03AB40308}"/>
              </a:ext>
            </a:extLst>
          </p:cNvPr>
          <p:cNvSpPr txBox="1"/>
          <p:nvPr/>
        </p:nvSpPr>
        <p:spPr>
          <a:xfrm>
            <a:off x="575269" y="1608965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Example 1 — Two Equal Subproblems</a:t>
            </a:r>
            <a:endParaRPr lang="en-IN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73EF74-1291-A081-C89A-40B685394BBF}"/>
                  </a:ext>
                </a:extLst>
              </p14:cNvPr>
              <p14:cNvContentPartPr/>
              <p14:nvPr/>
            </p14:nvContentPartPr>
            <p14:xfrm>
              <a:off x="930600" y="2389680"/>
              <a:ext cx="2122200" cy="3747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73EF74-1291-A081-C89A-40B685394B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240" y="2380320"/>
                <a:ext cx="2140920" cy="37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9917864-2B21-5781-454F-1DB3DA8769E1}"/>
                  </a:ext>
                </a:extLst>
              </p14:cNvPr>
              <p14:cNvContentPartPr/>
              <p14:nvPr/>
            </p14:nvContentPartPr>
            <p14:xfrm>
              <a:off x="1913040" y="1339560"/>
              <a:ext cx="9393120" cy="4339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9917864-2B21-5781-454F-1DB3DA8769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3680" y="1330200"/>
                <a:ext cx="9411840" cy="435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1866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2D55FF-A6BD-D8EF-3AD3-A9B75A1A3CF6}"/>
              </a:ext>
            </a:extLst>
          </p:cNvPr>
          <p:cNvSpPr txBox="1"/>
          <p:nvPr/>
        </p:nvSpPr>
        <p:spPr>
          <a:xfrm>
            <a:off x="886767" y="543839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Example 2 — </a:t>
            </a:r>
            <a:r>
              <a:rPr lang="en-US" sz="2800" dirty="0" err="1"/>
              <a:t>UnEqual</a:t>
            </a:r>
            <a:r>
              <a:rPr lang="en-US" sz="2800" dirty="0"/>
              <a:t> Subproblems</a:t>
            </a:r>
            <a:endParaRPr lang="en-IN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17D2E00-DFA0-3013-7A28-53121ECD1BFC}"/>
                  </a:ext>
                </a:extLst>
              </p14:cNvPr>
              <p14:cNvContentPartPr/>
              <p14:nvPr/>
            </p14:nvContentPartPr>
            <p14:xfrm>
              <a:off x="1120680" y="1387440"/>
              <a:ext cx="3390480" cy="4105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17D2E00-DFA0-3013-7A28-53121ECD1B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1320" y="1378080"/>
                <a:ext cx="3409200" cy="41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62CC40-AC8C-9C45-04C4-E33E7F58A70B}"/>
                  </a:ext>
                </a:extLst>
              </p14:cNvPr>
              <p14:cNvContentPartPr/>
              <p14:nvPr/>
            </p14:nvContentPartPr>
            <p14:xfrm>
              <a:off x="5263560" y="855720"/>
              <a:ext cx="6288480" cy="3376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62CC40-AC8C-9C45-04C4-E33E7F58A7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4200" y="846360"/>
                <a:ext cx="6307200" cy="339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1807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48C05E-13A7-27CD-AF37-1F82B6D29E88}"/>
              </a:ext>
            </a:extLst>
          </p:cNvPr>
          <p:cNvSpPr txBox="1"/>
          <p:nvPr/>
        </p:nvSpPr>
        <p:spPr>
          <a:xfrm>
            <a:off x="786284" y="584033"/>
            <a:ext cx="6094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Example 3 — Linear Recursion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12CE15-EDC0-82C4-D3B3-B0F0CFB8589E}"/>
                  </a:ext>
                </a:extLst>
              </p14:cNvPr>
              <p14:cNvContentPartPr/>
              <p14:nvPr/>
            </p14:nvContentPartPr>
            <p14:xfrm>
              <a:off x="1467360" y="1429560"/>
              <a:ext cx="2321640" cy="3165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12CE15-EDC0-82C4-D3B3-B0F0CFB858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8000" y="1420200"/>
                <a:ext cx="2340360" cy="31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5B195DE-92ED-2C4C-67FE-77A19A1AF63F}"/>
                  </a:ext>
                </a:extLst>
              </p14:cNvPr>
              <p14:cNvContentPartPr/>
              <p14:nvPr/>
            </p14:nvContentPartPr>
            <p14:xfrm>
              <a:off x="5643360" y="1247760"/>
              <a:ext cx="4157280" cy="3423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5B195DE-92ED-2C4C-67FE-77A19A1AF6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4000" y="1238400"/>
                <a:ext cx="4176000" cy="344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57401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94C116-4731-160D-8FEA-D3D9C2DEB71F}"/>
              </a:ext>
            </a:extLst>
          </p:cNvPr>
          <p:cNvSpPr txBox="1"/>
          <p:nvPr/>
        </p:nvSpPr>
        <p:spPr>
          <a:xfrm>
            <a:off x="695849" y="563936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Recursion Tree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52E18-6E3C-B5EE-A9D6-0762D12947C5}"/>
              </a:ext>
            </a:extLst>
          </p:cNvPr>
          <p:cNvSpPr txBox="1"/>
          <p:nvPr/>
        </p:nvSpPr>
        <p:spPr>
          <a:xfrm>
            <a:off x="695849" y="1674674"/>
            <a:ext cx="60943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Draw recursion tree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Root = non-recursive work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Children = recursive calls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Expand until base case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Add work at each level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6CAAD9-0B34-0A49-F8F8-457AE10C3124}"/>
                  </a:ext>
                </a:extLst>
              </p14:cNvPr>
              <p14:cNvContentPartPr/>
              <p14:nvPr/>
            </p14:nvContentPartPr>
            <p14:xfrm>
              <a:off x="789840" y="709560"/>
              <a:ext cx="11083680" cy="6081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6CAAD9-0B34-0A49-F8F8-457AE10C31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0480" y="700200"/>
                <a:ext cx="11102400" cy="609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8329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A4D2D4-26F9-305C-C6F5-E1FC891B84B0}"/>
                  </a:ext>
                </a:extLst>
              </p14:cNvPr>
              <p14:cNvContentPartPr/>
              <p14:nvPr/>
            </p14:nvContentPartPr>
            <p14:xfrm>
              <a:off x="557640" y="491760"/>
              <a:ext cx="4030920" cy="1034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A4D2D4-26F9-305C-C6F5-E1FC891B84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8280" y="482400"/>
                <a:ext cx="4049640" cy="10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B7EF19-633E-921B-F042-3E9FEC89F004}"/>
                  </a:ext>
                </a:extLst>
              </p14:cNvPr>
              <p14:cNvContentPartPr/>
              <p14:nvPr/>
            </p14:nvContentPartPr>
            <p14:xfrm>
              <a:off x="412560" y="169560"/>
              <a:ext cx="11714040" cy="6451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B7EF19-633E-921B-F042-3E9FEC89F0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3200" y="160200"/>
                <a:ext cx="11732760" cy="646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4786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F55960-771F-5659-E79A-9919FF271203}"/>
                  </a:ext>
                </a:extLst>
              </p14:cNvPr>
              <p14:cNvContentPartPr/>
              <p14:nvPr/>
            </p14:nvContentPartPr>
            <p14:xfrm>
              <a:off x="646920" y="373320"/>
              <a:ext cx="3854880" cy="940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F55960-771F-5659-E79A-9919FF2712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560" y="363960"/>
                <a:ext cx="3873600" cy="9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D01D85-9A45-AF64-6D31-8A4846D43E83}"/>
                  </a:ext>
                </a:extLst>
              </p14:cNvPr>
              <p14:cNvContentPartPr/>
              <p14:nvPr/>
            </p14:nvContentPartPr>
            <p14:xfrm>
              <a:off x="4238640" y="942840"/>
              <a:ext cx="286560" cy="248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D01D85-9A45-AF64-6D31-8A4846D43E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29280" y="933480"/>
                <a:ext cx="3052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DD9D8A-FB94-17A6-C1E0-D81093AF4FD2}"/>
                  </a:ext>
                </a:extLst>
              </p14:cNvPr>
              <p14:cNvContentPartPr/>
              <p14:nvPr/>
            </p14:nvContentPartPr>
            <p14:xfrm>
              <a:off x="874440" y="63360"/>
              <a:ext cx="10982160" cy="6735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DD9D8A-FB94-17A6-C1E0-D81093AF4F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5080" y="54000"/>
                <a:ext cx="11000880" cy="675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8407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38DD9B-2205-3B09-8700-7FB9B73E8D36}"/>
                  </a:ext>
                </a:extLst>
              </p14:cNvPr>
              <p14:cNvContentPartPr/>
              <p14:nvPr/>
            </p14:nvContentPartPr>
            <p14:xfrm>
              <a:off x="644400" y="456120"/>
              <a:ext cx="4066200" cy="1018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38DD9B-2205-3B09-8700-7FB9B73E8D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040" y="446760"/>
                <a:ext cx="4084920" cy="10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826B3E-6801-0249-6914-8B36256F67C5}"/>
                  </a:ext>
                </a:extLst>
              </p14:cNvPr>
              <p14:cNvContentPartPr/>
              <p14:nvPr/>
            </p14:nvContentPartPr>
            <p14:xfrm>
              <a:off x="1416240" y="458640"/>
              <a:ext cx="9176760" cy="583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826B3E-6801-0249-6914-8B36256F67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6880" y="449280"/>
                <a:ext cx="9195480" cy="585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1860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974AFC-7838-A531-60C5-DD7B8B15FEE1}"/>
                  </a:ext>
                </a:extLst>
              </p14:cNvPr>
              <p14:cNvContentPartPr/>
              <p14:nvPr/>
            </p14:nvContentPartPr>
            <p14:xfrm>
              <a:off x="656280" y="165960"/>
              <a:ext cx="11235960" cy="1243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974AFC-7838-A531-60C5-DD7B8B15FE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6920" y="156600"/>
                <a:ext cx="11254680" cy="12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A62ECC0-7B4E-6C52-CDBA-B98C6EE28748}"/>
                  </a:ext>
                </a:extLst>
              </p14:cNvPr>
              <p14:cNvContentPartPr/>
              <p14:nvPr/>
            </p14:nvContentPartPr>
            <p14:xfrm>
              <a:off x="1256400" y="1338120"/>
              <a:ext cx="10171440" cy="4782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A62ECC0-7B4E-6C52-CDBA-B98C6EE287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7040" y="1328760"/>
                <a:ext cx="10190160" cy="480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46198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74324E-EF68-EBC0-39FF-42BFCE2033CD}"/>
                  </a:ext>
                </a:extLst>
              </p14:cNvPr>
              <p14:cNvContentPartPr/>
              <p14:nvPr/>
            </p14:nvContentPartPr>
            <p14:xfrm>
              <a:off x="660960" y="440280"/>
              <a:ext cx="5550120" cy="948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74324E-EF68-EBC0-39FF-42BFCE2033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600" y="430920"/>
                <a:ext cx="5568840" cy="9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CDAC9B-B15E-FB2D-4FD7-ED590740A690}"/>
                  </a:ext>
                </a:extLst>
              </p14:cNvPr>
              <p14:cNvContentPartPr/>
              <p14:nvPr/>
            </p14:nvContentPartPr>
            <p14:xfrm>
              <a:off x="1460520" y="1758960"/>
              <a:ext cx="8853480" cy="2274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CDAC9B-B15E-FB2D-4FD7-ED590740A6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1160" y="1749600"/>
                <a:ext cx="8872200" cy="229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41736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8162AC-A199-4DAB-0897-FB138DE24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685094"/>
              </p:ext>
            </p:extLst>
          </p:nvPr>
        </p:nvGraphicFramePr>
        <p:xfrm>
          <a:off x="1224662" y="643466"/>
          <a:ext cx="9742677" cy="5013963"/>
        </p:xfrm>
        <a:graphic>
          <a:graphicData uri="http://schemas.openxmlformats.org/drawingml/2006/table">
            <a:tbl>
              <a:tblPr/>
              <a:tblGrid>
                <a:gridCol w="5447443">
                  <a:extLst>
                    <a:ext uri="{9D8B030D-6E8A-4147-A177-3AD203B41FA5}">
                      <a16:colId xmlns:a16="http://schemas.microsoft.com/office/drawing/2014/main" val="890125992"/>
                    </a:ext>
                  </a:extLst>
                </a:gridCol>
                <a:gridCol w="4295234">
                  <a:extLst>
                    <a:ext uri="{9D8B030D-6E8A-4147-A177-3AD203B41FA5}">
                      <a16:colId xmlns:a16="http://schemas.microsoft.com/office/drawing/2014/main" val="2412237270"/>
                    </a:ext>
                  </a:extLst>
                </a:gridCol>
              </a:tblGrid>
              <a:tr h="557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Pattern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Complexity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87400"/>
                  </a:ext>
                </a:extLst>
              </a:tr>
              <a:tr h="557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Single loop (linear)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/>
                        <a:t>O(n)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096202"/>
                  </a:ext>
                </a:extLst>
              </a:tr>
              <a:tr h="557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Loop × loop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/>
                        <a:t>O(n²)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605659"/>
                  </a:ext>
                </a:extLst>
              </a:tr>
              <a:tr h="557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Loop × log loop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/>
                        <a:t>O(n log n)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886495"/>
                  </a:ext>
                </a:extLst>
              </a:tr>
              <a:tr h="557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Divide by 2 each step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/>
                        <a:t>O(log n)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044402"/>
                  </a:ext>
                </a:extLst>
              </a:tr>
              <a:tr h="557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Double recursion (n/2, n/2)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/>
                        <a:t>O(n)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915396"/>
                  </a:ext>
                </a:extLst>
              </a:tr>
              <a:tr h="557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Merge sort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/>
                        <a:t>O(n log n)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465198"/>
                  </a:ext>
                </a:extLst>
              </a:tr>
              <a:tr h="557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Binary search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/>
                        <a:t>O(log n)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608843"/>
                  </a:ext>
                </a:extLst>
              </a:tr>
              <a:tr h="557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Power growth loop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/>
                        <a:t>O(log </a:t>
                      </a:r>
                      <a:r>
                        <a:rPr lang="en-IN" sz="2500" dirty="0" err="1"/>
                        <a:t>log</a:t>
                      </a:r>
                      <a:r>
                        <a:rPr lang="en-IN" sz="2500" dirty="0"/>
                        <a:t> n)</a:t>
                      </a:r>
                    </a:p>
                  </a:txBody>
                  <a:tcPr marL="126615" marR="126615" marT="63308" marB="63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03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is Time Complexity in Data Structure">
            <a:extLst>
              <a:ext uri="{FF2B5EF4-FFF2-40B4-BE49-F238E27FC236}">
                <a16:creationId xmlns:a16="http://schemas.microsoft.com/office/drawing/2014/main" id="{1755F878-2E23-E05B-67E5-1F02EA8B3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759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9F4196-47C2-96E7-BE49-F90F72F7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571500"/>
            <a:ext cx="10810875" cy="533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59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99DE2B-C42A-5866-C83E-C447C2A6A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363681"/>
            <a:ext cx="11191875" cy="593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544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A058F7-FA06-4E22-F65C-AA60BA1BF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768927"/>
            <a:ext cx="10706100" cy="507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948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0761AB-C190-7583-7C46-F6E4AD49DDB1}"/>
                  </a:ext>
                </a:extLst>
              </p14:cNvPr>
              <p14:cNvContentPartPr/>
              <p14:nvPr/>
            </p14:nvContentPartPr>
            <p14:xfrm>
              <a:off x="968040" y="259560"/>
              <a:ext cx="9843120" cy="4489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0761AB-C190-7583-7C46-F6E4AD49DD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8680" y="250200"/>
                <a:ext cx="9861840" cy="450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BA023B-A371-01D8-8FA8-35284C3DFEBE}"/>
                  </a:ext>
                </a:extLst>
              </p14:cNvPr>
              <p14:cNvContentPartPr/>
              <p14:nvPr/>
            </p14:nvContentPartPr>
            <p14:xfrm>
              <a:off x="1258920" y="2253960"/>
              <a:ext cx="9446760" cy="3343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BA023B-A371-01D8-8FA8-35284C3DFE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9560" y="2244600"/>
                <a:ext cx="9465480" cy="336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7175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3D5FC3-4BC9-ED8C-0033-F730115D7152}"/>
                  </a:ext>
                </a:extLst>
              </p14:cNvPr>
              <p14:cNvContentPartPr/>
              <p14:nvPr/>
            </p14:nvContentPartPr>
            <p14:xfrm>
              <a:off x="881640" y="569880"/>
              <a:ext cx="4830120" cy="3754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3D5FC3-4BC9-ED8C-0033-F730115D71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2280" y="560520"/>
                <a:ext cx="4848840" cy="37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96CE8E9-4CEB-2CDE-D68C-C43C67AC37AC}"/>
                  </a:ext>
                </a:extLst>
              </p14:cNvPr>
              <p14:cNvContentPartPr/>
              <p14:nvPr/>
            </p14:nvContentPartPr>
            <p14:xfrm>
              <a:off x="1997280" y="1294560"/>
              <a:ext cx="9641520" cy="402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96CE8E9-4CEB-2CDE-D68C-C43C67AC37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7920" y="1285200"/>
                <a:ext cx="9660240" cy="403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63203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A2568C-ED1A-0E7C-C46B-7C283546EBA3}"/>
                  </a:ext>
                </a:extLst>
              </p14:cNvPr>
              <p14:cNvContentPartPr/>
              <p14:nvPr/>
            </p14:nvContentPartPr>
            <p14:xfrm>
              <a:off x="4456800" y="382680"/>
              <a:ext cx="2797560" cy="544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A2568C-ED1A-0E7C-C46B-7C283546EB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47440" y="373320"/>
                <a:ext cx="2816280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3258AF-E7B3-5BE4-36C6-E34C6F45BD6F}"/>
                  </a:ext>
                </a:extLst>
              </p14:cNvPr>
              <p14:cNvContentPartPr/>
              <p14:nvPr/>
            </p14:nvContentPartPr>
            <p14:xfrm>
              <a:off x="717480" y="966600"/>
              <a:ext cx="10593000" cy="2833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3258AF-E7B3-5BE4-36C6-E34C6F45BD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8120" y="957240"/>
                <a:ext cx="10611720" cy="285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42354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2C7FA7-2E1A-975B-97E3-508EEBA53BF9}"/>
                  </a:ext>
                </a:extLst>
              </p14:cNvPr>
              <p14:cNvContentPartPr/>
              <p14:nvPr/>
            </p14:nvContentPartPr>
            <p14:xfrm>
              <a:off x="1650600" y="186120"/>
              <a:ext cx="9458280" cy="6401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2C7FA7-2E1A-975B-97E3-508EEBA53B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240" y="176760"/>
                <a:ext cx="9477000" cy="642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77508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4B15E5-0359-1A6B-E331-89DE862E7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37" y="595312"/>
            <a:ext cx="10448925" cy="5667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A7AB10-5A69-A23A-D8D1-9DD776189CA9}"/>
                  </a:ext>
                </a:extLst>
              </p14:cNvPr>
              <p14:cNvContentPartPr/>
              <p14:nvPr/>
            </p14:nvContentPartPr>
            <p14:xfrm>
              <a:off x="4363200" y="1132560"/>
              <a:ext cx="1571040" cy="4863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A7AB10-5A69-A23A-D8D1-9DD776189C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840" y="1123200"/>
                <a:ext cx="1589760" cy="488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5863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993</Words>
  <Application>Microsoft Office PowerPoint</Application>
  <PresentationFormat>Widescreen</PresentationFormat>
  <Paragraphs>184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RAVICHANDRAN</dc:creator>
  <cp:lastModifiedBy>BALAJI RAVICHANDRAN</cp:lastModifiedBy>
  <cp:revision>2</cp:revision>
  <dcterms:created xsi:type="dcterms:W3CDTF">2026-03-11T16:31:33Z</dcterms:created>
  <dcterms:modified xsi:type="dcterms:W3CDTF">2026-03-11T22:23:04Z</dcterms:modified>
</cp:coreProperties>
</file>